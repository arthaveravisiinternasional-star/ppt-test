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3" r:id="rId4"/>
    <p:sldMasterId id="214748368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</p:sldIdLst>
  <p:sldSz cy="5143500" cx="9144000"/>
  <p:notesSz cx="6858000" cy="9144000"/>
  <p:embeddedFontLst>
    <p:embeddedFont>
      <p:font typeface="Proxima Nova"/>
      <p:regular r:id="rId57"/>
      <p:bold r:id="rId58"/>
      <p:italic r:id="rId59"/>
      <p:boldItalic r:id="rId60"/>
    </p:embeddedFont>
    <p:embeddedFont>
      <p:font typeface="Staatliches"/>
      <p:regular r:id="rId61"/>
    </p:embeddedFont>
    <p:embeddedFont>
      <p:font typeface="Roboto Medium"/>
      <p:regular r:id="rId62"/>
      <p:bold r:id="rId63"/>
      <p:italic r:id="rId64"/>
      <p:boldItalic r:id="rId65"/>
    </p:embeddedFont>
    <p:embeddedFont>
      <p:font typeface="Roboto Condensed"/>
      <p:regular r:id="rId66"/>
      <p:bold r:id="rId67"/>
      <p:italic r:id="rId68"/>
      <p:boldItalic r:id="rId69"/>
    </p:embeddedFont>
    <p:embeddedFont>
      <p:font typeface="Roboto Condensed Light"/>
      <p:regular r:id="rId70"/>
      <p:bold r:id="rId71"/>
      <p:italic r:id="rId72"/>
      <p:boldItalic r:id="rId73"/>
    </p:embeddedFont>
    <p:embeddedFont>
      <p:font typeface="Lato Black"/>
      <p:bold r:id="rId74"/>
      <p:boldItalic r:id="rId75"/>
    </p:embeddedFont>
    <p:embeddedFont>
      <p:font typeface="Proxima Nova Semibold"/>
      <p:regular r:id="rId76"/>
      <p:bold r:id="rId77"/>
      <p:boldItalic r:id="rId78"/>
    </p:embeddedFont>
    <p:embeddedFont>
      <p:font typeface="Roboto"/>
      <p:regular r:id="rId79"/>
      <p:bold r:id="rId80"/>
      <p:italic r:id="rId81"/>
      <p:boldItalic r:id="rId82"/>
    </p:embeddedFont>
    <p:embeddedFont>
      <p:font typeface="Amatic SC"/>
      <p:regular r:id="rId83"/>
      <p:bold r:id="rId84"/>
    </p:embeddedFont>
    <p:embeddedFont>
      <p:font typeface="Lato"/>
      <p:regular r:id="rId85"/>
      <p:bold r:id="rId86"/>
      <p:italic r:id="rId87"/>
      <p:boldItalic r:id="rId88"/>
    </p:embeddedFont>
    <p:embeddedFont>
      <p:font typeface="Montserrat Black"/>
      <p:bold r:id="rId89"/>
      <p:boldItalic r:id="rId90"/>
    </p:embeddedFont>
    <p:embeddedFont>
      <p:font typeface="Montserrat"/>
      <p:regular r:id="rId91"/>
      <p:bold r:id="rId92"/>
      <p:italic r:id="rId93"/>
      <p:boldItalic r:id="rId94"/>
    </p:embeddedFont>
    <p:embeddedFont>
      <p:font typeface="Montserrat ExtraBold"/>
      <p:bold r:id="rId95"/>
      <p:boldItalic r:id="rId9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AE70CE18-CB0B-400C-8185-28348DB99452}">
  <a:tblStyle styleId="{AE70CE18-CB0B-400C-8185-28348DB9945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AmaticSC-bold.fntdata"/><Relationship Id="rId83" Type="http://schemas.openxmlformats.org/officeDocument/2006/relationships/font" Target="fonts/AmaticSC-regular.fntdata"/><Relationship Id="rId42" Type="http://schemas.openxmlformats.org/officeDocument/2006/relationships/slide" Target="slides/slide36.xml"/><Relationship Id="rId86" Type="http://schemas.openxmlformats.org/officeDocument/2006/relationships/font" Target="fonts/Lato-bold.fntdata"/><Relationship Id="rId41" Type="http://schemas.openxmlformats.org/officeDocument/2006/relationships/slide" Target="slides/slide35.xml"/><Relationship Id="rId85" Type="http://schemas.openxmlformats.org/officeDocument/2006/relationships/font" Target="fonts/Lato-regular.fntdata"/><Relationship Id="rId44" Type="http://schemas.openxmlformats.org/officeDocument/2006/relationships/slide" Target="slides/slide38.xml"/><Relationship Id="rId88" Type="http://schemas.openxmlformats.org/officeDocument/2006/relationships/font" Target="fonts/Lato-boldItalic.fntdata"/><Relationship Id="rId43" Type="http://schemas.openxmlformats.org/officeDocument/2006/relationships/slide" Target="slides/slide37.xml"/><Relationship Id="rId87" Type="http://schemas.openxmlformats.org/officeDocument/2006/relationships/font" Target="fonts/Lato-italic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MontserratBlack-bold.fntdata"/><Relationship Id="rId80" Type="http://schemas.openxmlformats.org/officeDocument/2006/relationships/font" Target="fonts/Roboto-bold.fntdata"/><Relationship Id="rId82" Type="http://schemas.openxmlformats.org/officeDocument/2006/relationships/font" Target="fonts/Roboto-boldItalic.fntdata"/><Relationship Id="rId81" Type="http://schemas.openxmlformats.org/officeDocument/2006/relationships/font" Target="fonts/Roboto-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CondensedLight-boldItalic.fntdata"/><Relationship Id="rId72" Type="http://schemas.openxmlformats.org/officeDocument/2006/relationships/font" Target="fonts/RobotoCondensedLight-italic.fntdata"/><Relationship Id="rId31" Type="http://schemas.openxmlformats.org/officeDocument/2006/relationships/slide" Target="slides/slide25.xml"/><Relationship Id="rId75" Type="http://schemas.openxmlformats.org/officeDocument/2006/relationships/font" Target="fonts/LatoBlack-boldItalic.fntdata"/><Relationship Id="rId30" Type="http://schemas.openxmlformats.org/officeDocument/2006/relationships/slide" Target="slides/slide24.xml"/><Relationship Id="rId74" Type="http://schemas.openxmlformats.org/officeDocument/2006/relationships/font" Target="fonts/LatoBlack-bold.fntdata"/><Relationship Id="rId33" Type="http://schemas.openxmlformats.org/officeDocument/2006/relationships/slide" Target="slides/slide27.xml"/><Relationship Id="rId77" Type="http://schemas.openxmlformats.org/officeDocument/2006/relationships/font" Target="fonts/ProximaNovaSemibold-bold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regular.fntdata"/><Relationship Id="rId35" Type="http://schemas.openxmlformats.org/officeDocument/2006/relationships/slide" Target="slides/slide29.xml"/><Relationship Id="rId79" Type="http://schemas.openxmlformats.org/officeDocument/2006/relationships/font" Target="fonts/Roboto-regular.fntdata"/><Relationship Id="rId34" Type="http://schemas.openxmlformats.org/officeDocument/2006/relationships/slide" Target="slides/slide28.xml"/><Relationship Id="rId78" Type="http://schemas.openxmlformats.org/officeDocument/2006/relationships/font" Target="fonts/ProximaNovaSemibold-boldItalic.fntdata"/><Relationship Id="rId71" Type="http://schemas.openxmlformats.org/officeDocument/2006/relationships/font" Target="fonts/RobotoCondensedLight-bold.fntdata"/><Relationship Id="rId70" Type="http://schemas.openxmlformats.org/officeDocument/2006/relationships/font" Target="fonts/RobotoCondensedLight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regular.fntdata"/><Relationship Id="rId61" Type="http://schemas.openxmlformats.org/officeDocument/2006/relationships/font" Target="fonts/Staatliches-regular.fntdata"/><Relationship Id="rId20" Type="http://schemas.openxmlformats.org/officeDocument/2006/relationships/slide" Target="slides/slide14.xml"/><Relationship Id="rId64" Type="http://schemas.openxmlformats.org/officeDocument/2006/relationships/font" Target="fonts/RobotoMedium-italic.fntdata"/><Relationship Id="rId63" Type="http://schemas.openxmlformats.org/officeDocument/2006/relationships/font" Target="fonts/RobotoMedium-bold.fntdata"/><Relationship Id="rId22" Type="http://schemas.openxmlformats.org/officeDocument/2006/relationships/slide" Target="slides/slide16.xml"/><Relationship Id="rId66" Type="http://schemas.openxmlformats.org/officeDocument/2006/relationships/font" Target="fonts/RobotoCondensed-regular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RobotoCondensed-italic.fntdata"/><Relationship Id="rId23" Type="http://schemas.openxmlformats.org/officeDocument/2006/relationships/slide" Target="slides/slide17.xml"/><Relationship Id="rId67" Type="http://schemas.openxmlformats.org/officeDocument/2006/relationships/font" Target="fonts/RobotoCondensed-bold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Condensed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95" Type="http://schemas.openxmlformats.org/officeDocument/2006/relationships/font" Target="fonts/MontserratExtraBold-bold.fntdata"/><Relationship Id="rId50" Type="http://schemas.openxmlformats.org/officeDocument/2006/relationships/slide" Target="slides/slide44.xml"/><Relationship Id="rId94" Type="http://schemas.openxmlformats.org/officeDocument/2006/relationships/font" Target="fonts/Montserrat-boldItalic.fntdata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96" Type="http://schemas.openxmlformats.org/officeDocument/2006/relationships/font" Target="fonts/MontserratExtraBold-boldItalic.fntdata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91" Type="http://schemas.openxmlformats.org/officeDocument/2006/relationships/font" Target="fonts/Montserrat-regular.fntdata"/><Relationship Id="rId90" Type="http://schemas.openxmlformats.org/officeDocument/2006/relationships/font" Target="fonts/MontserratBlack-boldItalic.fntdata"/><Relationship Id="rId93" Type="http://schemas.openxmlformats.org/officeDocument/2006/relationships/font" Target="fonts/Montserrat-italic.fntdata"/><Relationship Id="rId92" Type="http://schemas.openxmlformats.org/officeDocument/2006/relationships/font" Target="fonts/Montserrat-bold.fntdata"/><Relationship Id="rId15" Type="http://schemas.openxmlformats.org/officeDocument/2006/relationships/slide" Target="slides/slide9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07" name="Shape 1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8" name="Google Shape;1808;g633c9ab0c4_0_17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9" name="Google Shape;1809;g633c9ab0c4_0_17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13" name="Shape 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4" name="Google Shape;1814;g6e83b0752f_4_79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5" name="Google Shape;1815;g6e83b0752f_4_79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19" name="Shape 1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0" name="Google Shape;1820;g6eaa2e3185_2_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1" name="Google Shape;1821;g6eaa2e3185_2_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48" name="Shape 1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9" name="Google Shape;1849;g63d01c3ee5_1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0" name="Google Shape;1850;g63d01c3ee5_1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55" name="Shape 1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6" name="Google Shape;1856;g6ed14bd43d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7" name="Google Shape;1857;g6ed14bd43d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6" name="Shape 1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7" name="Google Shape;1867;g633c9ab0c4_0_1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8" name="Google Shape;1868;g633c9ab0c4_0_1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87" name="Shape 1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8" name="Google Shape;1888;g633c9ab0c4_0_16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9" name="Google Shape;1889;g633c9ab0c4_0_16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3" name="Shape 1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" name="Google Shape;1914;g6eaa2e3185_1_7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5" name="Google Shape;1915;g6eaa2e3185_1_7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32" name="Shape 1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3" name="Google Shape;1933;g6eaa2e3185_1_2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4" name="Google Shape;1934;g6eaa2e3185_1_2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47" name="Shape 1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8" name="Google Shape;1948;g6eaa2e3185_1_12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9" name="Google Shape;1949;g6eaa2e3185_1_12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4" name="Shape 1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5" name="Google Shape;1965;g624463babb_1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6" name="Google Shape;1966;g624463babb_1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1" name="Shape 1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2" name="Google Shape;1972;g633c9ab0c4_0_16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3" name="Google Shape;1973;g633c9ab0c4_0_16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6" name="Shape 1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7" name="Google Shape;1977;g7d42eb04ec_2_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8" name="Google Shape;1978;g7d42eb04ec_2_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02" name="Shape 2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3" name="Google Shape;2003;g633c9ab0c4_0_1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4" name="Google Shape;2004;g633c9ab0c4_0_1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29" name="Shape 2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0" name="Google Shape;2030;g633c9ab0c4_0_1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1" name="Google Shape;2031;g633c9ab0c4_0_1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2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g6eaa2e3185_3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4" name="Google Shape;2064;g6eaa2e3185_3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2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g6eaa2e3185_3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4" name="Google Shape;2184;g6eaa2e3185_3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32" name="Shape 2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3" name="Google Shape;2233;g6eb6eca567_0_8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4" name="Google Shape;2234;g6eb6eca567_0_8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37" name="Shape 2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8" name="Google Shape;2238;g633c9ab0c4_0_17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9" name="Google Shape;2239;g633c9ab0c4_0_17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57" name="Shape 2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8" name="Google Shape;2258;g6ee27ad00a_4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9" name="Google Shape;2259;g6ee27ad00a_4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73" name="Shape 2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4" name="Google Shape;2274;g6eeeb0b851_5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5" name="Google Shape;2275;g6eeeb0b851_5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02" name="Shape 2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3" name="Google Shape;2303;g6ee27ad00a_4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4" name="Google Shape;2304;g6ee27ad00a_4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9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g6eeeb0b851_2_15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1" name="Google Shape;2321;g6eeeb0b851_2_15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8" name="Shape 2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9" name="Google Shape;2339;g633c9ab0c4_0_16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0" name="Google Shape;2340;g633c9ab0c4_0_16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44" name="Shape 2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5" name="Google Shape;2345;g6eeeb0b851_2_38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6" name="Google Shape;2346;g6eeeb0b851_2_38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68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9" name="Google Shape;2369;g6eeeb0b851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0" name="Google Shape;2370;g6eeeb0b851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59" name="Shape 2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0" name="Google Shape;2460;g6eb6eca567_0_16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1" name="Google Shape;2461;g6eb6eca567_0_16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46" name="Shape 2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7" name="Google Shape;2547;g6eb6eca567_0_17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8" name="Google Shape;2548;g6eb6eca567_0_17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69" name="Shape 2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" name="Google Shape;2570;g6eeeb0b851_2_42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71" name="Google Shape;2571;g6eeeb0b851_2_42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06" name="Shape 2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7" name="Google Shape;2607;g633c9ab0c4_0_17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8" name="Google Shape;2608;g633c9ab0c4_0_17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3" name="Shape 2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4" name="Google Shape;2624;g6347246601_1_157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5" name="Google Shape;2625;g6347246601_1_157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42" name="Shape 2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3" name="Google Shape;2643;g6347246601_1_158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4" name="Google Shape;2644;g6347246601_1_158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53" name="Shape 3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4" name="Google Shape;3054;g63cbd507cb_0_12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5" name="Google Shape;3055;g63cbd507cb_0_12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61" name="Shape 3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2" name="Google Shape;3062;g6eeeb0b851_2_4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63" name="Google Shape;3063;g6eeeb0b851_2_4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69" name="Shape 3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0" name="Google Shape;3070;g6e83b0752f_4_2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1" name="Google Shape;3071;g6e83b0752f_4_2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76" name="Shape 3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7" name="Google Shape;3077;g6e83b0752f_4_2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8" name="Google Shape;3078;g6e83b0752f_4_2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03" name="Shape 3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4" name="Google Shape;3104;g6e83b0752f_4_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5" name="Google Shape;3105;g6e83b0752f_4_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2" name="Shape 3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3" name="Google Shape;3443;g6e83b0752f_4_6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4" name="Google Shape;3444;g6e83b0752f_4_6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29" name="Shape 6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0" name="Google Shape;6230;g6e83b0752f_4_34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31" name="Google Shape;6231;g6e83b0752f_4_34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48" name="Shape 6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9" name="Google Shape;6649;g6e83b0752f_4_3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0" name="Google Shape;6650;g6e83b0752f_4_3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18" name="Shape 6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" name="Google Shape;6819;g6e83b0752f_4_40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0" name="Google Shape;6820;g6e83b0752f_4_40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23" name="Shape 7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4" name="Google Shape;7224;g6e83b0752f_4_44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25" name="Google Shape;7225;g6e83b0752f_4_44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03" name="Shape 7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4" name="Google Shape;7604;g6e83b0752f_4_4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05" name="Google Shape;7605;g6e83b0752f_4_4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17" name="Shape 8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8" name="Google Shape;8018;g6e83b0752f_4_52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19" name="Google Shape;8019;g6e83b0752f_4_52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78" name="Shape 8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9" name="Google Shape;8379;g6e83b0752f_4_55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0" name="Google Shape;8380;g6e83b0752f_4_55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88" name="Shape 8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9" name="Google Shape;8889;g6e83b0752f_4_60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0" name="Google Shape;8890;g6e83b0752f_4_60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08" name="Shape 9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9" name="Google Shape;9509;g6e83b0752f_4_66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10" name="Google Shape;9510;g6e83b0752f_4_66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02" name="Shape 10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3" name="Google Shape;10103;g6e83b0752f_4_7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04" name="Google Shape;10104;g6e83b0752f_4_7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23" name="Shape 10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4" name="Google Shape;10424;g6e83b0752f_4_76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25" name="Google Shape;10425;g6e83b0752f_4_76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28" name="Shape 10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9" name="Google Shape;10729;g6e83b0752f_4_79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30" name="Google Shape;10730;g6e83b0752f_4_79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Relationship Id="rId3" Type="http://schemas.openxmlformats.org/officeDocument/2006/relationships/image" Target="../media/image16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openxmlformats.org/officeDocument/2006/relationships/image" Target="../media/image2.png"/><Relationship Id="rId4" Type="http://schemas.openxmlformats.org/officeDocument/2006/relationships/image" Target="../media/image9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2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1.png"/><Relationship Id="rId4" Type="http://schemas.openxmlformats.org/officeDocument/2006/relationships/image" Target="../media/image3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1.png"/><Relationship Id="rId3" Type="http://schemas.openxmlformats.org/officeDocument/2006/relationships/image" Target="../media/image12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Relationship Id="rId3" Type="http://schemas.openxmlformats.org/officeDocument/2006/relationships/image" Target="../media/image6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4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Relationship Id="rId3" Type="http://schemas.openxmlformats.org/officeDocument/2006/relationships/image" Target="../media/image2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Relationship Id="rId3" Type="http://schemas.openxmlformats.org/officeDocument/2006/relationships/image" Target="../media/image15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Relationship Id="rId3" Type="http://schemas.openxmlformats.org/officeDocument/2006/relationships/image" Target="../media/image29.png"/><Relationship Id="rId4" Type="http://schemas.openxmlformats.org/officeDocument/2006/relationships/image" Target="../media/image27.png"/><Relationship Id="rId5" Type="http://schemas.openxmlformats.org/officeDocument/2006/relationships/image" Target="../media/image25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Relationship Id="rId3" Type="http://schemas.openxmlformats.org/officeDocument/2006/relationships/image" Target="../media/image28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Relationship Id="rId3" Type="http://schemas.openxmlformats.org/officeDocument/2006/relationships/image" Target="../media/image15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Relationship Id="rId3" Type="http://schemas.openxmlformats.org/officeDocument/2006/relationships/image" Target="../media/image9.png"/><Relationship Id="rId4" Type="http://schemas.openxmlformats.org/officeDocument/2006/relationships/image" Target="../media/image18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Relationship Id="rId3" Type="http://schemas.openxmlformats.org/officeDocument/2006/relationships/image" Target="../media/image32.png"/><Relationship Id="rId4" Type="http://schemas.openxmlformats.org/officeDocument/2006/relationships/image" Target="../media/image14.png"/><Relationship Id="rId5" Type="http://schemas.openxmlformats.org/officeDocument/2006/relationships/image" Target="../media/image35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7.png"/><Relationship Id="rId3" Type="http://schemas.openxmlformats.org/officeDocument/2006/relationships/image" Target="../media/image36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Relationship Id="rId3" Type="http://schemas.openxmlformats.org/officeDocument/2006/relationships/image" Target="../media/image34.png"/><Relationship Id="rId4" Type="http://schemas.openxmlformats.org/officeDocument/2006/relationships/image" Target="../media/image38.png"/><Relationship Id="rId5" Type="http://schemas.openxmlformats.org/officeDocument/2006/relationships/image" Target="../media/image40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6.png"/><Relationship Id="rId3" Type="http://schemas.openxmlformats.org/officeDocument/2006/relationships/image" Target="../media/image42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Relationship Id="rId5" Type="http://schemas.openxmlformats.org/officeDocument/2006/relationships/image" Target="../media/image23.png"/><Relationship Id="rId6" Type="http://schemas.openxmlformats.org/officeDocument/2006/relationships/image" Target="../media/image46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4.png"/><Relationship Id="rId3" Type="http://schemas.openxmlformats.org/officeDocument/2006/relationships/image" Target="../media/image61.png"/><Relationship Id="rId4" Type="http://schemas.openxmlformats.org/officeDocument/2006/relationships/image" Target="../media/image26.png"/><Relationship Id="rId5" Type="http://schemas.openxmlformats.org/officeDocument/2006/relationships/image" Target="../media/image49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7.png"/><Relationship Id="rId3" Type="http://schemas.openxmlformats.org/officeDocument/2006/relationships/image" Target="../media/image56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0.png"/><Relationship Id="rId3" Type="http://schemas.openxmlformats.org/officeDocument/2006/relationships/image" Target="../media/image68.pn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8.png"/><Relationship Id="rId3" Type="http://schemas.openxmlformats.org/officeDocument/2006/relationships/image" Target="../media/image39.png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4.png"/><Relationship Id="rId3" Type="http://schemas.openxmlformats.org/officeDocument/2006/relationships/image" Target="../media/image78.pn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9.png"/><Relationship Id="rId3" Type="http://schemas.openxmlformats.org/officeDocument/2006/relationships/image" Target="../media/image80.png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1.png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3.png"/><Relationship Id="rId3" Type="http://schemas.openxmlformats.org/officeDocument/2006/relationships/image" Target="../media/image82.png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7.png"/><Relationship Id="rId3" Type="http://schemas.openxmlformats.org/officeDocument/2006/relationships/image" Target="../media/image36.png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911200" y="1538065"/>
            <a:ext cx="4724400" cy="205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Font typeface="Staatliches"/>
              <a:buNone/>
              <a:defRPr sz="6000"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911200" y="3592475"/>
            <a:ext cx="3660900" cy="84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3084563" y="-26078"/>
            <a:ext cx="1156796" cy="706496"/>
          </a:xfrm>
          <a:custGeom>
            <a:rect b="b" l="l" r="r" t="t"/>
            <a:pathLst>
              <a:path extrusionOk="0" h="8282" w="15223">
                <a:moveTo>
                  <a:pt x="0" y="1"/>
                </a:moveTo>
                <a:cubicBezTo>
                  <a:pt x="1891" y="2425"/>
                  <a:pt x="4014" y="4641"/>
                  <a:pt x="6636" y="6221"/>
                </a:cubicBezTo>
                <a:cubicBezTo>
                  <a:pt x="8786" y="7515"/>
                  <a:pt x="11353" y="8281"/>
                  <a:pt x="13851" y="8281"/>
                </a:cubicBezTo>
                <a:cubicBezTo>
                  <a:pt x="14312" y="8281"/>
                  <a:pt x="14770" y="8255"/>
                  <a:pt x="15223" y="8202"/>
                </a:cubicBezTo>
                <a:cubicBezTo>
                  <a:pt x="14696" y="5500"/>
                  <a:pt x="14653" y="2713"/>
                  <a:pt x="15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2368225" y="-152400"/>
            <a:ext cx="7167450" cy="5371458"/>
            <a:chOff x="2368225" y="-152400"/>
            <a:chExt cx="7167450" cy="5371458"/>
          </a:xfrm>
        </p:grpSpPr>
        <p:sp>
          <p:nvSpPr>
            <p:cNvPr id="13" name="Google Shape;13;p2"/>
            <p:cNvSpPr/>
            <p:nvPr/>
          </p:nvSpPr>
          <p:spPr>
            <a:xfrm>
              <a:off x="4241250" y="-26078"/>
              <a:ext cx="3758237" cy="4809837"/>
            </a:xfrm>
            <a:custGeom>
              <a:rect b="b" l="l" r="r" t="t"/>
              <a:pathLst>
                <a:path extrusionOk="0" h="56384" w="49457">
                  <a:moveTo>
                    <a:pt x="26052" y="1"/>
                  </a:moveTo>
                  <a:cubicBezTo>
                    <a:pt x="26452" y="1670"/>
                    <a:pt x="26646" y="3363"/>
                    <a:pt x="26302" y="5033"/>
                  </a:cubicBezTo>
                  <a:cubicBezTo>
                    <a:pt x="25788" y="7540"/>
                    <a:pt x="23582" y="9869"/>
                    <a:pt x="21120" y="9869"/>
                  </a:cubicBezTo>
                  <a:cubicBezTo>
                    <a:pt x="20849" y="9869"/>
                    <a:pt x="20574" y="9841"/>
                    <a:pt x="20299" y="9782"/>
                  </a:cubicBezTo>
                  <a:cubicBezTo>
                    <a:pt x="18318" y="9357"/>
                    <a:pt x="16978" y="7566"/>
                    <a:pt x="15743" y="5957"/>
                  </a:cubicBezTo>
                  <a:cubicBezTo>
                    <a:pt x="14512" y="4345"/>
                    <a:pt x="12946" y="2661"/>
                    <a:pt x="10918" y="2610"/>
                  </a:cubicBezTo>
                  <a:cubicBezTo>
                    <a:pt x="10884" y="2609"/>
                    <a:pt x="10851" y="2608"/>
                    <a:pt x="10817" y="2608"/>
                  </a:cubicBezTo>
                  <a:cubicBezTo>
                    <a:pt x="8301" y="2608"/>
                    <a:pt x="6557" y="5052"/>
                    <a:pt x="4495" y="6523"/>
                  </a:cubicBezTo>
                  <a:cubicBezTo>
                    <a:pt x="3156" y="7481"/>
                    <a:pt x="1609" y="8014"/>
                    <a:pt x="1" y="8202"/>
                  </a:cubicBezTo>
                  <a:cubicBezTo>
                    <a:pt x="1307" y="14936"/>
                    <a:pt x="5566" y="21137"/>
                    <a:pt x="11645" y="24368"/>
                  </a:cubicBezTo>
                  <a:cubicBezTo>
                    <a:pt x="14611" y="25938"/>
                    <a:pt x="17888" y="26839"/>
                    <a:pt x="20906" y="28306"/>
                  </a:cubicBezTo>
                  <a:cubicBezTo>
                    <a:pt x="23929" y="29773"/>
                    <a:pt x="26816" y="31984"/>
                    <a:pt x="27952" y="35139"/>
                  </a:cubicBezTo>
                  <a:cubicBezTo>
                    <a:pt x="29456" y="39313"/>
                    <a:pt x="27580" y="44118"/>
                    <a:pt x="29014" y="48315"/>
                  </a:cubicBezTo>
                  <a:cubicBezTo>
                    <a:pt x="30163" y="51696"/>
                    <a:pt x="33276" y="54050"/>
                    <a:pt x="36534" y="55507"/>
                  </a:cubicBezTo>
                  <a:cubicBezTo>
                    <a:pt x="37276" y="55837"/>
                    <a:pt x="38034" y="56129"/>
                    <a:pt x="38804" y="56384"/>
                  </a:cubicBezTo>
                  <a:cubicBezTo>
                    <a:pt x="40256" y="54366"/>
                    <a:pt x="42058" y="52612"/>
                    <a:pt x="43741" y="50772"/>
                  </a:cubicBezTo>
                  <a:cubicBezTo>
                    <a:pt x="45645" y="48688"/>
                    <a:pt x="47443" y="46400"/>
                    <a:pt x="48277" y="43708"/>
                  </a:cubicBezTo>
                  <a:cubicBezTo>
                    <a:pt x="49456" y="39897"/>
                    <a:pt x="48551" y="35728"/>
                    <a:pt x="46985" y="32059"/>
                  </a:cubicBezTo>
                  <a:cubicBezTo>
                    <a:pt x="45419" y="28391"/>
                    <a:pt x="43207" y="25028"/>
                    <a:pt x="41614" y="21374"/>
                  </a:cubicBezTo>
                  <a:cubicBezTo>
                    <a:pt x="40015" y="17713"/>
                    <a:pt x="39048" y="13573"/>
                    <a:pt x="40138" y="9734"/>
                  </a:cubicBezTo>
                  <a:cubicBezTo>
                    <a:pt x="41397" y="5298"/>
                    <a:pt x="45151" y="2100"/>
                    <a:pt x="49343" y="1"/>
                  </a:cubicBezTo>
                  <a:close/>
                </a:path>
              </a:pathLst>
            </a:custGeom>
            <a:solidFill>
              <a:srgbClr val="8E2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197937" y="-26078"/>
              <a:ext cx="2068144" cy="841960"/>
            </a:xfrm>
            <a:custGeom>
              <a:rect b="b" l="l" r="r" t="t"/>
              <a:pathLst>
                <a:path extrusionOk="0" h="9870" w="27216">
                  <a:moveTo>
                    <a:pt x="501" y="1"/>
                  </a:moveTo>
                  <a:cubicBezTo>
                    <a:pt x="1" y="2713"/>
                    <a:pt x="44" y="5500"/>
                    <a:pt x="571" y="8202"/>
                  </a:cubicBezTo>
                  <a:cubicBezTo>
                    <a:pt x="2179" y="8014"/>
                    <a:pt x="3726" y="7481"/>
                    <a:pt x="5065" y="6523"/>
                  </a:cubicBezTo>
                  <a:cubicBezTo>
                    <a:pt x="7127" y="5052"/>
                    <a:pt x="8871" y="2608"/>
                    <a:pt x="11387" y="2608"/>
                  </a:cubicBezTo>
                  <a:cubicBezTo>
                    <a:pt x="11421" y="2608"/>
                    <a:pt x="11454" y="2609"/>
                    <a:pt x="11488" y="2610"/>
                  </a:cubicBezTo>
                  <a:cubicBezTo>
                    <a:pt x="13516" y="2661"/>
                    <a:pt x="15082" y="4345"/>
                    <a:pt x="16313" y="5957"/>
                  </a:cubicBezTo>
                  <a:cubicBezTo>
                    <a:pt x="17548" y="7566"/>
                    <a:pt x="18888" y="9357"/>
                    <a:pt x="20869" y="9782"/>
                  </a:cubicBezTo>
                  <a:cubicBezTo>
                    <a:pt x="21144" y="9841"/>
                    <a:pt x="21419" y="9869"/>
                    <a:pt x="21690" y="9869"/>
                  </a:cubicBezTo>
                  <a:cubicBezTo>
                    <a:pt x="24152" y="9869"/>
                    <a:pt x="26358" y="7540"/>
                    <a:pt x="26872" y="5033"/>
                  </a:cubicBezTo>
                  <a:cubicBezTo>
                    <a:pt x="27216" y="3363"/>
                    <a:pt x="27022" y="1670"/>
                    <a:pt x="26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237982" y="4078545"/>
              <a:ext cx="2800232" cy="1120311"/>
            </a:xfrm>
            <a:custGeom>
              <a:rect b="b" l="l" r="r" t="t"/>
              <a:pathLst>
                <a:path extrusionOk="0" h="13133" w="36850">
                  <a:moveTo>
                    <a:pt x="14044" y="0"/>
                  </a:moveTo>
                  <a:cubicBezTo>
                    <a:pt x="12205" y="0"/>
                    <a:pt x="10289" y="657"/>
                    <a:pt x="8668" y="1584"/>
                  </a:cubicBezTo>
                  <a:cubicBezTo>
                    <a:pt x="4371" y="4041"/>
                    <a:pt x="1189" y="8337"/>
                    <a:pt x="0" y="13133"/>
                  </a:cubicBezTo>
                  <a:lnTo>
                    <a:pt x="36850" y="13133"/>
                  </a:lnTo>
                  <a:cubicBezTo>
                    <a:pt x="36845" y="12656"/>
                    <a:pt x="36812" y="12180"/>
                    <a:pt x="36680" y="11722"/>
                  </a:cubicBezTo>
                  <a:cubicBezTo>
                    <a:pt x="36001" y="9374"/>
                    <a:pt x="33171" y="8431"/>
                    <a:pt x="30733" y="8327"/>
                  </a:cubicBezTo>
                  <a:cubicBezTo>
                    <a:pt x="28290" y="8224"/>
                    <a:pt x="25678" y="8553"/>
                    <a:pt x="23555" y="7341"/>
                  </a:cubicBezTo>
                  <a:cubicBezTo>
                    <a:pt x="20919" y="5837"/>
                    <a:pt x="19882" y="2400"/>
                    <a:pt x="17278" y="843"/>
                  </a:cubicBezTo>
                  <a:cubicBezTo>
                    <a:pt x="16288" y="251"/>
                    <a:pt x="15181" y="0"/>
                    <a:pt x="140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7189808" y="-26078"/>
              <a:ext cx="1969585" cy="4922184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010248" y="4297263"/>
              <a:ext cx="2149149" cy="901589"/>
            </a:xfrm>
            <a:custGeom>
              <a:rect b="b" l="l" r="r" t="t"/>
              <a:pathLst>
                <a:path extrusionOk="0" h="10569" w="28282">
                  <a:moveTo>
                    <a:pt x="28282" y="1"/>
                  </a:moveTo>
                  <a:cubicBezTo>
                    <a:pt x="26674" y="1542"/>
                    <a:pt x="24867" y="2872"/>
                    <a:pt x="22906" y="3938"/>
                  </a:cubicBezTo>
                  <a:cubicBezTo>
                    <a:pt x="19143" y="5986"/>
                    <a:pt x="14860" y="7019"/>
                    <a:pt x="10578" y="7019"/>
                  </a:cubicBezTo>
                  <a:cubicBezTo>
                    <a:pt x="7792" y="7019"/>
                    <a:pt x="5005" y="6581"/>
                    <a:pt x="2364" y="5702"/>
                  </a:cubicBezTo>
                  <a:cubicBezTo>
                    <a:pt x="2170" y="5966"/>
                    <a:pt x="1986" y="6235"/>
                    <a:pt x="1807" y="6513"/>
                  </a:cubicBezTo>
                  <a:cubicBezTo>
                    <a:pt x="1005" y="7754"/>
                    <a:pt x="359" y="9135"/>
                    <a:pt x="0" y="10569"/>
                  </a:cubicBezTo>
                  <a:lnTo>
                    <a:pt x="28282" y="10569"/>
                  </a:lnTo>
                  <a:lnTo>
                    <a:pt x="282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368225" y="3921502"/>
              <a:ext cx="3958471" cy="1277357"/>
            </a:xfrm>
            <a:custGeom>
              <a:rect b="b" l="l" r="r" t="t"/>
              <a:pathLst>
                <a:path extrusionOk="0" h="14974" w="52092">
                  <a:moveTo>
                    <a:pt x="10073" y="5769"/>
                  </a:moveTo>
                  <a:cubicBezTo>
                    <a:pt x="7479" y="5769"/>
                    <a:pt x="4891" y="6731"/>
                    <a:pt x="3028" y="8466"/>
                  </a:cubicBezTo>
                  <a:cubicBezTo>
                    <a:pt x="1213" y="10159"/>
                    <a:pt x="137" y="12540"/>
                    <a:pt x="0" y="14974"/>
                  </a:cubicBezTo>
                  <a:lnTo>
                    <a:pt x="11446" y="14974"/>
                  </a:lnTo>
                  <a:cubicBezTo>
                    <a:pt x="12158" y="12102"/>
                    <a:pt x="13582" y="9408"/>
                    <a:pt x="15534" y="7183"/>
                  </a:cubicBezTo>
                  <a:cubicBezTo>
                    <a:pt x="14502" y="6711"/>
                    <a:pt x="13450" y="6278"/>
                    <a:pt x="12337" y="6023"/>
                  </a:cubicBezTo>
                  <a:cubicBezTo>
                    <a:pt x="11597" y="5853"/>
                    <a:pt x="10833" y="5769"/>
                    <a:pt x="10073" y="5769"/>
                  </a:cubicBezTo>
                  <a:close/>
                  <a:moveTo>
                    <a:pt x="45074" y="1"/>
                  </a:moveTo>
                  <a:cubicBezTo>
                    <a:pt x="43566" y="1"/>
                    <a:pt x="41995" y="486"/>
                    <a:pt x="40619" y="1128"/>
                  </a:cubicBezTo>
                  <a:cubicBezTo>
                    <a:pt x="37595" y="2533"/>
                    <a:pt x="34973" y="4604"/>
                    <a:pt x="32144" y="6344"/>
                  </a:cubicBezTo>
                  <a:cubicBezTo>
                    <a:pt x="32964" y="7452"/>
                    <a:pt x="33822" y="8509"/>
                    <a:pt x="35001" y="9182"/>
                  </a:cubicBezTo>
                  <a:cubicBezTo>
                    <a:pt x="37124" y="10394"/>
                    <a:pt x="39736" y="10065"/>
                    <a:pt x="42179" y="10168"/>
                  </a:cubicBezTo>
                  <a:cubicBezTo>
                    <a:pt x="44617" y="10272"/>
                    <a:pt x="47447" y="11215"/>
                    <a:pt x="48126" y="13563"/>
                  </a:cubicBezTo>
                  <a:cubicBezTo>
                    <a:pt x="48258" y="14021"/>
                    <a:pt x="48291" y="14497"/>
                    <a:pt x="48296" y="14974"/>
                  </a:cubicBezTo>
                  <a:lnTo>
                    <a:pt x="51884" y="14974"/>
                  </a:lnTo>
                  <a:cubicBezTo>
                    <a:pt x="52092" y="11470"/>
                    <a:pt x="51993" y="7956"/>
                    <a:pt x="50790" y="4670"/>
                  </a:cubicBezTo>
                  <a:cubicBezTo>
                    <a:pt x="50211" y="3085"/>
                    <a:pt x="49299" y="1505"/>
                    <a:pt x="47791" y="661"/>
                  </a:cubicBezTo>
                  <a:cubicBezTo>
                    <a:pt x="46951" y="194"/>
                    <a:pt x="46027" y="1"/>
                    <a:pt x="45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237982" y="4462581"/>
              <a:ext cx="2800232" cy="736267"/>
            </a:xfrm>
            <a:custGeom>
              <a:rect b="b" l="l" r="r" t="t"/>
              <a:pathLst>
                <a:path extrusionOk="0" h="8631" w="36850">
                  <a:moveTo>
                    <a:pt x="20698" y="1"/>
                  </a:moveTo>
                  <a:cubicBezTo>
                    <a:pt x="20434" y="166"/>
                    <a:pt x="20169" y="321"/>
                    <a:pt x="19905" y="477"/>
                  </a:cubicBezTo>
                  <a:cubicBezTo>
                    <a:pt x="17354" y="1968"/>
                    <a:pt x="14431" y="3137"/>
                    <a:pt x="11488" y="3137"/>
                  </a:cubicBezTo>
                  <a:cubicBezTo>
                    <a:pt x="10814" y="3137"/>
                    <a:pt x="10134" y="3076"/>
                    <a:pt x="9460" y="2943"/>
                  </a:cubicBezTo>
                  <a:cubicBezTo>
                    <a:pt x="7564" y="2566"/>
                    <a:pt x="5847" y="1642"/>
                    <a:pt x="4088" y="840"/>
                  </a:cubicBezTo>
                  <a:cubicBezTo>
                    <a:pt x="2136" y="3065"/>
                    <a:pt x="712" y="5759"/>
                    <a:pt x="0" y="8631"/>
                  </a:cubicBezTo>
                  <a:lnTo>
                    <a:pt x="36850" y="8631"/>
                  </a:lnTo>
                  <a:cubicBezTo>
                    <a:pt x="36845" y="8154"/>
                    <a:pt x="36812" y="7678"/>
                    <a:pt x="36680" y="7220"/>
                  </a:cubicBezTo>
                  <a:cubicBezTo>
                    <a:pt x="36001" y="4872"/>
                    <a:pt x="33171" y="3929"/>
                    <a:pt x="30733" y="3825"/>
                  </a:cubicBezTo>
                  <a:cubicBezTo>
                    <a:pt x="28290" y="3722"/>
                    <a:pt x="25678" y="4051"/>
                    <a:pt x="23555" y="2839"/>
                  </a:cubicBezTo>
                  <a:cubicBezTo>
                    <a:pt x="22376" y="2166"/>
                    <a:pt x="21518" y="1109"/>
                    <a:pt x="206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405385" y="3019590"/>
              <a:ext cx="1115229" cy="139721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" name="Google Shape;21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425943" y="3882258"/>
              <a:ext cx="4791070" cy="1336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" name="Google Shape;22;p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556525" y="-152400"/>
              <a:ext cx="3979150" cy="342248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3"/>
          <p:cNvSpPr txBox="1"/>
          <p:nvPr>
            <p:ph type="title"/>
          </p:nvPr>
        </p:nvSpPr>
        <p:spPr>
          <a:xfrm>
            <a:off x="2743200" y="804025"/>
            <a:ext cx="3642000" cy="362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5" name="Google Shape;25;p3"/>
          <p:cNvSpPr/>
          <p:nvPr/>
        </p:nvSpPr>
        <p:spPr>
          <a:xfrm>
            <a:off x="0" y="-76200"/>
            <a:ext cx="2668237" cy="1145841"/>
          </a:xfrm>
          <a:custGeom>
            <a:rect b="b" l="l" r="r" t="t"/>
            <a:pathLst>
              <a:path extrusionOk="0" h="17354" w="40411">
                <a:moveTo>
                  <a:pt x="1" y="1"/>
                </a:moveTo>
                <a:lnTo>
                  <a:pt x="1" y="15907"/>
                </a:lnTo>
                <a:cubicBezTo>
                  <a:pt x="65" y="15937"/>
                  <a:pt x="126" y="15971"/>
                  <a:pt x="191" y="16002"/>
                </a:cubicBezTo>
                <a:cubicBezTo>
                  <a:pt x="2158" y="16904"/>
                  <a:pt x="4321" y="17353"/>
                  <a:pt x="6484" y="17353"/>
                </a:cubicBezTo>
                <a:cubicBezTo>
                  <a:pt x="8846" y="17353"/>
                  <a:pt x="11208" y="16818"/>
                  <a:pt x="13317" y="15753"/>
                </a:cubicBezTo>
                <a:cubicBezTo>
                  <a:pt x="16309" y="14240"/>
                  <a:pt x="18696" y="11792"/>
                  <a:pt x="21282" y="9658"/>
                </a:cubicBezTo>
                <a:cubicBezTo>
                  <a:pt x="23867" y="7523"/>
                  <a:pt x="26889" y="5608"/>
                  <a:pt x="30241" y="5523"/>
                </a:cubicBezTo>
                <a:cubicBezTo>
                  <a:pt x="30334" y="5520"/>
                  <a:pt x="30427" y="5519"/>
                  <a:pt x="30520" y="5519"/>
                </a:cubicBezTo>
                <a:cubicBezTo>
                  <a:pt x="31256" y="5519"/>
                  <a:pt x="32006" y="5597"/>
                  <a:pt x="32756" y="5673"/>
                </a:cubicBezTo>
                <a:cubicBezTo>
                  <a:pt x="33509" y="5749"/>
                  <a:pt x="34261" y="5826"/>
                  <a:pt x="34992" y="5826"/>
                </a:cubicBezTo>
                <a:cubicBezTo>
                  <a:pt x="36016" y="5826"/>
                  <a:pt x="37001" y="5676"/>
                  <a:pt x="37897" y="5165"/>
                </a:cubicBezTo>
                <a:cubicBezTo>
                  <a:pt x="39627" y="4177"/>
                  <a:pt x="40411" y="1858"/>
                  <a:pt x="3974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0" y="-76200"/>
            <a:ext cx="4572074" cy="2474025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5861375" y="4178175"/>
            <a:ext cx="3351600" cy="1021698"/>
          </a:xfrm>
          <a:custGeom>
            <a:rect b="b" l="l" r="r" t="t"/>
            <a:pathLst>
              <a:path extrusionOk="0" h="14312" w="44285">
                <a:moveTo>
                  <a:pt x="44285" y="0"/>
                </a:moveTo>
                <a:cubicBezTo>
                  <a:pt x="42694" y="290"/>
                  <a:pt x="41153" y="1067"/>
                  <a:pt x="39825" y="2024"/>
                </a:cubicBezTo>
                <a:cubicBezTo>
                  <a:pt x="37795" y="3485"/>
                  <a:pt x="36088" y="5359"/>
                  <a:pt x="34068" y="6834"/>
                </a:cubicBezTo>
                <a:cubicBezTo>
                  <a:pt x="30950" y="9117"/>
                  <a:pt x="27108" y="10394"/>
                  <a:pt x="23245" y="10435"/>
                </a:cubicBezTo>
                <a:cubicBezTo>
                  <a:pt x="23175" y="10436"/>
                  <a:pt x="23106" y="10436"/>
                  <a:pt x="23037" y="10436"/>
                </a:cubicBezTo>
                <a:cubicBezTo>
                  <a:pt x="19957" y="10436"/>
                  <a:pt x="16925" y="9699"/>
                  <a:pt x="13873" y="9252"/>
                </a:cubicBezTo>
                <a:cubicBezTo>
                  <a:pt x="12567" y="9062"/>
                  <a:pt x="11230" y="8928"/>
                  <a:pt x="9904" y="8928"/>
                </a:cubicBezTo>
                <a:cubicBezTo>
                  <a:pt x="8063" y="8928"/>
                  <a:pt x="6243" y="9185"/>
                  <a:pt x="4556" y="9900"/>
                </a:cubicBezTo>
                <a:cubicBezTo>
                  <a:pt x="2570" y="10741"/>
                  <a:pt x="825" y="12363"/>
                  <a:pt x="1" y="14312"/>
                </a:cubicBezTo>
                <a:lnTo>
                  <a:pt x="44285" y="14312"/>
                </a:lnTo>
                <a:lnTo>
                  <a:pt x="4428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" name="Google Shape;28;p3"/>
          <p:cNvGrpSpPr/>
          <p:nvPr/>
        </p:nvGrpSpPr>
        <p:grpSpPr>
          <a:xfrm>
            <a:off x="6290393" y="4651784"/>
            <a:ext cx="3005329" cy="548185"/>
            <a:chOff x="6290110" y="4651689"/>
            <a:chExt cx="2765556" cy="548185"/>
          </a:xfrm>
        </p:grpSpPr>
        <p:sp>
          <p:nvSpPr>
            <p:cNvPr id="29" name="Google Shape;29;p3"/>
            <p:cNvSpPr/>
            <p:nvPr/>
          </p:nvSpPr>
          <p:spPr>
            <a:xfrm>
              <a:off x="8707752" y="4709513"/>
              <a:ext cx="347912" cy="331809"/>
            </a:xfrm>
            <a:custGeom>
              <a:rect b="b" l="l" r="r" t="t"/>
              <a:pathLst>
                <a:path extrusionOk="0" h="4648" w="4597">
                  <a:moveTo>
                    <a:pt x="263" y="1"/>
                  </a:moveTo>
                  <a:cubicBezTo>
                    <a:pt x="175" y="18"/>
                    <a:pt x="89" y="31"/>
                    <a:pt x="1" y="52"/>
                  </a:cubicBezTo>
                  <a:lnTo>
                    <a:pt x="4249" y="4300"/>
                  </a:lnTo>
                  <a:lnTo>
                    <a:pt x="4276" y="4328"/>
                  </a:lnTo>
                  <a:lnTo>
                    <a:pt x="4596" y="4647"/>
                  </a:lnTo>
                  <a:lnTo>
                    <a:pt x="4596" y="4334"/>
                  </a:lnTo>
                  <a:lnTo>
                    <a:pt x="4460" y="4198"/>
                  </a:lnTo>
                  <a:lnTo>
                    <a:pt x="4433" y="4171"/>
                  </a:lnTo>
                  <a:lnTo>
                    <a:pt x="263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8536031" y="4766481"/>
              <a:ext cx="475286" cy="433394"/>
            </a:xfrm>
            <a:custGeom>
              <a:rect b="b" l="l" r="r" t="t"/>
              <a:pathLst>
                <a:path extrusionOk="0" h="6071" w="6280">
                  <a:moveTo>
                    <a:pt x="209" y="0"/>
                  </a:moveTo>
                  <a:cubicBezTo>
                    <a:pt x="141" y="34"/>
                    <a:pt x="69" y="68"/>
                    <a:pt x="1" y="102"/>
                  </a:cubicBezTo>
                  <a:lnTo>
                    <a:pt x="4958" y="5063"/>
                  </a:lnTo>
                  <a:lnTo>
                    <a:pt x="4985" y="5090"/>
                  </a:lnTo>
                  <a:lnTo>
                    <a:pt x="5012" y="5117"/>
                  </a:lnTo>
                  <a:lnTo>
                    <a:pt x="5966" y="6071"/>
                  </a:lnTo>
                  <a:lnTo>
                    <a:pt x="6279" y="6071"/>
                  </a:lnTo>
                  <a:lnTo>
                    <a:pt x="5169" y="4961"/>
                  </a:lnTo>
                  <a:lnTo>
                    <a:pt x="5142" y="4933"/>
                  </a:lnTo>
                  <a:lnTo>
                    <a:pt x="5114" y="4906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3"/>
            <p:cNvSpPr/>
            <p:nvPr/>
          </p:nvSpPr>
          <p:spPr>
            <a:xfrm>
              <a:off x="8458457" y="4804173"/>
              <a:ext cx="434493" cy="395487"/>
            </a:xfrm>
            <a:custGeom>
              <a:rect b="b" l="l" r="r" t="t"/>
              <a:pathLst>
                <a:path extrusionOk="0" h="5540" w="5741">
                  <a:moveTo>
                    <a:pt x="202" y="0"/>
                  </a:moveTo>
                  <a:cubicBezTo>
                    <a:pt x="137" y="38"/>
                    <a:pt x="68" y="75"/>
                    <a:pt x="1" y="112"/>
                  </a:cubicBezTo>
                  <a:lnTo>
                    <a:pt x="5202" y="5315"/>
                  </a:lnTo>
                  <a:lnTo>
                    <a:pt x="5230" y="5342"/>
                  </a:lnTo>
                  <a:lnTo>
                    <a:pt x="5257" y="5369"/>
                  </a:lnTo>
                  <a:lnTo>
                    <a:pt x="5427" y="5536"/>
                  </a:lnTo>
                  <a:lnTo>
                    <a:pt x="5741" y="5540"/>
                  </a:lnTo>
                  <a:lnTo>
                    <a:pt x="5414" y="5213"/>
                  </a:lnTo>
                  <a:lnTo>
                    <a:pt x="5386" y="5185"/>
                  </a:lnTo>
                  <a:lnTo>
                    <a:pt x="5359" y="5158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8617767" y="4733856"/>
              <a:ext cx="437899" cy="418902"/>
            </a:xfrm>
            <a:custGeom>
              <a:rect b="b" l="l" r="r" t="t"/>
              <a:pathLst>
                <a:path extrusionOk="0" h="5868" w="5786">
                  <a:moveTo>
                    <a:pt x="229" y="1"/>
                  </a:moveTo>
                  <a:cubicBezTo>
                    <a:pt x="154" y="28"/>
                    <a:pt x="76" y="52"/>
                    <a:pt x="1" y="83"/>
                  </a:cubicBezTo>
                  <a:lnTo>
                    <a:pt x="4658" y="4739"/>
                  </a:lnTo>
                  <a:lnTo>
                    <a:pt x="4685" y="4767"/>
                  </a:lnTo>
                  <a:lnTo>
                    <a:pt x="4712" y="4794"/>
                  </a:lnTo>
                  <a:lnTo>
                    <a:pt x="5785" y="5867"/>
                  </a:lnTo>
                  <a:lnTo>
                    <a:pt x="5785" y="5553"/>
                  </a:lnTo>
                  <a:lnTo>
                    <a:pt x="4869" y="4637"/>
                  </a:lnTo>
                  <a:lnTo>
                    <a:pt x="4842" y="4610"/>
                  </a:lnTo>
                  <a:lnTo>
                    <a:pt x="4814" y="4583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3"/>
            <p:cNvSpPr/>
            <p:nvPr/>
          </p:nvSpPr>
          <p:spPr>
            <a:xfrm>
              <a:off x="8950916" y="4719793"/>
              <a:ext cx="104745" cy="98800"/>
            </a:xfrm>
            <a:custGeom>
              <a:rect b="b" l="l" r="r" t="t"/>
              <a:pathLst>
                <a:path extrusionOk="0" h="1384" w="1384">
                  <a:moveTo>
                    <a:pt x="0" y="0"/>
                  </a:moveTo>
                  <a:lnTo>
                    <a:pt x="1383" y="1383"/>
                  </a:lnTo>
                  <a:lnTo>
                    <a:pt x="1383" y="1073"/>
                  </a:lnTo>
                  <a:lnTo>
                    <a:pt x="525" y="211"/>
                  </a:lnTo>
                  <a:cubicBezTo>
                    <a:pt x="358" y="129"/>
                    <a:pt x="181" y="6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3"/>
            <p:cNvSpPr/>
            <p:nvPr/>
          </p:nvSpPr>
          <p:spPr>
            <a:xfrm>
              <a:off x="8812949" y="4700947"/>
              <a:ext cx="242714" cy="229011"/>
            </a:xfrm>
            <a:custGeom>
              <a:rect b="b" l="l" r="r" t="t"/>
              <a:pathLst>
                <a:path extrusionOk="0" h="3208" w="3207">
                  <a:moveTo>
                    <a:pt x="93" y="0"/>
                  </a:moveTo>
                  <a:cubicBezTo>
                    <a:pt x="62" y="0"/>
                    <a:pt x="32" y="1"/>
                    <a:pt x="1" y="2"/>
                  </a:cubicBezTo>
                  <a:lnTo>
                    <a:pt x="3206" y="3207"/>
                  </a:lnTo>
                  <a:lnTo>
                    <a:pt x="3206" y="2894"/>
                  </a:lnTo>
                  <a:lnTo>
                    <a:pt x="318" y="5"/>
                  </a:lnTo>
                  <a:cubicBezTo>
                    <a:pt x="243" y="3"/>
                    <a:pt x="168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3"/>
            <p:cNvSpPr/>
            <p:nvPr/>
          </p:nvSpPr>
          <p:spPr>
            <a:xfrm>
              <a:off x="8050308" y="4980501"/>
              <a:ext cx="250433" cy="217161"/>
            </a:xfrm>
            <a:custGeom>
              <a:rect b="b" l="l" r="r" t="t"/>
              <a:pathLst>
                <a:path extrusionOk="0" h="3042" w="3309">
                  <a:moveTo>
                    <a:pt x="263" y="0"/>
                  </a:moveTo>
                  <a:cubicBezTo>
                    <a:pt x="175" y="17"/>
                    <a:pt x="89" y="34"/>
                    <a:pt x="1" y="48"/>
                  </a:cubicBezTo>
                  <a:lnTo>
                    <a:pt x="2996" y="3042"/>
                  </a:lnTo>
                  <a:lnTo>
                    <a:pt x="3309" y="3042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8228689" y="4922320"/>
              <a:ext cx="308709" cy="276127"/>
            </a:xfrm>
            <a:custGeom>
              <a:rect b="b" l="l" r="r" t="t"/>
              <a:pathLst>
                <a:path extrusionOk="0" h="3868" w="4079">
                  <a:moveTo>
                    <a:pt x="213" y="1"/>
                  </a:moveTo>
                  <a:cubicBezTo>
                    <a:pt x="141" y="34"/>
                    <a:pt x="73" y="66"/>
                    <a:pt x="1" y="100"/>
                  </a:cubicBezTo>
                  <a:lnTo>
                    <a:pt x="3769" y="3867"/>
                  </a:lnTo>
                  <a:lnTo>
                    <a:pt x="4079" y="3867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8383154" y="4844222"/>
              <a:ext cx="391203" cy="354939"/>
            </a:xfrm>
            <a:custGeom>
              <a:rect b="b" l="l" r="r" t="t"/>
              <a:pathLst>
                <a:path extrusionOk="0" h="4972" w="5169">
                  <a:moveTo>
                    <a:pt x="198" y="1"/>
                  </a:moveTo>
                  <a:cubicBezTo>
                    <a:pt x="134" y="39"/>
                    <a:pt x="65" y="76"/>
                    <a:pt x="1" y="114"/>
                  </a:cubicBezTo>
                  <a:lnTo>
                    <a:pt x="4855" y="4971"/>
                  </a:lnTo>
                  <a:lnTo>
                    <a:pt x="5169" y="497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7938905" y="4990209"/>
              <a:ext cx="243244" cy="207238"/>
            </a:xfrm>
            <a:custGeom>
              <a:rect b="b" l="l" r="r" t="t"/>
              <a:pathLst>
                <a:path extrusionOk="0" h="2903" w="3214">
                  <a:moveTo>
                    <a:pt x="1" y="0"/>
                  </a:moveTo>
                  <a:lnTo>
                    <a:pt x="2900" y="2899"/>
                  </a:lnTo>
                  <a:lnTo>
                    <a:pt x="3213" y="2903"/>
                  </a:lnTo>
                  <a:lnTo>
                    <a:pt x="325" y="14"/>
                  </a:lnTo>
                  <a:cubicBezTo>
                    <a:pt x="216" y="11"/>
                    <a:pt x="106" y="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8144153" y="4955372"/>
              <a:ext cx="274879" cy="242860"/>
            </a:xfrm>
            <a:custGeom>
              <a:rect b="b" l="l" r="r" t="t"/>
              <a:pathLst>
                <a:path extrusionOk="0" h="3402" w="3632">
                  <a:moveTo>
                    <a:pt x="232" y="1"/>
                  </a:moveTo>
                  <a:cubicBezTo>
                    <a:pt x="154" y="29"/>
                    <a:pt x="79" y="55"/>
                    <a:pt x="1" y="79"/>
                  </a:cubicBezTo>
                  <a:lnTo>
                    <a:pt x="3319" y="3398"/>
                  </a:lnTo>
                  <a:lnTo>
                    <a:pt x="3632" y="3401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8307322" y="4884413"/>
              <a:ext cx="348745" cy="314462"/>
            </a:xfrm>
            <a:custGeom>
              <a:rect b="b" l="l" r="r" t="t"/>
              <a:pathLst>
                <a:path extrusionOk="0" h="4405" w="4608">
                  <a:moveTo>
                    <a:pt x="202" y="0"/>
                  </a:moveTo>
                  <a:cubicBezTo>
                    <a:pt x="134" y="38"/>
                    <a:pt x="66" y="72"/>
                    <a:pt x="1" y="109"/>
                  </a:cubicBezTo>
                  <a:lnTo>
                    <a:pt x="4293" y="4402"/>
                  </a:lnTo>
                  <a:lnTo>
                    <a:pt x="4607" y="4405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7772103" y="4944236"/>
              <a:ext cx="291756" cy="252712"/>
            </a:xfrm>
            <a:custGeom>
              <a:rect b="b" l="l" r="r" t="t"/>
              <a:pathLst>
                <a:path extrusionOk="0" h="3540" w="3855">
                  <a:moveTo>
                    <a:pt x="1" y="1"/>
                  </a:moveTo>
                  <a:lnTo>
                    <a:pt x="1013" y="1012"/>
                  </a:lnTo>
                  <a:lnTo>
                    <a:pt x="1040" y="1040"/>
                  </a:lnTo>
                  <a:lnTo>
                    <a:pt x="1067" y="1067"/>
                  </a:lnTo>
                  <a:lnTo>
                    <a:pt x="3540" y="3540"/>
                  </a:lnTo>
                  <a:lnTo>
                    <a:pt x="3854" y="3540"/>
                  </a:lnTo>
                  <a:lnTo>
                    <a:pt x="1224" y="910"/>
                  </a:lnTo>
                  <a:lnTo>
                    <a:pt x="1197" y="883"/>
                  </a:lnTo>
                  <a:lnTo>
                    <a:pt x="1169" y="856"/>
                  </a:lnTo>
                  <a:lnTo>
                    <a:pt x="576" y="266"/>
                  </a:lnTo>
                  <a:cubicBezTo>
                    <a:pt x="382" y="188"/>
                    <a:pt x="188" y="9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7409362" y="4713440"/>
              <a:ext cx="535832" cy="483293"/>
            </a:xfrm>
            <a:custGeom>
              <a:rect b="b" l="l" r="r" t="t"/>
              <a:pathLst>
                <a:path extrusionOk="0" h="6770" w="7080">
                  <a:moveTo>
                    <a:pt x="1" y="1"/>
                  </a:moveTo>
                  <a:lnTo>
                    <a:pt x="5026" y="5025"/>
                  </a:lnTo>
                  <a:lnTo>
                    <a:pt x="5053" y="5053"/>
                  </a:lnTo>
                  <a:lnTo>
                    <a:pt x="5080" y="5080"/>
                  </a:lnTo>
                  <a:lnTo>
                    <a:pt x="6767" y="6770"/>
                  </a:lnTo>
                  <a:lnTo>
                    <a:pt x="7080" y="6770"/>
                  </a:lnTo>
                  <a:lnTo>
                    <a:pt x="5237" y="4923"/>
                  </a:lnTo>
                  <a:lnTo>
                    <a:pt x="5210" y="4896"/>
                  </a:lnTo>
                  <a:lnTo>
                    <a:pt x="5182" y="4869"/>
                  </a:lnTo>
                  <a:lnTo>
                    <a:pt x="726" y="413"/>
                  </a:lnTo>
                  <a:cubicBezTo>
                    <a:pt x="495" y="270"/>
                    <a:pt x="256" y="130"/>
                    <a:pt x="11" y="4"/>
                  </a:cubicBezTo>
                  <a:cubicBezTo>
                    <a:pt x="7" y="4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7235068" y="4660399"/>
              <a:ext cx="591837" cy="535835"/>
            </a:xfrm>
            <a:custGeom>
              <a:rect b="b" l="l" r="r" t="t"/>
              <a:pathLst>
                <a:path extrusionOk="0" h="7506" w="7820">
                  <a:moveTo>
                    <a:pt x="1" y="1"/>
                  </a:moveTo>
                  <a:lnTo>
                    <a:pt x="6548" y="6549"/>
                  </a:lnTo>
                  <a:lnTo>
                    <a:pt x="6576" y="6576"/>
                  </a:lnTo>
                  <a:lnTo>
                    <a:pt x="7505" y="7505"/>
                  </a:lnTo>
                  <a:lnTo>
                    <a:pt x="7819" y="7505"/>
                  </a:lnTo>
                  <a:lnTo>
                    <a:pt x="6760" y="6447"/>
                  </a:lnTo>
                  <a:lnTo>
                    <a:pt x="6732" y="6419"/>
                  </a:lnTo>
                  <a:lnTo>
                    <a:pt x="389" y="76"/>
                  </a:lnTo>
                  <a:cubicBezTo>
                    <a:pt x="260" y="49"/>
                    <a:pt x="130" y="2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7107999" y="4651689"/>
              <a:ext cx="600541" cy="544330"/>
            </a:xfrm>
            <a:custGeom>
              <a:rect b="b" l="l" r="r" t="t"/>
              <a:pathLst>
                <a:path extrusionOk="0" h="7625" w="7935">
                  <a:moveTo>
                    <a:pt x="156" y="1"/>
                  </a:moveTo>
                  <a:cubicBezTo>
                    <a:pt x="103" y="1"/>
                    <a:pt x="51" y="2"/>
                    <a:pt x="0" y="3"/>
                  </a:cubicBezTo>
                  <a:lnTo>
                    <a:pt x="7447" y="7451"/>
                  </a:lnTo>
                  <a:lnTo>
                    <a:pt x="7475" y="7478"/>
                  </a:lnTo>
                  <a:lnTo>
                    <a:pt x="7502" y="7505"/>
                  </a:lnTo>
                  <a:lnTo>
                    <a:pt x="7621" y="7624"/>
                  </a:lnTo>
                  <a:lnTo>
                    <a:pt x="7934" y="7624"/>
                  </a:lnTo>
                  <a:lnTo>
                    <a:pt x="7659" y="7349"/>
                  </a:lnTo>
                  <a:lnTo>
                    <a:pt x="7631" y="7321"/>
                  </a:lnTo>
                  <a:lnTo>
                    <a:pt x="7604" y="7294"/>
                  </a:lnTo>
                  <a:lnTo>
                    <a:pt x="313" y="3"/>
                  </a:lnTo>
                  <a:cubicBezTo>
                    <a:pt x="261" y="2"/>
                    <a:pt x="208" y="1"/>
                    <a:pt x="15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3"/>
            <p:cNvSpPr/>
            <p:nvPr/>
          </p:nvSpPr>
          <p:spPr>
            <a:xfrm>
              <a:off x="6522452" y="4869065"/>
              <a:ext cx="356919" cy="324528"/>
            </a:xfrm>
            <a:custGeom>
              <a:rect b="b" l="l" r="r" t="t"/>
              <a:pathLst>
                <a:path extrusionOk="0" h="4546" w="4716">
                  <a:moveTo>
                    <a:pt x="171" y="0"/>
                  </a:moveTo>
                  <a:cubicBezTo>
                    <a:pt x="113" y="49"/>
                    <a:pt x="58" y="96"/>
                    <a:pt x="0" y="140"/>
                  </a:cubicBezTo>
                  <a:lnTo>
                    <a:pt x="1926" y="2065"/>
                  </a:lnTo>
                  <a:lnTo>
                    <a:pt x="1953" y="2093"/>
                  </a:lnTo>
                  <a:lnTo>
                    <a:pt x="1980" y="2120"/>
                  </a:lnTo>
                  <a:lnTo>
                    <a:pt x="4402" y="4541"/>
                  </a:lnTo>
                  <a:lnTo>
                    <a:pt x="4715" y="4546"/>
                  </a:lnTo>
                  <a:lnTo>
                    <a:pt x="4715" y="4546"/>
                  </a:lnTo>
                  <a:lnTo>
                    <a:pt x="2133" y="1963"/>
                  </a:lnTo>
                  <a:lnTo>
                    <a:pt x="2106" y="1936"/>
                  </a:lnTo>
                  <a:lnTo>
                    <a:pt x="2079" y="1909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6658527" y="4776403"/>
              <a:ext cx="457728" cy="417902"/>
            </a:xfrm>
            <a:custGeom>
              <a:rect b="b" l="l" r="r" t="t"/>
              <a:pathLst>
                <a:path extrusionOk="0" h="5854" w="6048">
                  <a:moveTo>
                    <a:pt x="196" y="1"/>
                  </a:moveTo>
                  <a:cubicBezTo>
                    <a:pt x="131" y="39"/>
                    <a:pt x="66" y="79"/>
                    <a:pt x="1" y="116"/>
                  </a:cubicBezTo>
                  <a:lnTo>
                    <a:pt x="1688" y="1803"/>
                  </a:lnTo>
                  <a:lnTo>
                    <a:pt x="1715" y="1830"/>
                  </a:lnTo>
                  <a:lnTo>
                    <a:pt x="1742" y="1858"/>
                  </a:lnTo>
                  <a:lnTo>
                    <a:pt x="5735" y="5850"/>
                  </a:lnTo>
                  <a:lnTo>
                    <a:pt x="6048" y="5853"/>
                  </a:lnTo>
                  <a:lnTo>
                    <a:pt x="1868" y="1674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6814582" y="4703231"/>
              <a:ext cx="538405" cy="491788"/>
            </a:xfrm>
            <a:custGeom>
              <a:rect b="b" l="l" r="r" t="t"/>
              <a:pathLst>
                <a:path extrusionOk="0" h="6889" w="7114">
                  <a:moveTo>
                    <a:pt x="225" y="1"/>
                  </a:moveTo>
                  <a:cubicBezTo>
                    <a:pt x="151" y="28"/>
                    <a:pt x="75" y="55"/>
                    <a:pt x="0" y="82"/>
                  </a:cubicBezTo>
                  <a:lnTo>
                    <a:pt x="1209" y="1295"/>
                  </a:lnTo>
                  <a:lnTo>
                    <a:pt x="6800" y="6885"/>
                  </a:lnTo>
                  <a:lnTo>
                    <a:pt x="7113" y="6889"/>
                  </a:lnTo>
                  <a:lnTo>
                    <a:pt x="1393" y="1166"/>
                  </a:lnTo>
                  <a:lnTo>
                    <a:pt x="1366" y="1138"/>
                  </a:lnTo>
                  <a:lnTo>
                    <a:pt x="1339" y="111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6999699" y="4657971"/>
              <a:ext cx="590172" cy="537548"/>
            </a:xfrm>
            <a:custGeom>
              <a:rect b="b" l="l" r="r" t="t"/>
              <a:pathLst>
                <a:path extrusionOk="0" h="7530" w="7798">
                  <a:moveTo>
                    <a:pt x="269" y="1"/>
                  </a:moveTo>
                  <a:cubicBezTo>
                    <a:pt x="181" y="14"/>
                    <a:pt x="89" y="28"/>
                    <a:pt x="0" y="42"/>
                  </a:cubicBezTo>
                  <a:lnTo>
                    <a:pt x="296" y="341"/>
                  </a:lnTo>
                  <a:lnTo>
                    <a:pt x="324" y="369"/>
                  </a:lnTo>
                  <a:lnTo>
                    <a:pt x="351" y="396"/>
                  </a:lnTo>
                  <a:lnTo>
                    <a:pt x="7485" y="7530"/>
                  </a:lnTo>
                  <a:lnTo>
                    <a:pt x="7798" y="7530"/>
                  </a:lnTo>
                  <a:lnTo>
                    <a:pt x="508" y="239"/>
                  </a:lnTo>
                  <a:lnTo>
                    <a:pt x="480" y="212"/>
                  </a:lnTo>
                  <a:lnTo>
                    <a:pt x="269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6588446" y="4820664"/>
              <a:ext cx="409291" cy="373142"/>
            </a:xfrm>
            <a:custGeom>
              <a:rect b="b" l="l" r="r" t="t"/>
              <a:pathLst>
                <a:path extrusionOk="0" h="5227" w="5408">
                  <a:moveTo>
                    <a:pt x="181" y="1"/>
                  </a:moveTo>
                  <a:cubicBezTo>
                    <a:pt x="120" y="45"/>
                    <a:pt x="59" y="86"/>
                    <a:pt x="1" y="130"/>
                  </a:cubicBezTo>
                  <a:lnTo>
                    <a:pt x="1834" y="1963"/>
                  </a:lnTo>
                  <a:lnTo>
                    <a:pt x="1861" y="1990"/>
                  </a:lnTo>
                  <a:lnTo>
                    <a:pt x="1888" y="2018"/>
                  </a:lnTo>
                  <a:lnTo>
                    <a:pt x="5093" y="5227"/>
                  </a:lnTo>
                  <a:lnTo>
                    <a:pt x="5407" y="5227"/>
                  </a:lnTo>
                  <a:lnTo>
                    <a:pt x="2041" y="1861"/>
                  </a:lnTo>
                  <a:lnTo>
                    <a:pt x="2014" y="1834"/>
                  </a:lnTo>
                  <a:lnTo>
                    <a:pt x="1987" y="1806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6733603" y="4736783"/>
              <a:ext cx="501094" cy="457737"/>
            </a:xfrm>
            <a:custGeom>
              <a:rect b="b" l="l" r="r" t="t"/>
              <a:pathLst>
                <a:path extrusionOk="0" h="6412" w="6621">
                  <a:moveTo>
                    <a:pt x="208" y="1"/>
                  </a:moveTo>
                  <a:cubicBezTo>
                    <a:pt x="141" y="34"/>
                    <a:pt x="69" y="69"/>
                    <a:pt x="1" y="103"/>
                  </a:cubicBezTo>
                  <a:lnTo>
                    <a:pt x="1476" y="1578"/>
                  </a:lnTo>
                  <a:lnTo>
                    <a:pt x="1503" y="1605"/>
                  </a:lnTo>
                  <a:lnTo>
                    <a:pt x="1527" y="1632"/>
                  </a:lnTo>
                  <a:lnTo>
                    <a:pt x="6306" y="6412"/>
                  </a:lnTo>
                  <a:lnTo>
                    <a:pt x="6620" y="6412"/>
                  </a:lnTo>
                  <a:lnTo>
                    <a:pt x="1683" y="1476"/>
                  </a:lnTo>
                  <a:lnTo>
                    <a:pt x="1656" y="1448"/>
                  </a:lnTo>
                  <a:lnTo>
                    <a:pt x="1629" y="1421"/>
                  </a:lnTo>
                  <a:lnTo>
                    <a:pt x="208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6902751" y="4676461"/>
              <a:ext cx="568830" cy="518844"/>
            </a:xfrm>
            <a:custGeom>
              <a:rect b="b" l="l" r="r" t="t"/>
              <a:pathLst>
                <a:path extrusionOk="0" h="7268" w="7516">
                  <a:moveTo>
                    <a:pt x="246" y="0"/>
                  </a:moveTo>
                  <a:cubicBezTo>
                    <a:pt x="164" y="21"/>
                    <a:pt x="82" y="41"/>
                    <a:pt x="0" y="65"/>
                  </a:cubicBezTo>
                  <a:lnTo>
                    <a:pt x="797" y="862"/>
                  </a:lnTo>
                  <a:lnTo>
                    <a:pt x="825" y="890"/>
                  </a:lnTo>
                  <a:lnTo>
                    <a:pt x="852" y="917"/>
                  </a:lnTo>
                  <a:lnTo>
                    <a:pt x="7203" y="7267"/>
                  </a:lnTo>
                  <a:lnTo>
                    <a:pt x="7516" y="7267"/>
                  </a:lnTo>
                  <a:lnTo>
                    <a:pt x="1009" y="760"/>
                  </a:lnTo>
                  <a:lnTo>
                    <a:pt x="981" y="733"/>
                  </a:lnTo>
                  <a:lnTo>
                    <a:pt x="954" y="706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6401059" y="4975789"/>
              <a:ext cx="241351" cy="217018"/>
            </a:xfrm>
            <a:custGeom>
              <a:rect b="b" l="l" r="r" t="t"/>
              <a:pathLst>
                <a:path extrusionOk="0" h="3040" w="3189">
                  <a:moveTo>
                    <a:pt x="153" y="1"/>
                  </a:moveTo>
                  <a:cubicBezTo>
                    <a:pt x="102" y="56"/>
                    <a:pt x="51" y="107"/>
                    <a:pt x="0" y="161"/>
                  </a:cubicBezTo>
                  <a:lnTo>
                    <a:pt x="1969" y="2131"/>
                  </a:lnTo>
                  <a:lnTo>
                    <a:pt x="1997" y="2158"/>
                  </a:lnTo>
                  <a:lnTo>
                    <a:pt x="2876" y="3037"/>
                  </a:lnTo>
                  <a:lnTo>
                    <a:pt x="3189" y="3040"/>
                  </a:lnTo>
                  <a:lnTo>
                    <a:pt x="2177" y="2029"/>
                  </a:lnTo>
                  <a:lnTo>
                    <a:pt x="2150" y="2001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6344525" y="5033470"/>
              <a:ext cx="179519" cy="158909"/>
            </a:xfrm>
            <a:custGeom>
              <a:rect b="b" l="l" r="r" t="t"/>
              <a:pathLst>
                <a:path extrusionOk="0" h="2226" w="2372">
                  <a:moveTo>
                    <a:pt x="144" y="1"/>
                  </a:moveTo>
                  <a:cubicBezTo>
                    <a:pt x="96" y="55"/>
                    <a:pt x="49" y="113"/>
                    <a:pt x="1" y="167"/>
                  </a:cubicBezTo>
                  <a:lnTo>
                    <a:pt x="1936" y="2103"/>
                  </a:lnTo>
                  <a:lnTo>
                    <a:pt x="1963" y="2130"/>
                  </a:lnTo>
                  <a:lnTo>
                    <a:pt x="1991" y="2157"/>
                  </a:lnTo>
                  <a:lnTo>
                    <a:pt x="2059" y="2225"/>
                  </a:lnTo>
                  <a:lnTo>
                    <a:pt x="2372" y="2225"/>
                  </a:lnTo>
                  <a:lnTo>
                    <a:pt x="2144" y="2001"/>
                  </a:lnTo>
                  <a:lnTo>
                    <a:pt x="2117" y="1973"/>
                  </a:lnTo>
                  <a:lnTo>
                    <a:pt x="2093" y="1946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6460090" y="4920892"/>
              <a:ext cx="300687" cy="272201"/>
            </a:xfrm>
            <a:custGeom>
              <a:rect b="b" l="l" r="r" t="t"/>
              <a:pathLst>
                <a:path extrusionOk="0" h="3813" w="3973">
                  <a:moveTo>
                    <a:pt x="164" y="1"/>
                  </a:moveTo>
                  <a:cubicBezTo>
                    <a:pt x="109" y="51"/>
                    <a:pt x="55" y="103"/>
                    <a:pt x="0" y="153"/>
                  </a:cubicBezTo>
                  <a:lnTo>
                    <a:pt x="1969" y="2119"/>
                  </a:lnTo>
                  <a:lnTo>
                    <a:pt x="1997" y="2147"/>
                  </a:lnTo>
                  <a:lnTo>
                    <a:pt x="2024" y="2174"/>
                  </a:lnTo>
                  <a:lnTo>
                    <a:pt x="3659" y="3812"/>
                  </a:lnTo>
                  <a:lnTo>
                    <a:pt x="3972" y="3812"/>
                  </a:lnTo>
                  <a:lnTo>
                    <a:pt x="2177" y="2017"/>
                  </a:lnTo>
                  <a:lnTo>
                    <a:pt x="2150" y="1990"/>
                  </a:lnTo>
                  <a:lnTo>
                    <a:pt x="2123" y="1963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6290110" y="5093293"/>
              <a:ext cx="115416" cy="98872"/>
            </a:xfrm>
            <a:custGeom>
              <a:rect b="b" l="l" r="r" t="t"/>
              <a:pathLst>
                <a:path extrusionOk="0" h="1385" w="1525">
                  <a:moveTo>
                    <a:pt x="144" y="1"/>
                  </a:moveTo>
                  <a:cubicBezTo>
                    <a:pt x="97" y="59"/>
                    <a:pt x="49" y="117"/>
                    <a:pt x="1" y="174"/>
                  </a:cubicBezTo>
                  <a:lnTo>
                    <a:pt x="1210" y="1380"/>
                  </a:lnTo>
                  <a:lnTo>
                    <a:pt x="1524" y="1384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" name="Google Shape;56;p3"/>
          <p:cNvGrpSpPr/>
          <p:nvPr/>
        </p:nvGrpSpPr>
        <p:grpSpPr>
          <a:xfrm>
            <a:off x="-40223" y="-142013"/>
            <a:ext cx="1291147" cy="2218459"/>
            <a:chOff x="4895725" y="2485200"/>
            <a:chExt cx="464525" cy="744050"/>
          </a:xfrm>
        </p:grpSpPr>
        <p:sp>
          <p:nvSpPr>
            <p:cNvPr id="57" name="Google Shape;57;p3"/>
            <p:cNvSpPr/>
            <p:nvPr/>
          </p:nvSpPr>
          <p:spPr>
            <a:xfrm>
              <a:off x="4896150" y="2564650"/>
              <a:ext cx="407475" cy="415225"/>
            </a:xfrm>
            <a:custGeom>
              <a:rect b="b" l="l" r="r" t="t"/>
              <a:pathLst>
                <a:path extrusionOk="0" h="16609" w="16299">
                  <a:moveTo>
                    <a:pt x="1" y="0"/>
                  </a:moveTo>
                  <a:lnTo>
                    <a:pt x="4" y="314"/>
                  </a:lnTo>
                  <a:lnTo>
                    <a:pt x="6817" y="7128"/>
                  </a:lnTo>
                  <a:lnTo>
                    <a:pt x="6845" y="7155"/>
                  </a:lnTo>
                  <a:lnTo>
                    <a:pt x="6872" y="7182"/>
                  </a:lnTo>
                  <a:lnTo>
                    <a:pt x="14619" y="14928"/>
                  </a:lnTo>
                  <a:lnTo>
                    <a:pt x="14646" y="14956"/>
                  </a:lnTo>
                  <a:lnTo>
                    <a:pt x="16298" y="16609"/>
                  </a:lnTo>
                  <a:cubicBezTo>
                    <a:pt x="16298" y="16506"/>
                    <a:pt x="16298" y="16400"/>
                    <a:pt x="16295" y="16295"/>
                  </a:cubicBezTo>
                  <a:lnTo>
                    <a:pt x="14826" y="14826"/>
                  </a:lnTo>
                  <a:lnTo>
                    <a:pt x="14799" y="14799"/>
                  </a:lnTo>
                  <a:lnTo>
                    <a:pt x="7029" y="7025"/>
                  </a:lnTo>
                  <a:lnTo>
                    <a:pt x="7001" y="6998"/>
                  </a:lnTo>
                  <a:lnTo>
                    <a:pt x="6974" y="69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4896675" y="2643100"/>
              <a:ext cx="398000" cy="404125"/>
            </a:xfrm>
            <a:custGeom>
              <a:rect b="b" l="l" r="r" t="t"/>
              <a:pathLst>
                <a:path extrusionOk="0" h="16165" w="15920">
                  <a:moveTo>
                    <a:pt x="0" y="0"/>
                  </a:moveTo>
                  <a:lnTo>
                    <a:pt x="0" y="314"/>
                  </a:lnTo>
                  <a:lnTo>
                    <a:pt x="5236" y="5550"/>
                  </a:lnTo>
                  <a:lnTo>
                    <a:pt x="5263" y="5577"/>
                  </a:lnTo>
                  <a:lnTo>
                    <a:pt x="5291" y="5604"/>
                  </a:lnTo>
                  <a:lnTo>
                    <a:pt x="13038" y="13351"/>
                  </a:lnTo>
                  <a:lnTo>
                    <a:pt x="13065" y="13378"/>
                  </a:lnTo>
                  <a:lnTo>
                    <a:pt x="13092" y="13405"/>
                  </a:lnTo>
                  <a:lnTo>
                    <a:pt x="15848" y="16165"/>
                  </a:lnTo>
                  <a:cubicBezTo>
                    <a:pt x="15875" y="16083"/>
                    <a:pt x="15899" y="16005"/>
                    <a:pt x="15920" y="15923"/>
                  </a:cubicBezTo>
                  <a:lnTo>
                    <a:pt x="13245" y="13249"/>
                  </a:lnTo>
                  <a:lnTo>
                    <a:pt x="13218" y="13221"/>
                  </a:lnTo>
                  <a:lnTo>
                    <a:pt x="13194" y="13194"/>
                  </a:lnTo>
                  <a:lnTo>
                    <a:pt x="5447" y="5447"/>
                  </a:lnTo>
                  <a:lnTo>
                    <a:pt x="5420" y="5420"/>
                  </a:lnTo>
                  <a:lnTo>
                    <a:pt x="5393" y="5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4896400" y="2603925"/>
              <a:ext cx="405100" cy="411800"/>
            </a:xfrm>
            <a:custGeom>
              <a:rect b="b" l="l" r="r" t="t"/>
              <a:pathLst>
                <a:path extrusionOk="0" h="16472" w="16204">
                  <a:moveTo>
                    <a:pt x="0" y="0"/>
                  </a:moveTo>
                  <a:lnTo>
                    <a:pt x="4" y="313"/>
                  </a:lnTo>
                  <a:lnTo>
                    <a:pt x="6054" y="6364"/>
                  </a:lnTo>
                  <a:lnTo>
                    <a:pt x="6082" y="6391"/>
                  </a:lnTo>
                  <a:lnTo>
                    <a:pt x="13829" y="14138"/>
                  </a:lnTo>
                  <a:lnTo>
                    <a:pt x="13856" y="14165"/>
                  </a:lnTo>
                  <a:lnTo>
                    <a:pt x="16162" y="16472"/>
                  </a:lnTo>
                  <a:cubicBezTo>
                    <a:pt x="16176" y="16383"/>
                    <a:pt x="16189" y="16291"/>
                    <a:pt x="16203" y="16199"/>
                  </a:cubicBezTo>
                  <a:lnTo>
                    <a:pt x="14036" y="14036"/>
                  </a:lnTo>
                  <a:lnTo>
                    <a:pt x="14009" y="14008"/>
                  </a:lnTo>
                  <a:lnTo>
                    <a:pt x="13982" y="13981"/>
                  </a:lnTo>
                  <a:lnTo>
                    <a:pt x="6211" y="6207"/>
                  </a:lnTo>
                  <a:lnTo>
                    <a:pt x="6184" y="6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4898950" y="3035450"/>
              <a:ext cx="189175" cy="190300"/>
            </a:xfrm>
            <a:custGeom>
              <a:rect b="b" l="l" r="r" t="t"/>
              <a:pathLst>
                <a:path extrusionOk="0" h="7612" w="7567">
                  <a:moveTo>
                    <a:pt x="1" y="0"/>
                  </a:moveTo>
                  <a:lnTo>
                    <a:pt x="1" y="314"/>
                  </a:lnTo>
                  <a:lnTo>
                    <a:pt x="5145" y="5458"/>
                  </a:lnTo>
                  <a:lnTo>
                    <a:pt x="5172" y="5486"/>
                  </a:lnTo>
                  <a:lnTo>
                    <a:pt x="5200" y="5513"/>
                  </a:lnTo>
                  <a:lnTo>
                    <a:pt x="7298" y="7612"/>
                  </a:lnTo>
                  <a:cubicBezTo>
                    <a:pt x="7390" y="7598"/>
                    <a:pt x="7479" y="7584"/>
                    <a:pt x="7567" y="7567"/>
                  </a:cubicBezTo>
                  <a:lnTo>
                    <a:pt x="5356" y="5356"/>
                  </a:lnTo>
                  <a:lnTo>
                    <a:pt x="5329" y="5329"/>
                  </a:lnTo>
                  <a:lnTo>
                    <a:pt x="5302" y="53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4898025" y="2878500"/>
              <a:ext cx="300475" cy="303725"/>
            </a:xfrm>
            <a:custGeom>
              <a:rect b="b" l="l" r="r" t="t"/>
              <a:pathLst>
                <a:path extrusionOk="0" h="12149" w="12019">
                  <a:moveTo>
                    <a:pt x="0" y="0"/>
                  </a:moveTo>
                  <a:lnTo>
                    <a:pt x="4" y="314"/>
                  </a:lnTo>
                  <a:lnTo>
                    <a:pt x="528" y="841"/>
                  </a:lnTo>
                  <a:lnTo>
                    <a:pt x="556" y="869"/>
                  </a:lnTo>
                  <a:lnTo>
                    <a:pt x="8303" y="8616"/>
                  </a:lnTo>
                  <a:lnTo>
                    <a:pt x="8330" y="8643"/>
                  </a:lnTo>
                  <a:lnTo>
                    <a:pt x="8357" y="8670"/>
                  </a:lnTo>
                  <a:lnTo>
                    <a:pt x="11835" y="12149"/>
                  </a:lnTo>
                  <a:cubicBezTo>
                    <a:pt x="11896" y="12108"/>
                    <a:pt x="11962" y="12063"/>
                    <a:pt x="12019" y="12022"/>
                  </a:cubicBezTo>
                  <a:lnTo>
                    <a:pt x="8514" y="8514"/>
                  </a:lnTo>
                  <a:lnTo>
                    <a:pt x="8487" y="8486"/>
                  </a:lnTo>
                  <a:lnTo>
                    <a:pt x="8459" y="8459"/>
                  </a:lnTo>
                  <a:lnTo>
                    <a:pt x="712" y="712"/>
                  </a:lnTo>
                  <a:lnTo>
                    <a:pt x="685" y="685"/>
                  </a:lnTo>
                  <a:lnTo>
                    <a:pt x="658" y="6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4897600" y="2800050"/>
              <a:ext cx="341900" cy="345975"/>
            </a:xfrm>
            <a:custGeom>
              <a:rect b="b" l="l" r="r" t="t"/>
              <a:pathLst>
                <a:path extrusionOk="0" h="13839" w="13676">
                  <a:moveTo>
                    <a:pt x="1" y="1"/>
                  </a:moveTo>
                  <a:lnTo>
                    <a:pt x="1" y="314"/>
                  </a:lnTo>
                  <a:lnTo>
                    <a:pt x="2078" y="2392"/>
                  </a:lnTo>
                  <a:lnTo>
                    <a:pt x="2106" y="2419"/>
                  </a:lnTo>
                  <a:lnTo>
                    <a:pt x="2133" y="2446"/>
                  </a:lnTo>
                  <a:lnTo>
                    <a:pt x="9880" y="10193"/>
                  </a:lnTo>
                  <a:lnTo>
                    <a:pt x="9907" y="10221"/>
                  </a:lnTo>
                  <a:lnTo>
                    <a:pt x="13525" y="13839"/>
                  </a:lnTo>
                  <a:cubicBezTo>
                    <a:pt x="13576" y="13787"/>
                    <a:pt x="13627" y="13733"/>
                    <a:pt x="13675" y="13679"/>
                  </a:cubicBezTo>
                  <a:lnTo>
                    <a:pt x="10091" y="10091"/>
                  </a:lnTo>
                  <a:lnTo>
                    <a:pt x="10064" y="10064"/>
                  </a:lnTo>
                  <a:lnTo>
                    <a:pt x="2290" y="2290"/>
                  </a:lnTo>
                  <a:lnTo>
                    <a:pt x="2262" y="2262"/>
                  </a:lnTo>
                  <a:lnTo>
                    <a:pt x="2235" y="22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4897100" y="2721600"/>
              <a:ext cx="374750" cy="379700"/>
            </a:xfrm>
            <a:custGeom>
              <a:rect b="b" l="l" r="r" t="t"/>
              <a:pathLst>
                <a:path extrusionOk="0" h="15188" w="14990">
                  <a:moveTo>
                    <a:pt x="0" y="1"/>
                  </a:moveTo>
                  <a:lnTo>
                    <a:pt x="4" y="315"/>
                  </a:lnTo>
                  <a:lnTo>
                    <a:pt x="3659" y="3970"/>
                  </a:lnTo>
                  <a:lnTo>
                    <a:pt x="3686" y="3997"/>
                  </a:lnTo>
                  <a:lnTo>
                    <a:pt x="11460" y="11771"/>
                  </a:lnTo>
                  <a:lnTo>
                    <a:pt x="11488" y="11798"/>
                  </a:lnTo>
                  <a:lnTo>
                    <a:pt x="11515" y="11826"/>
                  </a:lnTo>
                  <a:lnTo>
                    <a:pt x="14877" y="15188"/>
                  </a:lnTo>
                  <a:cubicBezTo>
                    <a:pt x="14914" y="15120"/>
                    <a:pt x="14952" y="15056"/>
                    <a:pt x="14990" y="14991"/>
                  </a:cubicBezTo>
                  <a:lnTo>
                    <a:pt x="11672" y="11669"/>
                  </a:lnTo>
                  <a:lnTo>
                    <a:pt x="11644" y="11642"/>
                  </a:lnTo>
                  <a:lnTo>
                    <a:pt x="11617" y="11614"/>
                  </a:lnTo>
                  <a:lnTo>
                    <a:pt x="3870" y="3867"/>
                  </a:lnTo>
                  <a:lnTo>
                    <a:pt x="3843" y="38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4898700" y="2996200"/>
              <a:ext cx="220950" cy="222650"/>
            </a:xfrm>
            <a:custGeom>
              <a:rect b="b" l="l" r="r" t="t"/>
              <a:pathLst>
                <a:path extrusionOk="0" h="8906" w="8838">
                  <a:moveTo>
                    <a:pt x="1" y="1"/>
                  </a:moveTo>
                  <a:lnTo>
                    <a:pt x="4" y="314"/>
                  </a:lnTo>
                  <a:lnTo>
                    <a:pt x="5935" y="6248"/>
                  </a:lnTo>
                  <a:lnTo>
                    <a:pt x="5962" y="6276"/>
                  </a:lnTo>
                  <a:lnTo>
                    <a:pt x="5990" y="6303"/>
                  </a:lnTo>
                  <a:lnTo>
                    <a:pt x="8592" y="8905"/>
                  </a:lnTo>
                  <a:cubicBezTo>
                    <a:pt x="8674" y="8882"/>
                    <a:pt x="8756" y="8861"/>
                    <a:pt x="8838" y="8837"/>
                  </a:cubicBezTo>
                  <a:lnTo>
                    <a:pt x="6146" y="6146"/>
                  </a:lnTo>
                  <a:lnTo>
                    <a:pt x="6119" y="6119"/>
                  </a:lnTo>
                  <a:lnTo>
                    <a:pt x="6092" y="60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4898275" y="2917750"/>
              <a:ext cx="276400" cy="279050"/>
            </a:xfrm>
            <a:custGeom>
              <a:rect b="b" l="l" r="r" t="t"/>
              <a:pathLst>
                <a:path extrusionOk="0" h="11162" w="11056">
                  <a:moveTo>
                    <a:pt x="1" y="1"/>
                  </a:moveTo>
                  <a:lnTo>
                    <a:pt x="1" y="314"/>
                  </a:lnTo>
                  <a:lnTo>
                    <a:pt x="7512" y="7826"/>
                  </a:lnTo>
                  <a:lnTo>
                    <a:pt x="7540" y="7853"/>
                  </a:lnTo>
                  <a:lnTo>
                    <a:pt x="7567" y="7881"/>
                  </a:lnTo>
                  <a:lnTo>
                    <a:pt x="10851" y="11161"/>
                  </a:lnTo>
                  <a:cubicBezTo>
                    <a:pt x="10919" y="11127"/>
                    <a:pt x="10987" y="11093"/>
                    <a:pt x="11056" y="11056"/>
                  </a:cubicBezTo>
                  <a:lnTo>
                    <a:pt x="7724" y="7724"/>
                  </a:lnTo>
                  <a:lnTo>
                    <a:pt x="7696" y="7697"/>
                  </a:lnTo>
                  <a:lnTo>
                    <a:pt x="7669" y="76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4897775" y="2839325"/>
              <a:ext cx="322375" cy="325950"/>
            </a:xfrm>
            <a:custGeom>
              <a:rect b="b" l="l" r="r" t="t"/>
              <a:pathLst>
                <a:path extrusionOk="0" h="13038" w="12895">
                  <a:moveTo>
                    <a:pt x="0" y="0"/>
                  </a:moveTo>
                  <a:lnTo>
                    <a:pt x="4" y="314"/>
                  </a:lnTo>
                  <a:lnTo>
                    <a:pt x="1291" y="1601"/>
                  </a:lnTo>
                  <a:lnTo>
                    <a:pt x="1318" y="1628"/>
                  </a:lnTo>
                  <a:lnTo>
                    <a:pt x="1346" y="1656"/>
                  </a:lnTo>
                  <a:lnTo>
                    <a:pt x="9093" y="9403"/>
                  </a:lnTo>
                  <a:lnTo>
                    <a:pt x="9120" y="9430"/>
                  </a:lnTo>
                  <a:lnTo>
                    <a:pt x="12728" y="13037"/>
                  </a:lnTo>
                  <a:cubicBezTo>
                    <a:pt x="12782" y="12990"/>
                    <a:pt x="12840" y="12939"/>
                    <a:pt x="12895" y="12891"/>
                  </a:cubicBezTo>
                  <a:lnTo>
                    <a:pt x="9304" y="9301"/>
                  </a:lnTo>
                  <a:lnTo>
                    <a:pt x="9277" y="9273"/>
                  </a:lnTo>
                  <a:lnTo>
                    <a:pt x="1475" y="1472"/>
                  </a:lnTo>
                  <a:lnTo>
                    <a:pt x="1448" y="1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4897350" y="2760800"/>
              <a:ext cx="359425" cy="363925"/>
            </a:xfrm>
            <a:custGeom>
              <a:rect b="b" l="l" r="r" t="t"/>
              <a:pathLst>
                <a:path extrusionOk="0" h="14557" w="14377">
                  <a:moveTo>
                    <a:pt x="0" y="0"/>
                  </a:moveTo>
                  <a:lnTo>
                    <a:pt x="0" y="313"/>
                  </a:lnTo>
                  <a:lnTo>
                    <a:pt x="2868" y="3182"/>
                  </a:lnTo>
                  <a:lnTo>
                    <a:pt x="2896" y="3209"/>
                  </a:lnTo>
                  <a:lnTo>
                    <a:pt x="2923" y="3236"/>
                  </a:lnTo>
                  <a:lnTo>
                    <a:pt x="10670" y="10983"/>
                  </a:lnTo>
                  <a:lnTo>
                    <a:pt x="10697" y="11011"/>
                  </a:lnTo>
                  <a:lnTo>
                    <a:pt x="10725" y="11038"/>
                  </a:lnTo>
                  <a:lnTo>
                    <a:pt x="14244" y="14557"/>
                  </a:lnTo>
                  <a:cubicBezTo>
                    <a:pt x="14288" y="14499"/>
                    <a:pt x="14332" y="14438"/>
                    <a:pt x="14376" y="14376"/>
                  </a:cubicBezTo>
                  <a:lnTo>
                    <a:pt x="10881" y="10881"/>
                  </a:lnTo>
                  <a:lnTo>
                    <a:pt x="10854" y="10854"/>
                  </a:lnTo>
                  <a:lnTo>
                    <a:pt x="10827" y="10827"/>
                  </a:lnTo>
                  <a:lnTo>
                    <a:pt x="3080" y="3080"/>
                  </a:lnTo>
                  <a:lnTo>
                    <a:pt x="3052" y="3052"/>
                  </a:lnTo>
                  <a:lnTo>
                    <a:pt x="3025" y="30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4899375" y="3113900"/>
              <a:ext cx="115000" cy="115000"/>
            </a:xfrm>
            <a:custGeom>
              <a:rect b="b" l="l" r="r" t="t"/>
              <a:pathLst>
                <a:path extrusionOk="0" h="4600" w="4600">
                  <a:moveTo>
                    <a:pt x="1" y="0"/>
                  </a:moveTo>
                  <a:lnTo>
                    <a:pt x="4" y="314"/>
                  </a:lnTo>
                  <a:lnTo>
                    <a:pt x="3568" y="3878"/>
                  </a:lnTo>
                  <a:lnTo>
                    <a:pt x="3595" y="3905"/>
                  </a:lnTo>
                  <a:lnTo>
                    <a:pt x="3622" y="3931"/>
                  </a:lnTo>
                  <a:lnTo>
                    <a:pt x="4266" y="4576"/>
                  </a:lnTo>
                  <a:cubicBezTo>
                    <a:pt x="4378" y="4586"/>
                    <a:pt x="4491" y="4593"/>
                    <a:pt x="4600" y="4599"/>
                  </a:cubicBezTo>
                  <a:lnTo>
                    <a:pt x="3779" y="3779"/>
                  </a:lnTo>
                  <a:lnTo>
                    <a:pt x="3752" y="3751"/>
                  </a:lnTo>
                  <a:lnTo>
                    <a:pt x="3724" y="37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4899225" y="3074625"/>
              <a:ext cx="154075" cy="154625"/>
            </a:xfrm>
            <a:custGeom>
              <a:rect b="b" l="l" r="r" t="t"/>
              <a:pathLst>
                <a:path extrusionOk="0" h="6185" w="6163">
                  <a:moveTo>
                    <a:pt x="0" y="1"/>
                  </a:moveTo>
                  <a:lnTo>
                    <a:pt x="0" y="318"/>
                  </a:lnTo>
                  <a:lnTo>
                    <a:pt x="4354" y="4672"/>
                  </a:lnTo>
                  <a:lnTo>
                    <a:pt x="4381" y="4699"/>
                  </a:lnTo>
                  <a:lnTo>
                    <a:pt x="5870" y="6184"/>
                  </a:lnTo>
                  <a:cubicBezTo>
                    <a:pt x="5969" y="6180"/>
                    <a:pt x="6064" y="6174"/>
                    <a:pt x="6163" y="6167"/>
                  </a:cubicBezTo>
                  <a:lnTo>
                    <a:pt x="4565" y="4570"/>
                  </a:lnTo>
                  <a:lnTo>
                    <a:pt x="4538" y="454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5198925" y="2485200"/>
              <a:ext cx="135175" cy="131750"/>
            </a:xfrm>
            <a:custGeom>
              <a:rect b="b" l="l" r="r" t="t"/>
              <a:pathLst>
                <a:path extrusionOk="0" h="5270" w="5407">
                  <a:moveTo>
                    <a:pt x="0" y="0"/>
                  </a:moveTo>
                  <a:lnTo>
                    <a:pt x="2508" y="2507"/>
                  </a:lnTo>
                  <a:lnTo>
                    <a:pt x="2535" y="2535"/>
                  </a:lnTo>
                  <a:lnTo>
                    <a:pt x="2562" y="2562"/>
                  </a:lnTo>
                  <a:lnTo>
                    <a:pt x="5270" y="5270"/>
                  </a:lnTo>
                  <a:cubicBezTo>
                    <a:pt x="5315" y="5213"/>
                    <a:pt x="5363" y="5155"/>
                    <a:pt x="5407" y="5093"/>
                  </a:cubicBezTo>
                  <a:lnTo>
                    <a:pt x="2715" y="2405"/>
                  </a:lnTo>
                  <a:lnTo>
                    <a:pt x="2688" y="2378"/>
                  </a:lnTo>
                  <a:lnTo>
                    <a:pt x="2661" y="235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>
              <a:off x="5159925" y="2485200"/>
              <a:ext cx="156300" cy="152550"/>
            </a:xfrm>
            <a:custGeom>
              <a:rect b="b" l="l" r="r" t="t"/>
              <a:pathLst>
                <a:path extrusionOk="0" h="6102" w="6252">
                  <a:moveTo>
                    <a:pt x="0" y="0"/>
                  </a:moveTo>
                  <a:lnTo>
                    <a:pt x="3288" y="3287"/>
                  </a:lnTo>
                  <a:lnTo>
                    <a:pt x="3315" y="3315"/>
                  </a:lnTo>
                  <a:lnTo>
                    <a:pt x="6101" y="6101"/>
                  </a:lnTo>
                  <a:cubicBezTo>
                    <a:pt x="6153" y="6047"/>
                    <a:pt x="6203" y="5996"/>
                    <a:pt x="6252" y="5941"/>
                  </a:cubicBezTo>
                  <a:lnTo>
                    <a:pt x="3495" y="3185"/>
                  </a:lnTo>
                  <a:lnTo>
                    <a:pt x="3468" y="3158"/>
                  </a:lnTo>
                  <a:lnTo>
                    <a:pt x="3441" y="313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>
              <a:off x="5003900" y="2485200"/>
              <a:ext cx="246225" cy="244175"/>
            </a:xfrm>
            <a:custGeom>
              <a:rect b="b" l="l" r="r" t="t"/>
              <a:pathLst>
                <a:path extrusionOk="0" h="9767" w="9849">
                  <a:moveTo>
                    <a:pt x="0" y="0"/>
                  </a:moveTo>
                  <a:lnTo>
                    <a:pt x="6435" y="6432"/>
                  </a:lnTo>
                  <a:lnTo>
                    <a:pt x="6463" y="6460"/>
                  </a:lnTo>
                  <a:lnTo>
                    <a:pt x="9771" y="9767"/>
                  </a:lnTo>
                  <a:cubicBezTo>
                    <a:pt x="9791" y="9689"/>
                    <a:pt x="9821" y="9611"/>
                    <a:pt x="9848" y="9535"/>
                  </a:cubicBezTo>
                  <a:lnTo>
                    <a:pt x="6592" y="6279"/>
                  </a:lnTo>
                  <a:lnTo>
                    <a:pt x="6565" y="625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4898450" y="2956950"/>
              <a:ext cx="249900" cy="252175"/>
            </a:xfrm>
            <a:custGeom>
              <a:rect b="b" l="l" r="r" t="t"/>
              <a:pathLst>
                <a:path extrusionOk="0" h="10087" w="9996">
                  <a:moveTo>
                    <a:pt x="0" y="0"/>
                  </a:moveTo>
                  <a:lnTo>
                    <a:pt x="4" y="316"/>
                  </a:lnTo>
                  <a:lnTo>
                    <a:pt x="6753" y="7065"/>
                  </a:lnTo>
                  <a:lnTo>
                    <a:pt x="6780" y="7093"/>
                  </a:lnTo>
                  <a:lnTo>
                    <a:pt x="9774" y="10087"/>
                  </a:lnTo>
                  <a:cubicBezTo>
                    <a:pt x="9849" y="10057"/>
                    <a:pt x="9921" y="10026"/>
                    <a:pt x="9996" y="9995"/>
                  </a:cubicBezTo>
                  <a:lnTo>
                    <a:pt x="6909" y="6909"/>
                  </a:lnTo>
                  <a:lnTo>
                    <a:pt x="6882" y="68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4896825" y="2682350"/>
              <a:ext cx="387800" cy="393175"/>
            </a:xfrm>
            <a:custGeom>
              <a:rect b="b" l="l" r="r" t="t"/>
              <a:pathLst>
                <a:path extrusionOk="0" h="15727" w="15512">
                  <a:moveTo>
                    <a:pt x="1" y="0"/>
                  </a:moveTo>
                  <a:lnTo>
                    <a:pt x="4" y="314"/>
                  </a:lnTo>
                  <a:lnTo>
                    <a:pt x="4450" y="4760"/>
                  </a:lnTo>
                  <a:lnTo>
                    <a:pt x="4477" y="4787"/>
                  </a:lnTo>
                  <a:lnTo>
                    <a:pt x="12279" y="12588"/>
                  </a:lnTo>
                  <a:lnTo>
                    <a:pt x="12306" y="12616"/>
                  </a:lnTo>
                  <a:lnTo>
                    <a:pt x="15416" y="15726"/>
                  </a:lnTo>
                  <a:cubicBezTo>
                    <a:pt x="15450" y="15654"/>
                    <a:pt x="15480" y="15583"/>
                    <a:pt x="15512" y="15511"/>
                  </a:cubicBezTo>
                  <a:lnTo>
                    <a:pt x="12435" y="12432"/>
                  </a:lnTo>
                  <a:lnTo>
                    <a:pt x="12408" y="12404"/>
                  </a:lnTo>
                  <a:lnTo>
                    <a:pt x="4661" y="4657"/>
                  </a:lnTo>
                  <a:lnTo>
                    <a:pt x="4634" y="46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4899900" y="3192325"/>
              <a:ext cx="14925" cy="15025"/>
            </a:xfrm>
            <a:custGeom>
              <a:rect b="b" l="l" r="r" t="t"/>
              <a:pathLst>
                <a:path extrusionOk="0" h="601" w="597">
                  <a:moveTo>
                    <a:pt x="0" y="1"/>
                  </a:moveTo>
                  <a:lnTo>
                    <a:pt x="0" y="315"/>
                  </a:lnTo>
                  <a:lnTo>
                    <a:pt x="65" y="382"/>
                  </a:lnTo>
                  <a:cubicBezTo>
                    <a:pt x="242" y="458"/>
                    <a:pt x="420" y="532"/>
                    <a:pt x="596" y="60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4899650" y="3153175"/>
              <a:ext cx="70125" cy="70100"/>
            </a:xfrm>
            <a:custGeom>
              <a:rect b="b" l="l" r="r" t="t"/>
              <a:pathLst>
                <a:path extrusionOk="0" h="2804" w="2805">
                  <a:moveTo>
                    <a:pt x="0" y="0"/>
                  </a:moveTo>
                  <a:lnTo>
                    <a:pt x="0" y="313"/>
                  </a:lnTo>
                  <a:lnTo>
                    <a:pt x="2405" y="2715"/>
                  </a:lnTo>
                  <a:cubicBezTo>
                    <a:pt x="2538" y="2746"/>
                    <a:pt x="2671" y="2777"/>
                    <a:pt x="2804" y="280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5276925" y="2485200"/>
              <a:ext cx="83325" cy="81775"/>
            </a:xfrm>
            <a:custGeom>
              <a:rect b="b" l="l" r="r" t="t"/>
              <a:pathLst>
                <a:path extrusionOk="0" h="3271" w="3333">
                  <a:moveTo>
                    <a:pt x="1" y="0"/>
                  </a:moveTo>
                  <a:lnTo>
                    <a:pt x="975" y="974"/>
                  </a:lnTo>
                  <a:lnTo>
                    <a:pt x="1002" y="1002"/>
                  </a:lnTo>
                  <a:lnTo>
                    <a:pt x="3271" y="3271"/>
                  </a:lnTo>
                  <a:cubicBezTo>
                    <a:pt x="3295" y="3189"/>
                    <a:pt x="3315" y="3103"/>
                    <a:pt x="3333" y="3021"/>
                  </a:cubicBezTo>
                  <a:lnTo>
                    <a:pt x="1128" y="818"/>
                  </a:lnTo>
                  <a:lnTo>
                    <a:pt x="1101" y="79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5237925" y="2485200"/>
              <a:ext cx="111600" cy="108875"/>
            </a:xfrm>
            <a:custGeom>
              <a:rect b="b" l="l" r="r" t="t"/>
              <a:pathLst>
                <a:path extrusionOk="0" h="4355" w="4464">
                  <a:moveTo>
                    <a:pt x="1" y="0"/>
                  </a:moveTo>
                  <a:lnTo>
                    <a:pt x="1755" y="1754"/>
                  </a:lnTo>
                  <a:lnTo>
                    <a:pt x="1782" y="1782"/>
                  </a:lnTo>
                  <a:lnTo>
                    <a:pt x="4355" y="4354"/>
                  </a:lnTo>
                  <a:cubicBezTo>
                    <a:pt x="4391" y="4285"/>
                    <a:pt x="4426" y="4218"/>
                    <a:pt x="4463" y="4150"/>
                  </a:cubicBezTo>
                  <a:lnTo>
                    <a:pt x="1908" y="1598"/>
                  </a:lnTo>
                  <a:lnTo>
                    <a:pt x="1885" y="1570"/>
                  </a:lnTo>
                  <a:lnTo>
                    <a:pt x="1881" y="157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5120925" y="2485200"/>
              <a:ext cx="176475" cy="172750"/>
            </a:xfrm>
            <a:custGeom>
              <a:rect b="b" l="l" r="r" t="t"/>
              <a:pathLst>
                <a:path extrusionOk="0" h="6910" w="7059">
                  <a:moveTo>
                    <a:pt x="0" y="0"/>
                  </a:moveTo>
                  <a:lnTo>
                    <a:pt x="4068" y="4068"/>
                  </a:lnTo>
                  <a:lnTo>
                    <a:pt x="4095" y="4092"/>
                  </a:lnTo>
                  <a:lnTo>
                    <a:pt x="4122" y="4119"/>
                  </a:lnTo>
                  <a:lnTo>
                    <a:pt x="6909" y="6909"/>
                  </a:lnTo>
                  <a:cubicBezTo>
                    <a:pt x="6960" y="6854"/>
                    <a:pt x="7011" y="6800"/>
                    <a:pt x="7059" y="6746"/>
                  </a:cubicBezTo>
                  <a:lnTo>
                    <a:pt x="4275" y="3966"/>
                  </a:lnTo>
                  <a:lnTo>
                    <a:pt x="4248" y="3938"/>
                  </a:lnTo>
                  <a:lnTo>
                    <a:pt x="4224" y="391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4964875" y="2485200"/>
              <a:ext cx="279450" cy="279450"/>
            </a:xfrm>
            <a:custGeom>
              <a:rect b="b" l="l" r="r" t="t"/>
              <a:pathLst>
                <a:path extrusionOk="0" h="11178" w="11178">
                  <a:moveTo>
                    <a:pt x="0" y="0"/>
                  </a:moveTo>
                  <a:lnTo>
                    <a:pt x="7189" y="7185"/>
                  </a:lnTo>
                  <a:lnTo>
                    <a:pt x="7216" y="7212"/>
                  </a:lnTo>
                  <a:lnTo>
                    <a:pt x="7244" y="7240"/>
                  </a:lnTo>
                  <a:lnTo>
                    <a:pt x="11178" y="11177"/>
                  </a:lnTo>
                  <a:cubicBezTo>
                    <a:pt x="11175" y="11072"/>
                    <a:pt x="11175" y="10966"/>
                    <a:pt x="11178" y="10861"/>
                  </a:cubicBezTo>
                  <a:lnTo>
                    <a:pt x="7400" y="7086"/>
                  </a:lnTo>
                  <a:lnTo>
                    <a:pt x="7373" y="7059"/>
                  </a:lnTo>
                  <a:lnTo>
                    <a:pt x="7346" y="7032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5042900" y="2485200"/>
              <a:ext cx="219750" cy="216850"/>
            </a:xfrm>
            <a:custGeom>
              <a:rect b="b" l="l" r="r" t="t"/>
              <a:pathLst>
                <a:path extrusionOk="0" h="8674" w="8790">
                  <a:moveTo>
                    <a:pt x="0" y="0"/>
                  </a:moveTo>
                  <a:lnTo>
                    <a:pt x="5628" y="5625"/>
                  </a:lnTo>
                  <a:lnTo>
                    <a:pt x="5656" y="5652"/>
                  </a:lnTo>
                  <a:lnTo>
                    <a:pt x="5683" y="5679"/>
                  </a:lnTo>
                  <a:lnTo>
                    <a:pt x="8677" y="8674"/>
                  </a:lnTo>
                  <a:cubicBezTo>
                    <a:pt x="8714" y="8609"/>
                    <a:pt x="8749" y="8540"/>
                    <a:pt x="8790" y="8476"/>
                  </a:cubicBezTo>
                  <a:lnTo>
                    <a:pt x="5840" y="5526"/>
                  </a:lnTo>
                  <a:lnTo>
                    <a:pt x="5812" y="5499"/>
                  </a:lnTo>
                  <a:lnTo>
                    <a:pt x="5785" y="547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4895975" y="2525375"/>
              <a:ext cx="403625" cy="411475"/>
            </a:xfrm>
            <a:custGeom>
              <a:rect b="b" l="l" r="r" t="t"/>
              <a:pathLst>
                <a:path extrusionOk="0" h="16459" w="16145">
                  <a:moveTo>
                    <a:pt x="0" y="1"/>
                  </a:moveTo>
                  <a:lnTo>
                    <a:pt x="0" y="32"/>
                  </a:lnTo>
                  <a:lnTo>
                    <a:pt x="0" y="318"/>
                  </a:lnTo>
                  <a:lnTo>
                    <a:pt x="7604" y="7919"/>
                  </a:lnTo>
                  <a:lnTo>
                    <a:pt x="7632" y="7946"/>
                  </a:lnTo>
                  <a:lnTo>
                    <a:pt x="7659" y="7973"/>
                  </a:lnTo>
                  <a:lnTo>
                    <a:pt x="15406" y="15719"/>
                  </a:lnTo>
                  <a:lnTo>
                    <a:pt x="15433" y="15747"/>
                  </a:lnTo>
                  <a:lnTo>
                    <a:pt x="15460" y="15774"/>
                  </a:lnTo>
                  <a:lnTo>
                    <a:pt x="16145" y="16458"/>
                  </a:lnTo>
                  <a:cubicBezTo>
                    <a:pt x="16118" y="16326"/>
                    <a:pt x="16087" y="16189"/>
                    <a:pt x="16053" y="16057"/>
                  </a:cubicBezTo>
                  <a:lnTo>
                    <a:pt x="15613" y="15617"/>
                  </a:lnTo>
                  <a:lnTo>
                    <a:pt x="15586" y="15590"/>
                  </a:lnTo>
                  <a:lnTo>
                    <a:pt x="15559" y="15563"/>
                  </a:lnTo>
                  <a:lnTo>
                    <a:pt x="7816" y="7816"/>
                  </a:lnTo>
                  <a:lnTo>
                    <a:pt x="7788" y="7789"/>
                  </a:lnTo>
                  <a:lnTo>
                    <a:pt x="7761" y="7762"/>
                  </a:lnTo>
                  <a:lnTo>
                    <a:pt x="14" y="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5081900" y="2485200"/>
              <a:ext cx="197175" cy="193700"/>
            </a:xfrm>
            <a:custGeom>
              <a:rect b="b" l="l" r="r" t="t"/>
              <a:pathLst>
                <a:path extrusionOk="0" h="7748" w="7887">
                  <a:moveTo>
                    <a:pt x="0" y="0"/>
                  </a:moveTo>
                  <a:lnTo>
                    <a:pt x="4848" y="4845"/>
                  </a:lnTo>
                  <a:lnTo>
                    <a:pt x="4876" y="4872"/>
                  </a:lnTo>
                  <a:lnTo>
                    <a:pt x="4903" y="4899"/>
                  </a:lnTo>
                  <a:lnTo>
                    <a:pt x="7747" y="7747"/>
                  </a:lnTo>
                  <a:cubicBezTo>
                    <a:pt x="7795" y="7689"/>
                    <a:pt x="7840" y="7631"/>
                    <a:pt x="7887" y="7573"/>
                  </a:cubicBezTo>
                  <a:lnTo>
                    <a:pt x="5056" y="4746"/>
                  </a:lnTo>
                  <a:lnTo>
                    <a:pt x="5032" y="4718"/>
                  </a:lnTo>
                  <a:lnTo>
                    <a:pt x="5005" y="469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4895725" y="2486225"/>
              <a:ext cx="384475" cy="392300"/>
            </a:xfrm>
            <a:custGeom>
              <a:rect b="b" l="l" r="r" t="t"/>
              <a:pathLst>
                <a:path extrusionOk="0" h="15692" w="15379">
                  <a:moveTo>
                    <a:pt x="1" y="0"/>
                  </a:moveTo>
                  <a:lnTo>
                    <a:pt x="4" y="313"/>
                  </a:lnTo>
                  <a:lnTo>
                    <a:pt x="620" y="933"/>
                  </a:lnTo>
                  <a:lnTo>
                    <a:pt x="648" y="961"/>
                  </a:lnTo>
                  <a:lnTo>
                    <a:pt x="8395" y="8704"/>
                  </a:lnTo>
                  <a:lnTo>
                    <a:pt x="8422" y="8732"/>
                  </a:lnTo>
                  <a:lnTo>
                    <a:pt x="8449" y="8759"/>
                  </a:lnTo>
                  <a:lnTo>
                    <a:pt x="15378" y="15691"/>
                  </a:lnTo>
                  <a:cubicBezTo>
                    <a:pt x="15300" y="15507"/>
                    <a:pt x="15222" y="15323"/>
                    <a:pt x="15140" y="15139"/>
                  </a:cubicBezTo>
                  <a:lnTo>
                    <a:pt x="8606" y="8602"/>
                  </a:lnTo>
                  <a:lnTo>
                    <a:pt x="8579" y="8578"/>
                  </a:lnTo>
                  <a:lnTo>
                    <a:pt x="8551" y="8551"/>
                  </a:lnTo>
                  <a:lnTo>
                    <a:pt x="804" y="804"/>
                  </a:lnTo>
                  <a:lnTo>
                    <a:pt x="777" y="777"/>
                  </a:lnTo>
                  <a:lnTo>
                    <a:pt x="750" y="74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4925875" y="2485200"/>
              <a:ext cx="327650" cy="327575"/>
            </a:xfrm>
            <a:custGeom>
              <a:rect b="b" l="l" r="r" t="t"/>
              <a:pathLst>
                <a:path extrusionOk="0" h="13103" w="13106">
                  <a:moveTo>
                    <a:pt x="0" y="0"/>
                  </a:moveTo>
                  <a:lnTo>
                    <a:pt x="167" y="167"/>
                  </a:lnTo>
                  <a:lnTo>
                    <a:pt x="194" y="194"/>
                  </a:lnTo>
                  <a:lnTo>
                    <a:pt x="222" y="221"/>
                  </a:lnTo>
                  <a:lnTo>
                    <a:pt x="7969" y="7965"/>
                  </a:lnTo>
                  <a:lnTo>
                    <a:pt x="7996" y="7993"/>
                  </a:lnTo>
                  <a:lnTo>
                    <a:pt x="13106" y="13103"/>
                  </a:lnTo>
                  <a:cubicBezTo>
                    <a:pt x="13059" y="12955"/>
                    <a:pt x="13018" y="12809"/>
                    <a:pt x="12977" y="12663"/>
                  </a:cubicBezTo>
                  <a:lnTo>
                    <a:pt x="8180" y="7866"/>
                  </a:lnTo>
                  <a:lnTo>
                    <a:pt x="8153" y="7839"/>
                  </a:lnTo>
                  <a:lnTo>
                    <a:pt x="378" y="65"/>
                  </a:lnTo>
                  <a:lnTo>
                    <a:pt x="351" y="37"/>
                  </a:lnTo>
                  <a:lnTo>
                    <a:pt x="324" y="10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rgbClr val="FFFFFF"/>
        </a:solid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"/>
          <p:cNvSpPr txBox="1"/>
          <p:nvPr>
            <p:ph type="title"/>
          </p:nvPr>
        </p:nvSpPr>
        <p:spPr>
          <a:xfrm>
            <a:off x="912058" y="50427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8" name="Google Shape;88;p4"/>
          <p:cNvSpPr txBox="1"/>
          <p:nvPr>
            <p:ph idx="1" type="body"/>
          </p:nvPr>
        </p:nvSpPr>
        <p:spPr>
          <a:xfrm>
            <a:off x="914400" y="1281475"/>
            <a:ext cx="7299900" cy="314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lphaLcPeriod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romanLcPeriod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lphaLcPeriod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romanLcPeriod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lphaLcPeriod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AutoNum type="romanLcPeriod"/>
              <a:defRPr/>
            </a:lvl9pPr>
          </a:lstStyle>
          <a:p/>
        </p:txBody>
      </p:sp>
      <p:sp>
        <p:nvSpPr>
          <p:cNvPr id="89" name="Google Shape;89;p4"/>
          <p:cNvSpPr/>
          <p:nvPr/>
        </p:nvSpPr>
        <p:spPr>
          <a:xfrm>
            <a:off x="3640916" y="4939133"/>
            <a:ext cx="3036" cy="2077"/>
          </a:xfrm>
          <a:custGeom>
            <a:rect b="b" l="l" r="r" t="t"/>
            <a:pathLst>
              <a:path extrusionOk="0" h="39" w="39">
                <a:moveTo>
                  <a:pt x="39" y="38"/>
                </a:moveTo>
                <a:lnTo>
                  <a:pt x="39" y="38"/>
                </a:ln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" name="Google Shape;90;p4"/>
          <p:cNvGrpSpPr/>
          <p:nvPr/>
        </p:nvGrpSpPr>
        <p:grpSpPr>
          <a:xfrm>
            <a:off x="6843884" y="-426174"/>
            <a:ext cx="2501000" cy="1673624"/>
            <a:chOff x="6843884" y="-426174"/>
            <a:chExt cx="2501000" cy="1673624"/>
          </a:xfrm>
        </p:grpSpPr>
        <p:sp>
          <p:nvSpPr>
            <p:cNvPr id="91" name="Google Shape;91;p4"/>
            <p:cNvSpPr/>
            <p:nvPr/>
          </p:nvSpPr>
          <p:spPr>
            <a:xfrm>
              <a:off x="7667903" y="-136207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2" name="Google Shape;9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843884" y="-426174"/>
              <a:ext cx="2501000" cy="138365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3" name="Google Shape;93;p4"/>
          <p:cNvGrpSpPr/>
          <p:nvPr/>
        </p:nvGrpSpPr>
        <p:grpSpPr>
          <a:xfrm>
            <a:off x="-65294" y="2635223"/>
            <a:ext cx="4507248" cy="2851689"/>
            <a:chOff x="-65294" y="2635223"/>
            <a:chExt cx="4507248" cy="2851689"/>
          </a:xfrm>
        </p:grpSpPr>
        <p:sp>
          <p:nvSpPr>
            <p:cNvPr id="94" name="Google Shape;94;p4"/>
            <p:cNvSpPr/>
            <p:nvPr/>
          </p:nvSpPr>
          <p:spPr>
            <a:xfrm>
              <a:off x="-37819" y="3229639"/>
              <a:ext cx="642083" cy="720261"/>
            </a:xfrm>
            <a:custGeom>
              <a:rect b="b" l="l" r="r" t="t"/>
              <a:pathLst>
                <a:path extrusionOk="0" h="13525" w="8249">
                  <a:moveTo>
                    <a:pt x="1" y="1"/>
                  </a:moveTo>
                  <a:lnTo>
                    <a:pt x="1" y="13149"/>
                  </a:lnTo>
                  <a:cubicBezTo>
                    <a:pt x="904" y="13390"/>
                    <a:pt x="1832" y="13525"/>
                    <a:pt x="2764" y="13525"/>
                  </a:cubicBezTo>
                  <a:cubicBezTo>
                    <a:pt x="2962" y="13525"/>
                    <a:pt x="3161" y="13519"/>
                    <a:pt x="3359" y="13506"/>
                  </a:cubicBezTo>
                  <a:cubicBezTo>
                    <a:pt x="4938" y="13408"/>
                    <a:pt x="6513" y="12870"/>
                    <a:pt x="7795" y="11950"/>
                  </a:cubicBezTo>
                  <a:cubicBezTo>
                    <a:pt x="8032" y="10960"/>
                    <a:pt x="8211" y="9965"/>
                    <a:pt x="8220" y="8961"/>
                  </a:cubicBezTo>
                  <a:cubicBezTo>
                    <a:pt x="8248" y="6263"/>
                    <a:pt x="6970" y="3580"/>
                    <a:pt x="4858" y="1896"/>
                  </a:cubicBezTo>
                  <a:cubicBezTo>
                    <a:pt x="3476" y="797"/>
                    <a:pt x="1760" y="14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4"/>
            <p:cNvSpPr/>
            <p:nvPr/>
          </p:nvSpPr>
          <p:spPr>
            <a:xfrm>
              <a:off x="-37819" y="3866020"/>
              <a:ext cx="2675357" cy="1620893"/>
            </a:xfrm>
            <a:custGeom>
              <a:rect b="b" l="l" r="r" t="t"/>
              <a:pathLst>
                <a:path extrusionOk="0" h="30437" w="34371">
                  <a:moveTo>
                    <a:pt x="7795" y="0"/>
                  </a:moveTo>
                  <a:lnTo>
                    <a:pt x="7795" y="0"/>
                  </a:lnTo>
                  <a:cubicBezTo>
                    <a:pt x="6513" y="920"/>
                    <a:pt x="4938" y="1458"/>
                    <a:pt x="3359" y="1556"/>
                  </a:cubicBezTo>
                  <a:cubicBezTo>
                    <a:pt x="3161" y="1569"/>
                    <a:pt x="2962" y="1575"/>
                    <a:pt x="2764" y="1575"/>
                  </a:cubicBezTo>
                  <a:cubicBezTo>
                    <a:pt x="1832" y="1575"/>
                    <a:pt x="904" y="1440"/>
                    <a:pt x="1" y="1199"/>
                  </a:cubicBezTo>
                  <a:lnTo>
                    <a:pt x="1" y="30437"/>
                  </a:lnTo>
                  <a:lnTo>
                    <a:pt x="33058" y="30437"/>
                  </a:lnTo>
                  <a:cubicBezTo>
                    <a:pt x="33441" y="29682"/>
                    <a:pt x="33737" y="28895"/>
                    <a:pt x="33874" y="28051"/>
                  </a:cubicBezTo>
                  <a:cubicBezTo>
                    <a:pt x="34370" y="24967"/>
                    <a:pt x="32507" y="21872"/>
                    <a:pt x="29965" y="20052"/>
                  </a:cubicBezTo>
                  <a:cubicBezTo>
                    <a:pt x="27419" y="18237"/>
                    <a:pt x="24297" y="17464"/>
                    <a:pt x="21231" y="16836"/>
                  </a:cubicBezTo>
                  <a:cubicBezTo>
                    <a:pt x="18166" y="16209"/>
                    <a:pt x="15030" y="15681"/>
                    <a:pt x="12248" y="14252"/>
                  </a:cubicBezTo>
                  <a:cubicBezTo>
                    <a:pt x="9465" y="12828"/>
                    <a:pt x="7037" y="10305"/>
                    <a:pt x="6622" y="7206"/>
                  </a:cubicBezTo>
                  <a:cubicBezTo>
                    <a:pt x="6296" y="4777"/>
                    <a:pt x="7216" y="2405"/>
                    <a:pt x="77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6" name="Google Shape;96;p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65294" y="2635223"/>
              <a:ext cx="429975" cy="125956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7" name="Google Shape;97;p4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716277" y="4757905"/>
              <a:ext cx="2725678" cy="43189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5"/>
          <p:cNvSpPr txBox="1"/>
          <p:nvPr>
            <p:ph type="ctrTitle"/>
          </p:nvPr>
        </p:nvSpPr>
        <p:spPr>
          <a:xfrm>
            <a:off x="6430548" y="2628993"/>
            <a:ext cx="1371600" cy="274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0" name="Google Shape;100;p5"/>
          <p:cNvSpPr txBox="1"/>
          <p:nvPr>
            <p:ph idx="1" type="subTitle"/>
          </p:nvPr>
        </p:nvSpPr>
        <p:spPr>
          <a:xfrm>
            <a:off x="5042950" y="3122523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1" name="Google Shape;101;p5"/>
          <p:cNvSpPr txBox="1"/>
          <p:nvPr>
            <p:ph idx="2" type="title"/>
          </p:nvPr>
        </p:nvSpPr>
        <p:spPr>
          <a:xfrm>
            <a:off x="914238" y="50714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2" name="Google Shape;102;p5"/>
          <p:cNvSpPr txBox="1"/>
          <p:nvPr>
            <p:ph idx="3" type="ctrTitle"/>
          </p:nvPr>
        </p:nvSpPr>
        <p:spPr>
          <a:xfrm>
            <a:off x="1221943" y="2628993"/>
            <a:ext cx="1371600" cy="274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3" name="Google Shape;103;p5"/>
          <p:cNvSpPr txBox="1"/>
          <p:nvPr>
            <p:ph idx="4" type="subTitle"/>
          </p:nvPr>
        </p:nvSpPr>
        <p:spPr>
          <a:xfrm>
            <a:off x="1359900" y="3118599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None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grpSp>
        <p:nvGrpSpPr>
          <p:cNvPr id="104" name="Google Shape;104;p5"/>
          <p:cNvGrpSpPr/>
          <p:nvPr/>
        </p:nvGrpSpPr>
        <p:grpSpPr>
          <a:xfrm>
            <a:off x="-720095" y="3263904"/>
            <a:ext cx="3539492" cy="2951122"/>
            <a:chOff x="-720095" y="3263904"/>
            <a:chExt cx="3539492" cy="2951122"/>
          </a:xfrm>
        </p:grpSpPr>
        <p:sp>
          <p:nvSpPr>
            <p:cNvPr id="105" name="Google Shape;105;p5"/>
            <p:cNvSpPr/>
            <p:nvPr/>
          </p:nvSpPr>
          <p:spPr>
            <a:xfrm flipH="1" rot="-4042627">
              <a:off x="-482993" y="3745959"/>
              <a:ext cx="1004486" cy="118336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5"/>
            <p:cNvSpPr/>
            <p:nvPr/>
          </p:nvSpPr>
          <p:spPr>
            <a:xfrm flipH="1" rot="-1422298">
              <a:off x="-289786" y="3599993"/>
              <a:ext cx="2150190" cy="2278942"/>
            </a:xfrm>
            <a:custGeom>
              <a:rect b="b" l="l" r="r" t="t"/>
              <a:pathLst>
                <a:path extrusionOk="0" h="44554" w="37180">
                  <a:moveTo>
                    <a:pt x="27786" y="0"/>
                  </a:moveTo>
                  <a:cubicBezTo>
                    <a:pt x="24969" y="3347"/>
                    <a:pt x="24958" y="8209"/>
                    <a:pt x="23557" y="12382"/>
                  </a:cubicBezTo>
                  <a:cubicBezTo>
                    <a:pt x="21980" y="17084"/>
                    <a:pt x="18515" y="21019"/>
                    <a:pt x="14327" y="23676"/>
                  </a:cubicBezTo>
                  <a:cubicBezTo>
                    <a:pt x="10400" y="26173"/>
                    <a:pt x="5653" y="27775"/>
                    <a:pt x="2944" y="31561"/>
                  </a:cubicBezTo>
                  <a:cubicBezTo>
                    <a:pt x="1949" y="32947"/>
                    <a:pt x="1294" y="34553"/>
                    <a:pt x="798" y="36188"/>
                  </a:cubicBezTo>
                  <a:cubicBezTo>
                    <a:pt x="336" y="37712"/>
                    <a:pt x="0" y="39289"/>
                    <a:pt x="38" y="40880"/>
                  </a:cubicBezTo>
                  <a:cubicBezTo>
                    <a:pt x="71" y="42154"/>
                    <a:pt x="347" y="43387"/>
                    <a:pt x="817" y="44553"/>
                  </a:cubicBezTo>
                  <a:lnTo>
                    <a:pt x="37179" y="44553"/>
                  </a:lnTo>
                  <a:lnTo>
                    <a:pt x="37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07" name="Google Shape;107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408555" y="4129802"/>
              <a:ext cx="3227952" cy="181572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08" name="Google Shape;108;p5"/>
          <p:cNvGrpSpPr/>
          <p:nvPr/>
        </p:nvGrpSpPr>
        <p:grpSpPr>
          <a:xfrm>
            <a:off x="6779002" y="-295280"/>
            <a:ext cx="3020946" cy="1248196"/>
            <a:chOff x="6779002" y="-295280"/>
            <a:chExt cx="3020946" cy="1248196"/>
          </a:xfrm>
        </p:grpSpPr>
        <p:sp>
          <p:nvSpPr>
            <p:cNvPr id="109" name="Google Shape;109;p5"/>
            <p:cNvSpPr/>
            <p:nvPr/>
          </p:nvSpPr>
          <p:spPr>
            <a:xfrm rot="-10552813">
              <a:off x="7265370" y="25277"/>
              <a:ext cx="2293577" cy="846344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" name="Google Shape;110;p5"/>
            <p:cNvGrpSpPr/>
            <p:nvPr/>
          </p:nvGrpSpPr>
          <p:grpSpPr>
            <a:xfrm flipH="1" rot="-10552854">
              <a:off x="6807262" y="-79993"/>
              <a:ext cx="2878776" cy="890349"/>
              <a:chOff x="3098100" y="3849750"/>
              <a:chExt cx="940775" cy="270425"/>
            </a:xfrm>
          </p:grpSpPr>
          <p:sp>
            <p:nvSpPr>
              <p:cNvPr id="111" name="Google Shape;111;p5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cap="flat" cmpd="sng" w="9525">
                <a:solidFill>
                  <a:schemeClr val="accent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5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cap="flat" cmpd="sng" w="9525">
                <a:solidFill>
                  <a:schemeClr val="accent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13" name="Google Shape;113;p5"/>
            <p:cNvPicPr preferRelativeResize="0"/>
            <p:nvPr/>
          </p:nvPicPr>
          <p:blipFill rotWithShape="1">
            <a:blip r:embed="rId2">
              <a:alphaModFix/>
            </a:blip>
            <a:srcRect b="0" l="0" r="67147" t="0"/>
            <a:stretch/>
          </p:blipFill>
          <p:spPr>
            <a:xfrm rot="-5400000">
              <a:off x="8361850" y="-672905"/>
              <a:ext cx="1060474" cy="1815723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6"/>
          <p:cNvSpPr txBox="1"/>
          <p:nvPr>
            <p:ph type="title"/>
          </p:nvPr>
        </p:nvSpPr>
        <p:spPr>
          <a:xfrm>
            <a:off x="914400" y="50547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16" name="Google Shape;116;p6"/>
          <p:cNvGrpSpPr/>
          <p:nvPr/>
        </p:nvGrpSpPr>
        <p:grpSpPr>
          <a:xfrm>
            <a:off x="-65294" y="2635223"/>
            <a:ext cx="4507248" cy="2851719"/>
            <a:chOff x="-65294" y="2635223"/>
            <a:chExt cx="4507248" cy="2851719"/>
          </a:xfrm>
        </p:grpSpPr>
        <p:sp>
          <p:nvSpPr>
            <p:cNvPr id="117" name="Google Shape;117;p6"/>
            <p:cNvSpPr/>
            <p:nvPr/>
          </p:nvSpPr>
          <p:spPr>
            <a:xfrm>
              <a:off x="-37819" y="3229639"/>
              <a:ext cx="642082" cy="720274"/>
            </a:xfrm>
            <a:custGeom>
              <a:rect b="b" l="l" r="r" t="t"/>
              <a:pathLst>
                <a:path extrusionOk="0" h="13525" w="8249">
                  <a:moveTo>
                    <a:pt x="1" y="1"/>
                  </a:moveTo>
                  <a:lnTo>
                    <a:pt x="1" y="13149"/>
                  </a:lnTo>
                  <a:cubicBezTo>
                    <a:pt x="904" y="13390"/>
                    <a:pt x="1832" y="13525"/>
                    <a:pt x="2764" y="13525"/>
                  </a:cubicBezTo>
                  <a:cubicBezTo>
                    <a:pt x="2962" y="13525"/>
                    <a:pt x="3161" y="13519"/>
                    <a:pt x="3359" y="13506"/>
                  </a:cubicBezTo>
                  <a:cubicBezTo>
                    <a:pt x="4938" y="13408"/>
                    <a:pt x="6513" y="12870"/>
                    <a:pt x="7795" y="11950"/>
                  </a:cubicBezTo>
                  <a:cubicBezTo>
                    <a:pt x="8032" y="10960"/>
                    <a:pt x="8211" y="9965"/>
                    <a:pt x="8220" y="8961"/>
                  </a:cubicBezTo>
                  <a:cubicBezTo>
                    <a:pt x="8248" y="6263"/>
                    <a:pt x="6970" y="3580"/>
                    <a:pt x="4858" y="1896"/>
                  </a:cubicBezTo>
                  <a:cubicBezTo>
                    <a:pt x="3476" y="797"/>
                    <a:pt x="1760" y="14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6"/>
            <p:cNvSpPr/>
            <p:nvPr/>
          </p:nvSpPr>
          <p:spPr>
            <a:xfrm>
              <a:off x="-37819" y="3866020"/>
              <a:ext cx="2675353" cy="1620922"/>
            </a:xfrm>
            <a:custGeom>
              <a:rect b="b" l="l" r="r" t="t"/>
              <a:pathLst>
                <a:path extrusionOk="0" h="30437" w="34371">
                  <a:moveTo>
                    <a:pt x="7795" y="0"/>
                  </a:moveTo>
                  <a:lnTo>
                    <a:pt x="7795" y="0"/>
                  </a:lnTo>
                  <a:cubicBezTo>
                    <a:pt x="6513" y="920"/>
                    <a:pt x="4938" y="1458"/>
                    <a:pt x="3359" y="1556"/>
                  </a:cubicBezTo>
                  <a:cubicBezTo>
                    <a:pt x="3161" y="1569"/>
                    <a:pt x="2962" y="1575"/>
                    <a:pt x="2764" y="1575"/>
                  </a:cubicBezTo>
                  <a:cubicBezTo>
                    <a:pt x="1832" y="1575"/>
                    <a:pt x="904" y="1440"/>
                    <a:pt x="1" y="1199"/>
                  </a:cubicBezTo>
                  <a:lnTo>
                    <a:pt x="1" y="30437"/>
                  </a:lnTo>
                  <a:lnTo>
                    <a:pt x="33058" y="30437"/>
                  </a:lnTo>
                  <a:cubicBezTo>
                    <a:pt x="33441" y="29682"/>
                    <a:pt x="33737" y="28895"/>
                    <a:pt x="33874" y="28051"/>
                  </a:cubicBezTo>
                  <a:cubicBezTo>
                    <a:pt x="34370" y="24967"/>
                    <a:pt x="32507" y="21872"/>
                    <a:pt x="29965" y="20052"/>
                  </a:cubicBezTo>
                  <a:cubicBezTo>
                    <a:pt x="27419" y="18237"/>
                    <a:pt x="24297" y="17464"/>
                    <a:pt x="21231" y="16836"/>
                  </a:cubicBezTo>
                  <a:cubicBezTo>
                    <a:pt x="18166" y="16209"/>
                    <a:pt x="15030" y="15681"/>
                    <a:pt x="12248" y="14252"/>
                  </a:cubicBezTo>
                  <a:cubicBezTo>
                    <a:pt x="9465" y="12828"/>
                    <a:pt x="7037" y="10305"/>
                    <a:pt x="6622" y="7206"/>
                  </a:cubicBezTo>
                  <a:cubicBezTo>
                    <a:pt x="6296" y="4777"/>
                    <a:pt x="7216" y="2405"/>
                    <a:pt x="77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9" name="Google Shape;119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65294" y="2635223"/>
              <a:ext cx="429975" cy="125956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0" name="Google Shape;120;p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716277" y="4757905"/>
              <a:ext cx="2725678" cy="4318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1" name="Google Shape;121;p6"/>
          <p:cNvGrpSpPr/>
          <p:nvPr/>
        </p:nvGrpSpPr>
        <p:grpSpPr>
          <a:xfrm>
            <a:off x="6920084" y="-349974"/>
            <a:ext cx="2501000" cy="1597424"/>
            <a:chOff x="6920084" y="-349974"/>
            <a:chExt cx="2501000" cy="1597424"/>
          </a:xfrm>
        </p:grpSpPr>
        <p:sp>
          <p:nvSpPr>
            <p:cNvPr id="122" name="Google Shape;122;p6"/>
            <p:cNvSpPr/>
            <p:nvPr/>
          </p:nvSpPr>
          <p:spPr>
            <a:xfrm>
              <a:off x="7667903" y="-136207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3" name="Google Shape;123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6920084" y="-349974"/>
              <a:ext cx="2501000" cy="138365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7"/>
          <p:cNvSpPr txBox="1"/>
          <p:nvPr>
            <p:ph type="title"/>
          </p:nvPr>
        </p:nvSpPr>
        <p:spPr>
          <a:xfrm>
            <a:off x="4572000" y="1697008"/>
            <a:ext cx="36609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6" name="Google Shape;126;p7"/>
          <p:cNvSpPr txBox="1"/>
          <p:nvPr>
            <p:ph idx="1" type="subTitle"/>
          </p:nvPr>
        </p:nvSpPr>
        <p:spPr>
          <a:xfrm>
            <a:off x="4573650" y="2589965"/>
            <a:ext cx="3657600" cy="18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27" name="Google Shape;127;p7"/>
          <p:cNvGrpSpPr/>
          <p:nvPr/>
        </p:nvGrpSpPr>
        <p:grpSpPr>
          <a:xfrm>
            <a:off x="-1204808" y="-74100"/>
            <a:ext cx="7231283" cy="5464048"/>
            <a:chOff x="-1204808" y="-74100"/>
            <a:chExt cx="7231283" cy="5464048"/>
          </a:xfrm>
        </p:grpSpPr>
        <p:sp>
          <p:nvSpPr>
            <p:cNvPr id="128" name="Google Shape;128;p7"/>
            <p:cNvSpPr/>
            <p:nvPr/>
          </p:nvSpPr>
          <p:spPr>
            <a:xfrm rot="10800000">
              <a:off x="4153341" y="4476950"/>
              <a:ext cx="1156796" cy="708608"/>
            </a:xfrm>
            <a:custGeom>
              <a:rect b="b" l="l" r="r" t="t"/>
              <a:pathLst>
                <a:path extrusionOk="0" h="8282" w="15223">
                  <a:moveTo>
                    <a:pt x="0" y="1"/>
                  </a:moveTo>
                  <a:cubicBezTo>
                    <a:pt x="1891" y="2425"/>
                    <a:pt x="4014" y="4641"/>
                    <a:pt x="6636" y="6221"/>
                  </a:cubicBezTo>
                  <a:cubicBezTo>
                    <a:pt x="8786" y="7515"/>
                    <a:pt x="11353" y="8281"/>
                    <a:pt x="13851" y="8281"/>
                  </a:cubicBezTo>
                  <a:cubicBezTo>
                    <a:pt x="14312" y="8281"/>
                    <a:pt x="14770" y="8255"/>
                    <a:pt x="15223" y="8202"/>
                  </a:cubicBezTo>
                  <a:cubicBezTo>
                    <a:pt x="14696" y="5500"/>
                    <a:pt x="14653" y="2713"/>
                    <a:pt x="15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7"/>
            <p:cNvSpPr/>
            <p:nvPr/>
          </p:nvSpPr>
          <p:spPr>
            <a:xfrm rot="10800000">
              <a:off x="395212" y="361343"/>
              <a:ext cx="3758237" cy="4824215"/>
            </a:xfrm>
            <a:custGeom>
              <a:rect b="b" l="l" r="r" t="t"/>
              <a:pathLst>
                <a:path extrusionOk="0" h="56384" w="49457">
                  <a:moveTo>
                    <a:pt x="26052" y="1"/>
                  </a:moveTo>
                  <a:cubicBezTo>
                    <a:pt x="26452" y="1670"/>
                    <a:pt x="26646" y="3363"/>
                    <a:pt x="26302" y="5033"/>
                  </a:cubicBezTo>
                  <a:cubicBezTo>
                    <a:pt x="25788" y="7540"/>
                    <a:pt x="23582" y="9869"/>
                    <a:pt x="21120" y="9869"/>
                  </a:cubicBezTo>
                  <a:cubicBezTo>
                    <a:pt x="20849" y="9869"/>
                    <a:pt x="20574" y="9841"/>
                    <a:pt x="20299" y="9782"/>
                  </a:cubicBezTo>
                  <a:cubicBezTo>
                    <a:pt x="18318" y="9357"/>
                    <a:pt x="16978" y="7566"/>
                    <a:pt x="15743" y="5957"/>
                  </a:cubicBezTo>
                  <a:cubicBezTo>
                    <a:pt x="14512" y="4345"/>
                    <a:pt x="12946" y="2661"/>
                    <a:pt x="10918" y="2610"/>
                  </a:cubicBezTo>
                  <a:cubicBezTo>
                    <a:pt x="10884" y="2609"/>
                    <a:pt x="10851" y="2608"/>
                    <a:pt x="10817" y="2608"/>
                  </a:cubicBezTo>
                  <a:cubicBezTo>
                    <a:pt x="8301" y="2608"/>
                    <a:pt x="6557" y="5052"/>
                    <a:pt x="4495" y="6523"/>
                  </a:cubicBezTo>
                  <a:cubicBezTo>
                    <a:pt x="3156" y="7481"/>
                    <a:pt x="1609" y="8014"/>
                    <a:pt x="1" y="8202"/>
                  </a:cubicBezTo>
                  <a:cubicBezTo>
                    <a:pt x="1307" y="14936"/>
                    <a:pt x="5566" y="21137"/>
                    <a:pt x="11645" y="24368"/>
                  </a:cubicBezTo>
                  <a:cubicBezTo>
                    <a:pt x="14611" y="25938"/>
                    <a:pt x="17888" y="26839"/>
                    <a:pt x="20906" y="28306"/>
                  </a:cubicBezTo>
                  <a:cubicBezTo>
                    <a:pt x="23929" y="29773"/>
                    <a:pt x="26816" y="31984"/>
                    <a:pt x="27952" y="35139"/>
                  </a:cubicBezTo>
                  <a:cubicBezTo>
                    <a:pt x="29456" y="39313"/>
                    <a:pt x="27580" y="44118"/>
                    <a:pt x="29014" y="48315"/>
                  </a:cubicBezTo>
                  <a:cubicBezTo>
                    <a:pt x="30163" y="51696"/>
                    <a:pt x="33276" y="54050"/>
                    <a:pt x="36534" y="55507"/>
                  </a:cubicBezTo>
                  <a:cubicBezTo>
                    <a:pt x="37276" y="55837"/>
                    <a:pt x="38034" y="56129"/>
                    <a:pt x="38804" y="56384"/>
                  </a:cubicBezTo>
                  <a:cubicBezTo>
                    <a:pt x="40256" y="54366"/>
                    <a:pt x="42058" y="52612"/>
                    <a:pt x="43741" y="50772"/>
                  </a:cubicBezTo>
                  <a:cubicBezTo>
                    <a:pt x="45645" y="48688"/>
                    <a:pt x="47443" y="46400"/>
                    <a:pt x="48277" y="43708"/>
                  </a:cubicBezTo>
                  <a:cubicBezTo>
                    <a:pt x="49456" y="39897"/>
                    <a:pt x="48551" y="35728"/>
                    <a:pt x="46985" y="32059"/>
                  </a:cubicBezTo>
                  <a:cubicBezTo>
                    <a:pt x="45419" y="28391"/>
                    <a:pt x="43207" y="25028"/>
                    <a:pt x="41614" y="21374"/>
                  </a:cubicBezTo>
                  <a:cubicBezTo>
                    <a:pt x="40015" y="17713"/>
                    <a:pt x="39048" y="13573"/>
                    <a:pt x="40138" y="9734"/>
                  </a:cubicBezTo>
                  <a:cubicBezTo>
                    <a:pt x="41397" y="5298"/>
                    <a:pt x="45151" y="2100"/>
                    <a:pt x="49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7"/>
            <p:cNvSpPr/>
            <p:nvPr/>
          </p:nvSpPr>
          <p:spPr>
            <a:xfrm rot="10800000">
              <a:off x="2128619" y="4341080"/>
              <a:ext cx="2068144" cy="844477"/>
            </a:xfrm>
            <a:custGeom>
              <a:rect b="b" l="l" r="r" t="t"/>
              <a:pathLst>
                <a:path extrusionOk="0" h="9870" w="27216">
                  <a:moveTo>
                    <a:pt x="501" y="1"/>
                  </a:moveTo>
                  <a:cubicBezTo>
                    <a:pt x="1" y="2713"/>
                    <a:pt x="44" y="5500"/>
                    <a:pt x="571" y="8202"/>
                  </a:cubicBezTo>
                  <a:cubicBezTo>
                    <a:pt x="2179" y="8014"/>
                    <a:pt x="3726" y="7481"/>
                    <a:pt x="5065" y="6523"/>
                  </a:cubicBezTo>
                  <a:cubicBezTo>
                    <a:pt x="7127" y="5052"/>
                    <a:pt x="8871" y="2608"/>
                    <a:pt x="11387" y="2608"/>
                  </a:cubicBezTo>
                  <a:cubicBezTo>
                    <a:pt x="11421" y="2608"/>
                    <a:pt x="11454" y="2609"/>
                    <a:pt x="11488" y="2610"/>
                  </a:cubicBezTo>
                  <a:cubicBezTo>
                    <a:pt x="13516" y="2661"/>
                    <a:pt x="15082" y="4345"/>
                    <a:pt x="16313" y="5957"/>
                  </a:cubicBezTo>
                  <a:cubicBezTo>
                    <a:pt x="17548" y="7566"/>
                    <a:pt x="18888" y="9357"/>
                    <a:pt x="20869" y="9782"/>
                  </a:cubicBezTo>
                  <a:cubicBezTo>
                    <a:pt x="21144" y="9841"/>
                    <a:pt x="21419" y="9869"/>
                    <a:pt x="21690" y="9869"/>
                  </a:cubicBezTo>
                  <a:cubicBezTo>
                    <a:pt x="24152" y="9869"/>
                    <a:pt x="26358" y="7540"/>
                    <a:pt x="26872" y="5033"/>
                  </a:cubicBezTo>
                  <a:cubicBezTo>
                    <a:pt x="27216" y="3363"/>
                    <a:pt x="27022" y="1670"/>
                    <a:pt x="26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7"/>
            <p:cNvSpPr/>
            <p:nvPr/>
          </p:nvSpPr>
          <p:spPr>
            <a:xfrm rot="10800000">
              <a:off x="2356486" y="-55043"/>
              <a:ext cx="2800232" cy="1123659"/>
            </a:xfrm>
            <a:custGeom>
              <a:rect b="b" l="l" r="r" t="t"/>
              <a:pathLst>
                <a:path extrusionOk="0" h="13133" w="36850">
                  <a:moveTo>
                    <a:pt x="14044" y="0"/>
                  </a:moveTo>
                  <a:cubicBezTo>
                    <a:pt x="12205" y="0"/>
                    <a:pt x="10289" y="657"/>
                    <a:pt x="8668" y="1584"/>
                  </a:cubicBezTo>
                  <a:cubicBezTo>
                    <a:pt x="4371" y="4041"/>
                    <a:pt x="1189" y="8337"/>
                    <a:pt x="0" y="13133"/>
                  </a:cubicBezTo>
                  <a:lnTo>
                    <a:pt x="36850" y="13133"/>
                  </a:lnTo>
                  <a:cubicBezTo>
                    <a:pt x="36845" y="12656"/>
                    <a:pt x="36812" y="12180"/>
                    <a:pt x="36680" y="11722"/>
                  </a:cubicBezTo>
                  <a:cubicBezTo>
                    <a:pt x="36001" y="9374"/>
                    <a:pt x="33171" y="8431"/>
                    <a:pt x="30733" y="8327"/>
                  </a:cubicBezTo>
                  <a:cubicBezTo>
                    <a:pt x="28290" y="8224"/>
                    <a:pt x="25678" y="8553"/>
                    <a:pt x="23555" y="7341"/>
                  </a:cubicBezTo>
                  <a:cubicBezTo>
                    <a:pt x="20919" y="5837"/>
                    <a:pt x="19882" y="2400"/>
                    <a:pt x="17278" y="843"/>
                  </a:cubicBezTo>
                  <a:cubicBezTo>
                    <a:pt x="16288" y="251"/>
                    <a:pt x="15181" y="0"/>
                    <a:pt x="140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 rot="10800000">
              <a:off x="-764693" y="248660"/>
              <a:ext cx="1969585" cy="4936898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 rot="10800000">
              <a:off x="2068004" y="-55044"/>
              <a:ext cx="3958471" cy="1281175"/>
            </a:xfrm>
            <a:custGeom>
              <a:rect b="b" l="l" r="r" t="t"/>
              <a:pathLst>
                <a:path extrusionOk="0" h="14974" w="52092">
                  <a:moveTo>
                    <a:pt x="10073" y="5769"/>
                  </a:moveTo>
                  <a:cubicBezTo>
                    <a:pt x="7479" y="5769"/>
                    <a:pt x="4891" y="6731"/>
                    <a:pt x="3028" y="8466"/>
                  </a:cubicBezTo>
                  <a:cubicBezTo>
                    <a:pt x="1213" y="10159"/>
                    <a:pt x="137" y="12540"/>
                    <a:pt x="0" y="14974"/>
                  </a:cubicBezTo>
                  <a:lnTo>
                    <a:pt x="11446" y="14974"/>
                  </a:lnTo>
                  <a:cubicBezTo>
                    <a:pt x="12158" y="12102"/>
                    <a:pt x="13582" y="9408"/>
                    <a:pt x="15534" y="7183"/>
                  </a:cubicBezTo>
                  <a:cubicBezTo>
                    <a:pt x="14502" y="6711"/>
                    <a:pt x="13450" y="6278"/>
                    <a:pt x="12337" y="6023"/>
                  </a:cubicBezTo>
                  <a:cubicBezTo>
                    <a:pt x="11597" y="5853"/>
                    <a:pt x="10833" y="5769"/>
                    <a:pt x="10073" y="5769"/>
                  </a:cubicBezTo>
                  <a:close/>
                  <a:moveTo>
                    <a:pt x="45074" y="1"/>
                  </a:moveTo>
                  <a:cubicBezTo>
                    <a:pt x="43566" y="1"/>
                    <a:pt x="41995" y="486"/>
                    <a:pt x="40619" y="1128"/>
                  </a:cubicBezTo>
                  <a:cubicBezTo>
                    <a:pt x="37595" y="2533"/>
                    <a:pt x="34973" y="4604"/>
                    <a:pt x="32144" y="6344"/>
                  </a:cubicBezTo>
                  <a:cubicBezTo>
                    <a:pt x="32964" y="7452"/>
                    <a:pt x="33822" y="8509"/>
                    <a:pt x="35001" y="9182"/>
                  </a:cubicBezTo>
                  <a:cubicBezTo>
                    <a:pt x="37124" y="10394"/>
                    <a:pt x="39736" y="10065"/>
                    <a:pt x="42179" y="10168"/>
                  </a:cubicBezTo>
                  <a:cubicBezTo>
                    <a:pt x="44617" y="10272"/>
                    <a:pt x="47447" y="11215"/>
                    <a:pt x="48126" y="13563"/>
                  </a:cubicBezTo>
                  <a:cubicBezTo>
                    <a:pt x="48258" y="14021"/>
                    <a:pt x="48291" y="14497"/>
                    <a:pt x="48296" y="14974"/>
                  </a:cubicBezTo>
                  <a:lnTo>
                    <a:pt x="51884" y="14974"/>
                  </a:lnTo>
                  <a:cubicBezTo>
                    <a:pt x="52092" y="11470"/>
                    <a:pt x="51993" y="7956"/>
                    <a:pt x="50790" y="4670"/>
                  </a:cubicBezTo>
                  <a:cubicBezTo>
                    <a:pt x="50211" y="3085"/>
                    <a:pt x="49299" y="1505"/>
                    <a:pt x="47791" y="661"/>
                  </a:cubicBezTo>
                  <a:cubicBezTo>
                    <a:pt x="46951" y="194"/>
                    <a:pt x="46027" y="1"/>
                    <a:pt x="45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 rot="10800000">
              <a:off x="2356486" y="-55039"/>
              <a:ext cx="2800232" cy="738468"/>
            </a:xfrm>
            <a:custGeom>
              <a:rect b="b" l="l" r="r" t="t"/>
              <a:pathLst>
                <a:path extrusionOk="0" h="8631" w="36850">
                  <a:moveTo>
                    <a:pt x="20698" y="1"/>
                  </a:moveTo>
                  <a:cubicBezTo>
                    <a:pt x="20434" y="166"/>
                    <a:pt x="20169" y="321"/>
                    <a:pt x="19905" y="477"/>
                  </a:cubicBezTo>
                  <a:cubicBezTo>
                    <a:pt x="17354" y="1968"/>
                    <a:pt x="14431" y="3137"/>
                    <a:pt x="11488" y="3137"/>
                  </a:cubicBezTo>
                  <a:cubicBezTo>
                    <a:pt x="10814" y="3137"/>
                    <a:pt x="10134" y="3076"/>
                    <a:pt x="9460" y="2943"/>
                  </a:cubicBezTo>
                  <a:cubicBezTo>
                    <a:pt x="7564" y="2566"/>
                    <a:pt x="5847" y="1642"/>
                    <a:pt x="4088" y="840"/>
                  </a:cubicBezTo>
                  <a:cubicBezTo>
                    <a:pt x="2136" y="3065"/>
                    <a:pt x="712" y="5759"/>
                    <a:pt x="0" y="8631"/>
                  </a:cubicBezTo>
                  <a:lnTo>
                    <a:pt x="36850" y="8631"/>
                  </a:lnTo>
                  <a:cubicBezTo>
                    <a:pt x="36845" y="8154"/>
                    <a:pt x="36812" y="7678"/>
                    <a:pt x="36680" y="7220"/>
                  </a:cubicBezTo>
                  <a:cubicBezTo>
                    <a:pt x="36001" y="4872"/>
                    <a:pt x="33171" y="3929"/>
                    <a:pt x="30733" y="3825"/>
                  </a:cubicBezTo>
                  <a:cubicBezTo>
                    <a:pt x="28290" y="3722"/>
                    <a:pt x="25678" y="4051"/>
                    <a:pt x="23555" y="2839"/>
                  </a:cubicBezTo>
                  <a:cubicBezTo>
                    <a:pt x="22376" y="2166"/>
                    <a:pt x="21518" y="1109"/>
                    <a:pt x="206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7"/>
            <p:cNvSpPr/>
            <p:nvPr/>
          </p:nvSpPr>
          <p:spPr>
            <a:xfrm rot="10800000">
              <a:off x="874085" y="729362"/>
              <a:ext cx="1115229" cy="140138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7"/>
            <p:cNvSpPr/>
            <p:nvPr/>
          </p:nvSpPr>
          <p:spPr>
            <a:xfrm rot="10800000">
              <a:off x="-764698" y="-55041"/>
              <a:ext cx="2149149" cy="904284"/>
            </a:xfrm>
            <a:custGeom>
              <a:rect b="b" l="l" r="r" t="t"/>
              <a:pathLst>
                <a:path extrusionOk="0" h="10569" w="28282">
                  <a:moveTo>
                    <a:pt x="28282" y="1"/>
                  </a:moveTo>
                  <a:cubicBezTo>
                    <a:pt x="26674" y="1542"/>
                    <a:pt x="24867" y="2872"/>
                    <a:pt x="22906" y="3938"/>
                  </a:cubicBezTo>
                  <a:cubicBezTo>
                    <a:pt x="19143" y="5986"/>
                    <a:pt x="14860" y="7019"/>
                    <a:pt x="10578" y="7019"/>
                  </a:cubicBezTo>
                  <a:cubicBezTo>
                    <a:pt x="7792" y="7019"/>
                    <a:pt x="5005" y="6581"/>
                    <a:pt x="2364" y="5702"/>
                  </a:cubicBezTo>
                  <a:cubicBezTo>
                    <a:pt x="2170" y="5966"/>
                    <a:pt x="1986" y="6235"/>
                    <a:pt x="1807" y="6513"/>
                  </a:cubicBezTo>
                  <a:cubicBezTo>
                    <a:pt x="1005" y="7754"/>
                    <a:pt x="359" y="9135"/>
                    <a:pt x="0" y="10569"/>
                  </a:cubicBezTo>
                  <a:lnTo>
                    <a:pt x="28282" y="10569"/>
                  </a:lnTo>
                  <a:lnTo>
                    <a:pt x="282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" name="Google Shape;13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1204808" y="1697000"/>
              <a:ext cx="4162461" cy="36929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8" name="Google Shape;138;p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1068798" y="-74100"/>
              <a:ext cx="4575068" cy="12811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extLst>
    <p:ext uri="{DCECCB84-F9BA-43D5-87BE-67443E8EF086}">
      <p15:sldGuideLst>
        <p15:guide id="1" orient="horz" pos="748">
          <p15:clr>
            <a:srgbClr val="FA7B17"/>
          </p15:clr>
        </p15:guide>
        <p15:guide id="2" pos="2206">
          <p15:clr>
            <a:srgbClr val="FA7B17"/>
          </p15:clr>
        </p15:guide>
        <p15:guide id="3" pos="1765">
          <p15:clr>
            <a:srgbClr val="FA7B17"/>
          </p15:clr>
        </p15:guide>
        <p15:guide id="4" orient="horz" pos="1250">
          <p15:clr>
            <a:srgbClr val="FA7B17"/>
          </p15:clr>
        </p15:guide>
        <p15:guide id="5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_1">
    <p:bg>
      <p:bgPr>
        <a:solidFill>
          <a:schemeClr val="accent1"/>
        </a:soli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8"/>
          <p:cNvSpPr txBox="1"/>
          <p:nvPr>
            <p:ph type="ctrTitle"/>
          </p:nvPr>
        </p:nvSpPr>
        <p:spPr>
          <a:xfrm>
            <a:off x="914400" y="3284873"/>
            <a:ext cx="3651600" cy="5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Staatliches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41" name="Google Shape;141;p8"/>
          <p:cNvSpPr txBox="1"/>
          <p:nvPr>
            <p:ph idx="1" type="subTitle"/>
          </p:nvPr>
        </p:nvSpPr>
        <p:spPr>
          <a:xfrm>
            <a:off x="914400" y="965610"/>
            <a:ext cx="3651600" cy="231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grpSp>
        <p:nvGrpSpPr>
          <p:cNvPr id="142" name="Google Shape;142;p8"/>
          <p:cNvGrpSpPr/>
          <p:nvPr/>
        </p:nvGrpSpPr>
        <p:grpSpPr>
          <a:xfrm>
            <a:off x="2493374" y="-81232"/>
            <a:ext cx="6955431" cy="5329506"/>
            <a:chOff x="2493374" y="-81232"/>
            <a:chExt cx="6955431" cy="5329506"/>
          </a:xfrm>
        </p:grpSpPr>
        <p:sp>
          <p:nvSpPr>
            <p:cNvPr id="143" name="Google Shape;143;p8"/>
            <p:cNvSpPr/>
            <p:nvPr/>
          </p:nvSpPr>
          <p:spPr>
            <a:xfrm flipH="1" rot="10800000">
              <a:off x="4366399" y="335155"/>
              <a:ext cx="3758237" cy="4824215"/>
            </a:xfrm>
            <a:custGeom>
              <a:rect b="b" l="l" r="r" t="t"/>
              <a:pathLst>
                <a:path extrusionOk="0" h="56384" w="49457">
                  <a:moveTo>
                    <a:pt x="26052" y="1"/>
                  </a:moveTo>
                  <a:cubicBezTo>
                    <a:pt x="26452" y="1670"/>
                    <a:pt x="26646" y="3363"/>
                    <a:pt x="26302" y="5033"/>
                  </a:cubicBezTo>
                  <a:cubicBezTo>
                    <a:pt x="25788" y="7540"/>
                    <a:pt x="23582" y="9869"/>
                    <a:pt x="21120" y="9869"/>
                  </a:cubicBezTo>
                  <a:cubicBezTo>
                    <a:pt x="20849" y="9869"/>
                    <a:pt x="20574" y="9841"/>
                    <a:pt x="20299" y="9782"/>
                  </a:cubicBezTo>
                  <a:cubicBezTo>
                    <a:pt x="18318" y="9357"/>
                    <a:pt x="16978" y="7566"/>
                    <a:pt x="15743" y="5957"/>
                  </a:cubicBezTo>
                  <a:cubicBezTo>
                    <a:pt x="14512" y="4345"/>
                    <a:pt x="12946" y="2661"/>
                    <a:pt x="10918" y="2610"/>
                  </a:cubicBezTo>
                  <a:cubicBezTo>
                    <a:pt x="10884" y="2609"/>
                    <a:pt x="10851" y="2608"/>
                    <a:pt x="10817" y="2608"/>
                  </a:cubicBezTo>
                  <a:cubicBezTo>
                    <a:pt x="8301" y="2608"/>
                    <a:pt x="6557" y="5052"/>
                    <a:pt x="4495" y="6523"/>
                  </a:cubicBezTo>
                  <a:cubicBezTo>
                    <a:pt x="3156" y="7481"/>
                    <a:pt x="1609" y="8014"/>
                    <a:pt x="1" y="8202"/>
                  </a:cubicBezTo>
                  <a:cubicBezTo>
                    <a:pt x="1307" y="14936"/>
                    <a:pt x="5566" y="21137"/>
                    <a:pt x="11645" y="24368"/>
                  </a:cubicBezTo>
                  <a:cubicBezTo>
                    <a:pt x="14611" y="25938"/>
                    <a:pt x="17888" y="26839"/>
                    <a:pt x="20906" y="28306"/>
                  </a:cubicBezTo>
                  <a:cubicBezTo>
                    <a:pt x="23929" y="29773"/>
                    <a:pt x="26816" y="31984"/>
                    <a:pt x="27952" y="35139"/>
                  </a:cubicBezTo>
                  <a:cubicBezTo>
                    <a:pt x="29456" y="39313"/>
                    <a:pt x="27580" y="44118"/>
                    <a:pt x="29014" y="48315"/>
                  </a:cubicBezTo>
                  <a:cubicBezTo>
                    <a:pt x="30163" y="51696"/>
                    <a:pt x="33276" y="54050"/>
                    <a:pt x="36534" y="55507"/>
                  </a:cubicBezTo>
                  <a:cubicBezTo>
                    <a:pt x="37276" y="55837"/>
                    <a:pt x="38034" y="56129"/>
                    <a:pt x="38804" y="56384"/>
                  </a:cubicBezTo>
                  <a:cubicBezTo>
                    <a:pt x="40256" y="54366"/>
                    <a:pt x="42058" y="52612"/>
                    <a:pt x="43741" y="50772"/>
                  </a:cubicBezTo>
                  <a:cubicBezTo>
                    <a:pt x="45645" y="48688"/>
                    <a:pt x="47443" y="46400"/>
                    <a:pt x="48277" y="43708"/>
                  </a:cubicBezTo>
                  <a:cubicBezTo>
                    <a:pt x="49456" y="39897"/>
                    <a:pt x="48551" y="35728"/>
                    <a:pt x="46985" y="32059"/>
                  </a:cubicBezTo>
                  <a:cubicBezTo>
                    <a:pt x="45419" y="28391"/>
                    <a:pt x="43207" y="25028"/>
                    <a:pt x="41614" y="21374"/>
                  </a:cubicBezTo>
                  <a:cubicBezTo>
                    <a:pt x="40015" y="17713"/>
                    <a:pt x="39048" y="13573"/>
                    <a:pt x="40138" y="9734"/>
                  </a:cubicBezTo>
                  <a:cubicBezTo>
                    <a:pt x="41397" y="5298"/>
                    <a:pt x="45151" y="2100"/>
                    <a:pt x="49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8"/>
            <p:cNvSpPr/>
            <p:nvPr/>
          </p:nvSpPr>
          <p:spPr>
            <a:xfrm flipH="1" rot="10800000">
              <a:off x="4323086" y="4314893"/>
              <a:ext cx="2068144" cy="844477"/>
            </a:xfrm>
            <a:custGeom>
              <a:rect b="b" l="l" r="r" t="t"/>
              <a:pathLst>
                <a:path extrusionOk="0" h="9870" w="27216">
                  <a:moveTo>
                    <a:pt x="501" y="1"/>
                  </a:moveTo>
                  <a:cubicBezTo>
                    <a:pt x="1" y="2713"/>
                    <a:pt x="44" y="5500"/>
                    <a:pt x="571" y="8202"/>
                  </a:cubicBezTo>
                  <a:cubicBezTo>
                    <a:pt x="2179" y="8014"/>
                    <a:pt x="3726" y="7481"/>
                    <a:pt x="5065" y="6523"/>
                  </a:cubicBezTo>
                  <a:cubicBezTo>
                    <a:pt x="7127" y="5052"/>
                    <a:pt x="8871" y="2608"/>
                    <a:pt x="11387" y="2608"/>
                  </a:cubicBezTo>
                  <a:cubicBezTo>
                    <a:pt x="11421" y="2608"/>
                    <a:pt x="11454" y="2609"/>
                    <a:pt x="11488" y="2610"/>
                  </a:cubicBezTo>
                  <a:cubicBezTo>
                    <a:pt x="13516" y="2661"/>
                    <a:pt x="15082" y="4345"/>
                    <a:pt x="16313" y="5957"/>
                  </a:cubicBezTo>
                  <a:cubicBezTo>
                    <a:pt x="17548" y="7566"/>
                    <a:pt x="18888" y="9357"/>
                    <a:pt x="20869" y="9782"/>
                  </a:cubicBezTo>
                  <a:cubicBezTo>
                    <a:pt x="21144" y="9841"/>
                    <a:pt x="21419" y="9869"/>
                    <a:pt x="21690" y="9869"/>
                  </a:cubicBezTo>
                  <a:cubicBezTo>
                    <a:pt x="24152" y="9869"/>
                    <a:pt x="26358" y="7540"/>
                    <a:pt x="26872" y="5033"/>
                  </a:cubicBezTo>
                  <a:cubicBezTo>
                    <a:pt x="27216" y="3363"/>
                    <a:pt x="27022" y="1670"/>
                    <a:pt x="26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8"/>
            <p:cNvSpPr/>
            <p:nvPr/>
          </p:nvSpPr>
          <p:spPr>
            <a:xfrm flipH="1" rot="10800000">
              <a:off x="3363131" y="-81230"/>
              <a:ext cx="2800232" cy="1123659"/>
            </a:xfrm>
            <a:custGeom>
              <a:rect b="b" l="l" r="r" t="t"/>
              <a:pathLst>
                <a:path extrusionOk="0" h="13133" w="36850">
                  <a:moveTo>
                    <a:pt x="14044" y="0"/>
                  </a:moveTo>
                  <a:cubicBezTo>
                    <a:pt x="12205" y="0"/>
                    <a:pt x="10289" y="657"/>
                    <a:pt x="8668" y="1584"/>
                  </a:cubicBezTo>
                  <a:cubicBezTo>
                    <a:pt x="4371" y="4041"/>
                    <a:pt x="1189" y="8337"/>
                    <a:pt x="0" y="13133"/>
                  </a:cubicBezTo>
                  <a:lnTo>
                    <a:pt x="36850" y="13133"/>
                  </a:lnTo>
                  <a:cubicBezTo>
                    <a:pt x="36845" y="12656"/>
                    <a:pt x="36812" y="12180"/>
                    <a:pt x="36680" y="11722"/>
                  </a:cubicBezTo>
                  <a:cubicBezTo>
                    <a:pt x="36001" y="9374"/>
                    <a:pt x="33171" y="8431"/>
                    <a:pt x="30733" y="8327"/>
                  </a:cubicBezTo>
                  <a:cubicBezTo>
                    <a:pt x="28290" y="8224"/>
                    <a:pt x="25678" y="8553"/>
                    <a:pt x="23555" y="7341"/>
                  </a:cubicBezTo>
                  <a:cubicBezTo>
                    <a:pt x="20919" y="5837"/>
                    <a:pt x="19882" y="2400"/>
                    <a:pt x="17278" y="843"/>
                  </a:cubicBezTo>
                  <a:cubicBezTo>
                    <a:pt x="16288" y="251"/>
                    <a:pt x="15181" y="0"/>
                    <a:pt x="140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8"/>
            <p:cNvSpPr/>
            <p:nvPr/>
          </p:nvSpPr>
          <p:spPr>
            <a:xfrm flipH="1" rot="10800000">
              <a:off x="7314957" y="222473"/>
              <a:ext cx="1969585" cy="4936898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8"/>
            <p:cNvSpPr/>
            <p:nvPr/>
          </p:nvSpPr>
          <p:spPr>
            <a:xfrm flipH="1" rot="10800000">
              <a:off x="7135398" y="-81228"/>
              <a:ext cx="2149149" cy="904284"/>
            </a:xfrm>
            <a:custGeom>
              <a:rect b="b" l="l" r="r" t="t"/>
              <a:pathLst>
                <a:path extrusionOk="0" h="10569" w="28282">
                  <a:moveTo>
                    <a:pt x="28282" y="1"/>
                  </a:moveTo>
                  <a:cubicBezTo>
                    <a:pt x="26674" y="1542"/>
                    <a:pt x="24867" y="2872"/>
                    <a:pt x="22906" y="3938"/>
                  </a:cubicBezTo>
                  <a:cubicBezTo>
                    <a:pt x="19143" y="5986"/>
                    <a:pt x="14860" y="7019"/>
                    <a:pt x="10578" y="7019"/>
                  </a:cubicBezTo>
                  <a:cubicBezTo>
                    <a:pt x="7792" y="7019"/>
                    <a:pt x="5005" y="6581"/>
                    <a:pt x="2364" y="5702"/>
                  </a:cubicBezTo>
                  <a:cubicBezTo>
                    <a:pt x="2170" y="5966"/>
                    <a:pt x="1986" y="6235"/>
                    <a:pt x="1807" y="6513"/>
                  </a:cubicBezTo>
                  <a:cubicBezTo>
                    <a:pt x="1005" y="7754"/>
                    <a:pt x="359" y="9135"/>
                    <a:pt x="0" y="10569"/>
                  </a:cubicBezTo>
                  <a:lnTo>
                    <a:pt x="28282" y="10569"/>
                  </a:lnTo>
                  <a:lnTo>
                    <a:pt x="282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8" name="Google Shape;148;p8"/>
            <p:cNvGrpSpPr/>
            <p:nvPr/>
          </p:nvGrpSpPr>
          <p:grpSpPr>
            <a:xfrm>
              <a:off x="2493374" y="-81232"/>
              <a:ext cx="3958471" cy="1281175"/>
              <a:chOff x="2493374" y="-81232"/>
              <a:chExt cx="3958471" cy="1281175"/>
            </a:xfrm>
          </p:grpSpPr>
          <p:sp>
            <p:nvSpPr>
              <p:cNvPr id="149" name="Google Shape;149;p8"/>
              <p:cNvSpPr/>
              <p:nvPr/>
            </p:nvSpPr>
            <p:spPr>
              <a:xfrm flipH="1" rot="10800000">
                <a:off x="2493374" y="-81232"/>
                <a:ext cx="3958471" cy="1281175"/>
              </a:xfrm>
              <a:custGeom>
                <a:rect b="b" l="l" r="r" t="t"/>
                <a:pathLst>
                  <a:path extrusionOk="0" h="14974" w="52092">
                    <a:moveTo>
                      <a:pt x="10073" y="5769"/>
                    </a:moveTo>
                    <a:cubicBezTo>
                      <a:pt x="7479" y="5769"/>
                      <a:pt x="4891" y="6731"/>
                      <a:pt x="3028" y="8466"/>
                    </a:cubicBezTo>
                    <a:cubicBezTo>
                      <a:pt x="1213" y="10159"/>
                      <a:pt x="137" y="12540"/>
                      <a:pt x="0" y="14974"/>
                    </a:cubicBezTo>
                    <a:lnTo>
                      <a:pt x="11446" y="14974"/>
                    </a:lnTo>
                    <a:cubicBezTo>
                      <a:pt x="12158" y="12102"/>
                      <a:pt x="13582" y="9408"/>
                      <a:pt x="15534" y="7183"/>
                    </a:cubicBezTo>
                    <a:cubicBezTo>
                      <a:pt x="14502" y="6711"/>
                      <a:pt x="13450" y="6278"/>
                      <a:pt x="12337" y="6023"/>
                    </a:cubicBezTo>
                    <a:cubicBezTo>
                      <a:pt x="11597" y="5853"/>
                      <a:pt x="10833" y="5769"/>
                      <a:pt x="10073" y="5769"/>
                    </a:cubicBezTo>
                    <a:close/>
                    <a:moveTo>
                      <a:pt x="45074" y="1"/>
                    </a:moveTo>
                    <a:cubicBezTo>
                      <a:pt x="43566" y="1"/>
                      <a:pt x="41995" y="486"/>
                      <a:pt x="40619" y="1128"/>
                    </a:cubicBezTo>
                    <a:cubicBezTo>
                      <a:pt x="37595" y="2533"/>
                      <a:pt x="34973" y="4604"/>
                      <a:pt x="32144" y="6344"/>
                    </a:cubicBezTo>
                    <a:cubicBezTo>
                      <a:pt x="32964" y="7452"/>
                      <a:pt x="33822" y="8509"/>
                      <a:pt x="35001" y="9182"/>
                    </a:cubicBezTo>
                    <a:cubicBezTo>
                      <a:pt x="37124" y="10394"/>
                      <a:pt x="39736" y="10065"/>
                      <a:pt x="42179" y="10168"/>
                    </a:cubicBezTo>
                    <a:cubicBezTo>
                      <a:pt x="44617" y="10272"/>
                      <a:pt x="47447" y="11215"/>
                      <a:pt x="48126" y="13563"/>
                    </a:cubicBezTo>
                    <a:cubicBezTo>
                      <a:pt x="48258" y="14021"/>
                      <a:pt x="48291" y="14497"/>
                      <a:pt x="48296" y="14974"/>
                    </a:cubicBezTo>
                    <a:lnTo>
                      <a:pt x="51884" y="14974"/>
                    </a:lnTo>
                    <a:cubicBezTo>
                      <a:pt x="52092" y="11470"/>
                      <a:pt x="51993" y="7956"/>
                      <a:pt x="50790" y="4670"/>
                    </a:cubicBezTo>
                    <a:cubicBezTo>
                      <a:pt x="50211" y="3085"/>
                      <a:pt x="49299" y="1505"/>
                      <a:pt x="47791" y="661"/>
                    </a:cubicBezTo>
                    <a:cubicBezTo>
                      <a:pt x="46951" y="194"/>
                      <a:pt x="46027" y="1"/>
                      <a:pt x="450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8"/>
              <p:cNvSpPr/>
              <p:nvPr/>
            </p:nvSpPr>
            <p:spPr>
              <a:xfrm flipH="1" rot="10800000">
                <a:off x="3363131" y="-81227"/>
                <a:ext cx="2800232" cy="738468"/>
              </a:xfrm>
              <a:custGeom>
                <a:rect b="b" l="l" r="r" t="t"/>
                <a:pathLst>
                  <a:path extrusionOk="0" h="8631" w="36850">
                    <a:moveTo>
                      <a:pt x="20698" y="1"/>
                    </a:moveTo>
                    <a:cubicBezTo>
                      <a:pt x="20434" y="166"/>
                      <a:pt x="20169" y="321"/>
                      <a:pt x="19905" y="477"/>
                    </a:cubicBezTo>
                    <a:cubicBezTo>
                      <a:pt x="17354" y="1968"/>
                      <a:pt x="14431" y="3137"/>
                      <a:pt x="11488" y="3137"/>
                    </a:cubicBezTo>
                    <a:cubicBezTo>
                      <a:pt x="10814" y="3137"/>
                      <a:pt x="10134" y="3076"/>
                      <a:pt x="9460" y="2943"/>
                    </a:cubicBezTo>
                    <a:cubicBezTo>
                      <a:pt x="7564" y="2566"/>
                      <a:pt x="5847" y="1642"/>
                      <a:pt x="4088" y="840"/>
                    </a:cubicBezTo>
                    <a:cubicBezTo>
                      <a:pt x="2136" y="3065"/>
                      <a:pt x="712" y="5759"/>
                      <a:pt x="0" y="8631"/>
                    </a:cubicBezTo>
                    <a:lnTo>
                      <a:pt x="36850" y="8631"/>
                    </a:lnTo>
                    <a:cubicBezTo>
                      <a:pt x="36845" y="8154"/>
                      <a:pt x="36812" y="7678"/>
                      <a:pt x="36680" y="7220"/>
                    </a:cubicBezTo>
                    <a:cubicBezTo>
                      <a:pt x="36001" y="4872"/>
                      <a:pt x="33171" y="3929"/>
                      <a:pt x="30733" y="3825"/>
                    </a:cubicBezTo>
                    <a:cubicBezTo>
                      <a:pt x="28290" y="3722"/>
                      <a:pt x="25678" y="4051"/>
                      <a:pt x="23555" y="2839"/>
                    </a:cubicBezTo>
                    <a:cubicBezTo>
                      <a:pt x="22376" y="2166"/>
                      <a:pt x="21518" y="1109"/>
                      <a:pt x="206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1" name="Google Shape;151;p8"/>
            <p:cNvSpPr/>
            <p:nvPr/>
          </p:nvSpPr>
          <p:spPr>
            <a:xfrm flipH="1" rot="10800000">
              <a:off x="6530534" y="703175"/>
              <a:ext cx="1115229" cy="140138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2" name="Google Shape;152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551674" y="-76200"/>
              <a:ext cx="4820928" cy="271176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3" name="Google Shape;153;p8"/>
            <p:cNvPicPr preferRelativeResize="0"/>
            <p:nvPr/>
          </p:nvPicPr>
          <p:blipFill rotWithShape="1">
            <a:blip r:embed="rId3">
              <a:alphaModFix/>
            </a:blip>
            <a:srcRect b="10800" l="29508" r="0" t="-10800"/>
            <a:stretch/>
          </p:blipFill>
          <p:spPr>
            <a:xfrm>
              <a:off x="5033275" y="1724850"/>
              <a:ext cx="4415530" cy="3523424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rgbClr val="FFFFFF"/>
        </a:soli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9"/>
          <p:cNvSpPr txBox="1"/>
          <p:nvPr>
            <p:ph idx="1" type="subTitle"/>
          </p:nvPr>
        </p:nvSpPr>
        <p:spPr>
          <a:xfrm flipH="1">
            <a:off x="2894200" y="3121150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6" name="Google Shape;156;p9"/>
          <p:cNvSpPr txBox="1"/>
          <p:nvPr>
            <p:ph type="ctrTitle"/>
          </p:nvPr>
        </p:nvSpPr>
        <p:spPr>
          <a:xfrm flipH="1">
            <a:off x="668300" y="2732350"/>
            <a:ext cx="79773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7" name="Google Shape;157;p9"/>
          <p:cNvSpPr txBox="1"/>
          <p:nvPr>
            <p:ph idx="2" type="subTitle"/>
          </p:nvPr>
        </p:nvSpPr>
        <p:spPr>
          <a:xfrm flipH="1">
            <a:off x="914550" y="3108302"/>
            <a:ext cx="7299900" cy="3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4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8" name="Google Shape;158;p9"/>
          <p:cNvSpPr txBox="1"/>
          <p:nvPr>
            <p:ph idx="3" type="ctrTitle"/>
          </p:nvPr>
        </p:nvSpPr>
        <p:spPr>
          <a:xfrm flipH="1">
            <a:off x="914250" y="2579950"/>
            <a:ext cx="7299900" cy="5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9" name="Google Shape;159;p9"/>
          <p:cNvSpPr txBox="1"/>
          <p:nvPr>
            <p:ph hasCustomPrompt="1" idx="4" type="title"/>
          </p:nvPr>
        </p:nvSpPr>
        <p:spPr>
          <a:xfrm>
            <a:off x="2691300" y="1948575"/>
            <a:ext cx="37341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>
            <a:r>
              <a:t>xx%</a:t>
            </a:r>
          </a:p>
        </p:txBody>
      </p:sp>
      <p:sp>
        <p:nvSpPr>
          <p:cNvPr id="160" name="Google Shape;160;p9"/>
          <p:cNvSpPr/>
          <p:nvPr/>
        </p:nvSpPr>
        <p:spPr>
          <a:xfrm>
            <a:off x="0" y="-76200"/>
            <a:ext cx="2668237" cy="1145841"/>
          </a:xfrm>
          <a:custGeom>
            <a:rect b="b" l="l" r="r" t="t"/>
            <a:pathLst>
              <a:path extrusionOk="0" h="17354" w="40411">
                <a:moveTo>
                  <a:pt x="1" y="1"/>
                </a:moveTo>
                <a:lnTo>
                  <a:pt x="1" y="15907"/>
                </a:lnTo>
                <a:cubicBezTo>
                  <a:pt x="65" y="15937"/>
                  <a:pt x="126" y="15971"/>
                  <a:pt x="191" y="16002"/>
                </a:cubicBezTo>
                <a:cubicBezTo>
                  <a:pt x="2158" y="16904"/>
                  <a:pt x="4321" y="17353"/>
                  <a:pt x="6484" y="17353"/>
                </a:cubicBezTo>
                <a:cubicBezTo>
                  <a:pt x="8846" y="17353"/>
                  <a:pt x="11208" y="16818"/>
                  <a:pt x="13317" y="15753"/>
                </a:cubicBezTo>
                <a:cubicBezTo>
                  <a:pt x="16309" y="14240"/>
                  <a:pt x="18696" y="11792"/>
                  <a:pt x="21282" y="9658"/>
                </a:cubicBezTo>
                <a:cubicBezTo>
                  <a:pt x="23867" y="7523"/>
                  <a:pt x="26889" y="5608"/>
                  <a:pt x="30241" y="5523"/>
                </a:cubicBezTo>
                <a:cubicBezTo>
                  <a:pt x="30334" y="5520"/>
                  <a:pt x="30427" y="5519"/>
                  <a:pt x="30520" y="5519"/>
                </a:cubicBezTo>
                <a:cubicBezTo>
                  <a:pt x="31256" y="5519"/>
                  <a:pt x="32006" y="5597"/>
                  <a:pt x="32756" y="5673"/>
                </a:cubicBezTo>
                <a:cubicBezTo>
                  <a:pt x="33509" y="5749"/>
                  <a:pt x="34261" y="5826"/>
                  <a:pt x="34992" y="5826"/>
                </a:cubicBezTo>
                <a:cubicBezTo>
                  <a:pt x="36016" y="5826"/>
                  <a:pt x="37001" y="5676"/>
                  <a:pt x="37897" y="5165"/>
                </a:cubicBezTo>
                <a:cubicBezTo>
                  <a:pt x="39627" y="4177"/>
                  <a:pt x="40411" y="1858"/>
                  <a:pt x="3974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9"/>
          <p:cNvSpPr/>
          <p:nvPr/>
        </p:nvSpPr>
        <p:spPr>
          <a:xfrm>
            <a:off x="0" y="-76200"/>
            <a:ext cx="4572074" cy="2474025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" name="Google Shape;162;p9"/>
          <p:cNvGrpSpPr/>
          <p:nvPr/>
        </p:nvGrpSpPr>
        <p:grpSpPr>
          <a:xfrm>
            <a:off x="-40223" y="-142013"/>
            <a:ext cx="1291147" cy="2218459"/>
            <a:chOff x="4895725" y="2485200"/>
            <a:chExt cx="464525" cy="744050"/>
          </a:xfrm>
        </p:grpSpPr>
        <p:sp>
          <p:nvSpPr>
            <p:cNvPr id="163" name="Google Shape;163;p9"/>
            <p:cNvSpPr/>
            <p:nvPr/>
          </p:nvSpPr>
          <p:spPr>
            <a:xfrm>
              <a:off x="4896150" y="2564650"/>
              <a:ext cx="407475" cy="415225"/>
            </a:xfrm>
            <a:custGeom>
              <a:rect b="b" l="l" r="r" t="t"/>
              <a:pathLst>
                <a:path extrusionOk="0" h="16609" w="16299">
                  <a:moveTo>
                    <a:pt x="1" y="0"/>
                  </a:moveTo>
                  <a:lnTo>
                    <a:pt x="4" y="314"/>
                  </a:lnTo>
                  <a:lnTo>
                    <a:pt x="6817" y="7128"/>
                  </a:lnTo>
                  <a:lnTo>
                    <a:pt x="6845" y="7155"/>
                  </a:lnTo>
                  <a:lnTo>
                    <a:pt x="6872" y="7182"/>
                  </a:lnTo>
                  <a:lnTo>
                    <a:pt x="14619" y="14928"/>
                  </a:lnTo>
                  <a:lnTo>
                    <a:pt x="14646" y="14956"/>
                  </a:lnTo>
                  <a:lnTo>
                    <a:pt x="16298" y="16609"/>
                  </a:lnTo>
                  <a:cubicBezTo>
                    <a:pt x="16298" y="16506"/>
                    <a:pt x="16298" y="16400"/>
                    <a:pt x="16295" y="16295"/>
                  </a:cubicBezTo>
                  <a:lnTo>
                    <a:pt x="14826" y="14826"/>
                  </a:lnTo>
                  <a:lnTo>
                    <a:pt x="14799" y="14799"/>
                  </a:lnTo>
                  <a:lnTo>
                    <a:pt x="7029" y="7025"/>
                  </a:lnTo>
                  <a:lnTo>
                    <a:pt x="7001" y="6998"/>
                  </a:lnTo>
                  <a:lnTo>
                    <a:pt x="6974" y="69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9"/>
            <p:cNvSpPr/>
            <p:nvPr/>
          </p:nvSpPr>
          <p:spPr>
            <a:xfrm>
              <a:off x="4896675" y="2643100"/>
              <a:ext cx="398000" cy="404125"/>
            </a:xfrm>
            <a:custGeom>
              <a:rect b="b" l="l" r="r" t="t"/>
              <a:pathLst>
                <a:path extrusionOk="0" h="16165" w="15920">
                  <a:moveTo>
                    <a:pt x="0" y="0"/>
                  </a:moveTo>
                  <a:lnTo>
                    <a:pt x="0" y="314"/>
                  </a:lnTo>
                  <a:lnTo>
                    <a:pt x="5236" y="5550"/>
                  </a:lnTo>
                  <a:lnTo>
                    <a:pt x="5263" y="5577"/>
                  </a:lnTo>
                  <a:lnTo>
                    <a:pt x="5291" y="5604"/>
                  </a:lnTo>
                  <a:lnTo>
                    <a:pt x="13038" y="13351"/>
                  </a:lnTo>
                  <a:lnTo>
                    <a:pt x="13065" y="13378"/>
                  </a:lnTo>
                  <a:lnTo>
                    <a:pt x="13092" y="13405"/>
                  </a:lnTo>
                  <a:lnTo>
                    <a:pt x="15848" y="16165"/>
                  </a:lnTo>
                  <a:cubicBezTo>
                    <a:pt x="15875" y="16083"/>
                    <a:pt x="15899" y="16005"/>
                    <a:pt x="15920" y="15923"/>
                  </a:cubicBezTo>
                  <a:lnTo>
                    <a:pt x="13245" y="13249"/>
                  </a:lnTo>
                  <a:lnTo>
                    <a:pt x="13218" y="13221"/>
                  </a:lnTo>
                  <a:lnTo>
                    <a:pt x="13194" y="13194"/>
                  </a:lnTo>
                  <a:lnTo>
                    <a:pt x="5447" y="5447"/>
                  </a:lnTo>
                  <a:lnTo>
                    <a:pt x="5420" y="5420"/>
                  </a:lnTo>
                  <a:lnTo>
                    <a:pt x="5393" y="5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9"/>
            <p:cNvSpPr/>
            <p:nvPr/>
          </p:nvSpPr>
          <p:spPr>
            <a:xfrm>
              <a:off x="4896400" y="2603925"/>
              <a:ext cx="405100" cy="411800"/>
            </a:xfrm>
            <a:custGeom>
              <a:rect b="b" l="l" r="r" t="t"/>
              <a:pathLst>
                <a:path extrusionOk="0" h="16472" w="16204">
                  <a:moveTo>
                    <a:pt x="0" y="0"/>
                  </a:moveTo>
                  <a:lnTo>
                    <a:pt x="4" y="313"/>
                  </a:lnTo>
                  <a:lnTo>
                    <a:pt x="6054" y="6364"/>
                  </a:lnTo>
                  <a:lnTo>
                    <a:pt x="6082" y="6391"/>
                  </a:lnTo>
                  <a:lnTo>
                    <a:pt x="13829" y="14138"/>
                  </a:lnTo>
                  <a:lnTo>
                    <a:pt x="13856" y="14165"/>
                  </a:lnTo>
                  <a:lnTo>
                    <a:pt x="16162" y="16472"/>
                  </a:lnTo>
                  <a:cubicBezTo>
                    <a:pt x="16176" y="16383"/>
                    <a:pt x="16189" y="16291"/>
                    <a:pt x="16203" y="16199"/>
                  </a:cubicBezTo>
                  <a:lnTo>
                    <a:pt x="14036" y="14036"/>
                  </a:lnTo>
                  <a:lnTo>
                    <a:pt x="14009" y="14008"/>
                  </a:lnTo>
                  <a:lnTo>
                    <a:pt x="13982" y="13981"/>
                  </a:lnTo>
                  <a:lnTo>
                    <a:pt x="6211" y="6207"/>
                  </a:lnTo>
                  <a:lnTo>
                    <a:pt x="6184" y="6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9"/>
            <p:cNvSpPr/>
            <p:nvPr/>
          </p:nvSpPr>
          <p:spPr>
            <a:xfrm>
              <a:off x="4898950" y="3035450"/>
              <a:ext cx="189175" cy="190300"/>
            </a:xfrm>
            <a:custGeom>
              <a:rect b="b" l="l" r="r" t="t"/>
              <a:pathLst>
                <a:path extrusionOk="0" h="7612" w="7567">
                  <a:moveTo>
                    <a:pt x="1" y="0"/>
                  </a:moveTo>
                  <a:lnTo>
                    <a:pt x="1" y="314"/>
                  </a:lnTo>
                  <a:lnTo>
                    <a:pt x="5145" y="5458"/>
                  </a:lnTo>
                  <a:lnTo>
                    <a:pt x="5172" y="5486"/>
                  </a:lnTo>
                  <a:lnTo>
                    <a:pt x="5200" y="5513"/>
                  </a:lnTo>
                  <a:lnTo>
                    <a:pt x="7298" y="7612"/>
                  </a:lnTo>
                  <a:cubicBezTo>
                    <a:pt x="7390" y="7598"/>
                    <a:pt x="7479" y="7584"/>
                    <a:pt x="7567" y="7567"/>
                  </a:cubicBezTo>
                  <a:lnTo>
                    <a:pt x="5356" y="5356"/>
                  </a:lnTo>
                  <a:lnTo>
                    <a:pt x="5329" y="5329"/>
                  </a:lnTo>
                  <a:lnTo>
                    <a:pt x="5302" y="53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9"/>
            <p:cNvSpPr/>
            <p:nvPr/>
          </p:nvSpPr>
          <p:spPr>
            <a:xfrm>
              <a:off x="4898025" y="2878500"/>
              <a:ext cx="300475" cy="303725"/>
            </a:xfrm>
            <a:custGeom>
              <a:rect b="b" l="l" r="r" t="t"/>
              <a:pathLst>
                <a:path extrusionOk="0" h="12149" w="12019">
                  <a:moveTo>
                    <a:pt x="0" y="0"/>
                  </a:moveTo>
                  <a:lnTo>
                    <a:pt x="4" y="314"/>
                  </a:lnTo>
                  <a:lnTo>
                    <a:pt x="528" y="841"/>
                  </a:lnTo>
                  <a:lnTo>
                    <a:pt x="556" y="869"/>
                  </a:lnTo>
                  <a:lnTo>
                    <a:pt x="8303" y="8616"/>
                  </a:lnTo>
                  <a:lnTo>
                    <a:pt x="8330" y="8643"/>
                  </a:lnTo>
                  <a:lnTo>
                    <a:pt x="8357" y="8670"/>
                  </a:lnTo>
                  <a:lnTo>
                    <a:pt x="11835" y="12149"/>
                  </a:lnTo>
                  <a:cubicBezTo>
                    <a:pt x="11896" y="12108"/>
                    <a:pt x="11962" y="12063"/>
                    <a:pt x="12019" y="12022"/>
                  </a:cubicBezTo>
                  <a:lnTo>
                    <a:pt x="8514" y="8514"/>
                  </a:lnTo>
                  <a:lnTo>
                    <a:pt x="8487" y="8486"/>
                  </a:lnTo>
                  <a:lnTo>
                    <a:pt x="8459" y="8459"/>
                  </a:lnTo>
                  <a:lnTo>
                    <a:pt x="712" y="712"/>
                  </a:lnTo>
                  <a:lnTo>
                    <a:pt x="685" y="685"/>
                  </a:lnTo>
                  <a:lnTo>
                    <a:pt x="658" y="6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9"/>
            <p:cNvSpPr/>
            <p:nvPr/>
          </p:nvSpPr>
          <p:spPr>
            <a:xfrm>
              <a:off x="4897600" y="2800050"/>
              <a:ext cx="341900" cy="345975"/>
            </a:xfrm>
            <a:custGeom>
              <a:rect b="b" l="l" r="r" t="t"/>
              <a:pathLst>
                <a:path extrusionOk="0" h="13839" w="13676">
                  <a:moveTo>
                    <a:pt x="1" y="1"/>
                  </a:moveTo>
                  <a:lnTo>
                    <a:pt x="1" y="314"/>
                  </a:lnTo>
                  <a:lnTo>
                    <a:pt x="2078" y="2392"/>
                  </a:lnTo>
                  <a:lnTo>
                    <a:pt x="2106" y="2419"/>
                  </a:lnTo>
                  <a:lnTo>
                    <a:pt x="2133" y="2446"/>
                  </a:lnTo>
                  <a:lnTo>
                    <a:pt x="9880" y="10193"/>
                  </a:lnTo>
                  <a:lnTo>
                    <a:pt x="9907" y="10221"/>
                  </a:lnTo>
                  <a:lnTo>
                    <a:pt x="13525" y="13839"/>
                  </a:lnTo>
                  <a:cubicBezTo>
                    <a:pt x="13576" y="13787"/>
                    <a:pt x="13627" y="13733"/>
                    <a:pt x="13675" y="13679"/>
                  </a:cubicBezTo>
                  <a:lnTo>
                    <a:pt x="10091" y="10091"/>
                  </a:lnTo>
                  <a:lnTo>
                    <a:pt x="10064" y="10064"/>
                  </a:lnTo>
                  <a:lnTo>
                    <a:pt x="2290" y="2290"/>
                  </a:lnTo>
                  <a:lnTo>
                    <a:pt x="2262" y="2262"/>
                  </a:lnTo>
                  <a:lnTo>
                    <a:pt x="2235" y="22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9"/>
            <p:cNvSpPr/>
            <p:nvPr/>
          </p:nvSpPr>
          <p:spPr>
            <a:xfrm>
              <a:off x="4897100" y="2721600"/>
              <a:ext cx="374750" cy="379700"/>
            </a:xfrm>
            <a:custGeom>
              <a:rect b="b" l="l" r="r" t="t"/>
              <a:pathLst>
                <a:path extrusionOk="0" h="15188" w="14990">
                  <a:moveTo>
                    <a:pt x="0" y="1"/>
                  </a:moveTo>
                  <a:lnTo>
                    <a:pt x="4" y="315"/>
                  </a:lnTo>
                  <a:lnTo>
                    <a:pt x="3659" y="3970"/>
                  </a:lnTo>
                  <a:lnTo>
                    <a:pt x="3686" y="3997"/>
                  </a:lnTo>
                  <a:lnTo>
                    <a:pt x="11460" y="11771"/>
                  </a:lnTo>
                  <a:lnTo>
                    <a:pt x="11488" y="11798"/>
                  </a:lnTo>
                  <a:lnTo>
                    <a:pt x="11515" y="11826"/>
                  </a:lnTo>
                  <a:lnTo>
                    <a:pt x="14877" y="15188"/>
                  </a:lnTo>
                  <a:cubicBezTo>
                    <a:pt x="14914" y="15120"/>
                    <a:pt x="14952" y="15056"/>
                    <a:pt x="14990" y="14991"/>
                  </a:cubicBezTo>
                  <a:lnTo>
                    <a:pt x="11672" y="11669"/>
                  </a:lnTo>
                  <a:lnTo>
                    <a:pt x="11644" y="11642"/>
                  </a:lnTo>
                  <a:lnTo>
                    <a:pt x="11617" y="11614"/>
                  </a:lnTo>
                  <a:lnTo>
                    <a:pt x="3870" y="3867"/>
                  </a:lnTo>
                  <a:lnTo>
                    <a:pt x="3843" y="38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9"/>
            <p:cNvSpPr/>
            <p:nvPr/>
          </p:nvSpPr>
          <p:spPr>
            <a:xfrm>
              <a:off x="4898700" y="2996200"/>
              <a:ext cx="220950" cy="222650"/>
            </a:xfrm>
            <a:custGeom>
              <a:rect b="b" l="l" r="r" t="t"/>
              <a:pathLst>
                <a:path extrusionOk="0" h="8906" w="8838">
                  <a:moveTo>
                    <a:pt x="1" y="1"/>
                  </a:moveTo>
                  <a:lnTo>
                    <a:pt x="4" y="314"/>
                  </a:lnTo>
                  <a:lnTo>
                    <a:pt x="5935" y="6248"/>
                  </a:lnTo>
                  <a:lnTo>
                    <a:pt x="5962" y="6276"/>
                  </a:lnTo>
                  <a:lnTo>
                    <a:pt x="5990" y="6303"/>
                  </a:lnTo>
                  <a:lnTo>
                    <a:pt x="8592" y="8905"/>
                  </a:lnTo>
                  <a:cubicBezTo>
                    <a:pt x="8674" y="8882"/>
                    <a:pt x="8756" y="8861"/>
                    <a:pt x="8838" y="8837"/>
                  </a:cubicBezTo>
                  <a:lnTo>
                    <a:pt x="6146" y="6146"/>
                  </a:lnTo>
                  <a:lnTo>
                    <a:pt x="6119" y="6119"/>
                  </a:lnTo>
                  <a:lnTo>
                    <a:pt x="6092" y="60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9"/>
            <p:cNvSpPr/>
            <p:nvPr/>
          </p:nvSpPr>
          <p:spPr>
            <a:xfrm>
              <a:off x="4898275" y="2917750"/>
              <a:ext cx="276400" cy="279050"/>
            </a:xfrm>
            <a:custGeom>
              <a:rect b="b" l="l" r="r" t="t"/>
              <a:pathLst>
                <a:path extrusionOk="0" h="11162" w="11056">
                  <a:moveTo>
                    <a:pt x="1" y="1"/>
                  </a:moveTo>
                  <a:lnTo>
                    <a:pt x="1" y="314"/>
                  </a:lnTo>
                  <a:lnTo>
                    <a:pt x="7512" y="7826"/>
                  </a:lnTo>
                  <a:lnTo>
                    <a:pt x="7540" y="7853"/>
                  </a:lnTo>
                  <a:lnTo>
                    <a:pt x="7567" y="7881"/>
                  </a:lnTo>
                  <a:lnTo>
                    <a:pt x="10851" y="11161"/>
                  </a:lnTo>
                  <a:cubicBezTo>
                    <a:pt x="10919" y="11127"/>
                    <a:pt x="10987" y="11093"/>
                    <a:pt x="11056" y="11056"/>
                  </a:cubicBezTo>
                  <a:lnTo>
                    <a:pt x="7724" y="7724"/>
                  </a:lnTo>
                  <a:lnTo>
                    <a:pt x="7696" y="7697"/>
                  </a:lnTo>
                  <a:lnTo>
                    <a:pt x="7669" y="76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9"/>
            <p:cNvSpPr/>
            <p:nvPr/>
          </p:nvSpPr>
          <p:spPr>
            <a:xfrm>
              <a:off x="4897775" y="2839325"/>
              <a:ext cx="322375" cy="325950"/>
            </a:xfrm>
            <a:custGeom>
              <a:rect b="b" l="l" r="r" t="t"/>
              <a:pathLst>
                <a:path extrusionOk="0" h="13038" w="12895">
                  <a:moveTo>
                    <a:pt x="0" y="0"/>
                  </a:moveTo>
                  <a:lnTo>
                    <a:pt x="4" y="314"/>
                  </a:lnTo>
                  <a:lnTo>
                    <a:pt x="1291" y="1601"/>
                  </a:lnTo>
                  <a:lnTo>
                    <a:pt x="1318" y="1628"/>
                  </a:lnTo>
                  <a:lnTo>
                    <a:pt x="1346" y="1656"/>
                  </a:lnTo>
                  <a:lnTo>
                    <a:pt x="9093" y="9403"/>
                  </a:lnTo>
                  <a:lnTo>
                    <a:pt x="9120" y="9430"/>
                  </a:lnTo>
                  <a:lnTo>
                    <a:pt x="12728" y="13037"/>
                  </a:lnTo>
                  <a:cubicBezTo>
                    <a:pt x="12782" y="12990"/>
                    <a:pt x="12840" y="12939"/>
                    <a:pt x="12895" y="12891"/>
                  </a:cubicBezTo>
                  <a:lnTo>
                    <a:pt x="9304" y="9301"/>
                  </a:lnTo>
                  <a:lnTo>
                    <a:pt x="9277" y="9273"/>
                  </a:lnTo>
                  <a:lnTo>
                    <a:pt x="1475" y="1472"/>
                  </a:lnTo>
                  <a:lnTo>
                    <a:pt x="1448" y="1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9"/>
            <p:cNvSpPr/>
            <p:nvPr/>
          </p:nvSpPr>
          <p:spPr>
            <a:xfrm>
              <a:off x="4897350" y="2760800"/>
              <a:ext cx="359425" cy="363925"/>
            </a:xfrm>
            <a:custGeom>
              <a:rect b="b" l="l" r="r" t="t"/>
              <a:pathLst>
                <a:path extrusionOk="0" h="14557" w="14377">
                  <a:moveTo>
                    <a:pt x="0" y="0"/>
                  </a:moveTo>
                  <a:lnTo>
                    <a:pt x="0" y="313"/>
                  </a:lnTo>
                  <a:lnTo>
                    <a:pt x="2868" y="3182"/>
                  </a:lnTo>
                  <a:lnTo>
                    <a:pt x="2896" y="3209"/>
                  </a:lnTo>
                  <a:lnTo>
                    <a:pt x="2923" y="3236"/>
                  </a:lnTo>
                  <a:lnTo>
                    <a:pt x="10670" y="10983"/>
                  </a:lnTo>
                  <a:lnTo>
                    <a:pt x="10697" y="11011"/>
                  </a:lnTo>
                  <a:lnTo>
                    <a:pt x="10725" y="11038"/>
                  </a:lnTo>
                  <a:lnTo>
                    <a:pt x="14244" y="14557"/>
                  </a:lnTo>
                  <a:cubicBezTo>
                    <a:pt x="14288" y="14499"/>
                    <a:pt x="14332" y="14438"/>
                    <a:pt x="14376" y="14376"/>
                  </a:cubicBezTo>
                  <a:lnTo>
                    <a:pt x="10881" y="10881"/>
                  </a:lnTo>
                  <a:lnTo>
                    <a:pt x="10854" y="10854"/>
                  </a:lnTo>
                  <a:lnTo>
                    <a:pt x="10827" y="10827"/>
                  </a:lnTo>
                  <a:lnTo>
                    <a:pt x="3080" y="3080"/>
                  </a:lnTo>
                  <a:lnTo>
                    <a:pt x="3052" y="3052"/>
                  </a:lnTo>
                  <a:lnTo>
                    <a:pt x="3025" y="30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9"/>
            <p:cNvSpPr/>
            <p:nvPr/>
          </p:nvSpPr>
          <p:spPr>
            <a:xfrm>
              <a:off x="4899375" y="3113900"/>
              <a:ext cx="115000" cy="115000"/>
            </a:xfrm>
            <a:custGeom>
              <a:rect b="b" l="l" r="r" t="t"/>
              <a:pathLst>
                <a:path extrusionOk="0" h="4600" w="4600">
                  <a:moveTo>
                    <a:pt x="1" y="0"/>
                  </a:moveTo>
                  <a:lnTo>
                    <a:pt x="4" y="314"/>
                  </a:lnTo>
                  <a:lnTo>
                    <a:pt x="3568" y="3878"/>
                  </a:lnTo>
                  <a:lnTo>
                    <a:pt x="3595" y="3905"/>
                  </a:lnTo>
                  <a:lnTo>
                    <a:pt x="3622" y="3931"/>
                  </a:lnTo>
                  <a:lnTo>
                    <a:pt x="4266" y="4576"/>
                  </a:lnTo>
                  <a:cubicBezTo>
                    <a:pt x="4378" y="4586"/>
                    <a:pt x="4491" y="4593"/>
                    <a:pt x="4600" y="4599"/>
                  </a:cubicBezTo>
                  <a:lnTo>
                    <a:pt x="3779" y="3779"/>
                  </a:lnTo>
                  <a:lnTo>
                    <a:pt x="3752" y="3751"/>
                  </a:lnTo>
                  <a:lnTo>
                    <a:pt x="3724" y="37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9"/>
            <p:cNvSpPr/>
            <p:nvPr/>
          </p:nvSpPr>
          <p:spPr>
            <a:xfrm>
              <a:off x="4899225" y="3074625"/>
              <a:ext cx="154075" cy="154625"/>
            </a:xfrm>
            <a:custGeom>
              <a:rect b="b" l="l" r="r" t="t"/>
              <a:pathLst>
                <a:path extrusionOk="0" h="6185" w="6163">
                  <a:moveTo>
                    <a:pt x="0" y="1"/>
                  </a:moveTo>
                  <a:lnTo>
                    <a:pt x="0" y="318"/>
                  </a:lnTo>
                  <a:lnTo>
                    <a:pt x="4354" y="4672"/>
                  </a:lnTo>
                  <a:lnTo>
                    <a:pt x="4381" y="4699"/>
                  </a:lnTo>
                  <a:lnTo>
                    <a:pt x="5870" y="6184"/>
                  </a:lnTo>
                  <a:cubicBezTo>
                    <a:pt x="5969" y="6180"/>
                    <a:pt x="6064" y="6174"/>
                    <a:pt x="6163" y="6167"/>
                  </a:cubicBezTo>
                  <a:lnTo>
                    <a:pt x="4565" y="4570"/>
                  </a:lnTo>
                  <a:lnTo>
                    <a:pt x="4538" y="454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9"/>
            <p:cNvSpPr/>
            <p:nvPr/>
          </p:nvSpPr>
          <p:spPr>
            <a:xfrm>
              <a:off x="5198925" y="2485200"/>
              <a:ext cx="135175" cy="131750"/>
            </a:xfrm>
            <a:custGeom>
              <a:rect b="b" l="l" r="r" t="t"/>
              <a:pathLst>
                <a:path extrusionOk="0" h="5270" w="5407">
                  <a:moveTo>
                    <a:pt x="0" y="0"/>
                  </a:moveTo>
                  <a:lnTo>
                    <a:pt x="2508" y="2507"/>
                  </a:lnTo>
                  <a:lnTo>
                    <a:pt x="2535" y="2535"/>
                  </a:lnTo>
                  <a:lnTo>
                    <a:pt x="2562" y="2562"/>
                  </a:lnTo>
                  <a:lnTo>
                    <a:pt x="5270" y="5270"/>
                  </a:lnTo>
                  <a:cubicBezTo>
                    <a:pt x="5315" y="5213"/>
                    <a:pt x="5363" y="5155"/>
                    <a:pt x="5407" y="5093"/>
                  </a:cubicBezTo>
                  <a:lnTo>
                    <a:pt x="2715" y="2405"/>
                  </a:lnTo>
                  <a:lnTo>
                    <a:pt x="2688" y="2378"/>
                  </a:lnTo>
                  <a:lnTo>
                    <a:pt x="2661" y="235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9"/>
            <p:cNvSpPr/>
            <p:nvPr/>
          </p:nvSpPr>
          <p:spPr>
            <a:xfrm>
              <a:off x="5159925" y="2485200"/>
              <a:ext cx="156300" cy="152550"/>
            </a:xfrm>
            <a:custGeom>
              <a:rect b="b" l="l" r="r" t="t"/>
              <a:pathLst>
                <a:path extrusionOk="0" h="6102" w="6252">
                  <a:moveTo>
                    <a:pt x="0" y="0"/>
                  </a:moveTo>
                  <a:lnTo>
                    <a:pt x="3288" y="3287"/>
                  </a:lnTo>
                  <a:lnTo>
                    <a:pt x="3315" y="3315"/>
                  </a:lnTo>
                  <a:lnTo>
                    <a:pt x="6101" y="6101"/>
                  </a:lnTo>
                  <a:cubicBezTo>
                    <a:pt x="6153" y="6047"/>
                    <a:pt x="6203" y="5996"/>
                    <a:pt x="6252" y="5941"/>
                  </a:cubicBezTo>
                  <a:lnTo>
                    <a:pt x="3495" y="3185"/>
                  </a:lnTo>
                  <a:lnTo>
                    <a:pt x="3468" y="3158"/>
                  </a:lnTo>
                  <a:lnTo>
                    <a:pt x="3441" y="313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9"/>
            <p:cNvSpPr/>
            <p:nvPr/>
          </p:nvSpPr>
          <p:spPr>
            <a:xfrm>
              <a:off x="5003900" y="2485200"/>
              <a:ext cx="246225" cy="244175"/>
            </a:xfrm>
            <a:custGeom>
              <a:rect b="b" l="l" r="r" t="t"/>
              <a:pathLst>
                <a:path extrusionOk="0" h="9767" w="9849">
                  <a:moveTo>
                    <a:pt x="0" y="0"/>
                  </a:moveTo>
                  <a:lnTo>
                    <a:pt x="6435" y="6432"/>
                  </a:lnTo>
                  <a:lnTo>
                    <a:pt x="6463" y="6460"/>
                  </a:lnTo>
                  <a:lnTo>
                    <a:pt x="9771" y="9767"/>
                  </a:lnTo>
                  <a:cubicBezTo>
                    <a:pt x="9791" y="9689"/>
                    <a:pt x="9821" y="9611"/>
                    <a:pt x="9848" y="9535"/>
                  </a:cubicBezTo>
                  <a:lnTo>
                    <a:pt x="6592" y="6279"/>
                  </a:lnTo>
                  <a:lnTo>
                    <a:pt x="6565" y="625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9"/>
            <p:cNvSpPr/>
            <p:nvPr/>
          </p:nvSpPr>
          <p:spPr>
            <a:xfrm>
              <a:off x="4898450" y="2956950"/>
              <a:ext cx="249900" cy="252175"/>
            </a:xfrm>
            <a:custGeom>
              <a:rect b="b" l="l" r="r" t="t"/>
              <a:pathLst>
                <a:path extrusionOk="0" h="10087" w="9996">
                  <a:moveTo>
                    <a:pt x="0" y="0"/>
                  </a:moveTo>
                  <a:lnTo>
                    <a:pt x="4" y="316"/>
                  </a:lnTo>
                  <a:lnTo>
                    <a:pt x="6753" y="7065"/>
                  </a:lnTo>
                  <a:lnTo>
                    <a:pt x="6780" y="7093"/>
                  </a:lnTo>
                  <a:lnTo>
                    <a:pt x="9774" y="10087"/>
                  </a:lnTo>
                  <a:cubicBezTo>
                    <a:pt x="9849" y="10057"/>
                    <a:pt x="9921" y="10026"/>
                    <a:pt x="9996" y="9995"/>
                  </a:cubicBezTo>
                  <a:lnTo>
                    <a:pt x="6909" y="6909"/>
                  </a:lnTo>
                  <a:lnTo>
                    <a:pt x="6882" y="68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9"/>
            <p:cNvSpPr/>
            <p:nvPr/>
          </p:nvSpPr>
          <p:spPr>
            <a:xfrm>
              <a:off x="4896825" y="2682350"/>
              <a:ext cx="387800" cy="393175"/>
            </a:xfrm>
            <a:custGeom>
              <a:rect b="b" l="l" r="r" t="t"/>
              <a:pathLst>
                <a:path extrusionOk="0" h="15727" w="15512">
                  <a:moveTo>
                    <a:pt x="1" y="0"/>
                  </a:moveTo>
                  <a:lnTo>
                    <a:pt x="4" y="314"/>
                  </a:lnTo>
                  <a:lnTo>
                    <a:pt x="4450" y="4760"/>
                  </a:lnTo>
                  <a:lnTo>
                    <a:pt x="4477" y="4787"/>
                  </a:lnTo>
                  <a:lnTo>
                    <a:pt x="12279" y="12588"/>
                  </a:lnTo>
                  <a:lnTo>
                    <a:pt x="12306" y="12616"/>
                  </a:lnTo>
                  <a:lnTo>
                    <a:pt x="15416" y="15726"/>
                  </a:lnTo>
                  <a:cubicBezTo>
                    <a:pt x="15450" y="15654"/>
                    <a:pt x="15480" y="15583"/>
                    <a:pt x="15512" y="15511"/>
                  </a:cubicBezTo>
                  <a:lnTo>
                    <a:pt x="12435" y="12432"/>
                  </a:lnTo>
                  <a:lnTo>
                    <a:pt x="12408" y="12404"/>
                  </a:lnTo>
                  <a:lnTo>
                    <a:pt x="4661" y="4657"/>
                  </a:lnTo>
                  <a:lnTo>
                    <a:pt x="4634" y="46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9"/>
            <p:cNvSpPr/>
            <p:nvPr/>
          </p:nvSpPr>
          <p:spPr>
            <a:xfrm>
              <a:off x="4899900" y="3192325"/>
              <a:ext cx="14925" cy="15025"/>
            </a:xfrm>
            <a:custGeom>
              <a:rect b="b" l="l" r="r" t="t"/>
              <a:pathLst>
                <a:path extrusionOk="0" h="601" w="597">
                  <a:moveTo>
                    <a:pt x="0" y="1"/>
                  </a:moveTo>
                  <a:lnTo>
                    <a:pt x="0" y="315"/>
                  </a:lnTo>
                  <a:lnTo>
                    <a:pt x="65" y="382"/>
                  </a:lnTo>
                  <a:cubicBezTo>
                    <a:pt x="242" y="458"/>
                    <a:pt x="420" y="532"/>
                    <a:pt x="596" y="60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9"/>
            <p:cNvSpPr/>
            <p:nvPr/>
          </p:nvSpPr>
          <p:spPr>
            <a:xfrm>
              <a:off x="4899650" y="3153175"/>
              <a:ext cx="70125" cy="70100"/>
            </a:xfrm>
            <a:custGeom>
              <a:rect b="b" l="l" r="r" t="t"/>
              <a:pathLst>
                <a:path extrusionOk="0" h="2804" w="2805">
                  <a:moveTo>
                    <a:pt x="0" y="0"/>
                  </a:moveTo>
                  <a:lnTo>
                    <a:pt x="0" y="313"/>
                  </a:lnTo>
                  <a:lnTo>
                    <a:pt x="2405" y="2715"/>
                  </a:lnTo>
                  <a:cubicBezTo>
                    <a:pt x="2538" y="2746"/>
                    <a:pt x="2671" y="2777"/>
                    <a:pt x="2804" y="280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9"/>
            <p:cNvSpPr/>
            <p:nvPr/>
          </p:nvSpPr>
          <p:spPr>
            <a:xfrm>
              <a:off x="5276925" y="2485200"/>
              <a:ext cx="83325" cy="81775"/>
            </a:xfrm>
            <a:custGeom>
              <a:rect b="b" l="l" r="r" t="t"/>
              <a:pathLst>
                <a:path extrusionOk="0" h="3271" w="3333">
                  <a:moveTo>
                    <a:pt x="1" y="0"/>
                  </a:moveTo>
                  <a:lnTo>
                    <a:pt x="975" y="974"/>
                  </a:lnTo>
                  <a:lnTo>
                    <a:pt x="1002" y="1002"/>
                  </a:lnTo>
                  <a:lnTo>
                    <a:pt x="3271" y="3271"/>
                  </a:lnTo>
                  <a:cubicBezTo>
                    <a:pt x="3295" y="3189"/>
                    <a:pt x="3315" y="3103"/>
                    <a:pt x="3333" y="3021"/>
                  </a:cubicBezTo>
                  <a:lnTo>
                    <a:pt x="1128" y="818"/>
                  </a:lnTo>
                  <a:lnTo>
                    <a:pt x="1101" y="79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9"/>
            <p:cNvSpPr/>
            <p:nvPr/>
          </p:nvSpPr>
          <p:spPr>
            <a:xfrm>
              <a:off x="5237925" y="2485200"/>
              <a:ext cx="111600" cy="108875"/>
            </a:xfrm>
            <a:custGeom>
              <a:rect b="b" l="l" r="r" t="t"/>
              <a:pathLst>
                <a:path extrusionOk="0" h="4355" w="4464">
                  <a:moveTo>
                    <a:pt x="1" y="0"/>
                  </a:moveTo>
                  <a:lnTo>
                    <a:pt x="1755" y="1754"/>
                  </a:lnTo>
                  <a:lnTo>
                    <a:pt x="1782" y="1782"/>
                  </a:lnTo>
                  <a:lnTo>
                    <a:pt x="4355" y="4354"/>
                  </a:lnTo>
                  <a:cubicBezTo>
                    <a:pt x="4391" y="4285"/>
                    <a:pt x="4426" y="4218"/>
                    <a:pt x="4463" y="4150"/>
                  </a:cubicBezTo>
                  <a:lnTo>
                    <a:pt x="1908" y="1598"/>
                  </a:lnTo>
                  <a:lnTo>
                    <a:pt x="1885" y="1570"/>
                  </a:lnTo>
                  <a:lnTo>
                    <a:pt x="1881" y="157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9"/>
            <p:cNvSpPr/>
            <p:nvPr/>
          </p:nvSpPr>
          <p:spPr>
            <a:xfrm>
              <a:off x="5120925" y="2485200"/>
              <a:ext cx="176475" cy="172750"/>
            </a:xfrm>
            <a:custGeom>
              <a:rect b="b" l="l" r="r" t="t"/>
              <a:pathLst>
                <a:path extrusionOk="0" h="6910" w="7059">
                  <a:moveTo>
                    <a:pt x="0" y="0"/>
                  </a:moveTo>
                  <a:lnTo>
                    <a:pt x="4068" y="4068"/>
                  </a:lnTo>
                  <a:lnTo>
                    <a:pt x="4095" y="4092"/>
                  </a:lnTo>
                  <a:lnTo>
                    <a:pt x="4122" y="4119"/>
                  </a:lnTo>
                  <a:lnTo>
                    <a:pt x="6909" y="6909"/>
                  </a:lnTo>
                  <a:cubicBezTo>
                    <a:pt x="6960" y="6854"/>
                    <a:pt x="7011" y="6800"/>
                    <a:pt x="7059" y="6746"/>
                  </a:cubicBezTo>
                  <a:lnTo>
                    <a:pt x="4275" y="3966"/>
                  </a:lnTo>
                  <a:lnTo>
                    <a:pt x="4248" y="3938"/>
                  </a:lnTo>
                  <a:lnTo>
                    <a:pt x="4224" y="391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9"/>
            <p:cNvSpPr/>
            <p:nvPr/>
          </p:nvSpPr>
          <p:spPr>
            <a:xfrm>
              <a:off x="4964875" y="2485200"/>
              <a:ext cx="279450" cy="279450"/>
            </a:xfrm>
            <a:custGeom>
              <a:rect b="b" l="l" r="r" t="t"/>
              <a:pathLst>
                <a:path extrusionOk="0" h="11178" w="11178">
                  <a:moveTo>
                    <a:pt x="0" y="0"/>
                  </a:moveTo>
                  <a:lnTo>
                    <a:pt x="7189" y="7185"/>
                  </a:lnTo>
                  <a:lnTo>
                    <a:pt x="7216" y="7212"/>
                  </a:lnTo>
                  <a:lnTo>
                    <a:pt x="7244" y="7240"/>
                  </a:lnTo>
                  <a:lnTo>
                    <a:pt x="11178" y="11177"/>
                  </a:lnTo>
                  <a:cubicBezTo>
                    <a:pt x="11175" y="11072"/>
                    <a:pt x="11175" y="10966"/>
                    <a:pt x="11178" y="10861"/>
                  </a:cubicBezTo>
                  <a:lnTo>
                    <a:pt x="7400" y="7086"/>
                  </a:lnTo>
                  <a:lnTo>
                    <a:pt x="7373" y="7059"/>
                  </a:lnTo>
                  <a:lnTo>
                    <a:pt x="7346" y="7032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9"/>
            <p:cNvSpPr/>
            <p:nvPr/>
          </p:nvSpPr>
          <p:spPr>
            <a:xfrm>
              <a:off x="5042900" y="2485200"/>
              <a:ext cx="219750" cy="216850"/>
            </a:xfrm>
            <a:custGeom>
              <a:rect b="b" l="l" r="r" t="t"/>
              <a:pathLst>
                <a:path extrusionOk="0" h="8674" w="8790">
                  <a:moveTo>
                    <a:pt x="0" y="0"/>
                  </a:moveTo>
                  <a:lnTo>
                    <a:pt x="5628" y="5625"/>
                  </a:lnTo>
                  <a:lnTo>
                    <a:pt x="5656" y="5652"/>
                  </a:lnTo>
                  <a:lnTo>
                    <a:pt x="5683" y="5679"/>
                  </a:lnTo>
                  <a:lnTo>
                    <a:pt x="8677" y="8674"/>
                  </a:lnTo>
                  <a:cubicBezTo>
                    <a:pt x="8714" y="8609"/>
                    <a:pt x="8749" y="8540"/>
                    <a:pt x="8790" y="8476"/>
                  </a:cubicBezTo>
                  <a:lnTo>
                    <a:pt x="5840" y="5526"/>
                  </a:lnTo>
                  <a:lnTo>
                    <a:pt x="5812" y="5499"/>
                  </a:lnTo>
                  <a:lnTo>
                    <a:pt x="5785" y="547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9"/>
            <p:cNvSpPr/>
            <p:nvPr/>
          </p:nvSpPr>
          <p:spPr>
            <a:xfrm>
              <a:off x="4895975" y="2525375"/>
              <a:ext cx="403625" cy="411475"/>
            </a:xfrm>
            <a:custGeom>
              <a:rect b="b" l="l" r="r" t="t"/>
              <a:pathLst>
                <a:path extrusionOk="0" h="16459" w="16145">
                  <a:moveTo>
                    <a:pt x="0" y="1"/>
                  </a:moveTo>
                  <a:lnTo>
                    <a:pt x="0" y="32"/>
                  </a:lnTo>
                  <a:lnTo>
                    <a:pt x="0" y="318"/>
                  </a:lnTo>
                  <a:lnTo>
                    <a:pt x="7604" y="7919"/>
                  </a:lnTo>
                  <a:lnTo>
                    <a:pt x="7632" y="7946"/>
                  </a:lnTo>
                  <a:lnTo>
                    <a:pt x="7659" y="7973"/>
                  </a:lnTo>
                  <a:lnTo>
                    <a:pt x="15406" y="15719"/>
                  </a:lnTo>
                  <a:lnTo>
                    <a:pt x="15433" y="15747"/>
                  </a:lnTo>
                  <a:lnTo>
                    <a:pt x="15460" y="15774"/>
                  </a:lnTo>
                  <a:lnTo>
                    <a:pt x="16145" y="16458"/>
                  </a:lnTo>
                  <a:cubicBezTo>
                    <a:pt x="16118" y="16326"/>
                    <a:pt x="16087" y="16189"/>
                    <a:pt x="16053" y="16057"/>
                  </a:cubicBezTo>
                  <a:lnTo>
                    <a:pt x="15613" y="15617"/>
                  </a:lnTo>
                  <a:lnTo>
                    <a:pt x="15586" y="15590"/>
                  </a:lnTo>
                  <a:lnTo>
                    <a:pt x="15559" y="15563"/>
                  </a:lnTo>
                  <a:lnTo>
                    <a:pt x="7816" y="7816"/>
                  </a:lnTo>
                  <a:lnTo>
                    <a:pt x="7788" y="7789"/>
                  </a:lnTo>
                  <a:lnTo>
                    <a:pt x="7761" y="7762"/>
                  </a:lnTo>
                  <a:lnTo>
                    <a:pt x="14" y="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9"/>
            <p:cNvSpPr/>
            <p:nvPr/>
          </p:nvSpPr>
          <p:spPr>
            <a:xfrm>
              <a:off x="5081900" y="2485200"/>
              <a:ext cx="197175" cy="193700"/>
            </a:xfrm>
            <a:custGeom>
              <a:rect b="b" l="l" r="r" t="t"/>
              <a:pathLst>
                <a:path extrusionOk="0" h="7748" w="7887">
                  <a:moveTo>
                    <a:pt x="0" y="0"/>
                  </a:moveTo>
                  <a:lnTo>
                    <a:pt x="4848" y="4845"/>
                  </a:lnTo>
                  <a:lnTo>
                    <a:pt x="4876" y="4872"/>
                  </a:lnTo>
                  <a:lnTo>
                    <a:pt x="4903" y="4899"/>
                  </a:lnTo>
                  <a:lnTo>
                    <a:pt x="7747" y="7747"/>
                  </a:lnTo>
                  <a:cubicBezTo>
                    <a:pt x="7795" y="7689"/>
                    <a:pt x="7840" y="7631"/>
                    <a:pt x="7887" y="7573"/>
                  </a:cubicBezTo>
                  <a:lnTo>
                    <a:pt x="5056" y="4746"/>
                  </a:lnTo>
                  <a:lnTo>
                    <a:pt x="5032" y="4718"/>
                  </a:lnTo>
                  <a:lnTo>
                    <a:pt x="5005" y="469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9"/>
            <p:cNvSpPr/>
            <p:nvPr/>
          </p:nvSpPr>
          <p:spPr>
            <a:xfrm>
              <a:off x="4895725" y="2486225"/>
              <a:ext cx="384475" cy="392300"/>
            </a:xfrm>
            <a:custGeom>
              <a:rect b="b" l="l" r="r" t="t"/>
              <a:pathLst>
                <a:path extrusionOk="0" h="15692" w="15379">
                  <a:moveTo>
                    <a:pt x="1" y="0"/>
                  </a:moveTo>
                  <a:lnTo>
                    <a:pt x="4" y="313"/>
                  </a:lnTo>
                  <a:lnTo>
                    <a:pt x="620" y="933"/>
                  </a:lnTo>
                  <a:lnTo>
                    <a:pt x="648" y="961"/>
                  </a:lnTo>
                  <a:lnTo>
                    <a:pt x="8395" y="8704"/>
                  </a:lnTo>
                  <a:lnTo>
                    <a:pt x="8422" y="8732"/>
                  </a:lnTo>
                  <a:lnTo>
                    <a:pt x="8449" y="8759"/>
                  </a:lnTo>
                  <a:lnTo>
                    <a:pt x="15378" y="15691"/>
                  </a:lnTo>
                  <a:cubicBezTo>
                    <a:pt x="15300" y="15507"/>
                    <a:pt x="15222" y="15323"/>
                    <a:pt x="15140" y="15139"/>
                  </a:cubicBezTo>
                  <a:lnTo>
                    <a:pt x="8606" y="8602"/>
                  </a:lnTo>
                  <a:lnTo>
                    <a:pt x="8579" y="8578"/>
                  </a:lnTo>
                  <a:lnTo>
                    <a:pt x="8551" y="8551"/>
                  </a:lnTo>
                  <a:lnTo>
                    <a:pt x="804" y="804"/>
                  </a:lnTo>
                  <a:lnTo>
                    <a:pt x="777" y="777"/>
                  </a:lnTo>
                  <a:lnTo>
                    <a:pt x="750" y="74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9"/>
            <p:cNvSpPr/>
            <p:nvPr/>
          </p:nvSpPr>
          <p:spPr>
            <a:xfrm>
              <a:off x="4925875" y="2485200"/>
              <a:ext cx="327650" cy="327575"/>
            </a:xfrm>
            <a:custGeom>
              <a:rect b="b" l="l" r="r" t="t"/>
              <a:pathLst>
                <a:path extrusionOk="0" h="13103" w="13106">
                  <a:moveTo>
                    <a:pt x="0" y="0"/>
                  </a:moveTo>
                  <a:lnTo>
                    <a:pt x="167" y="167"/>
                  </a:lnTo>
                  <a:lnTo>
                    <a:pt x="194" y="194"/>
                  </a:lnTo>
                  <a:lnTo>
                    <a:pt x="222" y="221"/>
                  </a:lnTo>
                  <a:lnTo>
                    <a:pt x="7969" y="7965"/>
                  </a:lnTo>
                  <a:lnTo>
                    <a:pt x="7996" y="7993"/>
                  </a:lnTo>
                  <a:lnTo>
                    <a:pt x="13106" y="13103"/>
                  </a:lnTo>
                  <a:cubicBezTo>
                    <a:pt x="13059" y="12955"/>
                    <a:pt x="13018" y="12809"/>
                    <a:pt x="12977" y="12663"/>
                  </a:cubicBezTo>
                  <a:lnTo>
                    <a:pt x="8180" y="7866"/>
                  </a:lnTo>
                  <a:lnTo>
                    <a:pt x="8153" y="7839"/>
                  </a:lnTo>
                  <a:lnTo>
                    <a:pt x="378" y="65"/>
                  </a:lnTo>
                  <a:lnTo>
                    <a:pt x="351" y="37"/>
                  </a:lnTo>
                  <a:lnTo>
                    <a:pt x="324" y="10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" name="Google Shape;192;p9"/>
          <p:cNvSpPr/>
          <p:nvPr/>
        </p:nvSpPr>
        <p:spPr>
          <a:xfrm>
            <a:off x="5861375" y="4178175"/>
            <a:ext cx="3351600" cy="1021698"/>
          </a:xfrm>
          <a:custGeom>
            <a:rect b="b" l="l" r="r" t="t"/>
            <a:pathLst>
              <a:path extrusionOk="0" h="14312" w="44285">
                <a:moveTo>
                  <a:pt x="44285" y="0"/>
                </a:moveTo>
                <a:cubicBezTo>
                  <a:pt x="42694" y="290"/>
                  <a:pt x="41153" y="1067"/>
                  <a:pt x="39825" y="2024"/>
                </a:cubicBezTo>
                <a:cubicBezTo>
                  <a:pt x="37795" y="3485"/>
                  <a:pt x="36088" y="5359"/>
                  <a:pt x="34068" y="6834"/>
                </a:cubicBezTo>
                <a:cubicBezTo>
                  <a:pt x="30950" y="9117"/>
                  <a:pt x="27108" y="10394"/>
                  <a:pt x="23245" y="10435"/>
                </a:cubicBezTo>
                <a:cubicBezTo>
                  <a:pt x="23175" y="10436"/>
                  <a:pt x="23106" y="10436"/>
                  <a:pt x="23037" y="10436"/>
                </a:cubicBezTo>
                <a:cubicBezTo>
                  <a:pt x="19957" y="10436"/>
                  <a:pt x="16925" y="9699"/>
                  <a:pt x="13873" y="9252"/>
                </a:cubicBezTo>
                <a:cubicBezTo>
                  <a:pt x="12567" y="9062"/>
                  <a:pt x="11230" y="8928"/>
                  <a:pt x="9904" y="8928"/>
                </a:cubicBezTo>
                <a:cubicBezTo>
                  <a:pt x="8063" y="8928"/>
                  <a:pt x="6243" y="9185"/>
                  <a:pt x="4556" y="9900"/>
                </a:cubicBezTo>
                <a:cubicBezTo>
                  <a:pt x="2570" y="10741"/>
                  <a:pt x="825" y="12363"/>
                  <a:pt x="1" y="14312"/>
                </a:cubicBezTo>
                <a:lnTo>
                  <a:pt x="44285" y="14312"/>
                </a:lnTo>
                <a:lnTo>
                  <a:pt x="4428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" name="Google Shape;193;p9"/>
          <p:cNvGrpSpPr/>
          <p:nvPr/>
        </p:nvGrpSpPr>
        <p:grpSpPr>
          <a:xfrm>
            <a:off x="6290393" y="4651784"/>
            <a:ext cx="3005329" cy="548185"/>
            <a:chOff x="6290110" y="4651689"/>
            <a:chExt cx="2765556" cy="548185"/>
          </a:xfrm>
        </p:grpSpPr>
        <p:sp>
          <p:nvSpPr>
            <p:cNvPr id="194" name="Google Shape;194;p9"/>
            <p:cNvSpPr/>
            <p:nvPr/>
          </p:nvSpPr>
          <p:spPr>
            <a:xfrm>
              <a:off x="8707752" y="4709513"/>
              <a:ext cx="347912" cy="331809"/>
            </a:xfrm>
            <a:custGeom>
              <a:rect b="b" l="l" r="r" t="t"/>
              <a:pathLst>
                <a:path extrusionOk="0" h="4648" w="4597">
                  <a:moveTo>
                    <a:pt x="263" y="1"/>
                  </a:moveTo>
                  <a:cubicBezTo>
                    <a:pt x="175" y="18"/>
                    <a:pt x="89" y="31"/>
                    <a:pt x="1" y="52"/>
                  </a:cubicBezTo>
                  <a:lnTo>
                    <a:pt x="4249" y="4300"/>
                  </a:lnTo>
                  <a:lnTo>
                    <a:pt x="4276" y="4328"/>
                  </a:lnTo>
                  <a:lnTo>
                    <a:pt x="4596" y="4647"/>
                  </a:lnTo>
                  <a:lnTo>
                    <a:pt x="4596" y="4334"/>
                  </a:lnTo>
                  <a:lnTo>
                    <a:pt x="4460" y="4198"/>
                  </a:lnTo>
                  <a:lnTo>
                    <a:pt x="4433" y="4171"/>
                  </a:lnTo>
                  <a:lnTo>
                    <a:pt x="2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9"/>
            <p:cNvSpPr/>
            <p:nvPr/>
          </p:nvSpPr>
          <p:spPr>
            <a:xfrm>
              <a:off x="8536031" y="4766481"/>
              <a:ext cx="475286" cy="433394"/>
            </a:xfrm>
            <a:custGeom>
              <a:rect b="b" l="l" r="r" t="t"/>
              <a:pathLst>
                <a:path extrusionOk="0" h="6071" w="6280">
                  <a:moveTo>
                    <a:pt x="209" y="0"/>
                  </a:moveTo>
                  <a:cubicBezTo>
                    <a:pt x="141" y="34"/>
                    <a:pt x="69" y="68"/>
                    <a:pt x="1" y="102"/>
                  </a:cubicBezTo>
                  <a:lnTo>
                    <a:pt x="4958" y="5063"/>
                  </a:lnTo>
                  <a:lnTo>
                    <a:pt x="4985" y="5090"/>
                  </a:lnTo>
                  <a:lnTo>
                    <a:pt x="5012" y="5117"/>
                  </a:lnTo>
                  <a:lnTo>
                    <a:pt x="5966" y="6071"/>
                  </a:lnTo>
                  <a:lnTo>
                    <a:pt x="6279" y="6071"/>
                  </a:lnTo>
                  <a:lnTo>
                    <a:pt x="5169" y="4961"/>
                  </a:lnTo>
                  <a:lnTo>
                    <a:pt x="5142" y="4933"/>
                  </a:lnTo>
                  <a:lnTo>
                    <a:pt x="5114" y="4906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9"/>
            <p:cNvSpPr/>
            <p:nvPr/>
          </p:nvSpPr>
          <p:spPr>
            <a:xfrm>
              <a:off x="8458457" y="4804173"/>
              <a:ext cx="434493" cy="395487"/>
            </a:xfrm>
            <a:custGeom>
              <a:rect b="b" l="l" r="r" t="t"/>
              <a:pathLst>
                <a:path extrusionOk="0" h="5540" w="5741">
                  <a:moveTo>
                    <a:pt x="202" y="0"/>
                  </a:moveTo>
                  <a:cubicBezTo>
                    <a:pt x="137" y="38"/>
                    <a:pt x="68" y="75"/>
                    <a:pt x="1" y="112"/>
                  </a:cubicBezTo>
                  <a:lnTo>
                    <a:pt x="5202" y="5315"/>
                  </a:lnTo>
                  <a:lnTo>
                    <a:pt x="5230" y="5342"/>
                  </a:lnTo>
                  <a:lnTo>
                    <a:pt x="5257" y="5369"/>
                  </a:lnTo>
                  <a:lnTo>
                    <a:pt x="5427" y="5536"/>
                  </a:lnTo>
                  <a:lnTo>
                    <a:pt x="5741" y="5540"/>
                  </a:lnTo>
                  <a:lnTo>
                    <a:pt x="5414" y="5213"/>
                  </a:lnTo>
                  <a:lnTo>
                    <a:pt x="5386" y="5185"/>
                  </a:lnTo>
                  <a:lnTo>
                    <a:pt x="5359" y="5158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9"/>
            <p:cNvSpPr/>
            <p:nvPr/>
          </p:nvSpPr>
          <p:spPr>
            <a:xfrm>
              <a:off x="8617767" y="4733856"/>
              <a:ext cx="437899" cy="418902"/>
            </a:xfrm>
            <a:custGeom>
              <a:rect b="b" l="l" r="r" t="t"/>
              <a:pathLst>
                <a:path extrusionOk="0" h="5868" w="5786">
                  <a:moveTo>
                    <a:pt x="229" y="1"/>
                  </a:moveTo>
                  <a:cubicBezTo>
                    <a:pt x="154" y="28"/>
                    <a:pt x="76" y="52"/>
                    <a:pt x="1" y="83"/>
                  </a:cubicBezTo>
                  <a:lnTo>
                    <a:pt x="4658" y="4739"/>
                  </a:lnTo>
                  <a:lnTo>
                    <a:pt x="4685" y="4767"/>
                  </a:lnTo>
                  <a:lnTo>
                    <a:pt x="4712" y="4794"/>
                  </a:lnTo>
                  <a:lnTo>
                    <a:pt x="5785" y="5867"/>
                  </a:lnTo>
                  <a:lnTo>
                    <a:pt x="5785" y="5553"/>
                  </a:lnTo>
                  <a:lnTo>
                    <a:pt x="4869" y="4637"/>
                  </a:lnTo>
                  <a:lnTo>
                    <a:pt x="4842" y="4610"/>
                  </a:lnTo>
                  <a:lnTo>
                    <a:pt x="4814" y="4583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9"/>
            <p:cNvSpPr/>
            <p:nvPr/>
          </p:nvSpPr>
          <p:spPr>
            <a:xfrm>
              <a:off x="8950916" y="4719793"/>
              <a:ext cx="104745" cy="98800"/>
            </a:xfrm>
            <a:custGeom>
              <a:rect b="b" l="l" r="r" t="t"/>
              <a:pathLst>
                <a:path extrusionOk="0" h="1384" w="1384">
                  <a:moveTo>
                    <a:pt x="0" y="0"/>
                  </a:moveTo>
                  <a:lnTo>
                    <a:pt x="1383" y="1383"/>
                  </a:lnTo>
                  <a:lnTo>
                    <a:pt x="1383" y="1073"/>
                  </a:lnTo>
                  <a:lnTo>
                    <a:pt x="525" y="211"/>
                  </a:lnTo>
                  <a:cubicBezTo>
                    <a:pt x="358" y="129"/>
                    <a:pt x="181" y="6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9"/>
            <p:cNvSpPr/>
            <p:nvPr/>
          </p:nvSpPr>
          <p:spPr>
            <a:xfrm>
              <a:off x="8812949" y="4700947"/>
              <a:ext cx="242714" cy="229011"/>
            </a:xfrm>
            <a:custGeom>
              <a:rect b="b" l="l" r="r" t="t"/>
              <a:pathLst>
                <a:path extrusionOk="0" h="3208" w="3207">
                  <a:moveTo>
                    <a:pt x="93" y="0"/>
                  </a:moveTo>
                  <a:cubicBezTo>
                    <a:pt x="62" y="0"/>
                    <a:pt x="32" y="1"/>
                    <a:pt x="1" y="2"/>
                  </a:cubicBezTo>
                  <a:lnTo>
                    <a:pt x="3206" y="3207"/>
                  </a:lnTo>
                  <a:lnTo>
                    <a:pt x="3206" y="2894"/>
                  </a:lnTo>
                  <a:lnTo>
                    <a:pt x="318" y="5"/>
                  </a:lnTo>
                  <a:cubicBezTo>
                    <a:pt x="243" y="3"/>
                    <a:pt x="168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8050308" y="4980501"/>
              <a:ext cx="250433" cy="217161"/>
            </a:xfrm>
            <a:custGeom>
              <a:rect b="b" l="l" r="r" t="t"/>
              <a:pathLst>
                <a:path extrusionOk="0" h="3042" w="3309">
                  <a:moveTo>
                    <a:pt x="263" y="0"/>
                  </a:moveTo>
                  <a:cubicBezTo>
                    <a:pt x="175" y="17"/>
                    <a:pt x="89" y="34"/>
                    <a:pt x="1" y="48"/>
                  </a:cubicBezTo>
                  <a:lnTo>
                    <a:pt x="2996" y="3042"/>
                  </a:lnTo>
                  <a:lnTo>
                    <a:pt x="3309" y="3042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8228689" y="4922320"/>
              <a:ext cx="308709" cy="276127"/>
            </a:xfrm>
            <a:custGeom>
              <a:rect b="b" l="l" r="r" t="t"/>
              <a:pathLst>
                <a:path extrusionOk="0" h="3868" w="4079">
                  <a:moveTo>
                    <a:pt x="213" y="1"/>
                  </a:moveTo>
                  <a:cubicBezTo>
                    <a:pt x="141" y="34"/>
                    <a:pt x="73" y="66"/>
                    <a:pt x="1" y="100"/>
                  </a:cubicBezTo>
                  <a:lnTo>
                    <a:pt x="3769" y="3867"/>
                  </a:lnTo>
                  <a:lnTo>
                    <a:pt x="4079" y="3867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8383154" y="4844222"/>
              <a:ext cx="391203" cy="354939"/>
            </a:xfrm>
            <a:custGeom>
              <a:rect b="b" l="l" r="r" t="t"/>
              <a:pathLst>
                <a:path extrusionOk="0" h="4972" w="5169">
                  <a:moveTo>
                    <a:pt x="198" y="1"/>
                  </a:moveTo>
                  <a:cubicBezTo>
                    <a:pt x="134" y="39"/>
                    <a:pt x="65" y="76"/>
                    <a:pt x="1" y="114"/>
                  </a:cubicBezTo>
                  <a:lnTo>
                    <a:pt x="4855" y="4971"/>
                  </a:lnTo>
                  <a:lnTo>
                    <a:pt x="5169" y="497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7938905" y="4990209"/>
              <a:ext cx="243244" cy="207238"/>
            </a:xfrm>
            <a:custGeom>
              <a:rect b="b" l="l" r="r" t="t"/>
              <a:pathLst>
                <a:path extrusionOk="0" h="2903" w="3214">
                  <a:moveTo>
                    <a:pt x="1" y="0"/>
                  </a:moveTo>
                  <a:lnTo>
                    <a:pt x="2900" y="2899"/>
                  </a:lnTo>
                  <a:lnTo>
                    <a:pt x="3213" y="2903"/>
                  </a:lnTo>
                  <a:lnTo>
                    <a:pt x="325" y="14"/>
                  </a:lnTo>
                  <a:cubicBezTo>
                    <a:pt x="216" y="11"/>
                    <a:pt x="106" y="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8144153" y="4955372"/>
              <a:ext cx="274879" cy="242860"/>
            </a:xfrm>
            <a:custGeom>
              <a:rect b="b" l="l" r="r" t="t"/>
              <a:pathLst>
                <a:path extrusionOk="0" h="3402" w="3632">
                  <a:moveTo>
                    <a:pt x="232" y="1"/>
                  </a:moveTo>
                  <a:cubicBezTo>
                    <a:pt x="154" y="29"/>
                    <a:pt x="79" y="55"/>
                    <a:pt x="1" y="79"/>
                  </a:cubicBezTo>
                  <a:lnTo>
                    <a:pt x="3319" y="3398"/>
                  </a:lnTo>
                  <a:lnTo>
                    <a:pt x="3632" y="3401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8307322" y="4884413"/>
              <a:ext cx="348745" cy="314462"/>
            </a:xfrm>
            <a:custGeom>
              <a:rect b="b" l="l" r="r" t="t"/>
              <a:pathLst>
                <a:path extrusionOk="0" h="4405" w="4608">
                  <a:moveTo>
                    <a:pt x="202" y="0"/>
                  </a:moveTo>
                  <a:cubicBezTo>
                    <a:pt x="134" y="38"/>
                    <a:pt x="66" y="72"/>
                    <a:pt x="1" y="109"/>
                  </a:cubicBezTo>
                  <a:lnTo>
                    <a:pt x="4293" y="4402"/>
                  </a:lnTo>
                  <a:lnTo>
                    <a:pt x="4607" y="4405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7772103" y="4944236"/>
              <a:ext cx="291756" cy="252712"/>
            </a:xfrm>
            <a:custGeom>
              <a:rect b="b" l="l" r="r" t="t"/>
              <a:pathLst>
                <a:path extrusionOk="0" h="3540" w="3855">
                  <a:moveTo>
                    <a:pt x="1" y="1"/>
                  </a:moveTo>
                  <a:lnTo>
                    <a:pt x="1013" y="1012"/>
                  </a:lnTo>
                  <a:lnTo>
                    <a:pt x="1040" y="1040"/>
                  </a:lnTo>
                  <a:lnTo>
                    <a:pt x="1067" y="1067"/>
                  </a:lnTo>
                  <a:lnTo>
                    <a:pt x="3540" y="3540"/>
                  </a:lnTo>
                  <a:lnTo>
                    <a:pt x="3854" y="3540"/>
                  </a:lnTo>
                  <a:lnTo>
                    <a:pt x="1224" y="910"/>
                  </a:lnTo>
                  <a:lnTo>
                    <a:pt x="1197" y="883"/>
                  </a:lnTo>
                  <a:lnTo>
                    <a:pt x="1169" y="856"/>
                  </a:lnTo>
                  <a:lnTo>
                    <a:pt x="576" y="266"/>
                  </a:lnTo>
                  <a:cubicBezTo>
                    <a:pt x="382" y="188"/>
                    <a:pt x="188" y="9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7409362" y="4713440"/>
              <a:ext cx="535832" cy="483293"/>
            </a:xfrm>
            <a:custGeom>
              <a:rect b="b" l="l" r="r" t="t"/>
              <a:pathLst>
                <a:path extrusionOk="0" h="6770" w="7080">
                  <a:moveTo>
                    <a:pt x="1" y="1"/>
                  </a:moveTo>
                  <a:lnTo>
                    <a:pt x="5026" y="5025"/>
                  </a:lnTo>
                  <a:lnTo>
                    <a:pt x="5053" y="5053"/>
                  </a:lnTo>
                  <a:lnTo>
                    <a:pt x="5080" y="5080"/>
                  </a:lnTo>
                  <a:lnTo>
                    <a:pt x="6767" y="6770"/>
                  </a:lnTo>
                  <a:lnTo>
                    <a:pt x="7080" y="6770"/>
                  </a:lnTo>
                  <a:lnTo>
                    <a:pt x="5237" y="4923"/>
                  </a:lnTo>
                  <a:lnTo>
                    <a:pt x="5210" y="4896"/>
                  </a:lnTo>
                  <a:lnTo>
                    <a:pt x="5182" y="4869"/>
                  </a:lnTo>
                  <a:lnTo>
                    <a:pt x="726" y="413"/>
                  </a:lnTo>
                  <a:cubicBezTo>
                    <a:pt x="495" y="270"/>
                    <a:pt x="256" y="130"/>
                    <a:pt x="11" y="4"/>
                  </a:cubicBezTo>
                  <a:cubicBezTo>
                    <a:pt x="7" y="4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7235068" y="4660399"/>
              <a:ext cx="591837" cy="535835"/>
            </a:xfrm>
            <a:custGeom>
              <a:rect b="b" l="l" r="r" t="t"/>
              <a:pathLst>
                <a:path extrusionOk="0" h="7506" w="7820">
                  <a:moveTo>
                    <a:pt x="1" y="1"/>
                  </a:moveTo>
                  <a:lnTo>
                    <a:pt x="6548" y="6549"/>
                  </a:lnTo>
                  <a:lnTo>
                    <a:pt x="6576" y="6576"/>
                  </a:lnTo>
                  <a:lnTo>
                    <a:pt x="7505" y="7505"/>
                  </a:lnTo>
                  <a:lnTo>
                    <a:pt x="7819" y="7505"/>
                  </a:lnTo>
                  <a:lnTo>
                    <a:pt x="6760" y="6447"/>
                  </a:lnTo>
                  <a:lnTo>
                    <a:pt x="6732" y="6419"/>
                  </a:lnTo>
                  <a:lnTo>
                    <a:pt x="389" y="76"/>
                  </a:lnTo>
                  <a:cubicBezTo>
                    <a:pt x="260" y="49"/>
                    <a:pt x="130" y="2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7107999" y="4651689"/>
              <a:ext cx="600541" cy="544330"/>
            </a:xfrm>
            <a:custGeom>
              <a:rect b="b" l="l" r="r" t="t"/>
              <a:pathLst>
                <a:path extrusionOk="0" h="7625" w="7935">
                  <a:moveTo>
                    <a:pt x="156" y="1"/>
                  </a:moveTo>
                  <a:cubicBezTo>
                    <a:pt x="103" y="1"/>
                    <a:pt x="51" y="2"/>
                    <a:pt x="0" y="3"/>
                  </a:cubicBezTo>
                  <a:lnTo>
                    <a:pt x="7447" y="7451"/>
                  </a:lnTo>
                  <a:lnTo>
                    <a:pt x="7475" y="7478"/>
                  </a:lnTo>
                  <a:lnTo>
                    <a:pt x="7502" y="7505"/>
                  </a:lnTo>
                  <a:lnTo>
                    <a:pt x="7621" y="7624"/>
                  </a:lnTo>
                  <a:lnTo>
                    <a:pt x="7934" y="7624"/>
                  </a:lnTo>
                  <a:lnTo>
                    <a:pt x="7659" y="7349"/>
                  </a:lnTo>
                  <a:lnTo>
                    <a:pt x="7631" y="7321"/>
                  </a:lnTo>
                  <a:lnTo>
                    <a:pt x="7604" y="7294"/>
                  </a:lnTo>
                  <a:lnTo>
                    <a:pt x="313" y="3"/>
                  </a:lnTo>
                  <a:cubicBezTo>
                    <a:pt x="261" y="2"/>
                    <a:pt x="208" y="1"/>
                    <a:pt x="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9"/>
            <p:cNvSpPr/>
            <p:nvPr/>
          </p:nvSpPr>
          <p:spPr>
            <a:xfrm>
              <a:off x="6522452" y="4869065"/>
              <a:ext cx="356919" cy="324528"/>
            </a:xfrm>
            <a:custGeom>
              <a:rect b="b" l="l" r="r" t="t"/>
              <a:pathLst>
                <a:path extrusionOk="0" h="4546" w="4716">
                  <a:moveTo>
                    <a:pt x="171" y="0"/>
                  </a:moveTo>
                  <a:cubicBezTo>
                    <a:pt x="113" y="49"/>
                    <a:pt x="58" y="96"/>
                    <a:pt x="0" y="140"/>
                  </a:cubicBezTo>
                  <a:lnTo>
                    <a:pt x="1926" y="2065"/>
                  </a:lnTo>
                  <a:lnTo>
                    <a:pt x="1953" y="2093"/>
                  </a:lnTo>
                  <a:lnTo>
                    <a:pt x="1980" y="2120"/>
                  </a:lnTo>
                  <a:lnTo>
                    <a:pt x="4402" y="4541"/>
                  </a:lnTo>
                  <a:lnTo>
                    <a:pt x="4715" y="4546"/>
                  </a:lnTo>
                  <a:lnTo>
                    <a:pt x="4715" y="4546"/>
                  </a:lnTo>
                  <a:lnTo>
                    <a:pt x="2133" y="1963"/>
                  </a:lnTo>
                  <a:lnTo>
                    <a:pt x="2106" y="1936"/>
                  </a:lnTo>
                  <a:lnTo>
                    <a:pt x="2079" y="1909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9"/>
            <p:cNvSpPr/>
            <p:nvPr/>
          </p:nvSpPr>
          <p:spPr>
            <a:xfrm>
              <a:off x="6658527" y="4776403"/>
              <a:ext cx="457728" cy="417902"/>
            </a:xfrm>
            <a:custGeom>
              <a:rect b="b" l="l" r="r" t="t"/>
              <a:pathLst>
                <a:path extrusionOk="0" h="5854" w="6048">
                  <a:moveTo>
                    <a:pt x="196" y="1"/>
                  </a:moveTo>
                  <a:cubicBezTo>
                    <a:pt x="131" y="39"/>
                    <a:pt x="66" y="79"/>
                    <a:pt x="1" y="116"/>
                  </a:cubicBezTo>
                  <a:lnTo>
                    <a:pt x="1688" y="1803"/>
                  </a:lnTo>
                  <a:lnTo>
                    <a:pt x="1715" y="1830"/>
                  </a:lnTo>
                  <a:lnTo>
                    <a:pt x="1742" y="1858"/>
                  </a:lnTo>
                  <a:lnTo>
                    <a:pt x="5735" y="5850"/>
                  </a:lnTo>
                  <a:lnTo>
                    <a:pt x="6048" y="5853"/>
                  </a:lnTo>
                  <a:lnTo>
                    <a:pt x="1868" y="1674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9"/>
            <p:cNvSpPr/>
            <p:nvPr/>
          </p:nvSpPr>
          <p:spPr>
            <a:xfrm>
              <a:off x="6814582" y="4703231"/>
              <a:ext cx="538405" cy="491788"/>
            </a:xfrm>
            <a:custGeom>
              <a:rect b="b" l="l" r="r" t="t"/>
              <a:pathLst>
                <a:path extrusionOk="0" h="6889" w="7114">
                  <a:moveTo>
                    <a:pt x="225" y="1"/>
                  </a:moveTo>
                  <a:cubicBezTo>
                    <a:pt x="151" y="28"/>
                    <a:pt x="75" y="55"/>
                    <a:pt x="0" y="82"/>
                  </a:cubicBezTo>
                  <a:lnTo>
                    <a:pt x="1209" y="1295"/>
                  </a:lnTo>
                  <a:lnTo>
                    <a:pt x="6800" y="6885"/>
                  </a:lnTo>
                  <a:lnTo>
                    <a:pt x="7113" y="6889"/>
                  </a:lnTo>
                  <a:lnTo>
                    <a:pt x="1393" y="1166"/>
                  </a:lnTo>
                  <a:lnTo>
                    <a:pt x="1366" y="1138"/>
                  </a:lnTo>
                  <a:lnTo>
                    <a:pt x="1339" y="111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6999699" y="4657971"/>
              <a:ext cx="590172" cy="537548"/>
            </a:xfrm>
            <a:custGeom>
              <a:rect b="b" l="l" r="r" t="t"/>
              <a:pathLst>
                <a:path extrusionOk="0" h="7530" w="7798">
                  <a:moveTo>
                    <a:pt x="269" y="1"/>
                  </a:moveTo>
                  <a:cubicBezTo>
                    <a:pt x="181" y="14"/>
                    <a:pt x="89" y="28"/>
                    <a:pt x="0" y="42"/>
                  </a:cubicBezTo>
                  <a:lnTo>
                    <a:pt x="296" y="341"/>
                  </a:lnTo>
                  <a:lnTo>
                    <a:pt x="324" y="369"/>
                  </a:lnTo>
                  <a:lnTo>
                    <a:pt x="351" y="396"/>
                  </a:lnTo>
                  <a:lnTo>
                    <a:pt x="7485" y="7530"/>
                  </a:lnTo>
                  <a:lnTo>
                    <a:pt x="7798" y="7530"/>
                  </a:lnTo>
                  <a:lnTo>
                    <a:pt x="508" y="239"/>
                  </a:lnTo>
                  <a:lnTo>
                    <a:pt x="480" y="212"/>
                  </a:lnTo>
                  <a:lnTo>
                    <a:pt x="2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6588446" y="4820664"/>
              <a:ext cx="409291" cy="373142"/>
            </a:xfrm>
            <a:custGeom>
              <a:rect b="b" l="l" r="r" t="t"/>
              <a:pathLst>
                <a:path extrusionOk="0" h="5227" w="5408">
                  <a:moveTo>
                    <a:pt x="181" y="1"/>
                  </a:moveTo>
                  <a:cubicBezTo>
                    <a:pt x="120" y="45"/>
                    <a:pt x="59" y="86"/>
                    <a:pt x="1" y="130"/>
                  </a:cubicBezTo>
                  <a:lnTo>
                    <a:pt x="1834" y="1963"/>
                  </a:lnTo>
                  <a:lnTo>
                    <a:pt x="1861" y="1990"/>
                  </a:lnTo>
                  <a:lnTo>
                    <a:pt x="1888" y="2018"/>
                  </a:lnTo>
                  <a:lnTo>
                    <a:pt x="5093" y="5227"/>
                  </a:lnTo>
                  <a:lnTo>
                    <a:pt x="5407" y="5227"/>
                  </a:lnTo>
                  <a:lnTo>
                    <a:pt x="2041" y="1861"/>
                  </a:lnTo>
                  <a:lnTo>
                    <a:pt x="2014" y="1834"/>
                  </a:lnTo>
                  <a:lnTo>
                    <a:pt x="1987" y="1806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6733603" y="4736783"/>
              <a:ext cx="501094" cy="457737"/>
            </a:xfrm>
            <a:custGeom>
              <a:rect b="b" l="l" r="r" t="t"/>
              <a:pathLst>
                <a:path extrusionOk="0" h="6412" w="6621">
                  <a:moveTo>
                    <a:pt x="208" y="1"/>
                  </a:moveTo>
                  <a:cubicBezTo>
                    <a:pt x="141" y="34"/>
                    <a:pt x="69" y="69"/>
                    <a:pt x="1" y="103"/>
                  </a:cubicBezTo>
                  <a:lnTo>
                    <a:pt x="1476" y="1578"/>
                  </a:lnTo>
                  <a:lnTo>
                    <a:pt x="1503" y="1605"/>
                  </a:lnTo>
                  <a:lnTo>
                    <a:pt x="1527" y="1632"/>
                  </a:lnTo>
                  <a:lnTo>
                    <a:pt x="6306" y="6412"/>
                  </a:lnTo>
                  <a:lnTo>
                    <a:pt x="6620" y="6412"/>
                  </a:lnTo>
                  <a:lnTo>
                    <a:pt x="1683" y="1476"/>
                  </a:lnTo>
                  <a:lnTo>
                    <a:pt x="1656" y="1448"/>
                  </a:lnTo>
                  <a:lnTo>
                    <a:pt x="1629" y="1421"/>
                  </a:lnTo>
                  <a:lnTo>
                    <a:pt x="2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6902751" y="4676461"/>
              <a:ext cx="568830" cy="518844"/>
            </a:xfrm>
            <a:custGeom>
              <a:rect b="b" l="l" r="r" t="t"/>
              <a:pathLst>
                <a:path extrusionOk="0" h="7268" w="7516">
                  <a:moveTo>
                    <a:pt x="246" y="0"/>
                  </a:moveTo>
                  <a:cubicBezTo>
                    <a:pt x="164" y="21"/>
                    <a:pt x="82" y="41"/>
                    <a:pt x="0" y="65"/>
                  </a:cubicBezTo>
                  <a:lnTo>
                    <a:pt x="797" y="862"/>
                  </a:lnTo>
                  <a:lnTo>
                    <a:pt x="825" y="890"/>
                  </a:lnTo>
                  <a:lnTo>
                    <a:pt x="852" y="917"/>
                  </a:lnTo>
                  <a:lnTo>
                    <a:pt x="7203" y="7267"/>
                  </a:lnTo>
                  <a:lnTo>
                    <a:pt x="7516" y="7267"/>
                  </a:lnTo>
                  <a:lnTo>
                    <a:pt x="1009" y="760"/>
                  </a:lnTo>
                  <a:lnTo>
                    <a:pt x="981" y="733"/>
                  </a:lnTo>
                  <a:lnTo>
                    <a:pt x="954" y="706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6401059" y="4975789"/>
              <a:ext cx="241351" cy="217018"/>
            </a:xfrm>
            <a:custGeom>
              <a:rect b="b" l="l" r="r" t="t"/>
              <a:pathLst>
                <a:path extrusionOk="0" h="3040" w="3189">
                  <a:moveTo>
                    <a:pt x="153" y="1"/>
                  </a:moveTo>
                  <a:cubicBezTo>
                    <a:pt x="102" y="56"/>
                    <a:pt x="51" y="107"/>
                    <a:pt x="0" y="161"/>
                  </a:cubicBezTo>
                  <a:lnTo>
                    <a:pt x="1969" y="2131"/>
                  </a:lnTo>
                  <a:lnTo>
                    <a:pt x="1997" y="2158"/>
                  </a:lnTo>
                  <a:lnTo>
                    <a:pt x="2876" y="3037"/>
                  </a:lnTo>
                  <a:lnTo>
                    <a:pt x="3189" y="3040"/>
                  </a:lnTo>
                  <a:lnTo>
                    <a:pt x="2177" y="2029"/>
                  </a:lnTo>
                  <a:lnTo>
                    <a:pt x="2150" y="2001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6344525" y="5033470"/>
              <a:ext cx="179519" cy="158909"/>
            </a:xfrm>
            <a:custGeom>
              <a:rect b="b" l="l" r="r" t="t"/>
              <a:pathLst>
                <a:path extrusionOk="0" h="2226" w="2372">
                  <a:moveTo>
                    <a:pt x="144" y="1"/>
                  </a:moveTo>
                  <a:cubicBezTo>
                    <a:pt x="96" y="55"/>
                    <a:pt x="49" y="113"/>
                    <a:pt x="1" y="167"/>
                  </a:cubicBezTo>
                  <a:lnTo>
                    <a:pt x="1936" y="2103"/>
                  </a:lnTo>
                  <a:lnTo>
                    <a:pt x="1963" y="2130"/>
                  </a:lnTo>
                  <a:lnTo>
                    <a:pt x="1991" y="2157"/>
                  </a:lnTo>
                  <a:lnTo>
                    <a:pt x="2059" y="2225"/>
                  </a:lnTo>
                  <a:lnTo>
                    <a:pt x="2372" y="2225"/>
                  </a:lnTo>
                  <a:lnTo>
                    <a:pt x="2144" y="2001"/>
                  </a:lnTo>
                  <a:lnTo>
                    <a:pt x="2117" y="1973"/>
                  </a:lnTo>
                  <a:lnTo>
                    <a:pt x="2093" y="1946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6460090" y="4920892"/>
              <a:ext cx="300687" cy="272201"/>
            </a:xfrm>
            <a:custGeom>
              <a:rect b="b" l="l" r="r" t="t"/>
              <a:pathLst>
                <a:path extrusionOk="0" h="3813" w="3973">
                  <a:moveTo>
                    <a:pt x="164" y="1"/>
                  </a:moveTo>
                  <a:cubicBezTo>
                    <a:pt x="109" y="51"/>
                    <a:pt x="55" y="103"/>
                    <a:pt x="0" y="153"/>
                  </a:cubicBezTo>
                  <a:lnTo>
                    <a:pt x="1969" y="2119"/>
                  </a:lnTo>
                  <a:lnTo>
                    <a:pt x="1997" y="2147"/>
                  </a:lnTo>
                  <a:lnTo>
                    <a:pt x="2024" y="2174"/>
                  </a:lnTo>
                  <a:lnTo>
                    <a:pt x="3659" y="3812"/>
                  </a:lnTo>
                  <a:lnTo>
                    <a:pt x="3972" y="3812"/>
                  </a:lnTo>
                  <a:lnTo>
                    <a:pt x="2177" y="2017"/>
                  </a:lnTo>
                  <a:lnTo>
                    <a:pt x="2150" y="1990"/>
                  </a:lnTo>
                  <a:lnTo>
                    <a:pt x="2123" y="1963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6290110" y="5093293"/>
              <a:ext cx="115416" cy="98872"/>
            </a:xfrm>
            <a:custGeom>
              <a:rect b="b" l="l" r="r" t="t"/>
              <a:pathLst>
                <a:path extrusionOk="0" h="1385" w="1525">
                  <a:moveTo>
                    <a:pt x="144" y="1"/>
                  </a:moveTo>
                  <a:cubicBezTo>
                    <a:pt x="97" y="59"/>
                    <a:pt x="49" y="117"/>
                    <a:pt x="1" y="174"/>
                  </a:cubicBezTo>
                  <a:lnTo>
                    <a:pt x="1210" y="1380"/>
                  </a:lnTo>
                  <a:lnTo>
                    <a:pt x="1524" y="1384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accent1"/>
        </a:solidFill>
      </p:bgPr>
    </p:bg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" name="Google Shape;222;p10"/>
          <p:cNvGrpSpPr/>
          <p:nvPr/>
        </p:nvGrpSpPr>
        <p:grpSpPr>
          <a:xfrm>
            <a:off x="2288000" y="-49525"/>
            <a:ext cx="5329733" cy="6118420"/>
            <a:chOff x="2288000" y="-49525"/>
            <a:chExt cx="5329733" cy="6118420"/>
          </a:xfrm>
        </p:grpSpPr>
        <p:sp>
          <p:nvSpPr>
            <p:cNvPr id="223" name="Google Shape;223;p10"/>
            <p:cNvSpPr/>
            <p:nvPr/>
          </p:nvSpPr>
          <p:spPr>
            <a:xfrm rot="-4421961">
              <a:off x="2777637" y="1686086"/>
              <a:ext cx="5541644" cy="2691324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0"/>
            <p:cNvSpPr/>
            <p:nvPr/>
          </p:nvSpPr>
          <p:spPr>
            <a:xfrm>
              <a:off x="2288000" y="-49525"/>
              <a:ext cx="2743200" cy="56466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5" name="Google Shape;225;p10"/>
          <p:cNvSpPr txBox="1"/>
          <p:nvPr>
            <p:ph type="title"/>
          </p:nvPr>
        </p:nvSpPr>
        <p:spPr>
          <a:xfrm>
            <a:off x="914400" y="989590"/>
            <a:ext cx="2743200" cy="15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26" name="Google Shape;226;p10"/>
          <p:cNvSpPr txBox="1"/>
          <p:nvPr>
            <p:ph idx="1" type="subTitle"/>
          </p:nvPr>
        </p:nvSpPr>
        <p:spPr>
          <a:xfrm>
            <a:off x="914400" y="2602412"/>
            <a:ext cx="3657600" cy="186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227" name="Google Shape;227;p10"/>
          <p:cNvGrpSpPr/>
          <p:nvPr/>
        </p:nvGrpSpPr>
        <p:grpSpPr>
          <a:xfrm>
            <a:off x="4340695" y="4859500"/>
            <a:ext cx="2740195" cy="411348"/>
            <a:chOff x="3731103" y="4808559"/>
            <a:chExt cx="2740195" cy="335138"/>
          </a:xfrm>
        </p:grpSpPr>
        <p:sp>
          <p:nvSpPr>
            <p:cNvPr id="228" name="Google Shape;228;p10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0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0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" name="Google Shape;231;p10"/>
          <p:cNvGrpSpPr/>
          <p:nvPr/>
        </p:nvGrpSpPr>
        <p:grpSpPr>
          <a:xfrm>
            <a:off x="-665807" y="3431750"/>
            <a:ext cx="3632735" cy="2280574"/>
            <a:chOff x="-665807" y="3431750"/>
            <a:chExt cx="3632735" cy="2280574"/>
          </a:xfrm>
        </p:grpSpPr>
        <p:sp>
          <p:nvSpPr>
            <p:cNvPr id="232" name="Google Shape;232;p10"/>
            <p:cNvSpPr/>
            <p:nvPr/>
          </p:nvSpPr>
          <p:spPr>
            <a:xfrm flipH="1" rot="6847533">
              <a:off x="-356027" y="4216323"/>
              <a:ext cx="1115230" cy="140137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3" name="Google Shape;2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221174" y="3431750"/>
              <a:ext cx="3188102" cy="1793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34" name="Google Shape;234;p10"/>
          <p:cNvGrpSpPr/>
          <p:nvPr/>
        </p:nvGrpSpPr>
        <p:grpSpPr>
          <a:xfrm>
            <a:off x="5536150" y="-152400"/>
            <a:ext cx="3785654" cy="5632544"/>
            <a:chOff x="5536150" y="-152400"/>
            <a:chExt cx="3785654" cy="5632544"/>
          </a:xfrm>
        </p:grpSpPr>
        <p:sp>
          <p:nvSpPr>
            <p:cNvPr id="235" name="Google Shape;235;p10"/>
            <p:cNvSpPr/>
            <p:nvPr/>
          </p:nvSpPr>
          <p:spPr>
            <a:xfrm rot="5400000">
              <a:off x="7067275" y="992343"/>
              <a:ext cx="3234092" cy="1126340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0"/>
            <p:cNvSpPr/>
            <p:nvPr/>
          </p:nvSpPr>
          <p:spPr>
            <a:xfrm rot="5400000">
              <a:off x="5122630" y="1355283"/>
              <a:ext cx="5541677" cy="270804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10"/>
            <p:cNvSpPr/>
            <p:nvPr/>
          </p:nvSpPr>
          <p:spPr>
            <a:xfrm rot="5400000">
              <a:off x="8312443" y="3758806"/>
              <a:ext cx="789976" cy="367355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10"/>
            <p:cNvSpPr/>
            <p:nvPr/>
          </p:nvSpPr>
          <p:spPr>
            <a:xfrm rot="5400000">
              <a:off x="8117401" y="2029636"/>
              <a:ext cx="1785149" cy="431675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10"/>
            <p:cNvSpPr/>
            <p:nvPr/>
          </p:nvSpPr>
          <p:spPr>
            <a:xfrm rot="5400000">
              <a:off x="7731024" y="2865742"/>
              <a:ext cx="2407783" cy="581797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0" name="Google Shape;240;p10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536150" y="-152400"/>
              <a:ext cx="3785654" cy="21294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11"/>
          <p:cNvSpPr/>
          <p:nvPr/>
        </p:nvSpPr>
        <p:spPr>
          <a:xfrm>
            <a:off x="8141194" y="779020"/>
            <a:ext cx="114841" cy="114841"/>
          </a:xfrm>
          <a:custGeom>
            <a:rect b="b" l="l" r="r" t="t"/>
            <a:pathLst>
              <a:path extrusionOk="0" h="1145" w="1145">
                <a:moveTo>
                  <a:pt x="573" y="1"/>
                </a:moveTo>
                <a:cubicBezTo>
                  <a:pt x="258" y="1"/>
                  <a:pt x="1" y="255"/>
                  <a:pt x="1" y="573"/>
                </a:cubicBezTo>
                <a:cubicBezTo>
                  <a:pt x="1" y="887"/>
                  <a:pt x="258" y="1145"/>
                  <a:pt x="573" y="1145"/>
                </a:cubicBezTo>
                <a:cubicBezTo>
                  <a:pt x="891" y="1145"/>
                  <a:pt x="1145" y="887"/>
                  <a:pt x="1145" y="573"/>
                </a:cubicBezTo>
                <a:cubicBezTo>
                  <a:pt x="1145" y="255"/>
                  <a:pt x="891" y="1"/>
                  <a:pt x="5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1"/>
          <p:cNvSpPr/>
          <p:nvPr/>
        </p:nvSpPr>
        <p:spPr>
          <a:xfrm>
            <a:off x="4496394" y="27193"/>
            <a:ext cx="114841" cy="114841"/>
          </a:xfrm>
          <a:custGeom>
            <a:rect b="b" l="l" r="r" t="t"/>
            <a:pathLst>
              <a:path extrusionOk="0" h="1145" w="1145">
                <a:moveTo>
                  <a:pt x="572" y="0"/>
                </a:moveTo>
                <a:cubicBezTo>
                  <a:pt x="258" y="0"/>
                  <a:pt x="1" y="258"/>
                  <a:pt x="1" y="573"/>
                </a:cubicBezTo>
                <a:cubicBezTo>
                  <a:pt x="1" y="891"/>
                  <a:pt x="258" y="1144"/>
                  <a:pt x="572" y="1144"/>
                </a:cubicBezTo>
                <a:cubicBezTo>
                  <a:pt x="890" y="1144"/>
                  <a:pt x="1145" y="891"/>
                  <a:pt x="1145" y="573"/>
                </a:cubicBezTo>
                <a:cubicBezTo>
                  <a:pt x="1145" y="258"/>
                  <a:pt x="890" y="0"/>
                  <a:pt x="57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11"/>
          <p:cNvSpPr/>
          <p:nvPr/>
        </p:nvSpPr>
        <p:spPr>
          <a:xfrm>
            <a:off x="7913720" y="478129"/>
            <a:ext cx="94380" cy="86557"/>
          </a:xfrm>
          <a:custGeom>
            <a:rect b="b" l="l" r="r" t="t"/>
            <a:pathLst>
              <a:path extrusionOk="0" h="863" w="941">
                <a:moveTo>
                  <a:pt x="469" y="1"/>
                </a:moveTo>
                <a:cubicBezTo>
                  <a:pt x="272" y="1"/>
                  <a:pt x="91" y="141"/>
                  <a:pt x="48" y="341"/>
                </a:cubicBezTo>
                <a:cubicBezTo>
                  <a:pt x="1" y="576"/>
                  <a:pt x="148" y="803"/>
                  <a:pt x="379" y="853"/>
                </a:cubicBezTo>
                <a:cubicBezTo>
                  <a:pt x="409" y="860"/>
                  <a:pt x="439" y="863"/>
                  <a:pt x="469" y="863"/>
                </a:cubicBezTo>
                <a:cubicBezTo>
                  <a:pt x="669" y="863"/>
                  <a:pt x="847" y="723"/>
                  <a:pt x="891" y="522"/>
                </a:cubicBezTo>
                <a:cubicBezTo>
                  <a:pt x="941" y="288"/>
                  <a:pt x="791" y="60"/>
                  <a:pt x="559" y="10"/>
                </a:cubicBezTo>
                <a:cubicBezTo>
                  <a:pt x="529" y="4"/>
                  <a:pt x="499" y="1"/>
                  <a:pt x="46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1"/>
          <p:cNvSpPr/>
          <p:nvPr/>
        </p:nvSpPr>
        <p:spPr>
          <a:xfrm>
            <a:off x="1207835" y="45487"/>
            <a:ext cx="6923436" cy="4730331"/>
          </a:xfrm>
          <a:custGeom>
            <a:rect b="b" l="l" r="r" t="t"/>
            <a:pathLst>
              <a:path extrusionOk="0" h="47163" w="69029">
                <a:moveTo>
                  <a:pt x="49721" y="1"/>
                </a:moveTo>
                <a:cubicBezTo>
                  <a:pt x="45687" y="1"/>
                  <a:pt x="41583" y="1235"/>
                  <a:pt x="37957" y="3081"/>
                </a:cubicBezTo>
                <a:cubicBezTo>
                  <a:pt x="34762" y="4714"/>
                  <a:pt x="31698" y="6871"/>
                  <a:pt x="28119" y="7346"/>
                </a:cubicBezTo>
                <a:cubicBezTo>
                  <a:pt x="27557" y="7420"/>
                  <a:pt x="26998" y="7453"/>
                  <a:pt x="26440" y="7453"/>
                </a:cubicBezTo>
                <a:cubicBezTo>
                  <a:pt x="24560" y="7453"/>
                  <a:pt x="22694" y="7106"/>
                  <a:pt x="20823" y="6922"/>
                </a:cubicBezTo>
                <a:cubicBezTo>
                  <a:pt x="19960" y="6838"/>
                  <a:pt x="19084" y="6794"/>
                  <a:pt x="18201" y="6794"/>
                </a:cubicBezTo>
                <a:cubicBezTo>
                  <a:pt x="13150" y="6797"/>
                  <a:pt x="7908" y="8210"/>
                  <a:pt x="4382" y="11548"/>
                </a:cubicBezTo>
                <a:cubicBezTo>
                  <a:pt x="1720" y="14063"/>
                  <a:pt x="285" y="17468"/>
                  <a:pt x="121" y="20803"/>
                </a:cubicBezTo>
                <a:cubicBezTo>
                  <a:pt x="1" y="23245"/>
                  <a:pt x="466" y="25911"/>
                  <a:pt x="1583" y="28092"/>
                </a:cubicBezTo>
                <a:cubicBezTo>
                  <a:pt x="2837" y="30540"/>
                  <a:pt x="5858" y="32608"/>
                  <a:pt x="4924" y="35354"/>
                </a:cubicBezTo>
                <a:cubicBezTo>
                  <a:pt x="4915" y="35388"/>
                  <a:pt x="4901" y="35425"/>
                  <a:pt x="4891" y="35458"/>
                </a:cubicBezTo>
                <a:cubicBezTo>
                  <a:pt x="3731" y="38967"/>
                  <a:pt x="6417" y="42422"/>
                  <a:pt x="9909" y="42422"/>
                </a:cubicBezTo>
                <a:cubicBezTo>
                  <a:pt x="10257" y="42422"/>
                  <a:pt x="10615" y="42386"/>
                  <a:pt x="10979" y="42315"/>
                </a:cubicBezTo>
                <a:cubicBezTo>
                  <a:pt x="13826" y="41744"/>
                  <a:pt x="16716" y="41459"/>
                  <a:pt x="19599" y="41459"/>
                </a:cubicBezTo>
                <a:cubicBezTo>
                  <a:pt x="23289" y="41459"/>
                  <a:pt x="26972" y="41924"/>
                  <a:pt x="30564" y="42851"/>
                </a:cubicBezTo>
                <a:lnTo>
                  <a:pt x="46758" y="47035"/>
                </a:lnTo>
                <a:cubicBezTo>
                  <a:pt x="47584" y="47118"/>
                  <a:pt x="48410" y="47163"/>
                  <a:pt x="49236" y="47163"/>
                </a:cubicBezTo>
                <a:cubicBezTo>
                  <a:pt x="55512" y="47163"/>
                  <a:pt x="61579" y="44700"/>
                  <a:pt x="66095" y="40248"/>
                </a:cubicBezTo>
                <a:cubicBezTo>
                  <a:pt x="67807" y="37622"/>
                  <a:pt x="69029" y="36007"/>
                  <a:pt x="68915" y="31016"/>
                </a:cubicBezTo>
                <a:cubicBezTo>
                  <a:pt x="68798" y="26009"/>
                  <a:pt x="62814" y="19723"/>
                  <a:pt x="61931" y="17615"/>
                </a:cubicBezTo>
                <a:cubicBezTo>
                  <a:pt x="61057" y="15538"/>
                  <a:pt x="63276" y="11481"/>
                  <a:pt x="62924" y="9260"/>
                </a:cubicBezTo>
                <a:cubicBezTo>
                  <a:pt x="62148" y="4356"/>
                  <a:pt x="57559" y="867"/>
                  <a:pt x="52140" y="158"/>
                </a:cubicBezTo>
                <a:cubicBezTo>
                  <a:pt x="51340" y="51"/>
                  <a:pt x="50531" y="1"/>
                  <a:pt x="4972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11"/>
          <p:cNvSpPr/>
          <p:nvPr/>
        </p:nvSpPr>
        <p:spPr>
          <a:xfrm>
            <a:off x="7985073" y="1238086"/>
            <a:ext cx="2272976" cy="1807954"/>
          </a:xfrm>
          <a:custGeom>
            <a:rect b="b" l="l" r="r" t="t"/>
            <a:pathLst>
              <a:path extrusionOk="0" h="8531" w="10725">
                <a:moveTo>
                  <a:pt x="5102" y="1"/>
                </a:moveTo>
                <a:cubicBezTo>
                  <a:pt x="3336" y="1"/>
                  <a:pt x="1519" y="586"/>
                  <a:pt x="924" y="1918"/>
                </a:cubicBezTo>
                <a:cubicBezTo>
                  <a:pt x="1" y="3975"/>
                  <a:pt x="3175" y="5526"/>
                  <a:pt x="4529" y="7329"/>
                </a:cubicBezTo>
                <a:cubicBezTo>
                  <a:pt x="5175" y="8186"/>
                  <a:pt x="5888" y="8530"/>
                  <a:pt x="6584" y="8530"/>
                </a:cubicBezTo>
                <a:cubicBezTo>
                  <a:pt x="7921" y="8530"/>
                  <a:pt x="9196" y="7249"/>
                  <a:pt x="9801" y="5895"/>
                </a:cubicBezTo>
                <a:cubicBezTo>
                  <a:pt x="10725" y="3837"/>
                  <a:pt x="9801" y="1422"/>
                  <a:pt x="7744" y="502"/>
                </a:cubicBezTo>
                <a:cubicBezTo>
                  <a:pt x="7018" y="175"/>
                  <a:pt x="6068" y="1"/>
                  <a:pt x="51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11"/>
          <p:cNvSpPr/>
          <p:nvPr/>
        </p:nvSpPr>
        <p:spPr>
          <a:xfrm>
            <a:off x="684799" y="3167397"/>
            <a:ext cx="851626" cy="772190"/>
          </a:xfrm>
          <a:custGeom>
            <a:rect b="b" l="l" r="r" t="t"/>
            <a:pathLst>
              <a:path extrusionOk="0" h="7699" w="8491">
                <a:moveTo>
                  <a:pt x="4102" y="1"/>
                </a:moveTo>
                <a:cubicBezTo>
                  <a:pt x="3038" y="1"/>
                  <a:pt x="1990" y="322"/>
                  <a:pt x="1348" y="1095"/>
                </a:cubicBezTo>
                <a:cubicBezTo>
                  <a:pt x="0" y="2710"/>
                  <a:pt x="2031" y="4550"/>
                  <a:pt x="2556" y="6310"/>
                </a:cubicBezTo>
                <a:cubicBezTo>
                  <a:pt x="2854" y="7310"/>
                  <a:pt x="3446" y="7698"/>
                  <a:pt x="4135" y="7698"/>
                </a:cubicBezTo>
                <a:cubicBezTo>
                  <a:pt x="5138" y="7698"/>
                  <a:pt x="6343" y="6875"/>
                  <a:pt x="7142" y="5918"/>
                </a:cubicBezTo>
                <a:cubicBezTo>
                  <a:pt x="8487" y="4299"/>
                  <a:pt x="8490" y="2085"/>
                  <a:pt x="7149" y="964"/>
                </a:cubicBezTo>
                <a:cubicBezTo>
                  <a:pt x="6446" y="382"/>
                  <a:pt x="5266" y="1"/>
                  <a:pt x="41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11"/>
          <p:cNvSpPr/>
          <p:nvPr/>
        </p:nvSpPr>
        <p:spPr>
          <a:xfrm>
            <a:off x="1810334" y="811416"/>
            <a:ext cx="5757979" cy="4004277"/>
          </a:xfrm>
          <a:custGeom>
            <a:rect b="b" l="l" r="r" t="t"/>
            <a:pathLst>
              <a:path extrusionOk="0" h="39924" w="57409">
                <a:moveTo>
                  <a:pt x="41442" y="1"/>
                </a:moveTo>
                <a:cubicBezTo>
                  <a:pt x="40809" y="1"/>
                  <a:pt x="40177" y="37"/>
                  <a:pt x="39550" y="109"/>
                </a:cubicBezTo>
                <a:cubicBezTo>
                  <a:pt x="35241" y="597"/>
                  <a:pt x="30969" y="3304"/>
                  <a:pt x="26644" y="3304"/>
                </a:cubicBezTo>
                <a:cubicBezTo>
                  <a:pt x="26399" y="3304"/>
                  <a:pt x="26154" y="3295"/>
                  <a:pt x="25908" y="3277"/>
                </a:cubicBezTo>
                <a:cubicBezTo>
                  <a:pt x="23814" y="3120"/>
                  <a:pt x="21881" y="2180"/>
                  <a:pt x="19898" y="1501"/>
                </a:cubicBezTo>
                <a:cubicBezTo>
                  <a:pt x="17859" y="802"/>
                  <a:pt x="15655" y="398"/>
                  <a:pt x="13483" y="398"/>
                </a:cubicBezTo>
                <a:cubicBezTo>
                  <a:pt x="10616" y="398"/>
                  <a:pt x="7802" y="1102"/>
                  <a:pt x="5494" y="2762"/>
                </a:cubicBezTo>
                <a:cubicBezTo>
                  <a:pt x="2888" y="4632"/>
                  <a:pt x="1162" y="7572"/>
                  <a:pt x="507" y="10686"/>
                </a:cubicBezTo>
                <a:cubicBezTo>
                  <a:pt x="28" y="12968"/>
                  <a:pt x="1" y="15570"/>
                  <a:pt x="593" y="17834"/>
                </a:cubicBezTo>
                <a:cubicBezTo>
                  <a:pt x="1256" y="20380"/>
                  <a:pt x="2329" y="22601"/>
                  <a:pt x="2245" y="25314"/>
                </a:cubicBezTo>
                <a:cubicBezTo>
                  <a:pt x="2159" y="28181"/>
                  <a:pt x="1580" y="30659"/>
                  <a:pt x="2078" y="33589"/>
                </a:cubicBezTo>
                <a:cubicBezTo>
                  <a:pt x="2736" y="37451"/>
                  <a:pt x="6385" y="39923"/>
                  <a:pt x="11969" y="39923"/>
                </a:cubicBezTo>
                <a:cubicBezTo>
                  <a:pt x="14052" y="39923"/>
                  <a:pt x="16405" y="39579"/>
                  <a:pt x="18971" y="38835"/>
                </a:cubicBezTo>
                <a:cubicBezTo>
                  <a:pt x="22988" y="37671"/>
                  <a:pt x="27153" y="37012"/>
                  <a:pt x="31330" y="36875"/>
                </a:cubicBezTo>
                <a:cubicBezTo>
                  <a:pt x="31630" y="36865"/>
                  <a:pt x="31928" y="36860"/>
                  <a:pt x="32226" y="36860"/>
                </a:cubicBezTo>
                <a:cubicBezTo>
                  <a:pt x="35807" y="36860"/>
                  <a:pt x="39244" y="37524"/>
                  <a:pt x="42815" y="37852"/>
                </a:cubicBezTo>
                <a:cubicBezTo>
                  <a:pt x="43587" y="37922"/>
                  <a:pt x="44369" y="37965"/>
                  <a:pt x="45149" y="37965"/>
                </a:cubicBezTo>
                <a:cubicBezTo>
                  <a:pt x="47133" y="37965"/>
                  <a:pt x="49109" y="37687"/>
                  <a:pt x="50909" y="36881"/>
                </a:cubicBezTo>
                <a:cubicBezTo>
                  <a:pt x="53291" y="35817"/>
                  <a:pt x="55248" y="33834"/>
                  <a:pt x="56278" y="31435"/>
                </a:cubicBezTo>
                <a:cubicBezTo>
                  <a:pt x="57312" y="29037"/>
                  <a:pt x="57409" y="26254"/>
                  <a:pt x="56543" y="23792"/>
                </a:cubicBezTo>
                <a:cubicBezTo>
                  <a:pt x="55873" y="21879"/>
                  <a:pt x="54649" y="20156"/>
                  <a:pt x="54275" y="18163"/>
                </a:cubicBezTo>
                <a:cubicBezTo>
                  <a:pt x="53826" y="15801"/>
                  <a:pt x="54629" y="13383"/>
                  <a:pt x="54545" y="10981"/>
                </a:cubicBezTo>
                <a:cubicBezTo>
                  <a:pt x="54425" y="7512"/>
                  <a:pt x="52381" y="4254"/>
                  <a:pt x="49501" y="2320"/>
                </a:cubicBezTo>
                <a:cubicBezTo>
                  <a:pt x="47142" y="738"/>
                  <a:pt x="44290" y="1"/>
                  <a:pt x="4144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11"/>
          <p:cNvSpPr/>
          <p:nvPr/>
        </p:nvSpPr>
        <p:spPr>
          <a:xfrm>
            <a:off x="3583188" y="84563"/>
            <a:ext cx="753535" cy="499682"/>
          </a:xfrm>
          <a:custGeom>
            <a:rect b="b" l="l" r="r" t="t"/>
            <a:pathLst>
              <a:path extrusionOk="0" h="4982" w="7513">
                <a:moveTo>
                  <a:pt x="5336" y="1"/>
                </a:moveTo>
                <a:cubicBezTo>
                  <a:pt x="4958" y="1"/>
                  <a:pt x="4536" y="111"/>
                  <a:pt x="4071" y="365"/>
                </a:cubicBezTo>
                <a:cubicBezTo>
                  <a:pt x="2643" y="1148"/>
                  <a:pt x="0" y="1429"/>
                  <a:pt x="107" y="2807"/>
                </a:cubicBezTo>
                <a:cubicBezTo>
                  <a:pt x="207" y="4095"/>
                  <a:pt x="2519" y="4981"/>
                  <a:pt x="4201" y="4981"/>
                </a:cubicBezTo>
                <a:cubicBezTo>
                  <a:pt x="4319" y="4981"/>
                  <a:pt x="4429" y="4975"/>
                  <a:pt x="4539" y="4968"/>
                </a:cubicBezTo>
                <a:cubicBezTo>
                  <a:pt x="6228" y="4834"/>
                  <a:pt x="7513" y="3610"/>
                  <a:pt x="7403" y="2235"/>
                </a:cubicBezTo>
                <a:cubicBezTo>
                  <a:pt x="7323" y="1178"/>
                  <a:pt x="6577" y="1"/>
                  <a:pt x="53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11"/>
          <p:cNvSpPr txBox="1"/>
          <p:nvPr>
            <p:ph hasCustomPrompt="1" type="title"/>
          </p:nvPr>
        </p:nvSpPr>
        <p:spPr>
          <a:xfrm>
            <a:off x="1377175" y="2098650"/>
            <a:ext cx="6389700" cy="624000"/>
          </a:xfrm>
          <a:prstGeom prst="rect">
            <a:avLst/>
          </a:prstGeom>
        </p:spPr>
        <p:txBody>
          <a:bodyPr anchorCtr="0" anchor="ctr" bIns="0" lIns="91425" spcFirstLastPara="1" rIns="91425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72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51" name="Google Shape;251;p11"/>
          <p:cNvSpPr txBox="1"/>
          <p:nvPr>
            <p:ph idx="1" type="body"/>
          </p:nvPr>
        </p:nvSpPr>
        <p:spPr>
          <a:xfrm>
            <a:off x="2141275" y="2908400"/>
            <a:ext cx="4861500" cy="4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pic>
        <p:nvPicPr>
          <p:cNvPr id="252" name="Google Shape;252;p11"/>
          <p:cNvPicPr preferRelativeResize="0"/>
          <p:nvPr/>
        </p:nvPicPr>
        <p:blipFill rotWithShape="1">
          <a:blip r:embed="rId2">
            <a:alphaModFix/>
          </a:blip>
          <a:srcRect b="28" l="26975" r="0" t="44943"/>
          <a:stretch/>
        </p:blipFill>
        <p:spPr>
          <a:xfrm rot="5400000">
            <a:off x="8224362" y="-373937"/>
            <a:ext cx="993375" cy="1284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3" name="Google Shape;253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08141" y="3387325"/>
            <a:ext cx="1790590" cy="18323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_1">
    <p:bg>
      <p:bgPr>
        <a:solidFill>
          <a:schemeClr val="accent1"/>
        </a:solidFill>
      </p:bgPr>
    </p:bg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_1_1">
    <p:bg>
      <p:bgPr>
        <a:solidFill>
          <a:srgbClr val="FFFFFF"/>
        </a:solidFill>
      </p:bgPr>
    </p:bg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" name="Google Shape;257;p14"/>
          <p:cNvGrpSpPr/>
          <p:nvPr/>
        </p:nvGrpSpPr>
        <p:grpSpPr>
          <a:xfrm>
            <a:off x="5861375" y="4178175"/>
            <a:ext cx="3351600" cy="1021698"/>
            <a:chOff x="5861375" y="4178175"/>
            <a:chExt cx="3351600" cy="1021698"/>
          </a:xfrm>
        </p:grpSpPr>
        <p:sp>
          <p:nvSpPr>
            <p:cNvPr id="258" name="Google Shape;258;p14"/>
            <p:cNvSpPr/>
            <p:nvPr/>
          </p:nvSpPr>
          <p:spPr>
            <a:xfrm>
              <a:off x="5861375" y="4178175"/>
              <a:ext cx="3351600" cy="1021698"/>
            </a:xfrm>
            <a:custGeom>
              <a:rect b="b" l="l" r="r" t="t"/>
              <a:pathLst>
                <a:path extrusionOk="0" h="14312" w="44285">
                  <a:moveTo>
                    <a:pt x="44285" y="0"/>
                  </a:moveTo>
                  <a:cubicBezTo>
                    <a:pt x="42694" y="290"/>
                    <a:pt x="41153" y="1067"/>
                    <a:pt x="39825" y="2024"/>
                  </a:cubicBezTo>
                  <a:cubicBezTo>
                    <a:pt x="37795" y="3485"/>
                    <a:pt x="36088" y="5359"/>
                    <a:pt x="34068" y="6834"/>
                  </a:cubicBezTo>
                  <a:cubicBezTo>
                    <a:pt x="30950" y="9117"/>
                    <a:pt x="27108" y="10394"/>
                    <a:pt x="23245" y="10435"/>
                  </a:cubicBezTo>
                  <a:cubicBezTo>
                    <a:pt x="23175" y="10436"/>
                    <a:pt x="23106" y="10436"/>
                    <a:pt x="23037" y="10436"/>
                  </a:cubicBezTo>
                  <a:cubicBezTo>
                    <a:pt x="19957" y="10436"/>
                    <a:pt x="16925" y="9699"/>
                    <a:pt x="13873" y="9252"/>
                  </a:cubicBezTo>
                  <a:cubicBezTo>
                    <a:pt x="12567" y="9062"/>
                    <a:pt x="11230" y="8928"/>
                    <a:pt x="9904" y="8928"/>
                  </a:cubicBezTo>
                  <a:cubicBezTo>
                    <a:pt x="8063" y="8928"/>
                    <a:pt x="6243" y="9185"/>
                    <a:pt x="4556" y="9900"/>
                  </a:cubicBezTo>
                  <a:cubicBezTo>
                    <a:pt x="2570" y="10741"/>
                    <a:pt x="825" y="12363"/>
                    <a:pt x="1" y="14312"/>
                  </a:cubicBezTo>
                  <a:lnTo>
                    <a:pt x="44285" y="14312"/>
                  </a:lnTo>
                  <a:lnTo>
                    <a:pt x="442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9" name="Google Shape;259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286501" y="4642934"/>
              <a:ext cx="2857497" cy="53096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0" name="Google Shape;260;p14"/>
          <p:cNvGrpSpPr/>
          <p:nvPr/>
        </p:nvGrpSpPr>
        <p:grpSpPr>
          <a:xfrm>
            <a:off x="-103000" y="-237275"/>
            <a:ext cx="4656024" cy="2635100"/>
            <a:chOff x="-103000" y="-237275"/>
            <a:chExt cx="4656024" cy="2635100"/>
          </a:xfrm>
        </p:grpSpPr>
        <p:sp>
          <p:nvSpPr>
            <p:cNvPr id="261" name="Google Shape;261;p14"/>
            <p:cNvSpPr/>
            <p:nvPr/>
          </p:nvSpPr>
          <p:spPr>
            <a:xfrm>
              <a:off x="-19050" y="-76200"/>
              <a:ext cx="2668237" cy="114584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4"/>
            <p:cNvSpPr/>
            <p:nvPr/>
          </p:nvSpPr>
          <p:spPr>
            <a:xfrm>
              <a:off x="-19050" y="-76200"/>
              <a:ext cx="4572074" cy="247402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3" name="Google Shape;263;p14"/>
            <p:cNvPicPr preferRelativeResize="0"/>
            <p:nvPr/>
          </p:nvPicPr>
          <p:blipFill rotWithShape="1">
            <a:blip r:embed="rId3">
              <a:alphaModFix/>
            </a:blip>
            <a:srcRect b="30" l="0" r="0" t="40"/>
            <a:stretch/>
          </p:blipFill>
          <p:spPr>
            <a:xfrm>
              <a:off x="-103000" y="-237275"/>
              <a:ext cx="1360299" cy="233174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1_1_1_1">
    <p:bg>
      <p:bgPr>
        <a:solidFill>
          <a:srgbClr val="FFFFFF"/>
        </a:solidFill>
      </p:bgPr>
    </p:bg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" name="Google Shape;265;p15"/>
          <p:cNvGrpSpPr/>
          <p:nvPr/>
        </p:nvGrpSpPr>
        <p:grpSpPr>
          <a:xfrm>
            <a:off x="6002520" y="-102719"/>
            <a:ext cx="4477807" cy="5398619"/>
            <a:chOff x="6002520" y="-102719"/>
            <a:chExt cx="4477807" cy="5398619"/>
          </a:xfrm>
        </p:grpSpPr>
        <p:sp>
          <p:nvSpPr>
            <p:cNvPr id="266" name="Google Shape;266;p15"/>
            <p:cNvSpPr/>
            <p:nvPr/>
          </p:nvSpPr>
          <p:spPr>
            <a:xfrm flipH="1" rot="10800000">
              <a:off x="7915228" y="315002"/>
              <a:ext cx="1679305" cy="4839573"/>
            </a:xfrm>
            <a:custGeom>
              <a:rect b="b" l="l" r="r" t="t"/>
              <a:pathLst>
                <a:path extrusionOk="0" h="40732" w="35728">
                  <a:moveTo>
                    <a:pt x="18820" y="1"/>
                  </a:moveTo>
                  <a:cubicBezTo>
                    <a:pt x="19109" y="1207"/>
                    <a:pt x="19249" y="2430"/>
                    <a:pt x="19000" y="3636"/>
                  </a:cubicBezTo>
                  <a:cubicBezTo>
                    <a:pt x="18629" y="5447"/>
                    <a:pt x="17036" y="7130"/>
                    <a:pt x="15257" y="7130"/>
                  </a:cubicBezTo>
                  <a:cubicBezTo>
                    <a:pt x="15061" y="7130"/>
                    <a:pt x="14863" y="7110"/>
                    <a:pt x="14664" y="7067"/>
                  </a:cubicBezTo>
                  <a:cubicBezTo>
                    <a:pt x="13233" y="6760"/>
                    <a:pt x="12265" y="5466"/>
                    <a:pt x="11373" y="4304"/>
                  </a:cubicBezTo>
                  <a:cubicBezTo>
                    <a:pt x="10483" y="3139"/>
                    <a:pt x="9353" y="1922"/>
                    <a:pt x="7887" y="1886"/>
                  </a:cubicBezTo>
                  <a:cubicBezTo>
                    <a:pt x="7863" y="1885"/>
                    <a:pt x="7839" y="1885"/>
                    <a:pt x="7814" y="1885"/>
                  </a:cubicBezTo>
                  <a:cubicBezTo>
                    <a:pt x="5997" y="1885"/>
                    <a:pt x="4737" y="3650"/>
                    <a:pt x="3248" y="4713"/>
                  </a:cubicBezTo>
                  <a:cubicBezTo>
                    <a:pt x="2280" y="5405"/>
                    <a:pt x="1163" y="5790"/>
                    <a:pt x="1" y="5925"/>
                  </a:cubicBezTo>
                  <a:cubicBezTo>
                    <a:pt x="944" y="10790"/>
                    <a:pt x="4021" y="15270"/>
                    <a:pt x="8412" y="17604"/>
                  </a:cubicBezTo>
                  <a:cubicBezTo>
                    <a:pt x="10555" y="18738"/>
                    <a:pt x="12922" y="19389"/>
                    <a:pt x="15103" y="20449"/>
                  </a:cubicBezTo>
                  <a:cubicBezTo>
                    <a:pt x="17287" y="21508"/>
                    <a:pt x="19372" y="23106"/>
                    <a:pt x="20192" y="25384"/>
                  </a:cubicBezTo>
                  <a:cubicBezTo>
                    <a:pt x="21279" y="28400"/>
                    <a:pt x="19923" y="31871"/>
                    <a:pt x="20959" y="34903"/>
                  </a:cubicBezTo>
                  <a:cubicBezTo>
                    <a:pt x="21790" y="37345"/>
                    <a:pt x="24038" y="39046"/>
                    <a:pt x="26392" y="40098"/>
                  </a:cubicBezTo>
                  <a:cubicBezTo>
                    <a:pt x="26928" y="40337"/>
                    <a:pt x="27476" y="40548"/>
                    <a:pt x="28032" y="40732"/>
                  </a:cubicBezTo>
                  <a:cubicBezTo>
                    <a:pt x="29081" y="39274"/>
                    <a:pt x="30382" y="38007"/>
                    <a:pt x="31598" y="36678"/>
                  </a:cubicBezTo>
                  <a:cubicBezTo>
                    <a:pt x="32974" y="35172"/>
                    <a:pt x="34273" y="33520"/>
                    <a:pt x="34875" y="31575"/>
                  </a:cubicBezTo>
                  <a:cubicBezTo>
                    <a:pt x="35727" y="28822"/>
                    <a:pt x="35073" y="25810"/>
                    <a:pt x="33942" y="23160"/>
                  </a:cubicBezTo>
                  <a:cubicBezTo>
                    <a:pt x="32811" y="20510"/>
                    <a:pt x="31213" y="18081"/>
                    <a:pt x="30062" y="15441"/>
                  </a:cubicBezTo>
                  <a:cubicBezTo>
                    <a:pt x="28907" y="12797"/>
                    <a:pt x="28208" y="9806"/>
                    <a:pt x="28996" y="7032"/>
                  </a:cubicBezTo>
                  <a:cubicBezTo>
                    <a:pt x="29905" y="3827"/>
                    <a:pt x="32617" y="1518"/>
                    <a:pt x="35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5"/>
            <p:cNvSpPr/>
            <p:nvPr/>
          </p:nvSpPr>
          <p:spPr>
            <a:xfrm flipH="1" rot="10800000">
              <a:off x="9065267" y="201900"/>
              <a:ext cx="1287556" cy="4952684"/>
            </a:xfrm>
            <a:custGeom>
              <a:rect b="b" l="l" r="r" t="t"/>
              <a:pathLst>
                <a:path extrusionOk="0" h="41684" w="18724">
                  <a:moveTo>
                    <a:pt x="7614" y="1"/>
                  </a:moveTo>
                  <a:cubicBezTo>
                    <a:pt x="4586" y="1518"/>
                    <a:pt x="1874" y="3827"/>
                    <a:pt x="965" y="7032"/>
                  </a:cubicBezTo>
                  <a:cubicBezTo>
                    <a:pt x="177" y="9806"/>
                    <a:pt x="876" y="12797"/>
                    <a:pt x="2031" y="15441"/>
                  </a:cubicBezTo>
                  <a:cubicBezTo>
                    <a:pt x="3182" y="18081"/>
                    <a:pt x="4780" y="20510"/>
                    <a:pt x="5911" y="23160"/>
                  </a:cubicBezTo>
                  <a:cubicBezTo>
                    <a:pt x="7042" y="25810"/>
                    <a:pt x="7696" y="28822"/>
                    <a:pt x="6844" y="31575"/>
                  </a:cubicBezTo>
                  <a:cubicBezTo>
                    <a:pt x="6242" y="33520"/>
                    <a:pt x="4943" y="35172"/>
                    <a:pt x="3567" y="36678"/>
                  </a:cubicBezTo>
                  <a:cubicBezTo>
                    <a:pt x="2351" y="38007"/>
                    <a:pt x="1050" y="39274"/>
                    <a:pt x="1" y="40732"/>
                  </a:cubicBezTo>
                  <a:cubicBezTo>
                    <a:pt x="1909" y="41367"/>
                    <a:pt x="3922" y="41683"/>
                    <a:pt x="5935" y="41683"/>
                  </a:cubicBezTo>
                  <a:cubicBezTo>
                    <a:pt x="9028" y="41683"/>
                    <a:pt x="12122" y="40937"/>
                    <a:pt x="14840" y="39458"/>
                  </a:cubicBezTo>
                  <a:cubicBezTo>
                    <a:pt x="16257" y="38688"/>
                    <a:pt x="17562" y="37727"/>
                    <a:pt x="18724" y="36614"/>
                  </a:cubicBezTo>
                  <a:lnTo>
                    <a:pt x="187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5"/>
            <p:cNvSpPr/>
            <p:nvPr/>
          </p:nvSpPr>
          <p:spPr>
            <a:xfrm flipH="1" rot="10800000">
              <a:off x="8947883" y="-102719"/>
              <a:ext cx="1404938" cy="907153"/>
            </a:xfrm>
            <a:custGeom>
              <a:rect b="b" l="l" r="r" t="t"/>
              <a:pathLst>
                <a:path extrusionOk="0" h="7635" w="20431">
                  <a:moveTo>
                    <a:pt x="20431" y="1"/>
                  </a:moveTo>
                  <a:cubicBezTo>
                    <a:pt x="19269" y="1114"/>
                    <a:pt x="17964" y="2075"/>
                    <a:pt x="16547" y="2845"/>
                  </a:cubicBezTo>
                  <a:cubicBezTo>
                    <a:pt x="13829" y="4324"/>
                    <a:pt x="10735" y="5070"/>
                    <a:pt x="7642" y="5070"/>
                  </a:cubicBezTo>
                  <a:cubicBezTo>
                    <a:pt x="5629" y="5070"/>
                    <a:pt x="3616" y="4754"/>
                    <a:pt x="1708" y="4119"/>
                  </a:cubicBezTo>
                  <a:cubicBezTo>
                    <a:pt x="1568" y="4309"/>
                    <a:pt x="1435" y="4504"/>
                    <a:pt x="1305" y="4705"/>
                  </a:cubicBezTo>
                  <a:cubicBezTo>
                    <a:pt x="727" y="5601"/>
                    <a:pt x="260" y="6599"/>
                    <a:pt x="1" y="7635"/>
                  </a:cubicBezTo>
                  <a:lnTo>
                    <a:pt x="20431" y="763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5"/>
            <p:cNvSpPr/>
            <p:nvPr/>
          </p:nvSpPr>
          <p:spPr>
            <a:xfrm flipH="1" rot="9683509">
              <a:off x="8237391" y="3788609"/>
              <a:ext cx="729045" cy="1405831"/>
            </a:xfrm>
            <a:custGeom>
              <a:rect b="b" l="l" r="r" t="t"/>
              <a:pathLst>
                <a:path extrusionOk="0" h="11832" w="10602">
                  <a:moveTo>
                    <a:pt x="5461" y="0"/>
                  </a:moveTo>
                  <a:cubicBezTo>
                    <a:pt x="2371" y="0"/>
                    <a:pt x="0" y="5907"/>
                    <a:pt x="1788" y="9382"/>
                  </a:cubicBezTo>
                  <a:cubicBezTo>
                    <a:pt x="2675" y="11107"/>
                    <a:pt x="4340" y="11832"/>
                    <a:pt x="5925" y="11832"/>
                  </a:cubicBezTo>
                  <a:cubicBezTo>
                    <a:pt x="7628" y="11832"/>
                    <a:pt x="9239" y="10997"/>
                    <a:pt x="9702" y="9655"/>
                  </a:cubicBezTo>
                  <a:cubicBezTo>
                    <a:pt x="10601" y="7063"/>
                    <a:pt x="9546" y="412"/>
                    <a:pt x="5713" y="14"/>
                  </a:cubicBezTo>
                  <a:cubicBezTo>
                    <a:pt x="5628" y="4"/>
                    <a:pt x="5546" y="0"/>
                    <a:pt x="5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" name="Google Shape;270;p15"/>
            <p:cNvGrpSpPr/>
            <p:nvPr/>
          </p:nvGrpSpPr>
          <p:grpSpPr>
            <a:xfrm>
              <a:off x="6002520" y="4318199"/>
              <a:ext cx="4477807" cy="839588"/>
              <a:chOff x="3098100" y="3849750"/>
              <a:chExt cx="940775" cy="270425"/>
            </a:xfrm>
          </p:grpSpPr>
          <p:sp>
            <p:nvSpPr>
              <p:cNvPr id="271" name="Google Shape;271;p15"/>
              <p:cNvSpPr/>
              <p:nvPr/>
            </p:nvSpPr>
            <p:spPr>
              <a:xfrm>
                <a:off x="3304800" y="3882975"/>
                <a:ext cx="665525" cy="237200"/>
              </a:xfrm>
              <a:custGeom>
                <a:rect b="b" l="l" r="r" t="t"/>
                <a:pathLst>
                  <a:path extrusionOk="0" h="9488" w="26621">
                    <a:moveTo>
                      <a:pt x="10146" y="1"/>
                    </a:moveTo>
                    <a:cubicBezTo>
                      <a:pt x="8817" y="1"/>
                      <a:pt x="7433" y="475"/>
                      <a:pt x="6262" y="1145"/>
                    </a:cubicBezTo>
                    <a:cubicBezTo>
                      <a:pt x="3158" y="2920"/>
                      <a:pt x="859" y="6023"/>
                      <a:pt x="1" y="9488"/>
                    </a:cubicBezTo>
                    <a:lnTo>
                      <a:pt x="26620" y="9488"/>
                    </a:lnTo>
                    <a:cubicBezTo>
                      <a:pt x="26617" y="9143"/>
                      <a:pt x="26593" y="8799"/>
                      <a:pt x="26498" y="8469"/>
                    </a:cubicBezTo>
                    <a:cubicBezTo>
                      <a:pt x="26007" y="6772"/>
                      <a:pt x="23963" y="6091"/>
                      <a:pt x="22202" y="6016"/>
                    </a:cubicBezTo>
                    <a:cubicBezTo>
                      <a:pt x="20437" y="5942"/>
                      <a:pt x="18550" y="6179"/>
                      <a:pt x="17017" y="5304"/>
                    </a:cubicBezTo>
                    <a:cubicBezTo>
                      <a:pt x="15112" y="4217"/>
                      <a:pt x="14363" y="1734"/>
                      <a:pt x="12482" y="610"/>
                    </a:cubicBezTo>
                    <a:cubicBezTo>
                      <a:pt x="11767" y="182"/>
                      <a:pt x="10967" y="1"/>
                      <a:pt x="101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15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15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274" name="Google Shape;274;p15"/>
            <p:cNvPicPr preferRelativeResize="0"/>
            <p:nvPr/>
          </p:nvPicPr>
          <p:blipFill rotWithShape="1">
            <a:blip r:embed="rId2">
              <a:alphaModFix/>
            </a:blip>
            <a:srcRect b="0" l="70893" r="0" t="0"/>
            <a:stretch/>
          </p:blipFill>
          <p:spPr>
            <a:xfrm>
              <a:off x="8305798" y="-52600"/>
              <a:ext cx="914400" cy="17671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5" name="Google Shape;275;p15"/>
            <p:cNvPicPr preferRelativeResize="0"/>
            <p:nvPr/>
          </p:nvPicPr>
          <p:blipFill rotWithShape="1">
            <a:blip r:embed="rId3">
              <a:alphaModFix/>
            </a:blip>
            <a:srcRect b="0" l="53175" r="0" t="0"/>
            <a:stretch/>
          </p:blipFill>
          <p:spPr>
            <a:xfrm>
              <a:off x="7967650" y="3608200"/>
              <a:ext cx="1404950" cy="16877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76" name="Google Shape;276;p15"/>
          <p:cNvGrpSpPr/>
          <p:nvPr/>
        </p:nvGrpSpPr>
        <p:grpSpPr>
          <a:xfrm>
            <a:off x="-1461898" y="-365531"/>
            <a:ext cx="4517288" cy="5656681"/>
            <a:chOff x="-1461898" y="-365531"/>
            <a:chExt cx="4517288" cy="5656681"/>
          </a:xfrm>
        </p:grpSpPr>
        <p:grpSp>
          <p:nvGrpSpPr>
            <p:cNvPr id="277" name="Google Shape;277;p15"/>
            <p:cNvGrpSpPr/>
            <p:nvPr/>
          </p:nvGrpSpPr>
          <p:grpSpPr>
            <a:xfrm flipH="1" rot="-373055">
              <a:off x="-1188897" y="-165939"/>
              <a:ext cx="3971287" cy="5257164"/>
              <a:chOff x="3268325" y="3013975"/>
              <a:chExt cx="1443800" cy="1106200"/>
            </a:xfrm>
          </p:grpSpPr>
          <p:sp>
            <p:nvSpPr>
              <p:cNvPr id="278" name="Google Shape;278;p15"/>
              <p:cNvSpPr/>
              <p:nvPr/>
            </p:nvSpPr>
            <p:spPr>
              <a:xfrm>
                <a:off x="3268325" y="3013975"/>
                <a:ext cx="274950" cy="149575"/>
              </a:xfrm>
              <a:custGeom>
                <a:rect b="b" l="l" r="r" t="t"/>
                <a:pathLst>
                  <a:path extrusionOk="0" h="5983" w="10998">
                    <a:moveTo>
                      <a:pt x="1" y="1"/>
                    </a:moveTo>
                    <a:cubicBezTo>
                      <a:pt x="1367" y="1752"/>
                      <a:pt x="2900" y="3353"/>
                      <a:pt x="4795" y="4495"/>
                    </a:cubicBezTo>
                    <a:cubicBezTo>
                      <a:pt x="6348" y="5429"/>
                      <a:pt x="8202" y="5983"/>
                      <a:pt x="10007" y="5983"/>
                    </a:cubicBezTo>
                    <a:cubicBezTo>
                      <a:pt x="10340" y="5983"/>
                      <a:pt x="10671" y="5964"/>
                      <a:pt x="10998" y="5925"/>
                    </a:cubicBezTo>
                    <a:cubicBezTo>
                      <a:pt x="10617" y="3974"/>
                      <a:pt x="10586" y="1960"/>
                      <a:pt x="109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15"/>
              <p:cNvSpPr/>
              <p:nvPr/>
            </p:nvSpPr>
            <p:spPr>
              <a:xfrm>
                <a:off x="3543250" y="3013975"/>
                <a:ext cx="893200" cy="1018300"/>
              </a:xfrm>
              <a:custGeom>
                <a:rect b="b" l="l" r="r" t="t"/>
                <a:pathLst>
                  <a:path extrusionOk="0" h="40732" w="35728">
                    <a:moveTo>
                      <a:pt x="18820" y="1"/>
                    </a:moveTo>
                    <a:cubicBezTo>
                      <a:pt x="19109" y="1207"/>
                      <a:pt x="19249" y="2430"/>
                      <a:pt x="19000" y="3636"/>
                    </a:cubicBezTo>
                    <a:cubicBezTo>
                      <a:pt x="18629" y="5447"/>
                      <a:pt x="17036" y="7130"/>
                      <a:pt x="15257" y="7130"/>
                    </a:cubicBezTo>
                    <a:cubicBezTo>
                      <a:pt x="15061" y="7130"/>
                      <a:pt x="14863" y="7110"/>
                      <a:pt x="14664" y="7067"/>
                    </a:cubicBezTo>
                    <a:cubicBezTo>
                      <a:pt x="13233" y="6760"/>
                      <a:pt x="12265" y="5466"/>
                      <a:pt x="11373" y="4304"/>
                    </a:cubicBezTo>
                    <a:cubicBezTo>
                      <a:pt x="10483" y="3139"/>
                      <a:pt x="9353" y="1922"/>
                      <a:pt x="7887" y="1886"/>
                    </a:cubicBezTo>
                    <a:cubicBezTo>
                      <a:pt x="7863" y="1885"/>
                      <a:pt x="7839" y="1885"/>
                      <a:pt x="7814" y="1885"/>
                    </a:cubicBezTo>
                    <a:cubicBezTo>
                      <a:pt x="5997" y="1885"/>
                      <a:pt x="4737" y="3650"/>
                      <a:pt x="3248" y="4713"/>
                    </a:cubicBezTo>
                    <a:cubicBezTo>
                      <a:pt x="2280" y="5405"/>
                      <a:pt x="1163" y="5790"/>
                      <a:pt x="1" y="5925"/>
                    </a:cubicBezTo>
                    <a:cubicBezTo>
                      <a:pt x="944" y="10790"/>
                      <a:pt x="4021" y="15270"/>
                      <a:pt x="8412" y="17604"/>
                    </a:cubicBezTo>
                    <a:cubicBezTo>
                      <a:pt x="10555" y="18738"/>
                      <a:pt x="12922" y="19389"/>
                      <a:pt x="15103" y="20449"/>
                    </a:cubicBezTo>
                    <a:cubicBezTo>
                      <a:pt x="17287" y="21508"/>
                      <a:pt x="19372" y="23106"/>
                      <a:pt x="20192" y="25384"/>
                    </a:cubicBezTo>
                    <a:cubicBezTo>
                      <a:pt x="21279" y="28400"/>
                      <a:pt x="19923" y="31871"/>
                      <a:pt x="20959" y="34903"/>
                    </a:cubicBezTo>
                    <a:cubicBezTo>
                      <a:pt x="21790" y="37345"/>
                      <a:pt x="24038" y="39046"/>
                      <a:pt x="26392" y="40098"/>
                    </a:cubicBezTo>
                    <a:cubicBezTo>
                      <a:pt x="26928" y="40337"/>
                      <a:pt x="27476" y="40548"/>
                      <a:pt x="28032" y="40732"/>
                    </a:cubicBezTo>
                    <a:cubicBezTo>
                      <a:pt x="29081" y="39274"/>
                      <a:pt x="30382" y="38007"/>
                      <a:pt x="31598" y="36678"/>
                    </a:cubicBezTo>
                    <a:cubicBezTo>
                      <a:pt x="32974" y="35172"/>
                      <a:pt x="34273" y="33520"/>
                      <a:pt x="34875" y="31575"/>
                    </a:cubicBezTo>
                    <a:cubicBezTo>
                      <a:pt x="35727" y="28822"/>
                      <a:pt x="35073" y="25810"/>
                      <a:pt x="33942" y="23160"/>
                    </a:cubicBezTo>
                    <a:cubicBezTo>
                      <a:pt x="32811" y="20510"/>
                      <a:pt x="31213" y="18081"/>
                      <a:pt x="30062" y="15441"/>
                    </a:cubicBezTo>
                    <a:cubicBezTo>
                      <a:pt x="28907" y="12797"/>
                      <a:pt x="28208" y="9806"/>
                      <a:pt x="28996" y="7032"/>
                    </a:cubicBezTo>
                    <a:cubicBezTo>
                      <a:pt x="29905" y="3827"/>
                      <a:pt x="32617" y="1518"/>
                      <a:pt x="35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15"/>
              <p:cNvSpPr/>
              <p:nvPr/>
            </p:nvSpPr>
            <p:spPr>
              <a:xfrm>
                <a:off x="3532950" y="3013975"/>
                <a:ext cx="491525" cy="178275"/>
              </a:xfrm>
              <a:custGeom>
                <a:rect b="b" l="l" r="r" t="t"/>
                <a:pathLst>
                  <a:path extrusionOk="0" h="7131" w="19661">
                    <a:moveTo>
                      <a:pt x="362" y="1"/>
                    </a:moveTo>
                    <a:cubicBezTo>
                      <a:pt x="1" y="1960"/>
                      <a:pt x="32" y="3974"/>
                      <a:pt x="413" y="5925"/>
                    </a:cubicBezTo>
                    <a:cubicBezTo>
                      <a:pt x="1575" y="5790"/>
                      <a:pt x="2692" y="5405"/>
                      <a:pt x="3660" y="4713"/>
                    </a:cubicBezTo>
                    <a:cubicBezTo>
                      <a:pt x="5149" y="3650"/>
                      <a:pt x="6409" y="1885"/>
                      <a:pt x="8226" y="1885"/>
                    </a:cubicBezTo>
                    <a:cubicBezTo>
                      <a:pt x="8251" y="1885"/>
                      <a:pt x="8275" y="1885"/>
                      <a:pt x="8299" y="1886"/>
                    </a:cubicBezTo>
                    <a:cubicBezTo>
                      <a:pt x="9765" y="1922"/>
                      <a:pt x="10895" y="3139"/>
                      <a:pt x="11785" y="4304"/>
                    </a:cubicBezTo>
                    <a:cubicBezTo>
                      <a:pt x="12677" y="5466"/>
                      <a:pt x="13645" y="6760"/>
                      <a:pt x="15076" y="7067"/>
                    </a:cubicBezTo>
                    <a:cubicBezTo>
                      <a:pt x="15275" y="7110"/>
                      <a:pt x="15473" y="7130"/>
                      <a:pt x="15669" y="7130"/>
                    </a:cubicBezTo>
                    <a:cubicBezTo>
                      <a:pt x="17448" y="7130"/>
                      <a:pt x="19041" y="5447"/>
                      <a:pt x="19412" y="3636"/>
                    </a:cubicBezTo>
                    <a:cubicBezTo>
                      <a:pt x="19661" y="2430"/>
                      <a:pt x="19521" y="1207"/>
                      <a:pt x="19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15"/>
              <p:cNvSpPr/>
              <p:nvPr/>
            </p:nvSpPr>
            <p:spPr>
              <a:xfrm>
                <a:off x="4244025" y="3013975"/>
                <a:ext cx="468100" cy="1042100"/>
              </a:xfrm>
              <a:custGeom>
                <a:rect b="b" l="l" r="r" t="t"/>
                <a:pathLst>
                  <a:path extrusionOk="0" h="41684" w="18724">
                    <a:moveTo>
                      <a:pt x="7614" y="1"/>
                    </a:moveTo>
                    <a:cubicBezTo>
                      <a:pt x="4586" y="1518"/>
                      <a:pt x="1874" y="3827"/>
                      <a:pt x="965" y="7032"/>
                    </a:cubicBezTo>
                    <a:cubicBezTo>
                      <a:pt x="177" y="9806"/>
                      <a:pt x="876" y="12797"/>
                      <a:pt x="2031" y="15441"/>
                    </a:cubicBezTo>
                    <a:cubicBezTo>
                      <a:pt x="3182" y="18081"/>
                      <a:pt x="4780" y="20510"/>
                      <a:pt x="5911" y="23160"/>
                    </a:cubicBezTo>
                    <a:cubicBezTo>
                      <a:pt x="7042" y="25810"/>
                      <a:pt x="7696" y="28822"/>
                      <a:pt x="6844" y="31575"/>
                    </a:cubicBezTo>
                    <a:cubicBezTo>
                      <a:pt x="6242" y="33520"/>
                      <a:pt x="4943" y="35172"/>
                      <a:pt x="3567" y="36678"/>
                    </a:cubicBezTo>
                    <a:cubicBezTo>
                      <a:pt x="2351" y="38007"/>
                      <a:pt x="1050" y="39274"/>
                      <a:pt x="1" y="40732"/>
                    </a:cubicBezTo>
                    <a:cubicBezTo>
                      <a:pt x="1909" y="41367"/>
                      <a:pt x="3922" y="41683"/>
                      <a:pt x="5935" y="41683"/>
                    </a:cubicBezTo>
                    <a:cubicBezTo>
                      <a:pt x="9028" y="41683"/>
                      <a:pt x="12122" y="40937"/>
                      <a:pt x="14840" y="39458"/>
                    </a:cubicBezTo>
                    <a:cubicBezTo>
                      <a:pt x="16257" y="38688"/>
                      <a:pt x="17562" y="37727"/>
                      <a:pt x="18724" y="36614"/>
                    </a:cubicBezTo>
                    <a:lnTo>
                      <a:pt x="1872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15"/>
              <p:cNvSpPr/>
              <p:nvPr/>
            </p:nvSpPr>
            <p:spPr>
              <a:xfrm>
                <a:off x="4201350" y="3929300"/>
                <a:ext cx="510775" cy="190875"/>
              </a:xfrm>
              <a:custGeom>
                <a:rect b="b" l="l" r="r" t="t"/>
                <a:pathLst>
                  <a:path extrusionOk="0" h="7635" w="20431">
                    <a:moveTo>
                      <a:pt x="20431" y="1"/>
                    </a:moveTo>
                    <a:cubicBezTo>
                      <a:pt x="19269" y="1114"/>
                      <a:pt x="17964" y="2075"/>
                      <a:pt x="16547" y="2845"/>
                    </a:cubicBezTo>
                    <a:cubicBezTo>
                      <a:pt x="13829" y="4324"/>
                      <a:pt x="10735" y="5070"/>
                      <a:pt x="7642" y="5070"/>
                    </a:cubicBezTo>
                    <a:cubicBezTo>
                      <a:pt x="5629" y="5070"/>
                      <a:pt x="3616" y="4754"/>
                      <a:pt x="1708" y="4119"/>
                    </a:cubicBezTo>
                    <a:cubicBezTo>
                      <a:pt x="1568" y="4309"/>
                      <a:pt x="1435" y="4504"/>
                      <a:pt x="1305" y="4705"/>
                    </a:cubicBezTo>
                    <a:cubicBezTo>
                      <a:pt x="727" y="5601"/>
                      <a:pt x="260" y="6599"/>
                      <a:pt x="1" y="7635"/>
                    </a:cubicBezTo>
                    <a:lnTo>
                      <a:pt x="20431" y="7635"/>
                    </a:lnTo>
                    <a:lnTo>
                      <a:pt x="204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15"/>
              <p:cNvSpPr/>
              <p:nvPr/>
            </p:nvSpPr>
            <p:spPr>
              <a:xfrm>
                <a:off x="4057600" y="3658800"/>
                <a:ext cx="265050" cy="295800"/>
              </a:xfrm>
              <a:custGeom>
                <a:rect b="b" l="l" r="r" t="t"/>
                <a:pathLst>
                  <a:path extrusionOk="0" h="11832" w="10602">
                    <a:moveTo>
                      <a:pt x="5461" y="0"/>
                    </a:moveTo>
                    <a:cubicBezTo>
                      <a:pt x="2371" y="0"/>
                      <a:pt x="0" y="5907"/>
                      <a:pt x="1788" y="9382"/>
                    </a:cubicBezTo>
                    <a:cubicBezTo>
                      <a:pt x="2675" y="11107"/>
                      <a:pt x="4340" y="11832"/>
                      <a:pt x="5925" y="11832"/>
                    </a:cubicBezTo>
                    <a:cubicBezTo>
                      <a:pt x="7628" y="11832"/>
                      <a:pt x="9239" y="10997"/>
                      <a:pt x="9702" y="9655"/>
                    </a:cubicBezTo>
                    <a:cubicBezTo>
                      <a:pt x="10601" y="7063"/>
                      <a:pt x="9546" y="412"/>
                      <a:pt x="5713" y="14"/>
                    </a:cubicBezTo>
                    <a:cubicBezTo>
                      <a:pt x="5628" y="4"/>
                      <a:pt x="5546" y="0"/>
                      <a:pt x="546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284" name="Google Shape;284;p15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-381000" y="-228600"/>
              <a:ext cx="3141475" cy="17670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5" name="Google Shape;285;p15"/>
            <p:cNvPicPr preferRelativeResize="0"/>
            <p:nvPr/>
          </p:nvPicPr>
          <p:blipFill rotWithShape="1">
            <a:blip r:embed="rId5">
              <a:alphaModFix/>
            </a:blip>
            <a:srcRect b="36512" l="0" r="52408" t="0"/>
            <a:stretch/>
          </p:blipFill>
          <p:spPr>
            <a:xfrm>
              <a:off x="-228600" y="4090400"/>
              <a:ext cx="1600195" cy="120074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1_1_1_1_1">
    <p:bg>
      <p:bgPr>
        <a:solidFill>
          <a:schemeClr val="accent1"/>
        </a:solidFill>
      </p:bgPr>
    </p:bg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oogle Shape;287;p16"/>
          <p:cNvGrpSpPr/>
          <p:nvPr/>
        </p:nvGrpSpPr>
        <p:grpSpPr>
          <a:xfrm>
            <a:off x="7588037" y="-344128"/>
            <a:ext cx="1753419" cy="5824284"/>
            <a:chOff x="5883539" y="-344156"/>
            <a:chExt cx="3534407" cy="5824284"/>
          </a:xfrm>
        </p:grpSpPr>
        <p:sp>
          <p:nvSpPr>
            <p:cNvPr id="288" name="Google Shape;288;p16"/>
            <p:cNvSpPr/>
            <p:nvPr/>
          </p:nvSpPr>
          <p:spPr>
            <a:xfrm rot="5400000">
              <a:off x="6900504" y="863896"/>
              <a:ext cx="3234092" cy="138320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6"/>
            <p:cNvSpPr/>
            <p:nvPr/>
          </p:nvSpPr>
          <p:spPr>
            <a:xfrm rot="5400000">
              <a:off x="4775506" y="1046483"/>
              <a:ext cx="5541677" cy="3325611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6"/>
            <p:cNvSpPr/>
            <p:nvPr/>
          </p:nvSpPr>
          <p:spPr>
            <a:xfrm rot="5400000">
              <a:off x="8150941" y="3716902"/>
              <a:ext cx="789976" cy="451130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6"/>
            <p:cNvSpPr/>
            <p:nvPr/>
          </p:nvSpPr>
          <p:spPr>
            <a:xfrm rot="5400000">
              <a:off x="8024895" y="1980397"/>
              <a:ext cx="1785149" cy="530118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6"/>
            <p:cNvSpPr/>
            <p:nvPr/>
          </p:nvSpPr>
          <p:spPr>
            <a:xfrm rot="5400000">
              <a:off x="7621400" y="2799386"/>
              <a:ext cx="2407783" cy="714476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3" name="Google Shape;293;p16"/>
            <p:cNvGrpSpPr/>
            <p:nvPr/>
          </p:nvGrpSpPr>
          <p:grpSpPr>
            <a:xfrm flipH="1">
              <a:off x="6930507" y="-344156"/>
              <a:ext cx="2487438" cy="2254471"/>
              <a:chOff x="4895725" y="2485200"/>
              <a:chExt cx="464525" cy="744050"/>
            </a:xfrm>
          </p:grpSpPr>
          <p:sp>
            <p:nvSpPr>
              <p:cNvPr id="294" name="Google Shape;294;p16"/>
              <p:cNvSpPr/>
              <p:nvPr/>
            </p:nvSpPr>
            <p:spPr>
              <a:xfrm>
                <a:off x="4896150" y="2564650"/>
                <a:ext cx="407475" cy="415225"/>
              </a:xfrm>
              <a:custGeom>
                <a:rect b="b" l="l" r="r" t="t"/>
                <a:pathLst>
                  <a:path extrusionOk="0" h="16609" w="16299">
                    <a:moveTo>
                      <a:pt x="1" y="0"/>
                    </a:moveTo>
                    <a:lnTo>
                      <a:pt x="4" y="314"/>
                    </a:lnTo>
                    <a:lnTo>
                      <a:pt x="6817" y="7128"/>
                    </a:lnTo>
                    <a:lnTo>
                      <a:pt x="6845" y="7155"/>
                    </a:lnTo>
                    <a:lnTo>
                      <a:pt x="6872" y="7182"/>
                    </a:lnTo>
                    <a:lnTo>
                      <a:pt x="14619" y="14928"/>
                    </a:lnTo>
                    <a:lnTo>
                      <a:pt x="14646" y="14956"/>
                    </a:lnTo>
                    <a:lnTo>
                      <a:pt x="16298" y="16609"/>
                    </a:lnTo>
                    <a:cubicBezTo>
                      <a:pt x="16298" y="16506"/>
                      <a:pt x="16298" y="16400"/>
                      <a:pt x="16295" y="16295"/>
                    </a:cubicBezTo>
                    <a:lnTo>
                      <a:pt x="14826" y="14826"/>
                    </a:lnTo>
                    <a:lnTo>
                      <a:pt x="14799" y="14799"/>
                    </a:lnTo>
                    <a:lnTo>
                      <a:pt x="7029" y="7025"/>
                    </a:lnTo>
                    <a:lnTo>
                      <a:pt x="7001" y="6998"/>
                    </a:lnTo>
                    <a:lnTo>
                      <a:pt x="6974" y="697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16"/>
              <p:cNvSpPr/>
              <p:nvPr/>
            </p:nvSpPr>
            <p:spPr>
              <a:xfrm>
                <a:off x="4896675" y="2643100"/>
                <a:ext cx="398000" cy="404125"/>
              </a:xfrm>
              <a:custGeom>
                <a:rect b="b" l="l" r="r" t="t"/>
                <a:pathLst>
                  <a:path extrusionOk="0" h="16165" w="15920">
                    <a:moveTo>
                      <a:pt x="0" y="0"/>
                    </a:moveTo>
                    <a:lnTo>
                      <a:pt x="0" y="314"/>
                    </a:lnTo>
                    <a:lnTo>
                      <a:pt x="5236" y="5550"/>
                    </a:lnTo>
                    <a:lnTo>
                      <a:pt x="5263" y="5577"/>
                    </a:lnTo>
                    <a:lnTo>
                      <a:pt x="5291" y="5604"/>
                    </a:lnTo>
                    <a:lnTo>
                      <a:pt x="13038" y="13351"/>
                    </a:lnTo>
                    <a:lnTo>
                      <a:pt x="13065" y="13378"/>
                    </a:lnTo>
                    <a:lnTo>
                      <a:pt x="13092" y="13405"/>
                    </a:lnTo>
                    <a:lnTo>
                      <a:pt x="15848" y="16165"/>
                    </a:lnTo>
                    <a:cubicBezTo>
                      <a:pt x="15875" y="16083"/>
                      <a:pt x="15899" y="16005"/>
                      <a:pt x="15920" y="15923"/>
                    </a:cubicBezTo>
                    <a:lnTo>
                      <a:pt x="13245" y="13249"/>
                    </a:lnTo>
                    <a:lnTo>
                      <a:pt x="13218" y="13221"/>
                    </a:lnTo>
                    <a:lnTo>
                      <a:pt x="13194" y="13194"/>
                    </a:lnTo>
                    <a:lnTo>
                      <a:pt x="5447" y="5447"/>
                    </a:lnTo>
                    <a:lnTo>
                      <a:pt x="5420" y="5420"/>
                    </a:lnTo>
                    <a:lnTo>
                      <a:pt x="5393" y="53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16"/>
              <p:cNvSpPr/>
              <p:nvPr/>
            </p:nvSpPr>
            <p:spPr>
              <a:xfrm>
                <a:off x="4896400" y="2603925"/>
                <a:ext cx="405100" cy="411800"/>
              </a:xfrm>
              <a:custGeom>
                <a:rect b="b" l="l" r="r" t="t"/>
                <a:pathLst>
                  <a:path extrusionOk="0" h="16472" w="16204">
                    <a:moveTo>
                      <a:pt x="0" y="0"/>
                    </a:moveTo>
                    <a:lnTo>
                      <a:pt x="4" y="313"/>
                    </a:lnTo>
                    <a:lnTo>
                      <a:pt x="6054" y="6364"/>
                    </a:lnTo>
                    <a:lnTo>
                      <a:pt x="6082" y="6391"/>
                    </a:lnTo>
                    <a:lnTo>
                      <a:pt x="13829" y="14138"/>
                    </a:lnTo>
                    <a:lnTo>
                      <a:pt x="13856" y="14165"/>
                    </a:lnTo>
                    <a:lnTo>
                      <a:pt x="16162" y="16472"/>
                    </a:lnTo>
                    <a:cubicBezTo>
                      <a:pt x="16176" y="16383"/>
                      <a:pt x="16189" y="16291"/>
                      <a:pt x="16203" y="16199"/>
                    </a:cubicBezTo>
                    <a:lnTo>
                      <a:pt x="14036" y="14036"/>
                    </a:lnTo>
                    <a:lnTo>
                      <a:pt x="14009" y="14008"/>
                    </a:lnTo>
                    <a:lnTo>
                      <a:pt x="13982" y="13981"/>
                    </a:lnTo>
                    <a:lnTo>
                      <a:pt x="6211" y="6207"/>
                    </a:lnTo>
                    <a:lnTo>
                      <a:pt x="6184" y="6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16"/>
              <p:cNvSpPr/>
              <p:nvPr/>
            </p:nvSpPr>
            <p:spPr>
              <a:xfrm>
                <a:off x="4898950" y="3035450"/>
                <a:ext cx="189175" cy="190300"/>
              </a:xfrm>
              <a:custGeom>
                <a:rect b="b" l="l" r="r" t="t"/>
                <a:pathLst>
                  <a:path extrusionOk="0" h="7612" w="7567">
                    <a:moveTo>
                      <a:pt x="1" y="0"/>
                    </a:moveTo>
                    <a:lnTo>
                      <a:pt x="1" y="314"/>
                    </a:lnTo>
                    <a:lnTo>
                      <a:pt x="5145" y="5458"/>
                    </a:lnTo>
                    <a:lnTo>
                      <a:pt x="5172" y="5486"/>
                    </a:lnTo>
                    <a:lnTo>
                      <a:pt x="5200" y="5513"/>
                    </a:lnTo>
                    <a:lnTo>
                      <a:pt x="7298" y="7612"/>
                    </a:lnTo>
                    <a:cubicBezTo>
                      <a:pt x="7390" y="7598"/>
                      <a:pt x="7479" y="7584"/>
                      <a:pt x="7567" y="7567"/>
                    </a:cubicBezTo>
                    <a:lnTo>
                      <a:pt x="5356" y="5356"/>
                    </a:lnTo>
                    <a:lnTo>
                      <a:pt x="5329" y="5329"/>
                    </a:lnTo>
                    <a:lnTo>
                      <a:pt x="5302" y="530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16"/>
              <p:cNvSpPr/>
              <p:nvPr/>
            </p:nvSpPr>
            <p:spPr>
              <a:xfrm>
                <a:off x="4898025" y="2878500"/>
                <a:ext cx="300475" cy="303725"/>
              </a:xfrm>
              <a:custGeom>
                <a:rect b="b" l="l" r="r" t="t"/>
                <a:pathLst>
                  <a:path extrusionOk="0" h="12149" w="12019">
                    <a:moveTo>
                      <a:pt x="0" y="0"/>
                    </a:moveTo>
                    <a:lnTo>
                      <a:pt x="4" y="314"/>
                    </a:lnTo>
                    <a:lnTo>
                      <a:pt x="528" y="841"/>
                    </a:lnTo>
                    <a:lnTo>
                      <a:pt x="556" y="869"/>
                    </a:lnTo>
                    <a:lnTo>
                      <a:pt x="8303" y="8616"/>
                    </a:lnTo>
                    <a:lnTo>
                      <a:pt x="8330" y="8643"/>
                    </a:lnTo>
                    <a:lnTo>
                      <a:pt x="8357" y="8670"/>
                    </a:lnTo>
                    <a:lnTo>
                      <a:pt x="11835" y="12149"/>
                    </a:lnTo>
                    <a:cubicBezTo>
                      <a:pt x="11896" y="12108"/>
                      <a:pt x="11962" y="12063"/>
                      <a:pt x="12019" y="12022"/>
                    </a:cubicBezTo>
                    <a:lnTo>
                      <a:pt x="8514" y="8514"/>
                    </a:lnTo>
                    <a:lnTo>
                      <a:pt x="8487" y="8486"/>
                    </a:lnTo>
                    <a:lnTo>
                      <a:pt x="8459" y="8459"/>
                    </a:lnTo>
                    <a:lnTo>
                      <a:pt x="712" y="712"/>
                    </a:lnTo>
                    <a:lnTo>
                      <a:pt x="685" y="685"/>
                    </a:lnTo>
                    <a:lnTo>
                      <a:pt x="658" y="6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16"/>
              <p:cNvSpPr/>
              <p:nvPr/>
            </p:nvSpPr>
            <p:spPr>
              <a:xfrm>
                <a:off x="4897600" y="2800050"/>
                <a:ext cx="341900" cy="345975"/>
              </a:xfrm>
              <a:custGeom>
                <a:rect b="b" l="l" r="r" t="t"/>
                <a:pathLst>
                  <a:path extrusionOk="0" h="13839" w="13676">
                    <a:moveTo>
                      <a:pt x="1" y="1"/>
                    </a:moveTo>
                    <a:lnTo>
                      <a:pt x="1" y="314"/>
                    </a:lnTo>
                    <a:lnTo>
                      <a:pt x="2078" y="2392"/>
                    </a:lnTo>
                    <a:lnTo>
                      <a:pt x="2106" y="2419"/>
                    </a:lnTo>
                    <a:lnTo>
                      <a:pt x="2133" y="2446"/>
                    </a:lnTo>
                    <a:lnTo>
                      <a:pt x="9880" y="10193"/>
                    </a:lnTo>
                    <a:lnTo>
                      <a:pt x="9907" y="10221"/>
                    </a:lnTo>
                    <a:lnTo>
                      <a:pt x="13525" y="13839"/>
                    </a:lnTo>
                    <a:cubicBezTo>
                      <a:pt x="13576" y="13787"/>
                      <a:pt x="13627" y="13733"/>
                      <a:pt x="13675" y="13679"/>
                    </a:cubicBezTo>
                    <a:lnTo>
                      <a:pt x="10091" y="10091"/>
                    </a:lnTo>
                    <a:lnTo>
                      <a:pt x="10064" y="10064"/>
                    </a:lnTo>
                    <a:lnTo>
                      <a:pt x="2290" y="2290"/>
                    </a:lnTo>
                    <a:lnTo>
                      <a:pt x="2262" y="2262"/>
                    </a:lnTo>
                    <a:lnTo>
                      <a:pt x="2235" y="22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16"/>
              <p:cNvSpPr/>
              <p:nvPr/>
            </p:nvSpPr>
            <p:spPr>
              <a:xfrm>
                <a:off x="4897100" y="2721600"/>
                <a:ext cx="374750" cy="379700"/>
              </a:xfrm>
              <a:custGeom>
                <a:rect b="b" l="l" r="r" t="t"/>
                <a:pathLst>
                  <a:path extrusionOk="0" h="15188" w="14990">
                    <a:moveTo>
                      <a:pt x="0" y="1"/>
                    </a:moveTo>
                    <a:lnTo>
                      <a:pt x="4" y="315"/>
                    </a:lnTo>
                    <a:lnTo>
                      <a:pt x="3659" y="3970"/>
                    </a:lnTo>
                    <a:lnTo>
                      <a:pt x="3686" y="3997"/>
                    </a:lnTo>
                    <a:lnTo>
                      <a:pt x="11460" y="11771"/>
                    </a:lnTo>
                    <a:lnTo>
                      <a:pt x="11488" y="11798"/>
                    </a:lnTo>
                    <a:lnTo>
                      <a:pt x="11515" y="11826"/>
                    </a:lnTo>
                    <a:lnTo>
                      <a:pt x="14877" y="15188"/>
                    </a:lnTo>
                    <a:cubicBezTo>
                      <a:pt x="14914" y="15120"/>
                      <a:pt x="14952" y="15056"/>
                      <a:pt x="14990" y="14991"/>
                    </a:cubicBezTo>
                    <a:lnTo>
                      <a:pt x="11672" y="11669"/>
                    </a:lnTo>
                    <a:lnTo>
                      <a:pt x="11644" y="11642"/>
                    </a:lnTo>
                    <a:lnTo>
                      <a:pt x="11617" y="11614"/>
                    </a:lnTo>
                    <a:lnTo>
                      <a:pt x="3870" y="3867"/>
                    </a:lnTo>
                    <a:lnTo>
                      <a:pt x="3843" y="38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16"/>
              <p:cNvSpPr/>
              <p:nvPr/>
            </p:nvSpPr>
            <p:spPr>
              <a:xfrm>
                <a:off x="4898700" y="2996200"/>
                <a:ext cx="220950" cy="222650"/>
              </a:xfrm>
              <a:custGeom>
                <a:rect b="b" l="l" r="r" t="t"/>
                <a:pathLst>
                  <a:path extrusionOk="0" h="8906" w="8838">
                    <a:moveTo>
                      <a:pt x="1" y="1"/>
                    </a:moveTo>
                    <a:lnTo>
                      <a:pt x="4" y="314"/>
                    </a:lnTo>
                    <a:lnTo>
                      <a:pt x="5935" y="6248"/>
                    </a:lnTo>
                    <a:lnTo>
                      <a:pt x="5962" y="6276"/>
                    </a:lnTo>
                    <a:lnTo>
                      <a:pt x="5990" y="6303"/>
                    </a:lnTo>
                    <a:lnTo>
                      <a:pt x="8592" y="8905"/>
                    </a:lnTo>
                    <a:cubicBezTo>
                      <a:pt x="8674" y="8882"/>
                      <a:pt x="8756" y="8861"/>
                      <a:pt x="8838" y="8837"/>
                    </a:cubicBezTo>
                    <a:lnTo>
                      <a:pt x="6146" y="6146"/>
                    </a:lnTo>
                    <a:lnTo>
                      <a:pt x="6119" y="6119"/>
                    </a:lnTo>
                    <a:lnTo>
                      <a:pt x="6092" y="609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16"/>
              <p:cNvSpPr/>
              <p:nvPr/>
            </p:nvSpPr>
            <p:spPr>
              <a:xfrm>
                <a:off x="4898275" y="2917750"/>
                <a:ext cx="276400" cy="279050"/>
              </a:xfrm>
              <a:custGeom>
                <a:rect b="b" l="l" r="r" t="t"/>
                <a:pathLst>
                  <a:path extrusionOk="0" h="11162" w="11056">
                    <a:moveTo>
                      <a:pt x="1" y="1"/>
                    </a:moveTo>
                    <a:lnTo>
                      <a:pt x="1" y="314"/>
                    </a:lnTo>
                    <a:lnTo>
                      <a:pt x="7512" y="7826"/>
                    </a:lnTo>
                    <a:lnTo>
                      <a:pt x="7540" y="7853"/>
                    </a:lnTo>
                    <a:lnTo>
                      <a:pt x="7567" y="7881"/>
                    </a:lnTo>
                    <a:lnTo>
                      <a:pt x="10851" y="11161"/>
                    </a:lnTo>
                    <a:cubicBezTo>
                      <a:pt x="10919" y="11127"/>
                      <a:pt x="10987" y="11093"/>
                      <a:pt x="11056" y="11056"/>
                    </a:cubicBezTo>
                    <a:lnTo>
                      <a:pt x="7724" y="7724"/>
                    </a:lnTo>
                    <a:lnTo>
                      <a:pt x="7696" y="7697"/>
                    </a:lnTo>
                    <a:lnTo>
                      <a:pt x="7669" y="76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16"/>
              <p:cNvSpPr/>
              <p:nvPr/>
            </p:nvSpPr>
            <p:spPr>
              <a:xfrm>
                <a:off x="4897775" y="2839325"/>
                <a:ext cx="322375" cy="325950"/>
              </a:xfrm>
              <a:custGeom>
                <a:rect b="b" l="l" r="r" t="t"/>
                <a:pathLst>
                  <a:path extrusionOk="0" h="13038" w="12895">
                    <a:moveTo>
                      <a:pt x="0" y="0"/>
                    </a:moveTo>
                    <a:lnTo>
                      <a:pt x="4" y="314"/>
                    </a:lnTo>
                    <a:lnTo>
                      <a:pt x="1291" y="1601"/>
                    </a:lnTo>
                    <a:lnTo>
                      <a:pt x="1318" y="1628"/>
                    </a:lnTo>
                    <a:lnTo>
                      <a:pt x="1346" y="1656"/>
                    </a:lnTo>
                    <a:lnTo>
                      <a:pt x="9093" y="9403"/>
                    </a:lnTo>
                    <a:lnTo>
                      <a:pt x="9120" y="9430"/>
                    </a:lnTo>
                    <a:lnTo>
                      <a:pt x="12728" y="13037"/>
                    </a:lnTo>
                    <a:cubicBezTo>
                      <a:pt x="12782" y="12990"/>
                      <a:pt x="12840" y="12939"/>
                      <a:pt x="12895" y="12891"/>
                    </a:cubicBezTo>
                    <a:lnTo>
                      <a:pt x="9304" y="9301"/>
                    </a:lnTo>
                    <a:lnTo>
                      <a:pt x="9277" y="9273"/>
                    </a:lnTo>
                    <a:lnTo>
                      <a:pt x="1475" y="1472"/>
                    </a:lnTo>
                    <a:lnTo>
                      <a:pt x="1448" y="14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16"/>
              <p:cNvSpPr/>
              <p:nvPr/>
            </p:nvSpPr>
            <p:spPr>
              <a:xfrm>
                <a:off x="4897350" y="2760800"/>
                <a:ext cx="359425" cy="363925"/>
              </a:xfrm>
              <a:custGeom>
                <a:rect b="b" l="l" r="r" t="t"/>
                <a:pathLst>
                  <a:path extrusionOk="0" h="14557" w="14377">
                    <a:moveTo>
                      <a:pt x="0" y="0"/>
                    </a:moveTo>
                    <a:lnTo>
                      <a:pt x="0" y="313"/>
                    </a:lnTo>
                    <a:lnTo>
                      <a:pt x="2868" y="3182"/>
                    </a:lnTo>
                    <a:lnTo>
                      <a:pt x="2896" y="3209"/>
                    </a:lnTo>
                    <a:lnTo>
                      <a:pt x="2923" y="3236"/>
                    </a:lnTo>
                    <a:lnTo>
                      <a:pt x="10670" y="10983"/>
                    </a:lnTo>
                    <a:lnTo>
                      <a:pt x="10697" y="11011"/>
                    </a:lnTo>
                    <a:lnTo>
                      <a:pt x="10725" y="11038"/>
                    </a:lnTo>
                    <a:lnTo>
                      <a:pt x="14244" y="14557"/>
                    </a:lnTo>
                    <a:cubicBezTo>
                      <a:pt x="14288" y="14499"/>
                      <a:pt x="14332" y="14438"/>
                      <a:pt x="14376" y="14376"/>
                    </a:cubicBezTo>
                    <a:lnTo>
                      <a:pt x="10881" y="10881"/>
                    </a:lnTo>
                    <a:lnTo>
                      <a:pt x="10854" y="10854"/>
                    </a:lnTo>
                    <a:lnTo>
                      <a:pt x="10827" y="10827"/>
                    </a:lnTo>
                    <a:lnTo>
                      <a:pt x="3080" y="3080"/>
                    </a:lnTo>
                    <a:lnTo>
                      <a:pt x="3052" y="3052"/>
                    </a:lnTo>
                    <a:lnTo>
                      <a:pt x="3025" y="30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16"/>
              <p:cNvSpPr/>
              <p:nvPr/>
            </p:nvSpPr>
            <p:spPr>
              <a:xfrm>
                <a:off x="4899375" y="3113900"/>
                <a:ext cx="115000" cy="115000"/>
              </a:xfrm>
              <a:custGeom>
                <a:rect b="b" l="l" r="r" t="t"/>
                <a:pathLst>
                  <a:path extrusionOk="0" h="4600" w="4600">
                    <a:moveTo>
                      <a:pt x="1" y="0"/>
                    </a:moveTo>
                    <a:lnTo>
                      <a:pt x="4" y="314"/>
                    </a:lnTo>
                    <a:lnTo>
                      <a:pt x="3568" y="3878"/>
                    </a:lnTo>
                    <a:lnTo>
                      <a:pt x="3595" y="3905"/>
                    </a:lnTo>
                    <a:lnTo>
                      <a:pt x="3622" y="3931"/>
                    </a:lnTo>
                    <a:lnTo>
                      <a:pt x="4266" y="4576"/>
                    </a:lnTo>
                    <a:cubicBezTo>
                      <a:pt x="4378" y="4586"/>
                      <a:pt x="4491" y="4593"/>
                      <a:pt x="4600" y="4599"/>
                    </a:cubicBezTo>
                    <a:lnTo>
                      <a:pt x="3779" y="3779"/>
                    </a:lnTo>
                    <a:lnTo>
                      <a:pt x="3752" y="3751"/>
                    </a:lnTo>
                    <a:lnTo>
                      <a:pt x="3724" y="372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16"/>
              <p:cNvSpPr/>
              <p:nvPr/>
            </p:nvSpPr>
            <p:spPr>
              <a:xfrm>
                <a:off x="4899225" y="3074625"/>
                <a:ext cx="154075" cy="154625"/>
              </a:xfrm>
              <a:custGeom>
                <a:rect b="b" l="l" r="r" t="t"/>
                <a:pathLst>
                  <a:path extrusionOk="0" h="6185" w="6163">
                    <a:moveTo>
                      <a:pt x="0" y="1"/>
                    </a:moveTo>
                    <a:lnTo>
                      <a:pt x="0" y="318"/>
                    </a:lnTo>
                    <a:lnTo>
                      <a:pt x="4354" y="4672"/>
                    </a:lnTo>
                    <a:lnTo>
                      <a:pt x="4381" y="4699"/>
                    </a:lnTo>
                    <a:lnTo>
                      <a:pt x="5870" y="6184"/>
                    </a:lnTo>
                    <a:cubicBezTo>
                      <a:pt x="5969" y="6180"/>
                      <a:pt x="6064" y="6174"/>
                      <a:pt x="6163" y="6167"/>
                    </a:cubicBezTo>
                    <a:lnTo>
                      <a:pt x="4565" y="4570"/>
                    </a:lnTo>
                    <a:lnTo>
                      <a:pt x="4538" y="454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16"/>
              <p:cNvSpPr/>
              <p:nvPr/>
            </p:nvSpPr>
            <p:spPr>
              <a:xfrm>
                <a:off x="5198925" y="2485200"/>
                <a:ext cx="135175" cy="131750"/>
              </a:xfrm>
              <a:custGeom>
                <a:rect b="b" l="l" r="r" t="t"/>
                <a:pathLst>
                  <a:path extrusionOk="0" h="5270" w="5407">
                    <a:moveTo>
                      <a:pt x="0" y="0"/>
                    </a:moveTo>
                    <a:lnTo>
                      <a:pt x="2508" y="2507"/>
                    </a:lnTo>
                    <a:lnTo>
                      <a:pt x="2535" y="2535"/>
                    </a:lnTo>
                    <a:lnTo>
                      <a:pt x="2562" y="2562"/>
                    </a:lnTo>
                    <a:lnTo>
                      <a:pt x="5270" y="5270"/>
                    </a:lnTo>
                    <a:cubicBezTo>
                      <a:pt x="5315" y="5213"/>
                      <a:pt x="5363" y="5155"/>
                      <a:pt x="5407" y="5093"/>
                    </a:cubicBezTo>
                    <a:lnTo>
                      <a:pt x="2715" y="2405"/>
                    </a:lnTo>
                    <a:lnTo>
                      <a:pt x="2688" y="2378"/>
                    </a:lnTo>
                    <a:lnTo>
                      <a:pt x="2661" y="235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16"/>
              <p:cNvSpPr/>
              <p:nvPr/>
            </p:nvSpPr>
            <p:spPr>
              <a:xfrm>
                <a:off x="5159925" y="2485200"/>
                <a:ext cx="156300" cy="152550"/>
              </a:xfrm>
              <a:custGeom>
                <a:rect b="b" l="l" r="r" t="t"/>
                <a:pathLst>
                  <a:path extrusionOk="0" h="6102" w="6252">
                    <a:moveTo>
                      <a:pt x="0" y="0"/>
                    </a:moveTo>
                    <a:lnTo>
                      <a:pt x="3288" y="3287"/>
                    </a:lnTo>
                    <a:lnTo>
                      <a:pt x="3315" y="3315"/>
                    </a:lnTo>
                    <a:lnTo>
                      <a:pt x="6101" y="6101"/>
                    </a:lnTo>
                    <a:cubicBezTo>
                      <a:pt x="6153" y="6047"/>
                      <a:pt x="6203" y="5996"/>
                      <a:pt x="6252" y="5941"/>
                    </a:cubicBezTo>
                    <a:lnTo>
                      <a:pt x="3495" y="3185"/>
                    </a:lnTo>
                    <a:lnTo>
                      <a:pt x="3468" y="3158"/>
                    </a:lnTo>
                    <a:lnTo>
                      <a:pt x="3441" y="313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16"/>
              <p:cNvSpPr/>
              <p:nvPr/>
            </p:nvSpPr>
            <p:spPr>
              <a:xfrm>
                <a:off x="5003900" y="2485200"/>
                <a:ext cx="246225" cy="244175"/>
              </a:xfrm>
              <a:custGeom>
                <a:rect b="b" l="l" r="r" t="t"/>
                <a:pathLst>
                  <a:path extrusionOk="0" h="9767" w="9849">
                    <a:moveTo>
                      <a:pt x="0" y="0"/>
                    </a:moveTo>
                    <a:lnTo>
                      <a:pt x="6435" y="6432"/>
                    </a:lnTo>
                    <a:lnTo>
                      <a:pt x="6463" y="6460"/>
                    </a:lnTo>
                    <a:lnTo>
                      <a:pt x="9771" y="9767"/>
                    </a:lnTo>
                    <a:cubicBezTo>
                      <a:pt x="9791" y="9689"/>
                      <a:pt x="9821" y="9611"/>
                      <a:pt x="9848" y="9535"/>
                    </a:cubicBezTo>
                    <a:lnTo>
                      <a:pt x="6592" y="6279"/>
                    </a:lnTo>
                    <a:lnTo>
                      <a:pt x="6565" y="625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16"/>
              <p:cNvSpPr/>
              <p:nvPr/>
            </p:nvSpPr>
            <p:spPr>
              <a:xfrm>
                <a:off x="4898450" y="2956950"/>
                <a:ext cx="249900" cy="252175"/>
              </a:xfrm>
              <a:custGeom>
                <a:rect b="b" l="l" r="r" t="t"/>
                <a:pathLst>
                  <a:path extrusionOk="0" h="10087" w="9996">
                    <a:moveTo>
                      <a:pt x="0" y="0"/>
                    </a:moveTo>
                    <a:lnTo>
                      <a:pt x="4" y="316"/>
                    </a:lnTo>
                    <a:lnTo>
                      <a:pt x="6753" y="7065"/>
                    </a:lnTo>
                    <a:lnTo>
                      <a:pt x="6780" y="7093"/>
                    </a:lnTo>
                    <a:lnTo>
                      <a:pt x="9774" y="10087"/>
                    </a:lnTo>
                    <a:cubicBezTo>
                      <a:pt x="9849" y="10057"/>
                      <a:pt x="9921" y="10026"/>
                      <a:pt x="9996" y="9995"/>
                    </a:cubicBezTo>
                    <a:lnTo>
                      <a:pt x="6909" y="6909"/>
                    </a:lnTo>
                    <a:lnTo>
                      <a:pt x="6882" y="68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16"/>
              <p:cNvSpPr/>
              <p:nvPr/>
            </p:nvSpPr>
            <p:spPr>
              <a:xfrm>
                <a:off x="4896825" y="2682350"/>
                <a:ext cx="387800" cy="393175"/>
              </a:xfrm>
              <a:custGeom>
                <a:rect b="b" l="l" r="r" t="t"/>
                <a:pathLst>
                  <a:path extrusionOk="0" h="15727" w="15512">
                    <a:moveTo>
                      <a:pt x="1" y="0"/>
                    </a:moveTo>
                    <a:lnTo>
                      <a:pt x="4" y="314"/>
                    </a:lnTo>
                    <a:lnTo>
                      <a:pt x="4450" y="4760"/>
                    </a:lnTo>
                    <a:lnTo>
                      <a:pt x="4477" y="4787"/>
                    </a:lnTo>
                    <a:lnTo>
                      <a:pt x="12279" y="12588"/>
                    </a:lnTo>
                    <a:lnTo>
                      <a:pt x="12306" y="12616"/>
                    </a:lnTo>
                    <a:lnTo>
                      <a:pt x="15416" y="15726"/>
                    </a:lnTo>
                    <a:cubicBezTo>
                      <a:pt x="15450" y="15654"/>
                      <a:pt x="15480" y="15583"/>
                      <a:pt x="15512" y="15511"/>
                    </a:cubicBezTo>
                    <a:lnTo>
                      <a:pt x="12435" y="12432"/>
                    </a:lnTo>
                    <a:lnTo>
                      <a:pt x="12408" y="12404"/>
                    </a:lnTo>
                    <a:lnTo>
                      <a:pt x="4661" y="4657"/>
                    </a:lnTo>
                    <a:lnTo>
                      <a:pt x="4634" y="463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16"/>
              <p:cNvSpPr/>
              <p:nvPr/>
            </p:nvSpPr>
            <p:spPr>
              <a:xfrm>
                <a:off x="4899900" y="3192325"/>
                <a:ext cx="14925" cy="15025"/>
              </a:xfrm>
              <a:custGeom>
                <a:rect b="b" l="l" r="r" t="t"/>
                <a:pathLst>
                  <a:path extrusionOk="0" h="601" w="597">
                    <a:moveTo>
                      <a:pt x="0" y="1"/>
                    </a:moveTo>
                    <a:lnTo>
                      <a:pt x="0" y="315"/>
                    </a:lnTo>
                    <a:lnTo>
                      <a:pt x="65" y="382"/>
                    </a:lnTo>
                    <a:cubicBezTo>
                      <a:pt x="242" y="458"/>
                      <a:pt x="420" y="532"/>
                      <a:pt x="596" y="60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16"/>
              <p:cNvSpPr/>
              <p:nvPr/>
            </p:nvSpPr>
            <p:spPr>
              <a:xfrm>
                <a:off x="4899650" y="3153175"/>
                <a:ext cx="70125" cy="70100"/>
              </a:xfrm>
              <a:custGeom>
                <a:rect b="b" l="l" r="r" t="t"/>
                <a:pathLst>
                  <a:path extrusionOk="0" h="2804" w="2805">
                    <a:moveTo>
                      <a:pt x="0" y="0"/>
                    </a:moveTo>
                    <a:lnTo>
                      <a:pt x="0" y="313"/>
                    </a:lnTo>
                    <a:lnTo>
                      <a:pt x="2405" y="2715"/>
                    </a:lnTo>
                    <a:cubicBezTo>
                      <a:pt x="2538" y="2746"/>
                      <a:pt x="2671" y="2777"/>
                      <a:pt x="2804" y="280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16"/>
              <p:cNvSpPr/>
              <p:nvPr/>
            </p:nvSpPr>
            <p:spPr>
              <a:xfrm>
                <a:off x="5276925" y="2485200"/>
                <a:ext cx="83325" cy="81775"/>
              </a:xfrm>
              <a:custGeom>
                <a:rect b="b" l="l" r="r" t="t"/>
                <a:pathLst>
                  <a:path extrusionOk="0" h="3271" w="3333">
                    <a:moveTo>
                      <a:pt x="1" y="0"/>
                    </a:moveTo>
                    <a:lnTo>
                      <a:pt x="975" y="974"/>
                    </a:lnTo>
                    <a:lnTo>
                      <a:pt x="1002" y="1002"/>
                    </a:lnTo>
                    <a:lnTo>
                      <a:pt x="3271" y="3271"/>
                    </a:lnTo>
                    <a:cubicBezTo>
                      <a:pt x="3295" y="3189"/>
                      <a:pt x="3315" y="3103"/>
                      <a:pt x="3333" y="3021"/>
                    </a:cubicBezTo>
                    <a:lnTo>
                      <a:pt x="1128" y="818"/>
                    </a:lnTo>
                    <a:lnTo>
                      <a:pt x="1101" y="79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16"/>
              <p:cNvSpPr/>
              <p:nvPr/>
            </p:nvSpPr>
            <p:spPr>
              <a:xfrm>
                <a:off x="5237925" y="2485200"/>
                <a:ext cx="111600" cy="108875"/>
              </a:xfrm>
              <a:custGeom>
                <a:rect b="b" l="l" r="r" t="t"/>
                <a:pathLst>
                  <a:path extrusionOk="0" h="4355" w="4464">
                    <a:moveTo>
                      <a:pt x="1" y="0"/>
                    </a:moveTo>
                    <a:lnTo>
                      <a:pt x="1755" y="1754"/>
                    </a:lnTo>
                    <a:lnTo>
                      <a:pt x="1782" y="1782"/>
                    </a:lnTo>
                    <a:lnTo>
                      <a:pt x="4355" y="4354"/>
                    </a:lnTo>
                    <a:cubicBezTo>
                      <a:pt x="4391" y="4285"/>
                      <a:pt x="4426" y="4218"/>
                      <a:pt x="4463" y="4150"/>
                    </a:cubicBezTo>
                    <a:lnTo>
                      <a:pt x="1908" y="1598"/>
                    </a:lnTo>
                    <a:lnTo>
                      <a:pt x="1885" y="1570"/>
                    </a:lnTo>
                    <a:lnTo>
                      <a:pt x="1881" y="157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16"/>
              <p:cNvSpPr/>
              <p:nvPr/>
            </p:nvSpPr>
            <p:spPr>
              <a:xfrm>
                <a:off x="5120925" y="2485200"/>
                <a:ext cx="176475" cy="172750"/>
              </a:xfrm>
              <a:custGeom>
                <a:rect b="b" l="l" r="r" t="t"/>
                <a:pathLst>
                  <a:path extrusionOk="0" h="6910" w="7059">
                    <a:moveTo>
                      <a:pt x="0" y="0"/>
                    </a:moveTo>
                    <a:lnTo>
                      <a:pt x="4068" y="4068"/>
                    </a:lnTo>
                    <a:lnTo>
                      <a:pt x="4095" y="4092"/>
                    </a:lnTo>
                    <a:lnTo>
                      <a:pt x="4122" y="4119"/>
                    </a:lnTo>
                    <a:lnTo>
                      <a:pt x="6909" y="6909"/>
                    </a:lnTo>
                    <a:cubicBezTo>
                      <a:pt x="6960" y="6854"/>
                      <a:pt x="7011" y="6800"/>
                      <a:pt x="7059" y="6746"/>
                    </a:cubicBezTo>
                    <a:lnTo>
                      <a:pt x="4275" y="3966"/>
                    </a:lnTo>
                    <a:lnTo>
                      <a:pt x="4248" y="3938"/>
                    </a:lnTo>
                    <a:lnTo>
                      <a:pt x="4224" y="391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16"/>
              <p:cNvSpPr/>
              <p:nvPr/>
            </p:nvSpPr>
            <p:spPr>
              <a:xfrm>
                <a:off x="4964875" y="2485200"/>
                <a:ext cx="279450" cy="279450"/>
              </a:xfrm>
              <a:custGeom>
                <a:rect b="b" l="l" r="r" t="t"/>
                <a:pathLst>
                  <a:path extrusionOk="0" h="11178" w="11178">
                    <a:moveTo>
                      <a:pt x="0" y="0"/>
                    </a:moveTo>
                    <a:lnTo>
                      <a:pt x="7189" y="7185"/>
                    </a:lnTo>
                    <a:lnTo>
                      <a:pt x="7216" y="7212"/>
                    </a:lnTo>
                    <a:lnTo>
                      <a:pt x="7244" y="7240"/>
                    </a:lnTo>
                    <a:lnTo>
                      <a:pt x="11178" y="11177"/>
                    </a:lnTo>
                    <a:cubicBezTo>
                      <a:pt x="11175" y="11072"/>
                      <a:pt x="11175" y="10966"/>
                      <a:pt x="11178" y="10861"/>
                    </a:cubicBezTo>
                    <a:lnTo>
                      <a:pt x="7400" y="7086"/>
                    </a:lnTo>
                    <a:lnTo>
                      <a:pt x="7373" y="7059"/>
                    </a:lnTo>
                    <a:lnTo>
                      <a:pt x="7346" y="7032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16"/>
              <p:cNvSpPr/>
              <p:nvPr/>
            </p:nvSpPr>
            <p:spPr>
              <a:xfrm>
                <a:off x="5042900" y="2485200"/>
                <a:ext cx="219750" cy="216850"/>
              </a:xfrm>
              <a:custGeom>
                <a:rect b="b" l="l" r="r" t="t"/>
                <a:pathLst>
                  <a:path extrusionOk="0" h="8674" w="8790">
                    <a:moveTo>
                      <a:pt x="0" y="0"/>
                    </a:moveTo>
                    <a:lnTo>
                      <a:pt x="5628" y="5625"/>
                    </a:lnTo>
                    <a:lnTo>
                      <a:pt x="5656" y="5652"/>
                    </a:lnTo>
                    <a:lnTo>
                      <a:pt x="5683" y="5679"/>
                    </a:lnTo>
                    <a:lnTo>
                      <a:pt x="8677" y="8674"/>
                    </a:lnTo>
                    <a:cubicBezTo>
                      <a:pt x="8714" y="8609"/>
                      <a:pt x="8749" y="8540"/>
                      <a:pt x="8790" y="8476"/>
                    </a:cubicBezTo>
                    <a:lnTo>
                      <a:pt x="5840" y="5526"/>
                    </a:lnTo>
                    <a:lnTo>
                      <a:pt x="5812" y="5499"/>
                    </a:lnTo>
                    <a:lnTo>
                      <a:pt x="5785" y="547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16"/>
              <p:cNvSpPr/>
              <p:nvPr/>
            </p:nvSpPr>
            <p:spPr>
              <a:xfrm>
                <a:off x="4895975" y="2525375"/>
                <a:ext cx="403625" cy="411475"/>
              </a:xfrm>
              <a:custGeom>
                <a:rect b="b" l="l" r="r" t="t"/>
                <a:pathLst>
                  <a:path extrusionOk="0" h="16459" w="16145">
                    <a:moveTo>
                      <a:pt x="0" y="1"/>
                    </a:moveTo>
                    <a:lnTo>
                      <a:pt x="0" y="32"/>
                    </a:lnTo>
                    <a:lnTo>
                      <a:pt x="0" y="318"/>
                    </a:lnTo>
                    <a:lnTo>
                      <a:pt x="7604" y="7919"/>
                    </a:lnTo>
                    <a:lnTo>
                      <a:pt x="7632" y="7946"/>
                    </a:lnTo>
                    <a:lnTo>
                      <a:pt x="7659" y="7973"/>
                    </a:lnTo>
                    <a:lnTo>
                      <a:pt x="15406" y="15719"/>
                    </a:lnTo>
                    <a:lnTo>
                      <a:pt x="15433" y="15747"/>
                    </a:lnTo>
                    <a:lnTo>
                      <a:pt x="15460" y="15774"/>
                    </a:lnTo>
                    <a:lnTo>
                      <a:pt x="16145" y="16458"/>
                    </a:lnTo>
                    <a:cubicBezTo>
                      <a:pt x="16118" y="16326"/>
                      <a:pt x="16087" y="16189"/>
                      <a:pt x="16053" y="16057"/>
                    </a:cubicBezTo>
                    <a:lnTo>
                      <a:pt x="15613" y="15617"/>
                    </a:lnTo>
                    <a:lnTo>
                      <a:pt x="15586" y="15590"/>
                    </a:lnTo>
                    <a:lnTo>
                      <a:pt x="15559" y="15563"/>
                    </a:lnTo>
                    <a:lnTo>
                      <a:pt x="7816" y="7816"/>
                    </a:lnTo>
                    <a:lnTo>
                      <a:pt x="7788" y="7789"/>
                    </a:lnTo>
                    <a:lnTo>
                      <a:pt x="7761" y="7762"/>
                    </a:lnTo>
                    <a:lnTo>
                      <a:pt x="14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16"/>
              <p:cNvSpPr/>
              <p:nvPr/>
            </p:nvSpPr>
            <p:spPr>
              <a:xfrm>
                <a:off x="5081900" y="2485200"/>
                <a:ext cx="197175" cy="193700"/>
              </a:xfrm>
              <a:custGeom>
                <a:rect b="b" l="l" r="r" t="t"/>
                <a:pathLst>
                  <a:path extrusionOk="0" h="7748" w="7887">
                    <a:moveTo>
                      <a:pt x="0" y="0"/>
                    </a:moveTo>
                    <a:lnTo>
                      <a:pt x="4848" y="4845"/>
                    </a:lnTo>
                    <a:lnTo>
                      <a:pt x="4876" y="4872"/>
                    </a:lnTo>
                    <a:lnTo>
                      <a:pt x="4903" y="4899"/>
                    </a:lnTo>
                    <a:lnTo>
                      <a:pt x="7747" y="7747"/>
                    </a:lnTo>
                    <a:cubicBezTo>
                      <a:pt x="7795" y="7689"/>
                      <a:pt x="7840" y="7631"/>
                      <a:pt x="7887" y="7573"/>
                    </a:cubicBezTo>
                    <a:lnTo>
                      <a:pt x="5056" y="4746"/>
                    </a:lnTo>
                    <a:lnTo>
                      <a:pt x="5032" y="4718"/>
                    </a:lnTo>
                    <a:lnTo>
                      <a:pt x="5005" y="469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16"/>
              <p:cNvSpPr/>
              <p:nvPr/>
            </p:nvSpPr>
            <p:spPr>
              <a:xfrm>
                <a:off x="4895725" y="2486225"/>
                <a:ext cx="384475" cy="392300"/>
              </a:xfrm>
              <a:custGeom>
                <a:rect b="b" l="l" r="r" t="t"/>
                <a:pathLst>
                  <a:path extrusionOk="0" h="15692" w="15379">
                    <a:moveTo>
                      <a:pt x="1" y="0"/>
                    </a:moveTo>
                    <a:lnTo>
                      <a:pt x="4" y="313"/>
                    </a:lnTo>
                    <a:lnTo>
                      <a:pt x="620" y="933"/>
                    </a:lnTo>
                    <a:lnTo>
                      <a:pt x="648" y="961"/>
                    </a:lnTo>
                    <a:lnTo>
                      <a:pt x="8395" y="8704"/>
                    </a:lnTo>
                    <a:lnTo>
                      <a:pt x="8422" y="8732"/>
                    </a:lnTo>
                    <a:lnTo>
                      <a:pt x="8449" y="8759"/>
                    </a:lnTo>
                    <a:lnTo>
                      <a:pt x="15378" y="15691"/>
                    </a:lnTo>
                    <a:cubicBezTo>
                      <a:pt x="15300" y="15507"/>
                      <a:pt x="15222" y="15323"/>
                      <a:pt x="15140" y="15139"/>
                    </a:cubicBezTo>
                    <a:lnTo>
                      <a:pt x="8606" y="8602"/>
                    </a:lnTo>
                    <a:lnTo>
                      <a:pt x="8579" y="8578"/>
                    </a:lnTo>
                    <a:lnTo>
                      <a:pt x="8551" y="8551"/>
                    </a:lnTo>
                    <a:lnTo>
                      <a:pt x="804" y="804"/>
                    </a:lnTo>
                    <a:lnTo>
                      <a:pt x="777" y="777"/>
                    </a:lnTo>
                    <a:lnTo>
                      <a:pt x="750" y="7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16"/>
              <p:cNvSpPr/>
              <p:nvPr/>
            </p:nvSpPr>
            <p:spPr>
              <a:xfrm>
                <a:off x="4925875" y="2485200"/>
                <a:ext cx="327650" cy="327575"/>
              </a:xfrm>
              <a:custGeom>
                <a:rect b="b" l="l" r="r" t="t"/>
                <a:pathLst>
                  <a:path extrusionOk="0" h="13103" w="13106">
                    <a:moveTo>
                      <a:pt x="0" y="0"/>
                    </a:moveTo>
                    <a:lnTo>
                      <a:pt x="167" y="167"/>
                    </a:lnTo>
                    <a:lnTo>
                      <a:pt x="194" y="194"/>
                    </a:lnTo>
                    <a:lnTo>
                      <a:pt x="222" y="221"/>
                    </a:lnTo>
                    <a:lnTo>
                      <a:pt x="7969" y="7965"/>
                    </a:lnTo>
                    <a:lnTo>
                      <a:pt x="7996" y="7993"/>
                    </a:lnTo>
                    <a:lnTo>
                      <a:pt x="13106" y="13103"/>
                    </a:lnTo>
                    <a:cubicBezTo>
                      <a:pt x="13059" y="12955"/>
                      <a:pt x="13018" y="12809"/>
                      <a:pt x="12977" y="12663"/>
                    </a:cubicBezTo>
                    <a:lnTo>
                      <a:pt x="8180" y="7866"/>
                    </a:lnTo>
                    <a:lnTo>
                      <a:pt x="8153" y="7839"/>
                    </a:lnTo>
                    <a:lnTo>
                      <a:pt x="378" y="65"/>
                    </a:lnTo>
                    <a:lnTo>
                      <a:pt x="351" y="37"/>
                    </a:lnTo>
                    <a:lnTo>
                      <a:pt x="324" y="10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23" name="Google Shape;323;p16"/>
          <p:cNvSpPr/>
          <p:nvPr/>
        </p:nvSpPr>
        <p:spPr>
          <a:xfrm rot="10800000">
            <a:off x="-25632" y="330110"/>
            <a:ext cx="1733468" cy="4824215"/>
          </a:xfrm>
          <a:custGeom>
            <a:rect b="b" l="l" r="r" t="t"/>
            <a:pathLst>
              <a:path extrusionOk="0" h="56384" w="49457">
                <a:moveTo>
                  <a:pt x="26052" y="1"/>
                </a:moveTo>
                <a:cubicBezTo>
                  <a:pt x="26452" y="1670"/>
                  <a:pt x="26646" y="3363"/>
                  <a:pt x="26302" y="5033"/>
                </a:cubicBezTo>
                <a:cubicBezTo>
                  <a:pt x="25788" y="7540"/>
                  <a:pt x="23582" y="9869"/>
                  <a:pt x="21120" y="9869"/>
                </a:cubicBezTo>
                <a:cubicBezTo>
                  <a:pt x="20849" y="9869"/>
                  <a:pt x="20574" y="9841"/>
                  <a:pt x="20299" y="9782"/>
                </a:cubicBezTo>
                <a:cubicBezTo>
                  <a:pt x="18318" y="9357"/>
                  <a:pt x="16978" y="7566"/>
                  <a:pt x="15743" y="5957"/>
                </a:cubicBezTo>
                <a:cubicBezTo>
                  <a:pt x="14512" y="4345"/>
                  <a:pt x="12946" y="2661"/>
                  <a:pt x="10918" y="2610"/>
                </a:cubicBezTo>
                <a:cubicBezTo>
                  <a:pt x="10884" y="2609"/>
                  <a:pt x="10851" y="2608"/>
                  <a:pt x="10817" y="2608"/>
                </a:cubicBezTo>
                <a:cubicBezTo>
                  <a:pt x="8301" y="2608"/>
                  <a:pt x="6557" y="5052"/>
                  <a:pt x="4495" y="6523"/>
                </a:cubicBezTo>
                <a:cubicBezTo>
                  <a:pt x="3156" y="7481"/>
                  <a:pt x="1609" y="8014"/>
                  <a:pt x="1" y="8202"/>
                </a:cubicBezTo>
                <a:cubicBezTo>
                  <a:pt x="1307" y="14936"/>
                  <a:pt x="5566" y="21137"/>
                  <a:pt x="11645" y="24368"/>
                </a:cubicBezTo>
                <a:cubicBezTo>
                  <a:pt x="14611" y="25938"/>
                  <a:pt x="17888" y="26839"/>
                  <a:pt x="20906" y="28306"/>
                </a:cubicBezTo>
                <a:cubicBezTo>
                  <a:pt x="23929" y="29773"/>
                  <a:pt x="26816" y="31984"/>
                  <a:pt x="27952" y="35139"/>
                </a:cubicBezTo>
                <a:cubicBezTo>
                  <a:pt x="29456" y="39313"/>
                  <a:pt x="27580" y="44118"/>
                  <a:pt x="29014" y="48315"/>
                </a:cubicBezTo>
                <a:cubicBezTo>
                  <a:pt x="30163" y="51696"/>
                  <a:pt x="33276" y="54050"/>
                  <a:pt x="36534" y="55507"/>
                </a:cubicBezTo>
                <a:cubicBezTo>
                  <a:pt x="37276" y="55837"/>
                  <a:pt x="38034" y="56129"/>
                  <a:pt x="38804" y="56384"/>
                </a:cubicBezTo>
                <a:cubicBezTo>
                  <a:pt x="40256" y="54366"/>
                  <a:pt x="42058" y="52612"/>
                  <a:pt x="43741" y="50772"/>
                </a:cubicBezTo>
                <a:cubicBezTo>
                  <a:pt x="45645" y="48688"/>
                  <a:pt x="47443" y="46400"/>
                  <a:pt x="48277" y="43708"/>
                </a:cubicBezTo>
                <a:cubicBezTo>
                  <a:pt x="49456" y="39897"/>
                  <a:pt x="48551" y="35728"/>
                  <a:pt x="46985" y="32059"/>
                </a:cubicBezTo>
                <a:cubicBezTo>
                  <a:pt x="45419" y="28391"/>
                  <a:pt x="43207" y="25028"/>
                  <a:pt x="41614" y="21374"/>
                </a:cubicBezTo>
                <a:cubicBezTo>
                  <a:pt x="40015" y="17713"/>
                  <a:pt x="39048" y="13573"/>
                  <a:pt x="40138" y="9734"/>
                </a:cubicBezTo>
                <a:cubicBezTo>
                  <a:pt x="41397" y="5298"/>
                  <a:pt x="45151" y="2100"/>
                  <a:pt x="493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16"/>
          <p:cNvSpPr/>
          <p:nvPr/>
        </p:nvSpPr>
        <p:spPr>
          <a:xfrm rot="10800000">
            <a:off x="1663806" y="-162474"/>
            <a:ext cx="2346874" cy="1123659"/>
          </a:xfrm>
          <a:custGeom>
            <a:rect b="b" l="l" r="r" t="t"/>
            <a:pathLst>
              <a:path extrusionOk="0" h="13133" w="36850">
                <a:moveTo>
                  <a:pt x="14044" y="0"/>
                </a:moveTo>
                <a:cubicBezTo>
                  <a:pt x="12205" y="0"/>
                  <a:pt x="10289" y="657"/>
                  <a:pt x="8668" y="1584"/>
                </a:cubicBezTo>
                <a:cubicBezTo>
                  <a:pt x="4371" y="4041"/>
                  <a:pt x="1189" y="8337"/>
                  <a:pt x="0" y="13133"/>
                </a:cubicBezTo>
                <a:lnTo>
                  <a:pt x="36850" y="13133"/>
                </a:lnTo>
                <a:cubicBezTo>
                  <a:pt x="36845" y="12656"/>
                  <a:pt x="36812" y="12180"/>
                  <a:pt x="36680" y="11722"/>
                </a:cubicBezTo>
                <a:cubicBezTo>
                  <a:pt x="36001" y="9374"/>
                  <a:pt x="33171" y="8431"/>
                  <a:pt x="30733" y="8327"/>
                </a:cubicBezTo>
                <a:cubicBezTo>
                  <a:pt x="28290" y="8224"/>
                  <a:pt x="25678" y="8553"/>
                  <a:pt x="23555" y="7341"/>
                </a:cubicBezTo>
                <a:cubicBezTo>
                  <a:pt x="20919" y="5837"/>
                  <a:pt x="19882" y="2400"/>
                  <a:pt x="17278" y="843"/>
                </a:cubicBezTo>
                <a:cubicBezTo>
                  <a:pt x="16288" y="251"/>
                  <a:pt x="15181" y="0"/>
                  <a:pt x="1404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16"/>
          <p:cNvSpPr/>
          <p:nvPr/>
        </p:nvSpPr>
        <p:spPr>
          <a:xfrm rot="10800000">
            <a:off x="-952031" y="-131121"/>
            <a:ext cx="1670156" cy="5209246"/>
          </a:xfrm>
          <a:custGeom>
            <a:rect b="b" l="l" r="r" t="t"/>
            <a:pathLst>
              <a:path extrusionOk="0" h="57701" w="25919">
                <a:moveTo>
                  <a:pt x="10540" y="1"/>
                </a:moveTo>
                <a:cubicBezTo>
                  <a:pt x="6348" y="2100"/>
                  <a:pt x="2594" y="5298"/>
                  <a:pt x="1335" y="9734"/>
                </a:cubicBezTo>
                <a:cubicBezTo>
                  <a:pt x="245" y="13573"/>
                  <a:pt x="1212" y="17713"/>
                  <a:pt x="2811" y="21374"/>
                </a:cubicBezTo>
                <a:cubicBezTo>
                  <a:pt x="4404" y="25028"/>
                  <a:pt x="6616" y="28391"/>
                  <a:pt x="8182" y="32059"/>
                </a:cubicBezTo>
                <a:cubicBezTo>
                  <a:pt x="9748" y="35728"/>
                  <a:pt x="10653" y="39897"/>
                  <a:pt x="9474" y="43708"/>
                </a:cubicBezTo>
                <a:cubicBezTo>
                  <a:pt x="8640" y="46400"/>
                  <a:pt x="6842" y="48688"/>
                  <a:pt x="4938" y="50772"/>
                </a:cubicBezTo>
                <a:cubicBezTo>
                  <a:pt x="3255" y="52612"/>
                  <a:pt x="1453" y="54366"/>
                  <a:pt x="1" y="56384"/>
                </a:cubicBezTo>
                <a:cubicBezTo>
                  <a:pt x="2642" y="57263"/>
                  <a:pt x="5429" y="57701"/>
                  <a:pt x="8215" y="57701"/>
                </a:cubicBezTo>
                <a:cubicBezTo>
                  <a:pt x="12497" y="57701"/>
                  <a:pt x="16780" y="56668"/>
                  <a:pt x="20543" y="54620"/>
                </a:cubicBezTo>
                <a:cubicBezTo>
                  <a:pt x="22504" y="53554"/>
                  <a:pt x="24311" y="52224"/>
                  <a:pt x="25919" y="50683"/>
                </a:cubicBezTo>
                <a:lnTo>
                  <a:pt x="2591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16"/>
          <p:cNvSpPr/>
          <p:nvPr/>
        </p:nvSpPr>
        <p:spPr>
          <a:xfrm rot="10800000">
            <a:off x="-952059" y="-162472"/>
            <a:ext cx="1801202" cy="904284"/>
          </a:xfrm>
          <a:custGeom>
            <a:rect b="b" l="l" r="r" t="t"/>
            <a:pathLst>
              <a:path extrusionOk="0" h="10569" w="28282">
                <a:moveTo>
                  <a:pt x="28282" y="1"/>
                </a:moveTo>
                <a:cubicBezTo>
                  <a:pt x="26674" y="1542"/>
                  <a:pt x="24867" y="2872"/>
                  <a:pt x="22906" y="3938"/>
                </a:cubicBezTo>
                <a:cubicBezTo>
                  <a:pt x="19143" y="5986"/>
                  <a:pt x="14860" y="7019"/>
                  <a:pt x="10578" y="7019"/>
                </a:cubicBezTo>
                <a:cubicBezTo>
                  <a:pt x="7792" y="7019"/>
                  <a:pt x="5005" y="6581"/>
                  <a:pt x="2364" y="5702"/>
                </a:cubicBezTo>
                <a:cubicBezTo>
                  <a:pt x="2170" y="5966"/>
                  <a:pt x="1986" y="6235"/>
                  <a:pt x="1807" y="6513"/>
                </a:cubicBezTo>
                <a:cubicBezTo>
                  <a:pt x="1005" y="7754"/>
                  <a:pt x="359" y="9135"/>
                  <a:pt x="0" y="10569"/>
                </a:cubicBezTo>
                <a:lnTo>
                  <a:pt x="28282" y="10569"/>
                </a:lnTo>
                <a:lnTo>
                  <a:pt x="28282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16"/>
          <p:cNvSpPr/>
          <p:nvPr/>
        </p:nvSpPr>
        <p:spPr>
          <a:xfrm rot="10800000">
            <a:off x="1422029" y="-162475"/>
            <a:ext cx="3317595" cy="1281175"/>
          </a:xfrm>
          <a:custGeom>
            <a:rect b="b" l="l" r="r" t="t"/>
            <a:pathLst>
              <a:path extrusionOk="0" h="14974" w="52092">
                <a:moveTo>
                  <a:pt x="10073" y="5769"/>
                </a:moveTo>
                <a:cubicBezTo>
                  <a:pt x="7479" y="5769"/>
                  <a:pt x="4891" y="6731"/>
                  <a:pt x="3028" y="8466"/>
                </a:cubicBezTo>
                <a:cubicBezTo>
                  <a:pt x="1213" y="10159"/>
                  <a:pt x="137" y="12540"/>
                  <a:pt x="0" y="14974"/>
                </a:cubicBezTo>
                <a:lnTo>
                  <a:pt x="11446" y="14974"/>
                </a:lnTo>
                <a:cubicBezTo>
                  <a:pt x="12158" y="12102"/>
                  <a:pt x="13582" y="9408"/>
                  <a:pt x="15534" y="7183"/>
                </a:cubicBezTo>
                <a:cubicBezTo>
                  <a:pt x="14502" y="6711"/>
                  <a:pt x="13450" y="6278"/>
                  <a:pt x="12337" y="6023"/>
                </a:cubicBezTo>
                <a:cubicBezTo>
                  <a:pt x="11597" y="5853"/>
                  <a:pt x="10833" y="5769"/>
                  <a:pt x="10073" y="5769"/>
                </a:cubicBezTo>
                <a:close/>
                <a:moveTo>
                  <a:pt x="45074" y="1"/>
                </a:moveTo>
                <a:cubicBezTo>
                  <a:pt x="43566" y="1"/>
                  <a:pt x="41995" y="486"/>
                  <a:pt x="40619" y="1128"/>
                </a:cubicBezTo>
                <a:cubicBezTo>
                  <a:pt x="37595" y="2533"/>
                  <a:pt x="34973" y="4604"/>
                  <a:pt x="32144" y="6344"/>
                </a:cubicBezTo>
                <a:cubicBezTo>
                  <a:pt x="32964" y="7452"/>
                  <a:pt x="33822" y="8509"/>
                  <a:pt x="35001" y="9182"/>
                </a:cubicBezTo>
                <a:cubicBezTo>
                  <a:pt x="37124" y="10394"/>
                  <a:pt x="39736" y="10065"/>
                  <a:pt x="42179" y="10168"/>
                </a:cubicBezTo>
                <a:cubicBezTo>
                  <a:pt x="44617" y="10272"/>
                  <a:pt x="47447" y="11215"/>
                  <a:pt x="48126" y="13563"/>
                </a:cubicBezTo>
                <a:cubicBezTo>
                  <a:pt x="48258" y="14021"/>
                  <a:pt x="48291" y="14497"/>
                  <a:pt x="48296" y="14974"/>
                </a:cubicBezTo>
                <a:lnTo>
                  <a:pt x="51884" y="14974"/>
                </a:lnTo>
                <a:cubicBezTo>
                  <a:pt x="52092" y="11470"/>
                  <a:pt x="51993" y="7956"/>
                  <a:pt x="50790" y="4670"/>
                </a:cubicBezTo>
                <a:cubicBezTo>
                  <a:pt x="50211" y="3085"/>
                  <a:pt x="49299" y="1505"/>
                  <a:pt x="47791" y="661"/>
                </a:cubicBezTo>
                <a:cubicBezTo>
                  <a:pt x="46951" y="194"/>
                  <a:pt x="46027" y="1"/>
                  <a:pt x="45074" y="1"/>
                </a:cubicBez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16"/>
          <p:cNvSpPr/>
          <p:nvPr/>
        </p:nvSpPr>
        <p:spPr>
          <a:xfrm rot="10800000">
            <a:off x="1663806" y="-162470"/>
            <a:ext cx="2346874" cy="738468"/>
          </a:xfrm>
          <a:custGeom>
            <a:rect b="b" l="l" r="r" t="t"/>
            <a:pathLst>
              <a:path extrusionOk="0" h="8631" w="36850">
                <a:moveTo>
                  <a:pt x="20698" y="1"/>
                </a:moveTo>
                <a:cubicBezTo>
                  <a:pt x="20434" y="166"/>
                  <a:pt x="20169" y="321"/>
                  <a:pt x="19905" y="477"/>
                </a:cubicBezTo>
                <a:cubicBezTo>
                  <a:pt x="17354" y="1968"/>
                  <a:pt x="14431" y="3137"/>
                  <a:pt x="11488" y="3137"/>
                </a:cubicBezTo>
                <a:cubicBezTo>
                  <a:pt x="10814" y="3137"/>
                  <a:pt x="10134" y="3076"/>
                  <a:pt x="9460" y="2943"/>
                </a:cubicBezTo>
                <a:cubicBezTo>
                  <a:pt x="7564" y="2566"/>
                  <a:pt x="5847" y="1642"/>
                  <a:pt x="4088" y="840"/>
                </a:cubicBezTo>
                <a:cubicBezTo>
                  <a:pt x="2136" y="3065"/>
                  <a:pt x="712" y="5759"/>
                  <a:pt x="0" y="8631"/>
                </a:cubicBezTo>
                <a:lnTo>
                  <a:pt x="36850" y="8631"/>
                </a:lnTo>
                <a:cubicBezTo>
                  <a:pt x="36845" y="8154"/>
                  <a:pt x="36812" y="7678"/>
                  <a:pt x="36680" y="7220"/>
                </a:cubicBezTo>
                <a:cubicBezTo>
                  <a:pt x="36001" y="4872"/>
                  <a:pt x="33171" y="3929"/>
                  <a:pt x="30733" y="3825"/>
                </a:cubicBezTo>
                <a:cubicBezTo>
                  <a:pt x="28290" y="3722"/>
                  <a:pt x="25678" y="4051"/>
                  <a:pt x="23555" y="2839"/>
                </a:cubicBezTo>
                <a:cubicBezTo>
                  <a:pt x="22376" y="2166"/>
                  <a:pt x="21518" y="1109"/>
                  <a:pt x="20698" y="1"/>
                </a:cubicBez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16"/>
          <p:cNvSpPr/>
          <p:nvPr/>
        </p:nvSpPr>
        <p:spPr>
          <a:xfrm rot="10800000">
            <a:off x="174620" y="1110048"/>
            <a:ext cx="514394" cy="1401387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16"/>
          <p:cNvSpPr/>
          <p:nvPr/>
        </p:nvSpPr>
        <p:spPr>
          <a:xfrm rot="10800000">
            <a:off x="-412593" y="1039045"/>
            <a:ext cx="18660" cy="21903"/>
          </a:xfrm>
          <a:custGeom>
            <a:rect b="b" l="l" r="r" t="t"/>
            <a:pathLst>
              <a:path extrusionOk="0" h="256" w="293">
                <a:moveTo>
                  <a:pt x="292" y="0"/>
                </a:moveTo>
                <a:lnTo>
                  <a:pt x="292" y="0"/>
                </a:lnTo>
                <a:cubicBezTo>
                  <a:pt x="194" y="10"/>
                  <a:pt x="99" y="29"/>
                  <a:pt x="0" y="42"/>
                </a:cubicBezTo>
                <a:lnTo>
                  <a:pt x="0" y="255"/>
                </a:lnTo>
                <a:cubicBezTo>
                  <a:pt x="151" y="255"/>
                  <a:pt x="269" y="142"/>
                  <a:pt x="29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16"/>
          <p:cNvSpPr/>
          <p:nvPr/>
        </p:nvSpPr>
        <p:spPr>
          <a:xfrm rot="10800000">
            <a:off x="-393997" y="1039045"/>
            <a:ext cx="17196" cy="18310"/>
          </a:xfrm>
          <a:custGeom>
            <a:rect b="b" l="l" r="r" t="t"/>
            <a:pathLst>
              <a:path extrusionOk="0" h="214" w="270">
                <a:moveTo>
                  <a:pt x="269" y="0"/>
                </a:moveTo>
                <a:cubicBezTo>
                  <a:pt x="180" y="11"/>
                  <a:pt x="91" y="24"/>
                  <a:pt x="0" y="39"/>
                </a:cubicBezTo>
                <a:cubicBezTo>
                  <a:pt x="48" y="142"/>
                  <a:pt x="152" y="213"/>
                  <a:pt x="269" y="213"/>
                </a:cubicBezTo>
                <a:lnTo>
                  <a:pt x="269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2" name="Google Shape;332;p16"/>
          <p:cNvGrpSpPr/>
          <p:nvPr/>
        </p:nvGrpSpPr>
        <p:grpSpPr>
          <a:xfrm>
            <a:off x="-476598" y="-70488"/>
            <a:ext cx="2770000" cy="1075737"/>
            <a:chOff x="-476598" y="-70488"/>
            <a:chExt cx="2770000" cy="1075737"/>
          </a:xfrm>
        </p:grpSpPr>
        <p:sp>
          <p:nvSpPr>
            <p:cNvPr id="333" name="Google Shape;333;p16"/>
            <p:cNvSpPr/>
            <p:nvPr/>
          </p:nvSpPr>
          <p:spPr>
            <a:xfrm rot="10800000">
              <a:off x="-476598" y="953998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302" y="0"/>
                  </a:moveTo>
                  <a:cubicBezTo>
                    <a:pt x="137" y="0"/>
                    <a:pt x="1" y="137"/>
                    <a:pt x="1" y="301"/>
                  </a:cubicBezTo>
                  <a:cubicBezTo>
                    <a:pt x="1" y="467"/>
                    <a:pt x="137" y="599"/>
                    <a:pt x="302" y="599"/>
                  </a:cubicBezTo>
                  <a:cubicBezTo>
                    <a:pt x="467" y="599"/>
                    <a:pt x="600" y="467"/>
                    <a:pt x="600" y="301"/>
                  </a:cubicBezTo>
                  <a:cubicBezTo>
                    <a:pt x="600" y="137"/>
                    <a:pt x="467" y="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6"/>
            <p:cNvSpPr/>
            <p:nvPr/>
          </p:nvSpPr>
          <p:spPr>
            <a:xfrm rot="10800000">
              <a:off x="-413230" y="894193"/>
              <a:ext cx="19297" cy="25582"/>
            </a:xfrm>
            <a:custGeom>
              <a:rect b="b" l="l" r="r" t="t"/>
              <a:pathLst>
                <a:path extrusionOk="0" h="299" w="303">
                  <a:moveTo>
                    <a:pt x="0" y="1"/>
                  </a:moveTo>
                  <a:lnTo>
                    <a:pt x="0" y="298"/>
                  </a:lnTo>
                  <a:lnTo>
                    <a:pt x="303" y="298"/>
                  </a:lnTo>
                  <a:cubicBezTo>
                    <a:pt x="303" y="133"/>
                    <a:pt x="16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6"/>
            <p:cNvSpPr/>
            <p:nvPr/>
          </p:nvSpPr>
          <p:spPr>
            <a:xfrm rot="10800000">
              <a:off x="-413230" y="868439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0"/>
                  </a:moveTo>
                  <a:lnTo>
                    <a:pt x="0" y="301"/>
                  </a:lnTo>
                  <a:cubicBezTo>
                    <a:pt x="166" y="301"/>
                    <a:pt x="303" y="164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6"/>
            <p:cNvSpPr/>
            <p:nvPr/>
          </p:nvSpPr>
          <p:spPr>
            <a:xfrm rot="10800000">
              <a:off x="-413230" y="723588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lnTo>
                    <a:pt x="0" y="297"/>
                  </a:lnTo>
                  <a:lnTo>
                    <a:pt x="303" y="297"/>
                  </a:lnTo>
                  <a:cubicBezTo>
                    <a:pt x="303" y="131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16"/>
            <p:cNvSpPr/>
            <p:nvPr/>
          </p:nvSpPr>
          <p:spPr>
            <a:xfrm rot="10800000">
              <a:off x="-476598" y="78330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2" y="1"/>
                  </a:moveTo>
                  <a:cubicBezTo>
                    <a:pt x="137" y="1"/>
                    <a:pt x="1" y="137"/>
                    <a:pt x="1" y="303"/>
                  </a:cubicBezTo>
                  <a:cubicBezTo>
                    <a:pt x="1" y="468"/>
                    <a:pt x="137" y="599"/>
                    <a:pt x="302" y="599"/>
                  </a:cubicBezTo>
                  <a:cubicBezTo>
                    <a:pt x="467" y="599"/>
                    <a:pt x="600" y="468"/>
                    <a:pt x="600" y="303"/>
                  </a:cubicBezTo>
                  <a:cubicBezTo>
                    <a:pt x="600" y="137"/>
                    <a:pt x="467" y="1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16"/>
            <p:cNvSpPr/>
            <p:nvPr/>
          </p:nvSpPr>
          <p:spPr>
            <a:xfrm rot="10800000">
              <a:off x="-413230" y="697749"/>
              <a:ext cx="19297" cy="25925"/>
            </a:xfrm>
            <a:custGeom>
              <a:rect b="b" l="l" r="r" t="t"/>
              <a:pathLst>
                <a:path extrusionOk="0" h="303" w="303">
                  <a:moveTo>
                    <a:pt x="0" y="1"/>
                  </a:moveTo>
                  <a:lnTo>
                    <a:pt x="0" y="303"/>
                  </a:lnTo>
                  <a:cubicBezTo>
                    <a:pt x="166" y="303"/>
                    <a:pt x="303" y="170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6"/>
            <p:cNvSpPr/>
            <p:nvPr/>
          </p:nvSpPr>
          <p:spPr>
            <a:xfrm rot="10800000">
              <a:off x="-476598" y="612617"/>
              <a:ext cx="38212" cy="50908"/>
            </a:xfrm>
            <a:custGeom>
              <a:rect b="b" l="l" r="r" t="t"/>
              <a:pathLst>
                <a:path extrusionOk="0" h="595" w="600">
                  <a:moveTo>
                    <a:pt x="302" y="0"/>
                  </a:moveTo>
                  <a:cubicBezTo>
                    <a:pt x="137" y="0"/>
                    <a:pt x="1" y="133"/>
                    <a:pt x="1" y="297"/>
                  </a:cubicBezTo>
                  <a:cubicBezTo>
                    <a:pt x="1" y="462"/>
                    <a:pt x="137" y="595"/>
                    <a:pt x="302" y="595"/>
                  </a:cubicBezTo>
                  <a:cubicBezTo>
                    <a:pt x="467" y="595"/>
                    <a:pt x="600" y="462"/>
                    <a:pt x="600" y="297"/>
                  </a:cubicBezTo>
                  <a:cubicBezTo>
                    <a:pt x="600" y="133"/>
                    <a:pt x="467" y="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6"/>
            <p:cNvSpPr/>
            <p:nvPr/>
          </p:nvSpPr>
          <p:spPr>
            <a:xfrm rot="10800000">
              <a:off x="-413230" y="552469"/>
              <a:ext cx="19297" cy="25925"/>
            </a:xfrm>
            <a:custGeom>
              <a:rect b="b" l="l" r="r" t="t"/>
              <a:pathLst>
                <a:path extrusionOk="0" h="303" w="303">
                  <a:moveTo>
                    <a:pt x="0" y="0"/>
                  </a:moveTo>
                  <a:lnTo>
                    <a:pt x="0" y="302"/>
                  </a:lnTo>
                  <a:lnTo>
                    <a:pt x="303" y="302"/>
                  </a:lnTo>
                  <a:cubicBezTo>
                    <a:pt x="303" y="133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16"/>
            <p:cNvSpPr/>
            <p:nvPr/>
          </p:nvSpPr>
          <p:spPr>
            <a:xfrm rot="10800000">
              <a:off x="-413230" y="381864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1"/>
                  </a:moveTo>
                  <a:lnTo>
                    <a:pt x="0" y="302"/>
                  </a:lnTo>
                  <a:lnTo>
                    <a:pt x="303" y="302"/>
                  </a:lnTo>
                  <a:cubicBezTo>
                    <a:pt x="303" y="136"/>
                    <a:pt x="16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16"/>
            <p:cNvSpPr/>
            <p:nvPr/>
          </p:nvSpPr>
          <p:spPr>
            <a:xfrm rot="10800000">
              <a:off x="-413230" y="527143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lnTo>
                    <a:pt x="0" y="297"/>
                  </a:lnTo>
                  <a:cubicBezTo>
                    <a:pt x="166" y="297"/>
                    <a:pt x="303" y="166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16"/>
            <p:cNvSpPr/>
            <p:nvPr/>
          </p:nvSpPr>
          <p:spPr>
            <a:xfrm rot="10800000">
              <a:off x="-476598" y="441498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302" y="1"/>
                  </a:moveTo>
                  <a:cubicBezTo>
                    <a:pt x="137" y="1"/>
                    <a:pt x="1" y="133"/>
                    <a:pt x="1" y="298"/>
                  </a:cubicBezTo>
                  <a:cubicBezTo>
                    <a:pt x="1" y="464"/>
                    <a:pt x="137" y="601"/>
                    <a:pt x="302" y="601"/>
                  </a:cubicBezTo>
                  <a:cubicBezTo>
                    <a:pt x="467" y="601"/>
                    <a:pt x="600" y="464"/>
                    <a:pt x="600" y="298"/>
                  </a:cubicBezTo>
                  <a:cubicBezTo>
                    <a:pt x="600" y="133"/>
                    <a:pt x="467" y="1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16"/>
            <p:cNvSpPr/>
            <p:nvPr/>
          </p:nvSpPr>
          <p:spPr>
            <a:xfrm rot="10800000">
              <a:off x="-413230" y="211087"/>
              <a:ext cx="19297" cy="26010"/>
            </a:xfrm>
            <a:custGeom>
              <a:rect b="b" l="l" r="r" t="t"/>
              <a:pathLst>
                <a:path extrusionOk="0" h="304" w="303">
                  <a:moveTo>
                    <a:pt x="0" y="1"/>
                  </a:moveTo>
                  <a:lnTo>
                    <a:pt x="0" y="303"/>
                  </a:lnTo>
                  <a:lnTo>
                    <a:pt x="303" y="303"/>
                  </a:lnTo>
                  <a:cubicBezTo>
                    <a:pt x="303" y="138"/>
                    <a:pt x="16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16"/>
            <p:cNvSpPr/>
            <p:nvPr/>
          </p:nvSpPr>
          <p:spPr>
            <a:xfrm rot="10800000">
              <a:off x="-413230" y="356367"/>
              <a:ext cx="19297" cy="25582"/>
            </a:xfrm>
            <a:custGeom>
              <a:rect b="b" l="l" r="r" t="t"/>
              <a:pathLst>
                <a:path extrusionOk="0" h="299" w="303">
                  <a:moveTo>
                    <a:pt x="0" y="1"/>
                  </a:moveTo>
                  <a:lnTo>
                    <a:pt x="0" y="298"/>
                  </a:lnTo>
                  <a:cubicBezTo>
                    <a:pt x="166" y="298"/>
                    <a:pt x="303" y="166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16"/>
            <p:cNvSpPr/>
            <p:nvPr/>
          </p:nvSpPr>
          <p:spPr>
            <a:xfrm rot="10800000">
              <a:off x="-476598" y="270893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302" y="0"/>
                  </a:moveTo>
                  <a:cubicBezTo>
                    <a:pt x="137" y="0"/>
                    <a:pt x="1" y="132"/>
                    <a:pt x="1" y="297"/>
                  </a:cubicBezTo>
                  <a:cubicBezTo>
                    <a:pt x="1" y="462"/>
                    <a:pt x="137" y="599"/>
                    <a:pt x="302" y="599"/>
                  </a:cubicBezTo>
                  <a:cubicBezTo>
                    <a:pt x="467" y="599"/>
                    <a:pt x="600" y="462"/>
                    <a:pt x="600" y="297"/>
                  </a:cubicBezTo>
                  <a:cubicBezTo>
                    <a:pt x="600" y="132"/>
                    <a:pt x="467" y="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16"/>
            <p:cNvSpPr/>
            <p:nvPr/>
          </p:nvSpPr>
          <p:spPr>
            <a:xfrm rot="10800000">
              <a:off x="-413230" y="185762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lnTo>
                    <a:pt x="0" y="297"/>
                  </a:lnTo>
                  <a:cubicBezTo>
                    <a:pt x="166" y="297"/>
                    <a:pt x="303" y="165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16"/>
            <p:cNvSpPr/>
            <p:nvPr/>
          </p:nvSpPr>
          <p:spPr>
            <a:xfrm rot="10800000">
              <a:off x="-413230" y="40482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0"/>
                  </a:moveTo>
                  <a:lnTo>
                    <a:pt x="0" y="301"/>
                  </a:lnTo>
                  <a:lnTo>
                    <a:pt x="303" y="301"/>
                  </a:lnTo>
                  <a:cubicBezTo>
                    <a:pt x="303" y="136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16"/>
            <p:cNvSpPr/>
            <p:nvPr/>
          </p:nvSpPr>
          <p:spPr>
            <a:xfrm rot="10800000">
              <a:off x="-476598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302" y="0"/>
                  </a:moveTo>
                  <a:cubicBezTo>
                    <a:pt x="137" y="0"/>
                    <a:pt x="1" y="133"/>
                    <a:pt x="1" y="298"/>
                  </a:cubicBezTo>
                  <a:cubicBezTo>
                    <a:pt x="1" y="463"/>
                    <a:pt x="137" y="600"/>
                    <a:pt x="302" y="600"/>
                  </a:cubicBezTo>
                  <a:cubicBezTo>
                    <a:pt x="467" y="600"/>
                    <a:pt x="600" y="463"/>
                    <a:pt x="600" y="298"/>
                  </a:cubicBezTo>
                  <a:cubicBezTo>
                    <a:pt x="600" y="133"/>
                    <a:pt x="467" y="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16"/>
            <p:cNvSpPr/>
            <p:nvPr/>
          </p:nvSpPr>
          <p:spPr>
            <a:xfrm rot="10800000">
              <a:off x="-413230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0" y="0"/>
                  </a:moveTo>
                  <a:lnTo>
                    <a:pt x="0" y="298"/>
                  </a:lnTo>
                  <a:cubicBezTo>
                    <a:pt x="166" y="298"/>
                    <a:pt x="303" y="166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6"/>
            <p:cNvSpPr/>
            <p:nvPr/>
          </p:nvSpPr>
          <p:spPr>
            <a:xfrm rot="10800000">
              <a:off x="-476598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2" y="1"/>
                  </a:moveTo>
                  <a:cubicBezTo>
                    <a:pt x="137" y="1"/>
                    <a:pt x="1" y="133"/>
                    <a:pt x="1" y="297"/>
                  </a:cubicBezTo>
                  <a:cubicBezTo>
                    <a:pt x="1" y="462"/>
                    <a:pt x="137" y="599"/>
                    <a:pt x="302" y="599"/>
                  </a:cubicBezTo>
                  <a:cubicBezTo>
                    <a:pt x="467" y="599"/>
                    <a:pt x="600" y="462"/>
                    <a:pt x="600" y="297"/>
                  </a:cubicBezTo>
                  <a:cubicBezTo>
                    <a:pt x="600" y="133"/>
                    <a:pt x="467" y="1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16"/>
            <p:cNvSpPr/>
            <p:nvPr/>
          </p:nvSpPr>
          <p:spPr>
            <a:xfrm rot="10800000">
              <a:off x="-393997" y="894193"/>
              <a:ext cx="19042" cy="25582"/>
            </a:xfrm>
            <a:custGeom>
              <a:rect b="b" l="l" r="r" t="t"/>
              <a:pathLst>
                <a:path extrusionOk="0" h="299" w="299">
                  <a:moveTo>
                    <a:pt x="298" y="1"/>
                  </a:moveTo>
                  <a:cubicBezTo>
                    <a:pt x="133" y="1"/>
                    <a:pt x="1" y="133"/>
                    <a:pt x="1" y="298"/>
                  </a:cubicBezTo>
                  <a:lnTo>
                    <a:pt x="298" y="298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16"/>
            <p:cNvSpPr/>
            <p:nvPr/>
          </p:nvSpPr>
          <p:spPr>
            <a:xfrm rot="10800000">
              <a:off x="-286178" y="894193"/>
              <a:ext cx="19297" cy="25582"/>
            </a:xfrm>
            <a:custGeom>
              <a:rect b="b" l="l" r="r" t="t"/>
              <a:pathLst>
                <a:path extrusionOk="0" h="299" w="303">
                  <a:moveTo>
                    <a:pt x="0" y="1"/>
                  </a:moveTo>
                  <a:lnTo>
                    <a:pt x="0" y="298"/>
                  </a:lnTo>
                  <a:lnTo>
                    <a:pt x="302" y="298"/>
                  </a:lnTo>
                  <a:cubicBezTo>
                    <a:pt x="302" y="133"/>
                    <a:pt x="165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6"/>
            <p:cNvSpPr/>
            <p:nvPr/>
          </p:nvSpPr>
          <p:spPr>
            <a:xfrm rot="10800000">
              <a:off x="-349545" y="953998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303" y="0"/>
                  </a:moveTo>
                  <a:cubicBezTo>
                    <a:pt x="137" y="0"/>
                    <a:pt x="0" y="137"/>
                    <a:pt x="0" y="301"/>
                  </a:cubicBezTo>
                  <a:cubicBezTo>
                    <a:pt x="0" y="467"/>
                    <a:pt x="137" y="599"/>
                    <a:pt x="303" y="599"/>
                  </a:cubicBezTo>
                  <a:cubicBezTo>
                    <a:pt x="468" y="599"/>
                    <a:pt x="599" y="467"/>
                    <a:pt x="599" y="301"/>
                  </a:cubicBezTo>
                  <a:cubicBezTo>
                    <a:pt x="599" y="137"/>
                    <a:pt x="46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16"/>
            <p:cNvSpPr/>
            <p:nvPr/>
          </p:nvSpPr>
          <p:spPr>
            <a:xfrm rot="10800000">
              <a:off x="-349545" y="78330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3" y="1"/>
                  </a:moveTo>
                  <a:cubicBezTo>
                    <a:pt x="137" y="1"/>
                    <a:pt x="0" y="137"/>
                    <a:pt x="0" y="303"/>
                  </a:cubicBezTo>
                  <a:cubicBezTo>
                    <a:pt x="0" y="468"/>
                    <a:pt x="137" y="599"/>
                    <a:pt x="303" y="599"/>
                  </a:cubicBezTo>
                  <a:cubicBezTo>
                    <a:pt x="468" y="599"/>
                    <a:pt x="599" y="468"/>
                    <a:pt x="599" y="303"/>
                  </a:cubicBezTo>
                  <a:cubicBezTo>
                    <a:pt x="599" y="137"/>
                    <a:pt x="468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16"/>
            <p:cNvSpPr/>
            <p:nvPr/>
          </p:nvSpPr>
          <p:spPr>
            <a:xfrm rot="10800000">
              <a:off x="-393997" y="723588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298" y="0"/>
                  </a:moveTo>
                  <a:cubicBezTo>
                    <a:pt x="133" y="0"/>
                    <a:pt x="1" y="131"/>
                    <a:pt x="1" y="297"/>
                  </a:cubicBezTo>
                  <a:lnTo>
                    <a:pt x="298" y="29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16"/>
            <p:cNvSpPr/>
            <p:nvPr/>
          </p:nvSpPr>
          <p:spPr>
            <a:xfrm rot="10800000">
              <a:off x="-286178" y="723588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lnTo>
                    <a:pt x="0" y="297"/>
                  </a:lnTo>
                  <a:lnTo>
                    <a:pt x="302" y="297"/>
                  </a:lnTo>
                  <a:cubicBezTo>
                    <a:pt x="302" y="131"/>
                    <a:pt x="16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16"/>
            <p:cNvSpPr/>
            <p:nvPr/>
          </p:nvSpPr>
          <p:spPr>
            <a:xfrm rot="10800000">
              <a:off x="-393997" y="868439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1" y="0"/>
                  </a:moveTo>
                  <a:cubicBezTo>
                    <a:pt x="1" y="164"/>
                    <a:pt x="133" y="301"/>
                    <a:pt x="298" y="30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16"/>
            <p:cNvSpPr/>
            <p:nvPr/>
          </p:nvSpPr>
          <p:spPr>
            <a:xfrm rot="10800000">
              <a:off x="-286178" y="868439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0"/>
                  </a:moveTo>
                  <a:lnTo>
                    <a:pt x="0" y="301"/>
                  </a:lnTo>
                  <a:cubicBezTo>
                    <a:pt x="165" y="301"/>
                    <a:pt x="302" y="164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16"/>
            <p:cNvSpPr/>
            <p:nvPr/>
          </p:nvSpPr>
          <p:spPr>
            <a:xfrm rot="10800000">
              <a:off x="-349545" y="612617"/>
              <a:ext cx="38212" cy="50908"/>
            </a:xfrm>
            <a:custGeom>
              <a:rect b="b" l="l" r="r" t="t"/>
              <a:pathLst>
                <a:path extrusionOk="0" h="595" w="600">
                  <a:moveTo>
                    <a:pt x="303" y="0"/>
                  </a:moveTo>
                  <a:cubicBezTo>
                    <a:pt x="137" y="0"/>
                    <a:pt x="0" y="133"/>
                    <a:pt x="0" y="297"/>
                  </a:cubicBezTo>
                  <a:cubicBezTo>
                    <a:pt x="0" y="462"/>
                    <a:pt x="137" y="595"/>
                    <a:pt x="303" y="595"/>
                  </a:cubicBezTo>
                  <a:cubicBezTo>
                    <a:pt x="468" y="595"/>
                    <a:pt x="599" y="462"/>
                    <a:pt x="599" y="297"/>
                  </a:cubicBezTo>
                  <a:cubicBezTo>
                    <a:pt x="599" y="133"/>
                    <a:pt x="46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16"/>
            <p:cNvSpPr/>
            <p:nvPr/>
          </p:nvSpPr>
          <p:spPr>
            <a:xfrm rot="10800000">
              <a:off x="-286178" y="552469"/>
              <a:ext cx="19297" cy="25925"/>
            </a:xfrm>
            <a:custGeom>
              <a:rect b="b" l="l" r="r" t="t"/>
              <a:pathLst>
                <a:path extrusionOk="0" h="303" w="303">
                  <a:moveTo>
                    <a:pt x="0" y="0"/>
                  </a:moveTo>
                  <a:lnTo>
                    <a:pt x="0" y="302"/>
                  </a:lnTo>
                  <a:lnTo>
                    <a:pt x="302" y="302"/>
                  </a:lnTo>
                  <a:cubicBezTo>
                    <a:pt x="302" y="133"/>
                    <a:pt x="16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16"/>
            <p:cNvSpPr/>
            <p:nvPr/>
          </p:nvSpPr>
          <p:spPr>
            <a:xfrm rot="10800000">
              <a:off x="-393997" y="697749"/>
              <a:ext cx="19042" cy="25925"/>
            </a:xfrm>
            <a:custGeom>
              <a:rect b="b" l="l" r="r" t="t"/>
              <a:pathLst>
                <a:path extrusionOk="0" h="303" w="299">
                  <a:moveTo>
                    <a:pt x="1" y="1"/>
                  </a:moveTo>
                  <a:cubicBezTo>
                    <a:pt x="1" y="170"/>
                    <a:pt x="133" y="303"/>
                    <a:pt x="298" y="303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16"/>
            <p:cNvSpPr/>
            <p:nvPr/>
          </p:nvSpPr>
          <p:spPr>
            <a:xfrm rot="10800000">
              <a:off x="-286178" y="697749"/>
              <a:ext cx="19297" cy="25925"/>
            </a:xfrm>
            <a:custGeom>
              <a:rect b="b" l="l" r="r" t="t"/>
              <a:pathLst>
                <a:path extrusionOk="0" h="303" w="303">
                  <a:moveTo>
                    <a:pt x="0" y="1"/>
                  </a:moveTo>
                  <a:lnTo>
                    <a:pt x="0" y="303"/>
                  </a:lnTo>
                  <a:cubicBezTo>
                    <a:pt x="165" y="303"/>
                    <a:pt x="302" y="170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16"/>
            <p:cNvSpPr/>
            <p:nvPr/>
          </p:nvSpPr>
          <p:spPr>
            <a:xfrm rot="10800000">
              <a:off x="-393997" y="552469"/>
              <a:ext cx="19042" cy="25925"/>
            </a:xfrm>
            <a:custGeom>
              <a:rect b="b" l="l" r="r" t="t"/>
              <a:pathLst>
                <a:path extrusionOk="0" h="303" w="299">
                  <a:moveTo>
                    <a:pt x="298" y="0"/>
                  </a:moveTo>
                  <a:cubicBezTo>
                    <a:pt x="133" y="0"/>
                    <a:pt x="1" y="133"/>
                    <a:pt x="1" y="302"/>
                  </a:cubicBezTo>
                  <a:lnTo>
                    <a:pt x="298" y="30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16"/>
            <p:cNvSpPr/>
            <p:nvPr/>
          </p:nvSpPr>
          <p:spPr>
            <a:xfrm rot="10800000">
              <a:off x="-393997" y="381864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298" y="1"/>
                  </a:moveTo>
                  <a:cubicBezTo>
                    <a:pt x="133" y="1"/>
                    <a:pt x="1" y="136"/>
                    <a:pt x="1" y="302"/>
                  </a:cubicBezTo>
                  <a:lnTo>
                    <a:pt x="298" y="30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16"/>
            <p:cNvSpPr/>
            <p:nvPr/>
          </p:nvSpPr>
          <p:spPr>
            <a:xfrm rot="10800000">
              <a:off x="-286178" y="527143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lnTo>
                    <a:pt x="0" y="297"/>
                  </a:lnTo>
                  <a:cubicBezTo>
                    <a:pt x="165" y="297"/>
                    <a:pt x="302" y="166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6"/>
            <p:cNvSpPr/>
            <p:nvPr/>
          </p:nvSpPr>
          <p:spPr>
            <a:xfrm rot="10800000">
              <a:off x="-393997" y="527143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cubicBezTo>
                    <a:pt x="1" y="166"/>
                    <a:pt x="133" y="297"/>
                    <a:pt x="298" y="297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6"/>
            <p:cNvSpPr/>
            <p:nvPr/>
          </p:nvSpPr>
          <p:spPr>
            <a:xfrm rot="10800000">
              <a:off x="-349545" y="441498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303" y="1"/>
                  </a:moveTo>
                  <a:cubicBezTo>
                    <a:pt x="137" y="1"/>
                    <a:pt x="0" y="133"/>
                    <a:pt x="0" y="298"/>
                  </a:cubicBezTo>
                  <a:cubicBezTo>
                    <a:pt x="0" y="464"/>
                    <a:pt x="137" y="601"/>
                    <a:pt x="303" y="601"/>
                  </a:cubicBezTo>
                  <a:cubicBezTo>
                    <a:pt x="468" y="601"/>
                    <a:pt x="599" y="464"/>
                    <a:pt x="599" y="298"/>
                  </a:cubicBezTo>
                  <a:cubicBezTo>
                    <a:pt x="599" y="133"/>
                    <a:pt x="468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16"/>
            <p:cNvSpPr/>
            <p:nvPr/>
          </p:nvSpPr>
          <p:spPr>
            <a:xfrm rot="10800000">
              <a:off x="-286178" y="381864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1"/>
                  </a:moveTo>
                  <a:lnTo>
                    <a:pt x="0" y="302"/>
                  </a:lnTo>
                  <a:lnTo>
                    <a:pt x="302" y="302"/>
                  </a:lnTo>
                  <a:cubicBezTo>
                    <a:pt x="302" y="136"/>
                    <a:pt x="165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16"/>
            <p:cNvSpPr/>
            <p:nvPr/>
          </p:nvSpPr>
          <p:spPr>
            <a:xfrm rot="10800000">
              <a:off x="-286178" y="211087"/>
              <a:ext cx="19297" cy="26010"/>
            </a:xfrm>
            <a:custGeom>
              <a:rect b="b" l="l" r="r" t="t"/>
              <a:pathLst>
                <a:path extrusionOk="0" h="304" w="303">
                  <a:moveTo>
                    <a:pt x="0" y="1"/>
                  </a:moveTo>
                  <a:lnTo>
                    <a:pt x="0" y="303"/>
                  </a:lnTo>
                  <a:lnTo>
                    <a:pt x="302" y="303"/>
                  </a:lnTo>
                  <a:cubicBezTo>
                    <a:pt x="302" y="138"/>
                    <a:pt x="165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16"/>
            <p:cNvSpPr/>
            <p:nvPr/>
          </p:nvSpPr>
          <p:spPr>
            <a:xfrm rot="10800000">
              <a:off x="-286178" y="356367"/>
              <a:ext cx="19297" cy="25582"/>
            </a:xfrm>
            <a:custGeom>
              <a:rect b="b" l="l" r="r" t="t"/>
              <a:pathLst>
                <a:path extrusionOk="0" h="299" w="303">
                  <a:moveTo>
                    <a:pt x="0" y="1"/>
                  </a:moveTo>
                  <a:lnTo>
                    <a:pt x="0" y="298"/>
                  </a:lnTo>
                  <a:cubicBezTo>
                    <a:pt x="165" y="298"/>
                    <a:pt x="302" y="166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16"/>
            <p:cNvSpPr/>
            <p:nvPr/>
          </p:nvSpPr>
          <p:spPr>
            <a:xfrm rot="10800000">
              <a:off x="-349545" y="270893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303" y="0"/>
                  </a:moveTo>
                  <a:cubicBezTo>
                    <a:pt x="137" y="0"/>
                    <a:pt x="0" y="132"/>
                    <a:pt x="0" y="297"/>
                  </a:cubicBezTo>
                  <a:cubicBezTo>
                    <a:pt x="0" y="462"/>
                    <a:pt x="137" y="599"/>
                    <a:pt x="303" y="599"/>
                  </a:cubicBezTo>
                  <a:cubicBezTo>
                    <a:pt x="468" y="599"/>
                    <a:pt x="599" y="462"/>
                    <a:pt x="599" y="297"/>
                  </a:cubicBezTo>
                  <a:cubicBezTo>
                    <a:pt x="599" y="132"/>
                    <a:pt x="46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16"/>
            <p:cNvSpPr/>
            <p:nvPr/>
          </p:nvSpPr>
          <p:spPr>
            <a:xfrm rot="10800000">
              <a:off x="-393997" y="211087"/>
              <a:ext cx="19042" cy="26010"/>
            </a:xfrm>
            <a:custGeom>
              <a:rect b="b" l="l" r="r" t="t"/>
              <a:pathLst>
                <a:path extrusionOk="0" h="304" w="299">
                  <a:moveTo>
                    <a:pt x="298" y="1"/>
                  </a:moveTo>
                  <a:cubicBezTo>
                    <a:pt x="133" y="1"/>
                    <a:pt x="1" y="138"/>
                    <a:pt x="1" y="303"/>
                  </a:cubicBezTo>
                  <a:lnTo>
                    <a:pt x="298" y="303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6"/>
            <p:cNvSpPr/>
            <p:nvPr/>
          </p:nvSpPr>
          <p:spPr>
            <a:xfrm rot="10800000">
              <a:off x="-393997" y="356367"/>
              <a:ext cx="19042" cy="25582"/>
            </a:xfrm>
            <a:custGeom>
              <a:rect b="b" l="l" r="r" t="t"/>
              <a:pathLst>
                <a:path extrusionOk="0" h="299" w="299">
                  <a:moveTo>
                    <a:pt x="1" y="1"/>
                  </a:moveTo>
                  <a:cubicBezTo>
                    <a:pt x="1" y="166"/>
                    <a:pt x="133" y="298"/>
                    <a:pt x="298" y="298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6"/>
            <p:cNvSpPr/>
            <p:nvPr/>
          </p:nvSpPr>
          <p:spPr>
            <a:xfrm rot="10800000">
              <a:off x="-393997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298" y="0"/>
                  </a:moveTo>
                  <a:cubicBezTo>
                    <a:pt x="133" y="0"/>
                    <a:pt x="1" y="136"/>
                    <a:pt x="1" y="301"/>
                  </a:cubicBezTo>
                  <a:lnTo>
                    <a:pt x="298" y="301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6"/>
            <p:cNvSpPr/>
            <p:nvPr/>
          </p:nvSpPr>
          <p:spPr>
            <a:xfrm rot="10800000">
              <a:off x="-393997" y="185762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cubicBezTo>
                    <a:pt x="1" y="165"/>
                    <a:pt x="133" y="297"/>
                    <a:pt x="298" y="297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6"/>
            <p:cNvSpPr/>
            <p:nvPr/>
          </p:nvSpPr>
          <p:spPr>
            <a:xfrm rot="10800000">
              <a:off x="-286178" y="40482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0"/>
                  </a:moveTo>
                  <a:lnTo>
                    <a:pt x="0" y="301"/>
                  </a:lnTo>
                  <a:lnTo>
                    <a:pt x="302" y="301"/>
                  </a:lnTo>
                  <a:cubicBezTo>
                    <a:pt x="302" y="136"/>
                    <a:pt x="16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6"/>
            <p:cNvSpPr/>
            <p:nvPr/>
          </p:nvSpPr>
          <p:spPr>
            <a:xfrm rot="10800000">
              <a:off x="-286178" y="185762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lnTo>
                    <a:pt x="0" y="297"/>
                  </a:lnTo>
                  <a:cubicBezTo>
                    <a:pt x="165" y="297"/>
                    <a:pt x="302" y="165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6"/>
            <p:cNvSpPr/>
            <p:nvPr/>
          </p:nvSpPr>
          <p:spPr>
            <a:xfrm rot="10800000">
              <a:off x="-349545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303" y="0"/>
                  </a:moveTo>
                  <a:cubicBezTo>
                    <a:pt x="137" y="0"/>
                    <a:pt x="0" y="133"/>
                    <a:pt x="0" y="298"/>
                  </a:cubicBezTo>
                  <a:cubicBezTo>
                    <a:pt x="0" y="463"/>
                    <a:pt x="137" y="600"/>
                    <a:pt x="303" y="600"/>
                  </a:cubicBezTo>
                  <a:cubicBezTo>
                    <a:pt x="468" y="600"/>
                    <a:pt x="599" y="463"/>
                    <a:pt x="599" y="298"/>
                  </a:cubicBezTo>
                  <a:cubicBezTo>
                    <a:pt x="599" y="133"/>
                    <a:pt x="46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6"/>
            <p:cNvSpPr/>
            <p:nvPr/>
          </p:nvSpPr>
          <p:spPr>
            <a:xfrm rot="10800000">
              <a:off x="-349545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3" y="1"/>
                  </a:moveTo>
                  <a:cubicBezTo>
                    <a:pt x="137" y="1"/>
                    <a:pt x="0" y="133"/>
                    <a:pt x="0" y="297"/>
                  </a:cubicBezTo>
                  <a:cubicBezTo>
                    <a:pt x="0" y="462"/>
                    <a:pt x="137" y="599"/>
                    <a:pt x="303" y="599"/>
                  </a:cubicBezTo>
                  <a:cubicBezTo>
                    <a:pt x="468" y="599"/>
                    <a:pt x="599" y="462"/>
                    <a:pt x="599" y="297"/>
                  </a:cubicBezTo>
                  <a:cubicBezTo>
                    <a:pt x="599" y="133"/>
                    <a:pt x="468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6"/>
            <p:cNvSpPr/>
            <p:nvPr/>
          </p:nvSpPr>
          <p:spPr>
            <a:xfrm rot="10800000">
              <a:off x="-393997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1" y="0"/>
                  </a:moveTo>
                  <a:cubicBezTo>
                    <a:pt x="1" y="166"/>
                    <a:pt x="133" y="298"/>
                    <a:pt x="298" y="29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6"/>
            <p:cNvSpPr/>
            <p:nvPr/>
          </p:nvSpPr>
          <p:spPr>
            <a:xfrm rot="10800000">
              <a:off x="-286178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0" y="0"/>
                  </a:moveTo>
                  <a:lnTo>
                    <a:pt x="0" y="298"/>
                  </a:lnTo>
                  <a:cubicBezTo>
                    <a:pt x="165" y="298"/>
                    <a:pt x="302" y="166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6"/>
            <p:cNvSpPr/>
            <p:nvPr/>
          </p:nvSpPr>
          <p:spPr>
            <a:xfrm rot="10800000">
              <a:off x="-222493" y="953999"/>
              <a:ext cx="37002" cy="37646"/>
            </a:xfrm>
            <a:custGeom>
              <a:rect b="b" l="l" r="r" t="t"/>
              <a:pathLst>
                <a:path extrusionOk="0" h="440" w="581">
                  <a:moveTo>
                    <a:pt x="538" y="1"/>
                  </a:moveTo>
                  <a:cubicBezTo>
                    <a:pt x="359" y="77"/>
                    <a:pt x="180" y="153"/>
                    <a:pt x="0" y="237"/>
                  </a:cubicBezTo>
                  <a:cubicBezTo>
                    <a:pt x="43" y="355"/>
                    <a:pt x="152" y="440"/>
                    <a:pt x="283" y="440"/>
                  </a:cubicBezTo>
                  <a:cubicBezTo>
                    <a:pt x="448" y="440"/>
                    <a:pt x="581" y="308"/>
                    <a:pt x="581" y="142"/>
                  </a:cubicBezTo>
                  <a:cubicBezTo>
                    <a:pt x="581" y="91"/>
                    <a:pt x="562" y="44"/>
                    <a:pt x="5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16"/>
            <p:cNvSpPr/>
            <p:nvPr/>
          </p:nvSpPr>
          <p:spPr>
            <a:xfrm rot="10800000">
              <a:off x="-266945" y="894193"/>
              <a:ext cx="18979" cy="25582"/>
            </a:xfrm>
            <a:custGeom>
              <a:rect b="b" l="l" r="r" t="t"/>
              <a:pathLst>
                <a:path extrusionOk="0" h="299" w="298">
                  <a:moveTo>
                    <a:pt x="297" y="1"/>
                  </a:moveTo>
                  <a:cubicBezTo>
                    <a:pt x="133" y="1"/>
                    <a:pt x="1" y="133"/>
                    <a:pt x="1" y="298"/>
                  </a:cubicBezTo>
                  <a:lnTo>
                    <a:pt x="297" y="298"/>
                  </a:lnTo>
                  <a:lnTo>
                    <a:pt x="2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16"/>
            <p:cNvSpPr/>
            <p:nvPr/>
          </p:nvSpPr>
          <p:spPr>
            <a:xfrm rot="10800000">
              <a:off x="-158807" y="894193"/>
              <a:ext cx="18979" cy="25582"/>
            </a:xfrm>
            <a:custGeom>
              <a:rect b="b" l="l" r="r" t="t"/>
              <a:pathLst>
                <a:path extrusionOk="0" h="299" w="298">
                  <a:moveTo>
                    <a:pt x="1" y="1"/>
                  </a:moveTo>
                  <a:lnTo>
                    <a:pt x="1" y="298"/>
                  </a:lnTo>
                  <a:lnTo>
                    <a:pt x="297" y="298"/>
                  </a:lnTo>
                  <a:cubicBezTo>
                    <a:pt x="297" y="133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16"/>
            <p:cNvSpPr/>
            <p:nvPr/>
          </p:nvSpPr>
          <p:spPr>
            <a:xfrm rot="10800000">
              <a:off x="-158807" y="868439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1" y="0"/>
                  </a:moveTo>
                  <a:lnTo>
                    <a:pt x="1" y="301"/>
                  </a:lnTo>
                  <a:cubicBezTo>
                    <a:pt x="166" y="301"/>
                    <a:pt x="297" y="164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16"/>
            <p:cNvSpPr/>
            <p:nvPr/>
          </p:nvSpPr>
          <p:spPr>
            <a:xfrm rot="10800000">
              <a:off x="-158807" y="723588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lnTo>
                    <a:pt x="1" y="297"/>
                  </a:lnTo>
                  <a:lnTo>
                    <a:pt x="297" y="297"/>
                  </a:lnTo>
                  <a:cubicBezTo>
                    <a:pt x="297" y="131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16"/>
            <p:cNvSpPr/>
            <p:nvPr/>
          </p:nvSpPr>
          <p:spPr>
            <a:xfrm rot="10800000">
              <a:off x="-222493" y="783308"/>
              <a:ext cx="38149" cy="51336"/>
            </a:xfrm>
            <a:custGeom>
              <a:rect b="b" l="l" r="r" t="t"/>
              <a:pathLst>
                <a:path extrusionOk="0" h="600" w="599">
                  <a:moveTo>
                    <a:pt x="301" y="1"/>
                  </a:moveTo>
                  <a:cubicBezTo>
                    <a:pt x="131" y="1"/>
                    <a:pt x="0" y="137"/>
                    <a:pt x="0" y="303"/>
                  </a:cubicBezTo>
                  <a:cubicBezTo>
                    <a:pt x="0" y="468"/>
                    <a:pt x="131" y="599"/>
                    <a:pt x="301" y="599"/>
                  </a:cubicBezTo>
                  <a:cubicBezTo>
                    <a:pt x="466" y="599"/>
                    <a:pt x="599" y="468"/>
                    <a:pt x="599" y="303"/>
                  </a:cubicBezTo>
                  <a:cubicBezTo>
                    <a:pt x="599" y="137"/>
                    <a:pt x="466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16"/>
            <p:cNvSpPr/>
            <p:nvPr/>
          </p:nvSpPr>
          <p:spPr>
            <a:xfrm rot="10800000">
              <a:off x="-266945" y="868439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1" y="0"/>
                  </a:moveTo>
                  <a:cubicBezTo>
                    <a:pt x="1" y="164"/>
                    <a:pt x="133" y="301"/>
                    <a:pt x="297" y="301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16"/>
            <p:cNvSpPr/>
            <p:nvPr/>
          </p:nvSpPr>
          <p:spPr>
            <a:xfrm rot="10800000">
              <a:off x="-266945" y="723588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297" y="0"/>
                  </a:moveTo>
                  <a:cubicBezTo>
                    <a:pt x="133" y="0"/>
                    <a:pt x="1" y="131"/>
                    <a:pt x="1" y="297"/>
                  </a:cubicBezTo>
                  <a:lnTo>
                    <a:pt x="297" y="297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16"/>
            <p:cNvSpPr/>
            <p:nvPr/>
          </p:nvSpPr>
          <p:spPr>
            <a:xfrm rot="10800000">
              <a:off x="-222493" y="612617"/>
              <a:ext cx="38149" cy="50908"/>
            </a:xfrm>
            <a:custGeom>
              <a:rect b="b" l="l" r="r" t="t"/>
              <a:pathLst>
                <a:path extrusionOk="0" h="595" w="599">
                  <a:moveTo>
                    <a:pt x="301" y="0"/>
                  </a:moveTo>
                  <a:cubicBezTo>
                    <a:pt x="131" y="0"/>
                    <a:pt x="0" y="133"/>
                    <a:pt x="0" y="297"/>
                  </a:cubicBezTo>
                  <a:cubicBezTo>
                    <a:pt x="0" y="462"/>
                    <a:pt x="131" y="595"/>
                    <a:pt x="301" y="595"/>
                  </a:cubicBezTo>
                  <a:cubicBezTo>
                    <a:pt x="466" y="595"/>
                    <a:pt x="599" y="462"/>
                    <a:pt x="599" y="297"/>
                  </a:cubicBezTo>
                  <a:cubicBezTo>
                    <a:pt x="599" y="133"/>
                    <a:pt x="466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16"/>
            <p:cNvSpPr/>
            <p:nvPr/>
          </p:nvSpPr>
          <p:spPr>
            <a:xfrm rot="10800000">
              <a:off x="-266945" y="697749"/>
              <a:ext cx="18979" cy="25925"/>
            </a:xfrm>
            <a:custGeom>
              <a:rect b="b" l="l" r="r" t="t"/>
              <a:pathLst>
                <a:path extrusionOk="0" h="303" w="298">
                  <a:moveTo>
                    <a:pt x="1" y="1"/>
                  </a:moveTo>
                  <a:cubicBezTo>
                    <a:pt x="1" y="170"/>
                    <a:pt x="133" y="303"/>
                    <a:pt x="297" y="303"/>
                  </a:cubicBezTo>
                  <a:lnTo>
                    <a:pt x="2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16"/>
            <p:cNvSpPr/>
            <p:nvPr/>
          </p:nvSpPr>
          <p:spPr>
            <a:xfrm rot="10800000">
              <a:off x="-158807" y="552469"/>
              <a:ext cx="18979" cy="25925"/>
            </a:xfrm>
            <a:custGeom>
              <a:rect b="b" l="l" r="r" t="t"/>
              <a:pathLst>
                <a:path extrusionOk="0" h="303" w="298">
                  <a:moveTo>
                    <a:pt x="1" y="0"/>
                  </a:moveTo>
                  <a:lnTo>
                    <a:pt x="1" y="302"/>
                  </a:lnTo>
                  <a:lnTo>
                    <a:pt x="297" y="302"/>
                  </a:lnTo>
                  <a:cubicBezTo>
                    <a:pt x="297" y="133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16"/>
            <p:cNvSpPr/>
            <p:nvPr/>
          </p:nvSpPr>
          <p:spPr>
            <a:xfrm rot="10800000">
              <a:off x="-158807" y="697749"/>
              <a:ext cx="18979" cy="25925"/>
            </a:xfrm>
            <a:custGeom>
              <a:rect b="b" l="l" r="r" t="t"/>
              <a:pathLst>
                <a:path extrusionOk="0" h="303" w="298">
                  <a:moveTo>
                    <a:pt x="1" y="1"/>
                  </a:moveTo>
                  <a:lnTo>
                    <a:pt x="1" y="303"/>
                  </a:lnTo>
                  <a:cubicBezTo>
                    <a:pt x="166" y="303"/>
                    <a:pt x="297" y="170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16"/>
            <p:cNvSpPr/>
            <p:nvPr/>
          </p:nvSpPr>
          <p:spPr>
            <a:xfrm rot="10800000">
              <a:off x="-266945" y="552469"/>
              <a:ext cx="18979" cy="25925"/>
            </a:xfrm>
            <a:custGeom>
              <a:rect b="b" l="l" r="r" t="t"/>
              <a:pathLst>
                <a:path extrusionOk="0" h="303" w="298">
                  <a:moveTo>
                    <a:pt x="297" y="0"/>
                  </a:moveTo>
                  <a:cubicBezTo>
                    <a:pt x="133" y="0"/>
                    <a:pt x="1" y="133"/>
                    <a:pt x="1" y="302"/>
                  </a:cubicBezTo>
                  <a:lnTo>
                    <a:pt x="297" y="302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16"/>
            <p:cNvSpPr/>
            <p:nvPr/>
          </p:nvSpPr>
          <p:spPr>
            <a:xfrm rot="10800000">
              <a:off x="-222493" y="441498"/>
              <a:ext cx="38149" cy="51422"/>
            </a:xfrm>
            <a:custGeom>
              <a:rect b="b" l="l" r="r" t="t"/>
              <a:pathLst>
                <a:path extrusionOk="0" h="601" w="599">
                  <a:moveTo>
                    <a:pt x="301" y="1"/>
                  </a:moveTo>
                  <a:cubicBezTo>
                    <a:pt x="131" y="1"/>
                    <a:pt x="0" y="133"/>
                    <a:pt x="0" y="298"/>
                  </a:cubicBezTo>
                  <a:cubicBezTo>
                    <a:pt x="0" y="464"/>
                    <a:pt x="131" y="601"/>
                    <a:pt x="301" y="601"/>
                  </a:cubicBezTo>
                  <a:cubicBezTo>
                    <a:pt x="466" y="601"/>
                    <a:pt x="599" y="464"/>
                    <a:pt x="599" y="298"/>
                  </a:cubicBezTo>
                  <a:cubicBezTo>
                    <a:pt x="599" y="133"/>
                    <a:pt x="466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16"/>
            <p:cNvSpPr/>
            <p:nvPr/>
          </p:nvSpPr>
          <p:spPr>
            <a:xfrm rot="10800000">
              <a:off x="-158807" y="527143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16"/>
            <p:cNvSpPr/>
            <p:nvPr/>
          </p:nvSpPr>
          <p:spPr>
            <a:xfrm rot="10800000">
              <a:off x="-158807" y="381864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1" y="1"/>
                  </a:moveTo>
                  <a:lnTo>
                    <a:pt x="1" y="302"/>
                  </a:lnTo>
                  <a:lnTo>
                    <a:pt x="297" y="302"/>
                  </a:lnTo>
                  <a:cubicBezTo>
                    <a:pt x="297" y="136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16"/>
            <p:cNvSpPr/>
            <p:nvPr/>
          </p:nvSpPr>
          <p:spPr>
            <a:xfrm rot="10800000">
              <a:off x="-266945" y="381864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297" y="1"/>
                  </a:moveTo>
                  <a:cubicBezTo>
                    <a:pt x="133" y="1"/>
                    <a:pt x="1" y="136"/>
                    <a:pt x="1" y="302"/>
                  </a:cubicBezTo>
                  <a:lnTo>
                    <a:pt x="297" y="302"/>
                  </a:lnTo>
                  <a:lnTo>
                    <a:pt x="2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16"/>
            <p:cNvSpPr/>
            <p:nvPr/>
          </p:nvSpPr>
          <p:spPr>
            <a:xfrm rot="10800000">
              <a:off x="-266945" y="527143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cubicBezTo>
                    <a:pt x="1" y="166"/>
                    <a:pt x="133" y="297"/>
                    <a:pt x="297" y="297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16"/>
            <p:cNvSpPr/>
            <p:nvPr/>
          </p:nvSpPr>
          <p:spPr>
            <a:xfrm rot="10800000">
              <a:off x="-266945" y="211087"/>
              <a:ext cx="18979" cy="26010"/>
            </a:xfrm>
            <a:custGeom>
              <a:rect b="b" l="l" r="r" t="t"/>
              <a:pathLst>
                <a:path extrusionOk="0" h="304" w="298">
                  <a:moveTo>
                    <a:pt x="297" y="1"/>
                  </a:moveTo>
                  <a:cubicBezTo>
                    <a:pt x="133" y="1"/>
                    <a:pt x="1" y="138"/>
                    <a:pt x="1" y="303"/>
                  </a:cubicBezTo>
                  <a:lnTo>
                    <a:pt x="297" y="303"/>
                  </a:lnTo>
                  <a:lnTo>
                    <a:pt x="2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16"/>
            <p:cNvSpPr/>
            <p:nvPr/>
          </p:nvSpPr>
          <p:spPr>
            <a:xfrm rot="10800000">
              <a:off x="-158807" y="211087"/>
              <a:ext cx="18979" cy="26010"/>
            </a:xfrm>
            <a:custGeom>
              <a:rect b="b" l="l" r="r" t="t"/>
              <a:pathLst>
                <a:path extrusionOk="0" h="304" w="298">
                  <a:moveTo>
                    <a:pt x="1" y="1"/>
                  </a:moveTo>
                  <a:lnTo>
                    <a:pt x="1" y="303"/>
                  </a:lnTo>
                  <a:lnTo>
                    <a:pt x="297" y="303"/>
                  </a:lnTo>
                  <a:cubicBezTo>
                    <a:pt x="297" y="138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16"/>
            <p:cNvSpPr/>
            <p:nvPr/>
          </p:nvSpPr>
          <p:spPr>
            <a:xfrm rot="10800000">
              <a:off x="-158807" y="356367"/>
              <a:ext cx="18979" cy="25582"/>
            </a:xfrm>
            <a:custGeom>
              <a:rect b="b" l="l" r="r" t="t"/>
              <a:pathLst>
                <a:path extrusionOk="0" h="299" w="298">
                  <a:moveTo>
                    <a:pt x="1" y="1"/>
                  </a:moveTo>
                  <a:lnTo>
                    <a:pt x="1" y="298"/>
                  </a:lnTo>
                  <a:cubicBezTo>
                    <a:pt x="166" y="298"/>
                    <a:pt x="297" y="166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16"/>
            <p:cNvSpPr/>
            <p:nvPr/>
          </p:nvSpPr>
          <p:spPr>
            <a:xfrm rot="10800000">
              <a:off x="-266945" y="356367"/>
              <a:ext cx="18979" cy="25582"/>
            </a:xfrm>
            <a:custGeom>
              <a:rect b="b" l="l" r="r" t="t"/>
              <a:pathLst>
                <a:path extrusionOk="0" h="299" w="298">
                  <a:moveTo>
                    <a:pt x="1" y="1"/>
                  </a:moveTo>
                  <a:cubicBezTo>
                    <a:pt x="1" y="166"/>
                    <a:pt x="133" y="298"/>
                    <a:pt x="297" y="298"/>
                  </a:cubicBezTo>
                  <a:lnTo>
                    <a:pt x="2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16"/>
            <p:cNvSpPr/>
            <p:nvPr/>
          </p:nvSpPr>
          <p:spPr>
            <a:xfrm rot="10800000">
              <a:off x="-222493" y="270893"/>
              <a:ext cx="38149" cy="51250"/>
            </a:xfrm>
            <a:custGeom>
              <a:rect b="b" l="l" r="r" t="t"/>
              <a:pathLst>
                <a:path extrusionOk="0" h="599" w="599">
                  <a:moveTo>
                    <a:pt x="301" y="0"/>
                  </a:moveTo>
                  <a:cubicBezTo>
                    <a:pt x="131" y="0"/>
                    <a:pt x="0" y="132"/>
                    <a:pt x="0" y="297"/>
                  </a:cubicBezTo>
                  <a:cubicBezTo>
                    <a:pt x="0" y="462"/>
                    <a:pt x="131" y="599"/>
                    <a:pt x="301" y="599"/>
                  </a:cubicBezTo>
                  <a:cubicBezTo>
                    <a:pt x="466" y="599"/>
                    <a:pt x="599" y="462"/>
                    <a:pt x="599" y="297"/>
                  </a:cubicBezTo>
                  <a:cubicBezTo>
                    <a:pt x="599" y="132"/>
                    <a:pt x="466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16"/>
            <p:cNvSpPr/>
            <p:nvPr/>
          </p:nvSpPr>
          <p:spPr>
            <a:xfrm rot="10800000">
              <a:off x="-266945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cubicBezTo>
                    <a:pt x="1" y="165"/>
                    <a:pt x="133" y="297"/>
                    <a:pt x="297" y="297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16"/>
            <p:cNvSpPr/>
            <p:nvPr/>
          </p:nvSpPr>
          <p:spPr>
            <a:xfrm rot="10800000">
              <a:off x="-158807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1" y="0"/>
                  </a:moveTo>
                  <a:lnTo>
                    <a:pt x="1" y="301"/>
                  </a:lnTo>
                  <a:lnTo>
                    <a:pt x="297" y="301"/>
                  </a:lnTo>
                  <a:cubicBezTo>
                    <a:pt x="297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16"/>
            <p:cNvSpPr/>
            <p:nvPr/>
          </p:nvSpPr>
          <p:spPr>
            <a:xfrm rot="10800000">
              <a:off x="-266945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297" y="0"/>
                  </a:moveTo>
                  <a:cubicBezTo>
                    <a:pt x="133" y="0"/>
                    <a:pt x="1" y="136"/>
                    <a:pt x="1" y="301"/>
                  </a:cubicBezTo>
                  <a:lnTo>
                    <a:pt x="297" y="30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6"/>
            <p:cNvSpPr/>
            <p:nvPr/>
          </p:nvSpPr>
          <p:spPr>
            <a:xfrm rot="10800000">
              <a:off x="-158807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7" y="165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16"/>
            <p:cNvSpPr/>
            <p:nvPr/>
          </p:nvSpPr>
          <p:spPr>
            <a:xfrm rot="10800000">
              <a:off x="-222493" y="100117"/>
              <a:ext cx="38149" cy="51422"/>
            </a:xfrm>
            <a:custGeom>
              <a:rect b="b" l="l" r="r" t="t"/>
              <a:pathLst>
                <a:path extrusionOk="0" h="601" w="599">
                  <a:moveTo>
                    <a:pt x="301" y="0"/>
                  </a:moveTo>
                  <a:cubicBezTo>
                    <a:pt x="131" y="0"/>
                    <a:pt x="0" y="133"/>
                    <a:pt x="0" y="298"/>
                  </a:cubicBezTo>
                  <a:cubicBezTo>
                    <a:pt x="0" y="463"/>
                    <a:pt x="131" y="600"/>
                    <a:pt x="301" y="600"/>
                  </a:cubicBezTo>
                  <a:cubicBezTo>
                    <a:pt x="466" y="600"/>
                    <a:pt x="599" y="463"/>
                    <a:pt x="599" y="298"/>
                  </a:cubicBezTo>
                  <a:cubicBezTo>
                    <a:pt x="599" y="133"/>
                    <a:pt x="466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16"/>
            <p:cNvSpPr/>
            <p:nvPr/>
          </p:nvSpPr>
          <p:spPr>
            <a:xfrm rot="10800000">
              <a:off x="-222493" y="-70488"/>
              <a:ext cx="38149" cy="51336"/>
            </a:xfrm>
            <a:custGeom>
              <a:rect b="b" l="l" r="r" t="t"/>
              <a:pathLst>
                <a:path extrusionOk="0" h="600" w="599">
                  <a:moveTo>
                    <a:pt x="301" y="1"/>
                  </a:moveTo>
                  <a:cubicBezTo>
                    <a:pt x="131" y="1"/>
                    <a:pt x="0" y="133"/>
                    <a:pt x="0" y="297"/>
                  </a:cubicBezTo>
                  <a:cubicBezTo>
                    <a:pt x="0" y="462"/>
                    <a:pt x="131" y="599"/>
                    <a:pt x="301" y="599"/>
                  </a:cubicBezTo>
                  <a:cubicBezTo>
                    <a:pt x="466" y="599"/>
                    <a:pt x="599" y="462"/>
                    <a:pt x="599" y="297"/>
                  </a:cubicBezTo>
                  <a:cubicBezTo>
                    <a:pt x="599" y="133"/>
                    <a:pt x="466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6"/>
            <p:cNvSpPr/>
            <p:nvPr/>
          </p:nvSpPr>
          <p:spPr>
            <a:xfrm rot="10800000">
              <a:off x="-266945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1" y="0"/>
                  </a:moveTo>
                  <a:cubicBezTo>
                    <a:pt x="1" y="166"/>
                    <a:pt x="133" y="298"/>
                    <a:pt x="297" y="298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16"/>
            <p:cNvSpPr/>
            <p:nvPr/>
          </p:nvSpPr>
          <p:spPr>
            <a:xfrm rot="10800000">
              <a:off x="-158807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16"/>
            <p:cNvSpPr/>
            <p:nvPr/>
          </p:nvSpPr>
          <p:spPr>
            <a:xfrm rot="10800000">
              <a:off x="-139892" y="894193"/>
              <a:ext cx="18979" cy="25582"/>
            </a:xfrm>
            <a:custGeom>
              <a:rect b="b" l="l" r="r" t="t"/>
              <a:pathLst>
                <a:path extrusionOk="0" h="299" w="298">
                  <a:moveTo>
                    <a:pt x="298" y="1"/>
                  </a:moveTo>
                  <a:cubicBezTo>
                    <a:pt x="133" y="1"/>
                    <a:pt x="0" y="133"/>
                    <a:pt x="0" y="298"/>
                  </a:cubicBezTo>
                  <a:lnTo>
                    <a:pt x="298" y="298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16"/>
            <p:cNvSpPr/>
            <p:nvPr/>
          </p:nvSpPr>
          <p:spPr>
            <a:xfrm rot="10800000">
              <a:off x="-95440" y="78330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8" y="1"/>
                  </a:moveTo>
                  <a:cubicBezTo>
                    <a:pt x="133" y="1"/>
                    <a:pt x="1" y="137"/>
                    <a:pt x="1" y="303"/>
                  </a:cubicBezTo>
                  <a:cubicBezTo>
                    <a:pt x="1" y="468"/>
                    <a:pt x="133" y="599"/>
                    <a:pt x="298" y="599"/>
                  </a:cubicBezTo>
                  <a:cubicBezTo>
                    <a:pt x="468" y="599"/>
                    <a:pt x="600" y="468"/>
                    <a:pt x="600" y="303"/>
                  </a:cubicBezTo>
                  <a:cubicBezTo>
                    <a:pt x="600" y="137"/>
                    <a:pt x="468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16"/>
            <p:cNvSpPr/>
            <p:nvPr/>
          </p:nvSpPr>
          <p:spPr>
            <a:xfrm rot="10800000">
              <a:off x="-139892" y="868439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0" y="0"/>
                  </a:moveTo>
                  <a:cubicBezTo>
                    <a:pt x="0" y="164"/>
                    <a:pt x="133" y="301"/>
                    <a:pt x="298" y="30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16"/>
            <p:cNvSpPr/>
            <p:nvPr/>
          </p:nvSpPr>
          <p:spPr>
            <a:xfrm rot="10800000">
              <a:off x="-31818" y="723588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lnTo>
                    <a:pt x="1" y="297"/>
                  </a:lnTo>
                  <a:lnTo>
                    <a:pt x="298" y="297"/>
                  </a:lnTo>
                  <a:cubicBezTo>
                    <a:pt x="298" y="131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16"/>
            <p:cNvSpPr/>
            <p:nvPr/>
          </p:nvSpPr>
          <p:spPr>
            <a:xfrm rot="10800000">
              <a:off x="-139892" y="723588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298" y="0"/>
                  </a:moveTo>
                  <a:cubicBezTo>
                    <a:pt x="133" y="0"/>
                    <a:pt x="0" y="131"/>
                    <a:pt x="0" y="297"/>
                  </a:cubicBezTo>
                  <a:lnTo>
                    <a:pt x="298" y="29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16"/>
            <p:cNvSpPr/>
            <p:nvPr/>
          </p:nvSpPr>
          <p:spPr>
            <a:xfrm rot="10800000">
              <a:off x="-139892" y="697749"/>
              <a:ext cx="18979" cy="25925"/>
            </a:xfrm>
            <a:custGeom>
              <a:rect b="b" l="l" r="r" t="t"/>
              <a:pathLst>
                <a:path extrusionOk="0" h="303" w="298">
                  <a:moveTo>
                    <a:pt x="0" y="1"/>
                  </a:moveTo>
                  <a:cubicBezTo>
                    <a:pt x="0" y="170"/>
                    <a:pt x="133" y="303"/>
                    <a:pt x="298" y="303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16"/>
            <p:cNvSpPr/>
            <p:nvPr/>
          </p:nvSpPr>
          <p:spPr>
            <a:xfrm rot="10800000">
              <a:off x="-31818" y="697749"/>
              <a:ext cx="19042" cy="25925"/>
            </a:xfrm>
            <a:custGeom>
              <a:rect b="b" l="l" r="r" t="t"/>
              <a:pathLst>
                <a:path extrusionOk="0" h="303" w="299">
                  <a:moveTo>
                    <a:pt x="1" y="1"/>
                  </a:moveTo>
                  <a:lnTo>
                    <a:pt x="1" y="303"/>
                  </a:lnTo>
                  <a:cubicBezTo>
                    <a:pt x="166" y="303"/>
                    <a:pt x="298" y="170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6"/>
            <p:cNvSpPr/>
            <p:nvPr/>
          </p:nvSpPr>
          <p:spPr>
            <a:xfrm rot="10800000">
              <a:off x="-31818" y="552469"/>
              <a:ext cx="19042" cy="25925"/>
            </a:xfrm>
            <a:custGeom>
              <a:rect b="b" l="l" r="r" t="t"/>
              <a:pathLst>
                <a:path extrusionOk="0" h="303" w="299">
                  <a:moveTo>
                    <a:pt x="1" y="0"/>
                  </a:moveTo>
                  <a:lnTo>
                    <a:pt x="1" y="302"/>
                  </a:lnTo>
                  <a:lnTo>
                    <a:pt x="298" y="302"/>
                  </a:lnTo>
                  <a:cubicBezTo>
                    <a:pt x="298" y="133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16"/>
            <p:cNvSpPr/>
            <p:nvPr/>
          </p:nvSpPr>
          <p:spPr>
            <a:xfrm rot="10800000">
              <a:off x="-95440" y="612617"/>
              <a:ext cx="38212" cy="50908"/>
            </a:xfrm>
            <a:custGeom>
              <a:rect b="b" l="l" r="r" t="t"/>
              <a:pathLst>
                <a:path extrusionOk="0" h="595" w="600">
                  <a:moveTo>
                    <a:pt x="298" y="0"/>
                  </a:moveTo>
                  <a:cubicBezTo>
                    <a:pt x="133" y="0"/>
                    <a:pt x="1" y="133"/>
                    <a:pt x="1" y="297"/>
                  </a:cubicBezTo>
                  <a:cubicBezTo>
                    <a:pt x="1" y="462"/>
                    <a:pt x="133" y="595"/>
                    <a:pt x="298" y="595"/>
                  </a:cubicBezTo>
                  <a:cubicBezTo>
                    <a:pt x="468" y="595"/>
                    <a:pt x="600" y="462"/>
                    <a:pt x="600" y="297"/>
                  </a:cubicBezTo>
                  <a:cubicBezTo>
                    <a:pt x="600" y="133"/>
                    <a:pt x="468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16"/>
            <p:cNvSpPr/>
            <p:nvPr/>
          </p:nvSpPr>
          <p:spPr>
            <a:xfrm rot="10800000">
              <a:off x="-139892" y="552469"/>
              <a:ext cx="18979" cy="25925"/>
            </a:xfrm>
            <a:custGeom>
              <a:rect b="b" l="l" r="r" t="t"/>
              <a:pathLst>
                <a:path extrusionOk="0" h="303" w="298">
                  <a:moveTo>
                    <a:pt x="298" y="0"/>
                  </a:moveTo>
                  <a:cubicBezTo>
                    <a:pt x="133" y="0"/>
                    <a:pt x="0" y="133"/>
                    <a:pt x="0" y="302"/>
                  </a:cubicBezTo>
                  <a:lnTo>
                    <a:pt x="298" y="30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16"/>
            <p:cNvSpPr/>
            <p:nvPr/>
          </p:nvSpPr>
          <p:spPr>
            <a:xfrm rot="10800000">
              <a:off x="-139892" y="381864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298" y="1"/>
                  </a:moveTo>
                  <a:cubicBezTo>
                    <a:pt x="133" y="1"/>
                    <a:pt x="0" y="136"/>
                    <a:pt x="0" y="302"/>
                  </a:cubicBezTo>
                  <a:lnTo>
                    <a:pt x="298" y="30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16"/>
            <p:cNvSpPr/>
            <p:nvPr/>
          </p:nvSpPr>
          <p:spPr>
            <a:xfrm rot="10800000">
              <a:off x="-139892" y="527143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0" y="0"/>
                  </a:moveTo>
                  <a:cubicBezTo>
                    <a:pt x="0" y="166"/>
                    <a:pt x="133" y="297"/>
                    <a:pt x="298" y="297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16"/>
            <p:cNvSpPr/>
            <p:nvPr/>
          </p:nvSpPr>
          <p:spPr>
            <a:xfrm rot="10800000">
              <a:off x="-31818" y="381864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1" y="1"/>
                  </a:moveTo>
                  <a:lnTo>
                    <a:pt x="1" y="302"/>
                  </a:lnTo>
                  <a:lnTo>
                    <a:pt x="298" y="302"/>
                  </a:lnTo>
                  <a:cubicBezTo>
                    <a:pt x="298" y="136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6"/>
            <p:cNvSpPr/>
            <p:nvPr/>
          </p:nvSpPr>
          <p:spPr>
            <a:xfrm rot="10800000">
              <a:off x="-95440" y="441498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8" y="1"/>
                  </a:moveTo>
                  <a:cubicBezTo>
                    <a:pt x="133" y="1"/>
                    <a:pt x="1" y="133"/>
                    <a:pt x="1" y="298"/>
                  </a:cubicBezTo>
                  <a:cubicBezTo>
                    <a:pt x="1" y="464"/>
                    <a:pt x="133" y="601"/>
                    <a:pt x="298" y="601"/>
                  </a:cubicBezTo>
                  <a:cubicBezTo>
                    <a:pt x="468" y="601"/>
                    <a:pt x="600" y="464"/>
                    <a:pt x="600" y="298"/>
                  </a:cubicBezTo>
                  <a:cubicBezTo>
                    <a:pt x="600" y="133"/>
                    <a:pt x="468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6"/>
            <p:cNvSpPr/>
            <p:nvPr/>
          </p:nvSpPr>
          <p:spPr>
            <a:xfrm rot="10800000">
              <a:off x="-31818" y="527143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8" y="166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6"/>
            <p:cNvSpPr/>
            <p:nvPr/>
          </p:nvSpPr>
          <p:spPr>
            <a:xfrm rot="10800000">
              <a:off x="-139892" y="211087"/>
              <a:ext cx="18979" cy="26010"/>
            </a:xfrm>
            <a:custGeom>
              <a:rect b="b" l="l" r="r" t="t"/>
              <a:pathLst>
                <a:path extrusionOk="0" h="304" w="298">
                  <a:moveTo>
                    <a:pt x="298" y="1"/>
                  </a:moveTo>
                  <a:cubicBezTo>
                    <a:pt x="133" y="1"/>
                    <a:pt x="0" y="138"/>
                    <a:pt x="0" y="303"/>
                  </a:cubicBezTo>
                  <a:lnTo>
                    <a:pt x="298" y="303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6"/>
            <p:cNvSpPr/>
            <p:nvPr/>
          </p:nvSpPr>
          <p:spPr>
            <a:xfrm rot="10800000">
              <a:off x="-31818" y="356367"/>
              <a:ext cx="19042" cy="25582"/>
            </a:xfrm>
            <a:custGeom>
              <a:rect b="b" l="l" r="r" t="t"/>
              <a:pathLst>
                <a:path extrusionOk="0" h="299" w="299">
                  <a:moveTo>
                    <a:pt x="1" y="1"/>
                  </a:moveTo>
                  <a:lnTo>
                    <a:pt x="1" y="298"/>
                  </a:lnTo>
                  <a:cubicBezTo>
                    <a:pt x="166" y="298"/>
                    <a:pt x="298" y="166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16"/>
            <p:cNvSpPr/>
            <p:nvPr/>
          </p:nvSpPr>
          <p:spPr>
            <a:xfrm rot="10800000">
              <a:off x="-139892" y="356367"/>
              <a:ext cx="18979" cy="25582"/>
            </a:xfrm>
            <a:custGeom>
              <a:rect b="b" l="l" r="r" t="t"/>
              <a:pathLst>
                <a:path extrusionOk="0" h="299" w="298">
                  <a:moveTo>
                    <a:pt x="0" y="1"/>
                  </a:moveTo>
                  <a:cubicBezTo>
                    <a:pt x="0" y="166"/>
                    <a:pt x="133" y="298"/>
                    <a:pt x="298" y="298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16"/>
            <p:cNvSpPr/>
            <p:nvPr/>
          </p:nvSpPr>
          <p:spPr>
            <a:xfrm rot="10800000">
              <a:off x="-95440" y="270893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298" y="0"/>
                  </a:moveTo>
                  <a:cubicBezTo>
                    <a:pt x="133" y="0"/>
                    <a:pt x="1" y="132"/>
                    <a:pt x="1" y="297"/>
                  </a:cubicBezTo>
                  <a:cubicBezTo>
                    <a:pt x="1" y="462"/>
                    <a:pt x="133" y="599"/>
                    <a:pt x="298" y="599"/>
                  </a:cubicBezTo>
                  <a:cubicBezTo>
                    <a:pt x="468" y="599"/>
                    <a:pt x="600" y="462"/>
                    <a:pt x="600" y="297"/>
                  </a:cubicBezTo>
                  <a:cubicBezTo>
                    <a:pt x="600" y="132"/>
                    <a:pt x="468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16"/>
            <p:cNvSpPr/>
            <p:nvPr/>
          </p:nvSpPr>
          <p:spPr>
            <a:xfrm rot="10800000">
              <a:off x="-31818" y="211087"/>
              <a:ext cx="19042" cy="26010"/>
            </a:xfrm>
            <a:custGeom>
              <a:rect b="b" l="l" r="r" t="t"/>
              <a:pathLst>
                <a:path extrusionOk="0" h="304" w="299">
                  <a:moveTo>
                    <a:pt x="1" y="1"/>
                  </a:moveTo>
                  <a:lnTo>
                    <a:pt x="1" y="303"/>
                  </a:lnTo>
                  <a:lnTo>
                    <a:pt x="298" y="303"/>
                  </a:lnTo>
                  <a:cubicBezTo>
                    <a:pt x="298" y="138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16"/>
            <p:cNvSpPr/>
            <p:nvPr/>
          </p:nvSpPr>
          <p:spPr>
            <a:xfrm rot="10800000">
              <a:off x="-31818" y="185762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8" y="165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16"/>
            <p:cNvSpPr/>
            <p:nvPr/>
          </p:nvSpPr>
          <p:spPr>
            <a:xfrm rot="10800000">
              <a:off x="-139892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0" y="0"/>
                  </a:moveTo>
                  <a:cubicBezTo>
                    <a:pt x="0" y="165"/>
                    <a:pt x="133" y="297"/>
                    <a:pt x="298" y="297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16"/>
            <p:cNvSpPr/>
            <p:nvPr/>
          </p:nvSpPr>
          <p:spPr>
            <a:xfrm rot="10800000">
              <a:off x="-31818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1" y="0"/>
                  </a:moveTo>
                  <a:lnTo>
                    <a:pt x="1" y="301"/>
                  </a:lnTo>
                  <a:lnTo>
                    <a:pt x="298" y="301"/>
                  </a:lnTo>
                  <a:cubicBezTo>
                    <a:pt x="298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16"/>
            <p:cNvSpPr/>
            <p:nvPr/>
          </p:nvSpPr>
          <p:spPr>
            <a:xfrm rot="10800000">
              <a:off x="-95440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8" y="0"/>
                  </a:moveTo>
                  <a:cubicBezTo>
                    <a:pt x="133" y="0"/>
                    <a:pt x="1" y="133"/>
                    <a:pt x="1" y="298"/>
                  </a:cubicBezTo>
                  <a:cubicBezTo>
                    <a:pt x="1" y="463"/>
                    <a:pt x="133" y="600"/>
                    <a:pt x="298" y="600"/>
                  </a:cubicBezTo>
                  <a:cubicBezTo>
                    <a:pt x="468" y="600"/>
                    <a:pt x="600" y="463"/>
                    <a:pt x="600" y="298"/>
                  </a:cubicBezTo>
                  <a:cubicBezTo>
                    <a:pt x="600" y="133"/>
                    <a:pt x="468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16"/>
            <p:cNvSpPr/>
            <p:nvPr/>
          </p:nvSpPr>
          <p:spPr>
            <a:xfrm rot="10800000">
              <a:off x="-139892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298" y="0"/>
                  </a:moveTo>
                  <a:cubicBezTo>
                    <a:pt x="133" y="0"/>
                    <a:pt x="0" y="136"/>
                    <a:pt x="0" y="301"/>
                  </a:cubicBezTo>
                  <a:lnTo>
                    <a:pt x="298" y="301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16"/>
            <p:cNvSpPr/>
            <p:nvPr/>
          </p:nvSpPr>
          <p:spPr>
            <a:xfrm rot="10800000">
              <a:off x="-31818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298" y="166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16"/>
            <p:cNvSpPr/>
            <p:nvPr/>
          </p:nvSpPr>
          <p:spPr>
            <a:xfrm rot="10800000">
              <a:off x="-95440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8" y="1"/>
                  </a:moveTo>
                  <a:cubicBezTo>
                    <a:pt x="133" y="1"/>
                    <a:pt x="1" y="133"/>
                    <a:pt x="1" y="297"/>
                  </a:cubicBezTo>
                  <a:cubicBezTo>
                    <a:pt x="1" y="462"/>
                    <a:pt x="133" y="599"/>
                    <a:pt x="298" y="599"/>
                  </a:cubicBezTo>
                  <a:cubicBezTo>
                    <a:pt x="468" y="599"/>
                    <a:pt x="600" y="462"/>
                    <a:pt x="600" y="297"/>
                  </a:cubicBezTo>
                  <a:cubicBezTo>
                    <a:pt x="600" y="133"/>
                    <a:pt x="468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6"/>
            <p:cNvSpPr/>
            <p:nvPr/>
          </p:nvSpPr>
          <p:spPr>
            <a:xfrm rot="10800000">
              <a:off x="-139892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0" y="0"/>
                  </a:moveTo>
                  <a:cubicBezTo>
                    <a:pt x="0" y="166"/>
                    <a:pt x="133" y="298"/>
                    <a:pt x="298" y="29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6"/>
            <p:cNvSpPr/>
            <p:nvPr/>
          </p:nvSpPr>
          <p:spPr>
            <a:xfrm rot="10800000">
              <a:off x="-12840" y="723588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302" y="0"/>
                  </a:moveTo>
                  <a:cubicBezTo>
                    <a:pt x="137" y="0"/>
                    <a:pt x="0" y="131"/>
                    <a:pt x="0" y="297"/>
                  </a:cubicBezTo>
                  <a:lnTo>
                    <a:pt x="302" y="297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6"/>
            <p:cNvSpPr/>
            <p:nvPr/>
          </p:nvSpPr>
          <p:spPr>
            <a:xfrm rot="10800000">
              <a:off x="95299" y="723588"/>
              <a:ext cx="637" cy="428"/>
            </a:xfrm>
            <a:custGeom>
              <a:rect b="b" l="l" r="r" t="t"/>
              <a:pathLst>
                <a:path extrusionOk="0" h="5" w="10">
                  <a:moveTo>
                    <a:pt x="10" y="0"/>
                  </a:moveTo>
                  <a:cubicBezTo>
                    <a:pt x="5" y="0"/>
                    <a:pt x="5" y="5"/>
                    <a:pt x="1" y="5"/>
                  </a:cubicBezTo>
                  <a:lnTo>
                    <a:pt x="10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16"/>
            <p:cNvSpPr/>
            <p:nvPr/>
          </p:nvSpPr>
          <p:spPr>
            <a:xfrm rot="10800000">
              <a:off x="31548" y="612617"/>
              <a:ext cx="38212" cy="50908"/>
            </a:xfrm>
            <a:custGeom>
              <a:rect b="b" l="l" r="r" t="t"/>
              <a:pathLst>
                <a:path extrusionOk="0" h="595" w="600">
                  <a:moveTo>
                    <a:pt x="297" y="0"/>
                  </a:moveTo>
                  <a:cubicBezTo>
                    <a:pt x="132" y="0"/>
                    <a:pt x="1" y="133"/>
                    <a:pt x="1" y="297"/>
                  </a:cubicBezTo>
                  <a:cubicBezTo>
                    <a:pt x="1" y="462"/>
                    <a:pt x="132" y="595"/>
                    <a:pt x="297" y="595"/>
                  </a:cubicBezTo>
                  <a:cubicBezTo>
                    <a:pt x="462" y="595"/>
                    <a:pt x="599" y="462"/>
                    <a:pt x="599" y="297"/>
                  </a:cubicBezTo>
                  <a:cubicBezTo>
                    <a:pt x="599" y="133"/>
                    <a:pt x="462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16"/>
            <p:cNvSpPr/>
            <p:nvPr/>
          </p:nvSpPr>
          <p:spPr>
            <a:xfrm rot="10800000">
              <a:off x="-12840" y="552469"/>
              <a:ext cx="19234" cy="25925"/>
            </a:xfrm>
            <a:custGeom>
              <a:rect b="b" l="l" r="r" t="t"/>
              <a:pathLst>
                <a:path extrusionOk="0" h="303" w="302">
                  <a:moveTo>
                    <a:pt x="302" y="0"/>
                  </a:moveTo>
                  <a:cubicBezTo>
                    <a:pt x="137" y="0"/>
                    <a:pt x="0" y="133"/>
                    <a:pt x="0" y="302"/>
                  </a:cubicBezTo>
                  <a:lnTo>
                    <a:pt x="302" y="302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6"/>
            <p:cNvSpPr/>
            <p:nvPr/>
          </p:nvSpPr>
          <p:spPr>
            <a:xfrm rot="10800000">
              <a:off x="-12840" y="697749"/>
              <a:ext cx="19234" cy="25925"/>
            </a:xfrm>
            <a:custGeom>
              <a:rect b="b" l="l" r="r" t="t"/>
              <a:pathLst>
                <a:path extrusionOk="0" h="303" w="302">
                  <a:moveTo>
                    <a:pt x="0" y="1"/>
                  </a:moveTo>
                  <a:cubicBezTo>
                    <a:pt x="0" y="170"/>
                    <a:pt x="137" y="303"/>
                    <a:pt x="302" y="303"/>
                  </a:cubicBez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6"/>
            <p:cNvSpPr/>
            <p:nvPr/>
          </p:nvSpPr>
          <p:spPr>
            <a:xfrm rot="10800000">
              <a:off x="95298" y="697749"/>
              <a:ext cx="18915" cy="25925"/>
            </a:xfrm>
            <a:custGeom>
              <a:rect b="b" l="l" r="r" t="t"/>
              <a:pathLst>
                <a:path extrusionOk="0" h="303" w="297">
                  <a:moveTo>
                    <a:pt x="288" y="1"/>
                  </a:moveTo>
                  <a:cubicBezTo>
                    <a:pt x="189" y="81"/>
                    <a:pt x="94" y="166"/>
                    <a:pt x="0" y="246"/>
                  </a:cubicBezTo>
                  <a:lnTo>
                    <a:pt x="0" y="303"/>
                  </a:lnTo>
                  <a:cubicBezTo>
                    <a:pt x="166" y="303"/>
                    <a:pt x="297" y="170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6"/>
            <p:cNvSpPr/>
            <p:nvPr/>
          </p:nvSpPr>
          <p:spPr>
            <a:xfrm rot="10800000">
              <a:off x="95298" y="552469"/>
              <a:ext cx="18915" cy="25925"/>
            </a:xfrm>
            <a:custGeom>
              <a:rect b="b" l="l" r="r" t="t"/>
              <a:pathLst>
                <a:path extrusionOk="0" h="303" w="297">
                  <a:moveTo>
                    <a:pt x="0" y="0"/>
                  </a:moveTo>
                  <a:lnTo>
                    <a:pt x="0" y="302"/>
                  </a:lnTo>
                  <a:lnTo>
                    <a:pt x="297" y="302"/>
                  </a:lnTo>
                  <a:cubicBezTo>
                    <a:pt x="297" y="133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16"/>
            <p:cNvSpPr/>
            <p:nvPr/>
          </p:nvSpPr>
          <p:spPr>
            <a:xfrm rot="10800000">
              <a:off x="-12840" y="381864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2" y="1"/>
                  </a:moveTo>
                  <a:cubicBezTo>
                    <a:pt x="137" y="1"/>
                    <a:pt x="0" y="136"/>
                    <a:pt x="0" y="302"/>
                  </a:cubicBezTo>
                  <a:lnTo>
                    <a:pt x="302" y="302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16"/>
            <p:cNvSpPr/>
            <p:nvPr/>
          </p:nvSpPr>
          <p:spPr>
            <a:xfrm rot="10800000">
              <a:off x="-12840" y="527143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0" y="0"/>
                  </a:moveTo>
                  <a:cubicBezTo>
                    <a:pt x="0" y="166"/>
                    <a:pt x="137" y="297"/>
                    <a:pt x="302" y="297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6"/>
            <p:cNvSpPr/>
            <p:nvPr/>
          </p:nvSpPr>
          <p:spPr>
            <a:xfrm rot="10800000">
              <a:off x="95298" y="527143"/>
              <a:ext cx="18915" cy="25411"/>
            </a:xfrm>
            <a:custGeom>
              <a:rect b="b" l="l" r="r" t="t"/>
              <a:pathLst>
                <a:path extrusionOk="0" h="297" w="297">
                  <a:moveTo>
                    <a:pt x="0" y="0"/>
                  </a:moveTo>
                  <a:lnTo>
                    <a:pt x="0" y="297"/>
                  </a:lnTo>
                  <a:cubicBezTo>
                    <a:pt x="166" y="297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6"/>
            <p:cNvSpPr/>
            <p:nvPr/>
          </p:nvSpPr>
          <p:spPr>
            <a:xfrm rot="10800000">
              <a:off x="95298" y="381864"/>
              <a:ext cx="18915" cy="25839"/>
            </a:xfrm>
            <a:custGeom>
              <a:rect b="b" l="l" r="r" t="t"/>
              <a:pathLst>
                <a:path extrusionOk="0" h="302" w="297">
                  <a:moveTo>
                    <a:pt x="0" y="1"/>
                  </a:moveTo>
                  <a:lnTo>
                    <a:pt x="0" y="302"/>
                  </a:lnTo>
                  <a:lnTo>
                    <a:pt x="297" y="302"/>
                  </a:lnTo>
                  <a:cubicBezTo>
                    <a:pt x="297" y="136"/>
                    <a:pt x="16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6"/>
            <p:cNvSpPr/>
            <p:nvPr/>
          </p:nvSpPr>
          <p:spPr>
            <a:xfrm rot="10800000">
              <a:off x="31548" y="441498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7" y="1"/>
                  </a:moveTo>
                  <a:cubicBezTo>
                    <a:pt x="132" y="1"/>
                    <a:pt x="1" y="133"/>
                    <a:pt x="1" y="298"/>
                  </a:cubicBezTo>
                  <a:cubicBezTo>
                    <a:pt x="1" y="464"/>
                    <a:pt x="132" y="601"/>
                    <a:pt x="297" y="601"/>
                  </a:cubicBezTo>
                  <a:cubicBezTo>
                    <a:pt x="462" y="601"/>
                    <a:pt x="599" y="464"/>
                    <a:pt x="599" y="298"/>
                  </a:cubicBezTo>
                  <a:cubicBezTo>
                    <a:pt x="599" y="133"/>
                    <a:pt x="462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6"/>
            <p:cNvSpPr/>
            <p:nvPr/>
          </p:nvSpPr>
          <p:spPr>
            <a:xfrm rot="10800000">
              <a:off x="31548" y="270893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297" y="0"/>
                  </a:moveTo>
                  <a:cubicBezTo>
                    <a:pt x="132" y="0"/>
                    <a:pt x="1" y="132"/>
                    <a:pt x="1" y="297"/>
                  </a:cubicBezTo>
                  <a:cubicBezTo>
                    <a:pt x="1" y="462"/>
                    <a:pt x="132" y="599"/>
                    <a:pt x="297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2"/>
                    <a:pt x="462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6"/>
            <p:cNvSpPr/>
            <p:nvPr/>
          </p:nvSpPr>
          <p:spPr>
            <a:xfrm rot="10800000">
              <a:off x="95298" y="211087"/>
              <a:ext cx="18915" cy="26010"/>
            </a:xfrm>
            <a:custGeom>
              <a:rect b="b" l="l" r="r" t="t"/>
              <a:pathLst>
                <a:path extrusionOk="0" h="304" w="297">
                  <a:moveTo>
                    <a:pt x="0" y="1"/>
                  </a:moveTo>
                  <a:lnTo>
                    <a:pt x="0" y="303"/>
                  </a:lnTo>
                  <a:lnTo>
                    <a:pt x="297" y="303"/>
                  </a:lnTo>
                  <a:cubicBezTo>
                    <a:pt x="297" y="138"/>
                    <a:pt x="16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6"/>
            <p:cNvSpPr/>
            <p:nvPr/>
          </p:nvSpPr>
          <p:spPr>
            <a:xfrm rot="10800000">
              <a:off x="-12840" y="211087"/>
              <a:ext cx="19234" cy="26010"/>
            </a:xfrm>
            <a:custGeom>
              <a:rect b="b" l="l" r="r" t="t"/>
              <a:pathLst>
                <a:path extrusionOk="0" h="304" w="302">
                  <a:moveTo>
                    <a:pt x="302" y="1"/>
                  </a:moveTo>
                  <a:cubicBezTo>
                    <a:pt x="137" y="1"/>
                    <a:pt x="0" y="138"/>
                    <a:pt x="0" y="303"/>
                  </a:cubicBezTo>
                  <a:lnTo>
                    <a:pt x="302" y="303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6"/>
            <p:cNvSpPr/>
            <p:nvPr/>
          </p:nvSpPr>
          <p:spPr>
            <a:xfrm rot="10800000">
              <a:off x="95298" y="356367"/>
              <a:ext cx="18915" cy="25582"/>
            </a:xfrm>
            <a:custGeom>
              <a:rect b="b" l="l" r="r" t="t"/>
              <a:pathLst>
                <a:path extrusionOk="0" h="299" w="297">
                  <a:moveTo>
                    <a:pt x="0" y="1"/>
                  </a:moveTo>
                  <a:lnTo>
                    <a:pt x="0" y="298"/>
                  </a:lnTo>
                  <a:cubicBezTo>
                    <a:pt x="166" y="298"/>
                    <a:pt x="297" y="166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6"/>
            <p:cNvSpPr/>
            <p:nvPr/>
          </p:nvSpPr>
          <p:spPr>
            <a:xfrm rot="10800000">
              <a:off x="-12840" y="356367"/>
              <a:ext cx="19234" cy="25582"/>
            </a:xfrm>
            <a:custGeom>
              <a:rect b="b" l="l" r="r" t="t"/>
              <a:pathLst>
                <a:path extrusionOk="0" h="299" w="302">
                  <a:moveTo>
                    <a:pt x="0" y="1"/>
                  </a:moveTo>
                  <a:cubicBezTo>
                    <a:pt x="0" y="166"/>
                    <a:pt x="137" y="298"/>
                    <a:pt x="302" y="298"/>
                  </a:cubicBez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6"/>
            <p:cNvSpPr/>
            <p:nvPr/>
          </p:nvSpPr>
          <p:spPr>
            <a:xfrm rot="10800000">
              <a:off x="95298" y="40482"/>
              <a:ext cx="18915" cy="25839"/>
            </a:xfrm>
            <a:custGeom>
              <a:rect b="b" l="l" r="r" t="t"/>
              <a:pathLst>
                <a:path extrusionOk="0" h="302" w="297">
                  <a:moveTo>
                    <a:pt x="0" y="0"/>
                  </a:moveTo>
                  <a:lnTo>
                    <a:pt x="0" y="301"/>
                  </a:lnTo>
                  <a:lnTo>
                    <a:pt x="297" y="301"/>
                  </a:lnTo>
                  <a:cubicBezTo>
                    <a:pt x="297" y="136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6"/>
            <p:cNvSpPr/>
            <p:nvPr/>
          </p:nvSpPr>
          <p:spPr>
            <a:xfrm rot="10800000">
              <a:off x="-12840" y="185762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0" y="0"/>
                  </a:moveTo>
                  <a:cubicBezTo>
                    <a:pt x="0" y="165"/>
                    <a:pt x="137" y="297"/>
                    <a:pt x="302" y="297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6"/>
            <p:cNvSpPr/>
            <p:nvPr/>
          </p:nvSpPr>
          <p:spPr>
            <a:xfrm rot="10800000">
              <a:off x="-12840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2" y="0"/>
                  </a:moveTo>
                  <a:cubicBezTo>
                    <a:pt x="137" y="0"/>
                    <a:pt x="0" y="136"/>
                    <a:pt x="0" y="301"/>
                  </a:cubicBezTo>
                  <a:lnTo>
                    <a:pt x="302" y="301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6"/>
            <p:cNvSpPr/>
            <p:nvPr/>
          </p:nvSpPr>
          <p:spPr>
            <a:xfrm rot="10800000">
              <a:off x="95298" y="185762"/>
              <a:ext cx="18915" cy="25411"/>
            </a:xfrm>
            <a:custGeom>
              <a:rect b="b" l="l" r="r" t="t"/>
              <a:pathLst>
                <a:path extrusionOk="0" h="297" w="297">
                  <a:moveTo>
                    <a:pt x="0" y="0"/>
                  </a:moveTo>
                  <a:lnTo>
                    <a:pt x="0" y="297"/>
                  </a:lnTo>
                  <a:cubicBezTo>
                    <a:pt x="166" y="297"/>
                    <a:pt x="297" y="165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16"/>
            <p:cNvSpPr/>
            <p:nvPr/>
          </p:nvSpPr>
          <p:spPr>
            <a:xfrm rot="10800000">
              <a:off x="31548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7" y="0"/>
                  </a:moveTo>
                  <a:cubicBezTo>
                    <a:pt x="132" y="0"/>
                    <a:pt x="1" y="133"/>
                    <a:pt x="1" y="298"/>
                  </a:cubicBezTo>
                  <a:cubicBezTo>
                    <a:pt x="1" y="463"/>
                    <a:pt x="132" y="600"/>
                    <a:pt x="297" y="600"/>
                  </a:cubicBezTo>
                  <a:cubicBezTo>
                    <a:pt x="462" y="600"/>
                    <a:pt x="599" y="463"/>
                    <a:pt x="599" y="298"/>
                  </a:cubicBezTo>
                  <a:cubicBezTo>
                    <a:pt x="599" y="133"/>
                    <a:pt x="462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16"/>
            <p:cNvSpPr/>
            <p:nvPr/>
          </p:nvSpPr>
          <p:spPr>
            <a:xfrm rot="10800000">
              <a:off x="31548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7" y="1"/>
                  </a:moveTo>
                  <a:cubicBezTo>
                    <a:pt x="132" y="1"/>
                    <a:pt x="1" y="133"/>
                    <a:pt x="1" y="297"/>
                  </a:cubicBezTo>
                  <a:cubicBezTo>
                    <a:pt x="1" y="462"/>
                    <a:pt x="132" y="599"/>
                    <a:pt x="297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3"/>
                    <a:pt x="462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16"/>
            <p:cNvSpPr/>
            <p:nvPr/>
          </p:nvSpPr>
          <p:spPr>
            <a:xfrm rot="10800000">
              <a:off x="-12840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0" y="0"/>
                  </a:moveTo>
                  <a:cubicBezTo>
                    <a:pt x="0" y="166"/>
                    <a:pt x="137" y="298"/>
                    <a:pt x="302" y="298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16"/>
            <p:cNvSpPr/>
            <p:nvPr/>
          </p:nvSpPr>
          <p:spPr>
            <a:xfrm rot="10800000">
              <a:off x="95298" y="15071"/>
              <a:ext cx="18915" cy="25497"/>
            </a:xfrm>
            <a:custGeom>
              <a:rect b="b" l="l" r="r" t="t"/>
              <a:pathLst>
                <a:path extrusionOk="0" h="298" w="297">
                  <a:moveTo>
                    <a:pt x="0" y="0"/>
                  </a:moveTo>
                  <a:lnTo>
                    <a:pt x="0" y="298"/>
                  </a:lnTo>
                  <a:cubicBezTo>
                    <a:pt x="166" y="298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16"/>
            <p:cNvSpPr/>
            <p:nvPr/>
          </p:nvSpPr>
          <p:spPr>
            <a:xfrm rot="10800000">
              <a:off x="222287" y="552469"/>
              <a:ext cx="19042" cy="17026"/>
            </a:xfrm>
            <a:custGeom>
              <a:rect b="b" l="l" r="r" t="t"/>
              <a:pathLst>
                <a:path extrusionOk="0" h="199" w="299">
                  <a:moveTo>
                    <a:pt x="223" y="0"/>
                  </a:moveTo>
                  <a:cubicBezTo>
                    <a:pt x="148" y="62"/>
                    <a:pt x="72" y="127"/>
                    <a:pt x="1" y="194"/>
                  </a:cubicBezTo>
                  <a:lnTo>
                    <a:pt x="1" y="198"/>
                  </a:lnTo>
                  <a:lnTo>
                    <a:pt x="299" y="198"/>
                  </a:lnTo>
                  <a:cubicBezTo>
                    <a:pt x="299" y="118"/>
                    <a:pt x="270" y="52"/>
                    <a:pt x="2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16"/>
            <p:cNvSpPr/>
            <p:nvPr/>
          </p:nvSpPr>
          <p:spPr>
            <a:xfrm rot="10800000">
              <a:off x="158665" y="612617"/>
              <a:ext cx="29169" cy="36363"/>
            </a:xfrm>
            <a:custGeom>
              <a:rect b="b" l="l" r="r" t="t"/>
              <a:pathLst>
                <a:path extrusionOk="0" h="425" w="458">
                  <a:moveTo>
                    <a:pt x="425" y="0"/>
                  </a:moveTo>
                  <a:cubicBezTo>
                    <a:pt x="284" y="122"/>
                    <a:pt x="142" y="250"/>
                    <a:pt x="1" y="377"/>
                  </a:cubicBezTo>
                  <a:cubicBezTo>
                    <a:pt x="48" y="405"/>
                    <a:pt x="100" y="425"/>
                    <a:pt x="157" y="425"/>
                  </a:cubicBezTo>
                  <a:cubicBezTo>
                    <a:pt x="321" y="425"/>
                    <a:pt x="458" y="292"/>
                    <a:pt x="458" y="127"/>
                  </a:cubicBezTo>
                  <a:cubicBezTo>
                    <a:pt x="458" y="81"/>
                    <a:pt x="444" y="38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6"/>
            <p:cNvSpPr/>
            <p:nvPr/>
          </p:nvSpPr>
          <p:spPr>
            <a:xfrm rot="10800000">
              <a:off x="114149" y="697749"/>
              <a:ext cx="3694" cy="4877"/>
            </a:xfrm>
            <a:custGeom>
              <a:rect b="b" l="l" r="r" t="t"/>
              <a:pathLst>
                <a:path extrusionOk="0" h="57" w="58">
                  <a:moveTo>
                    <a:pt x="57" y="0"/>
                  </a:moveTo>
                  <a:cubicBezTo>
                    <a:pt x="38" y="14"/>
                    <a:pt x="20" y="28"/>
                    <a:pt x="1" y="47"/>
                  </a:cubicBezTo>
                  <a:cubicBezTo>
                    <a:pt x="20" y="47"/>
                    <a:pt x="38" y="57"/>
                    <a:pt x="57" y="57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6"/>
            <p:cNvSpPr/>
            <p:nvPr/>
          </p:nvSpPr>
          <p:spPr>
            <a:xfrm rot="10800000">
              <a:off x="114149" y="552469"/>
              <a:ext cx="19297" cy="25925"/>
            </a:xfrm>
            <a:custGeom>
              <a:rect b="b" l="l" r="r" t="t"/>
              <a:pathLst>
                <a:path extrusionOk="0" h="303" w="303">
                  <a:moveTo>
                    <a:pt x="302" y="0"/>
                  </a:moveTo>
                  <a:cubicBezTo>
                    <a:pt x="137" y="0"/>
                    <a:pt x="0" y="133"/>
                    <a:pt x="0" y="302"/>
                  </a:cubicBezTo>
                  <a:lnTo>
                    <a:pt x="302" y="302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6"/>
            <p:cNvSpPr/>
            <p:nvPr/>
          </p:nvSpPr>
          <p:spPr>
            <a:xfrm rot="10800000">
              <a:off x="114149" y="527143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cubicBezTo>
                    <a:pt x="0" y="166"/>
                    <a:pt x="137" y="297"/>
                    <a:pt x="302" y="297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6"/>
            <p:cNvSpPr/>
            <p:nvPr/>
          </p:nvSpPr>
          <p:spPr>
            <a:xfrm rot="10800000">
              <a:off x="222287" y="527143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9" y="166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6"/>
            <p:cNvSpPr/>
            <p:nvPr/>
          </p:nvSpPr>
          <p:spPr>
            <a:xfrm rot="10800000">
              <a:off x="114149" y="381864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302" y="1"/>
                  </a:moveTo>
                  <a:cubicBezTo>
                    <a:pt x="137" y="1"/>
                    <a:pt x="0" y="136"/>
                    <a:pt x="0" y="302"/>
                  </a:cubicBezTo>
                  <a:lnTo>
                    <a:pt x="302" y="302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6"/>
            <p:cNvSpPr/>
            <p:nvPr/>
          </p:nvSpPr>
          <p:spPr>
            <a:xfrm rot="10800000">
              <a:off x="158665" y="441498"/>
              <a:ext cx="38149" cy="51422"/>
            </a:xfrm>
            <a:custGeom>
              <a:rect b="b" l="l" r="r" t="t"/>
              <a:pathLst>
                <a:path extrusionOk="0" h="601" w="599">
                  <a:moveTo>
                    <a:pt x="298" y="1"/>
                  </a:moveTo>
                  <a:cubicBezTo>
                    <a:pt x="133" y="1"/>
                    <a:pt x="0" y="133"/>
                    <a:pt x="0" y="298"/>
                  </a:cubicBezTo>
                  <a:cubicBezTo>
                    <a:pt x="0" y="464"/>
                    <a:pt x="133" y="601"/>
                    <a:pt x="298" y="601"/>
                  </a:cubicBezTo>
                  <a:cubicBezTo>
                    <a:pt x="462" y="601"/>
                    <a:pt x="599" y="464"/>
                    <a:pt x="599" y="298"/>
                  </a:cubicBezTo>
                  <a:cubicBezTo>
                    <a:pt x="599" y="133"/>
                    <a:pt x="462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6"/>
            <p:cNvSpPr/>
            <p:nvPr/>
          </p:nvSpPr>
          <p:spPr>
            <a:xfrm rot="10800000">
              <a:off x="222287" y="381864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1" y="1"/>
                  </a:moveTo>
                  <a:lnTo>
                    <a:pt x="1" y="302"/>
                  </a:lnTo>
                  <a:lnTo>
                    <a:pt x="299" y="302"/>
                  </a:lnTo>
                  <a:cubicBezTo>
                    <a:pt x="299" y="136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16"/>
            <p:cNvSpPr/>
            <p:nvPr/>
          </p:nvSpPr>
          <p:spPr>
            <a:xfrm rot="10800000">
              <a:off x="222287" y="211087"/>
              <a:ext cx="19042" cy="26010"/>
            </a:xfrm>
            <a:custGeom>
              <a:rect b="b" l="l" r="r" t="t"/>
              <a:pathLst>
                <a:path extrusionOk="0" h="304" w="299">
                  <a:moveTo>
                    <a:pt x="1" y="1"/>
                  </a:moveTo>
                  <a:lnTo>
                    <a:pt x="1" y="303"/>
                  </a:lnTo>
                  <a:lnTo>
                    <a:pt x="299" y="303"/>
                  </a:lnTo>
                  <a:cubicBezTo>
                    <a:pt x="299" y="138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16"/>
            <p:cNvSpPr/>
            <p:nvPr/>
          </p:nvSpPr>
          <p:spPr>
            <a:xfrm rot="10800000">
              <a:off x="114149" y="211087"/>
              <a:ext cx="19297" cy="26010"/>
            </a:xfrm>
            <a:custGeom>
              <a:rect b="b" l="l" r="r" t="t"/>
              <a:pathLst>
                <a:path extrusionOk="0" h="304" w="303">
                  <a:moveTo>
                    <a:pt x="302" y="1"/>
                  </a:moveTo>
                  <a:cubicBezTo>
                    <a:pt x="137" y="1"/>
                    <a:pt x="0" y="138"/>
                    <a:pt x="0" y="303"/>
                  </a:cubicBezTo>
                  <a:lnTo>
                    <a:pt x="302" y="303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16"/>
            <p:cNvSpPr/>
            <p:nvPr/>
          </p:nvSpPr>
          <p:spPr>
            <a:xfrm rot="10800000">
              <a:off x="114149" y="356367"/>
              <a:ext cx="19297" cy="25582"/>
            </a:xfrm>
            <a:custGeom>
              <a:rect b="b" l="l" r="r" t="t"/>
              <a:pathLst>
                <a:path extrusionOk="0" h="299" w="303">
                  <a:moveTo>
                    <a:pt x="0" y="1"/>
                  </a:moveTo>
                  <a:cubicBezTo>
                    <a:pt x="0" y="166"/>
                    <a:pt x="137" y="298"/>
                    <a:pt x="302" y="298"/>
                  </a:cubicBez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16"/>
            <p:cNvSpPr/>
            <p:nvPr/>
          </p:nvSpPr>
          <p:spPr>
            <a:xfrm rot="10800000">
              <a:off x="222287" y="356367"/>
              <a:ext cx="19042" cy="25582"/>
            </a:xfrm>
            <a:custGeom>
              <a:rect b="b" l="l" r="r" t="t"/>
              <a:pathLst>
                <a:path extrusionOk="0" h="299" w="299">
                  <a:moveTo>
                    <a:pt x="1" y="1"/>
                  </a:moveTo>
                  <a:lnTo>
                    <a:pt x="1" y="298"/>
                  </a:lnTo>
                  <a:cubicBezTo>
                    <a:pt x="166" y="298"/>
                    <a:pt x="299" y="166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16"/>
            <p:cNvSpPr/>
            <p:nvPr/>
          </p:nvSpPr>
          <p:spPr>
            <a:xfrm rot="10800000">
              <a:off x="158665" y="270893"/>
              <a:ext cx="38149" cy="51250"/>
            </a:xfrm>
            <a:custGeom>
              <a:rect b="b" l="l" r="r" t="t"/>
              <a:pathLst>
                <a:path extrusionOk="0" h="599" w="599">
                  <a:moveTo>
                    <a:pt x="298" y="0"/>
                  </a:moveTo>
                  <a:cubicBezTo>
                    <a:pt x="133" y="0"/>
                    <a:pt x="0" y="132"/>
                    <a:pt x="0" y="297"/>
                  </a:cubicBezTo>
                  <a:cubicBezTo>
                    <a:pt x="0" y="462"/>
                    <a:pt x="133" y="599"/>
                    <a:pt x="298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2"/>
                    <a:pt x="462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16"/>
            <p:cNvSpPr/>
            <p:nvPr/>
          </p:nvSpPr>
          <p:spPr>
            <a:xfrm rot="10800000">
              <a:off x="222287" y="185762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9" y="165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16"/>
            <p:cNvSpPr/>
            <p:nvPr/>
          </p:nvSpPr>
          <p:spPr>
            <a:xfrm rot="10800000">
              <a:off x="158665" y="100117"/>
              <a:ext cx="38149" cy="51422"/>
            </a:xfrm>
            <a:custGeom>
              <a:rect b="b" l="l" r="r" t="t"/>
              <a:pathLst>
                <a:path extrusionOk="0" h="601" w="599">
                  <a:moveTo>
                    <a:pt x="298" y="0"/>
                  </a:moveTo>
                  <a:cubicBezTo>
                    <a:pt x="133" y="0"/>
                    <a:pt x="0" y="133"/>
                    <a:pt x="0" y="298"/>
                  </a:cubicBezTo>
                  <a:cubicBezTo>
                    <a:pt x="0" y="463"/>
                    <a:pt x="133" y="600"/>
                    <a:pt x="298" y="600"/>
                  </a:cubicBezTo>
                  <a:cubicBezTo>
                    <a:pt x="462" y="600"/>
                    <a:pt x="599" y="463"/>
                    <a:pt x="599" y="298"/>
                  </a:cubicBezTo>
                  <a:cubicBezTo>
                    <a:pt x="599" y="133"/>
                    <a:pt x="462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16"/>
            <p:cNvSpPr/>
            <p:nvPr/>
          </p:nvSpPr>
          <p:spPr>
            <a:xfrm rot="10800000">
              <a:off x="222287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1" y="0"/>
                  </a:moveTo>
                  <a:lnTo>
                    <a:pt x="1" y="301"/>
                  </a:lnTo>
                  <a:lnTo>
                    <a:pt x="299" y="301"/>
                  </a:lnTo>
                  <a:cubicBezTo>
                    <a:pt x="299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16"/>
            <p:cNvSpPr/>
            <p:nvPr/>
          </p:nvSpPr>
          <p:spPr>
            <a:xfrm rot="10800000">
              <a:off x="114149" y="185762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cubicBezTo>
                    <a:pt x="0" y="165"/>
                    <a:pt x="137" y="297"/>
                    <a:pt x="302" y="297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16"/>
            <p:cNvSpPr/>
            <p:nvPr/>
          </p:nvSpPr>
          <p:spPr>
            <a:xfrm rot="10800000">
              <a:off x="114149" y="40482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302" y="0"/>
                  </a:moveTo>
                  <a:cubicBezTo>
                    <a:pt x="137" y="0"/>
                    <a:pt x="0" y="136"/>
                    <a:pt x="0" y="301"/>
                  </a:cubicBezTo>
                  <a:lnTo>
                    <a:pt x="302" y="301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16"/>
            <p:cNvSpPr/>
            <p:nvPr/>
          </p:nvSpPr>
          <p:spPr>
            <a:xfrm rot="10800000">
              <a:off x="222287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299" y="166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16"/>
            <p:cNvSpPr/>
            <p:nvPr/>
          </p:nvSpPr>
          <p:spPr>
            <a:xfrm rot="10800000">
              <a:off x="158665" y="-70488"/>
              <a:ext cx="38149" cy="51336"/>
            </a:xfrm>
            <a:custGeom>
              <a:rect b="b" l="l" r="r" t="t"/>
              <a:pathLst>
                <a:path extrusionOk="0" h="600" w="599">
                  <a:moveTo>
                    <a:pt x="298" y="1"/>
                  </a:moveTo>
                  <a:cubicBezTo>
                    <a:pt x="133" y="1"/>
                    <a:pt x="0" y="133"/>
                    <a:pt x="0" y="297"/>
                  </a:cubicBezTo>
                  <a:cubicBezTo>
                    <a:pt x="0" y="462"/>
                    <a:pt x="133" y="599"/>
                    <a:pt x="298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3"/>
                    <a:pt x="462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16"/>
            <p:cNvSpPr/>
            <p:nvPr/>
          </p:nvSpPr>
          <p:spPr>
            <a:xfrm rot="10800000">
              <a:off x="114149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0" y="0"/>
                  </a:moveTo>
                  <a:cubicBezTo>
                    <a:pt x="0" y="166"/>
                    <a:pt x="137" y="298"/>
                    <a:pt x="302" y="298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16"/>
            <p:cNvSpPr/>
            <p:nvPr/>
          </p:nvSpPr>
          <p:spPr>
            <a:xfrm rot="10800000">
              <a:off x="241266" y="552469"/>
              <a:ext cx="64" cy="513"/>
            </a:xfrm>
            <a:custGeom>
              <a:rect b="b" l="l" r="r" t="t"/>
              <a:pathLst>
                <a:path extrusionOk="0" h="6" w="1">
                  <a:moveTo>
                    <a:pt x="1" y="1"/>
                  </a:moveTo>
                  <a:lnTo>
                    <a:pt x="1" y="5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16"/>
            <p:cNvSpPr/>
            <p:nvPr/>
          </p:nvSpPr>
          <p:spPr>
            <a:xfrm rot="10800000">
              <a:off x="349339" y="381864"/>
              <a:ext cx="18979" cy="25069"/>
            </a:xfrm>
            <a:custGeom>
              <a:rect b="b" l="l" r="r" t="t"/>
              <a:pathLst>
                <a:path extrusionOk="0" h="293" w="298">
                  <a:moveTo>
                    <a:pt x="33" y="1"/>
                  </a:moveTo>
                  <a:cubicBezTo>
                    <a:pt x="24" y="10"/>
                    <a:pt x="10" y="20"/>
                    <a:pt x="1" y="29"/>
                  </a:cubicBezTo>
                  <a:lnTo>
                    <a:pt x="1" y="293"/>
                  </a:lnTo>
                  <a:lnTo>
                    <a:pt x="297" y="293"/>
                  </a:lnTo>
                  <a:cubicBezTo>
                    <a:pt x="297" y="138"/>
                    <a:pt x="184" y="20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16"/>
            <p:cNvSpPr/>
            <p:nvPr/>
          </p:nvSpPr>
          <p:spPr>
            <a:xfrm rot="10800000">
              <a:off x="285653" y="441498"/>
              <a:ext cx="36748" cy="47315"/>
            </a:xfrm>
            <a:custGeom>
              <a:rect b="b" l="l" r="r" t="t"/>
              <a:pathLst>
                <a:path extrusionOk="0" h="553" w="577">
                  <a:moveTo>
                    <a:pt x="431" y="0"/>
                  </a:moveTo>
                  <a:cubicBezTo>
                    <a:pt x="289" y="122"/>
                    <a:pt x="148" y="250"/>
                    <a:pt x="1" y="373"/>
                  </a:cubicBezTo>
                  <a:cubicBezTo>
                    <a:pt x="48" y="477"/>
                    <a:pt x="152" y="553"/>
                    <a:pt x="275" y="553"/>
                  </a:cubicBezTo>
                  <a:cubicBezTo>
                    <a:pt x="440" y="553"/>
                    <a:pt x="577" y="416"/>
                    <a:pt x="577" y="250"/>
                  </a:cubicBezTo>
                  <a:cubicBezTo>
                    <a:pt x="577" y="142"/>
                    <a:pt x="516" y="52"/>
                    <a:pt x="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16"/>
            <p:cNvSpPr/>
            <p:nvPr/>
          </p:nvSpPr>
          <p:spPr>
            <a:xfrm rot="10800000">
              <a:off x="241265" y="527143"/>
              <a:ext cx="14075" cy="25411"/>
            </a:xfrm>
            <a:custGeom>
              <a:rect b="b" l="l" r="r" t="t"/>
              <a:pathLst>
                <a:path extrusionOk="0" h="297" w="221">
                  <a:moveTo>
                    <a:pt x="221" y="0"/>
                  </a:moveTo>
                  <a:cubicBezTo>
                    <a:pt x="146" y="62"/>
                    <a:pt x="70" y="127"/>
                    <a:pt x="0" y="194"/>
                  </a:cubicBezTo>
                  <a:cubicBezTo>
                    <a:pt x="51" y="255"/>
                    <a:pt x="131" y="297"/>
                    <a:pt x="221" y="297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16"/>
            <p:cNvSpPr/>
            <p:nvPr/>
          </p:nvSpPr>
          <p:spPr>
            <a:xfrm rot="10800000">
              <a:off x="241265" y="381864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2" y="1"/>
                  </a:moveTo>
                  <a:cubicBezTo>
                    <a:pt x="138" y="1"/>
                    <a:pt x="1" y="136"/>
                    <a:pt x="1" y="302"/>
                  </a:cubicBezTo>
                  <a:lnTo>
                    <a:pt x="302" y="302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6"/>
            <p:cNvSpPr/>
            <p:nvPr/>
          </p:nvSpPr>
          <p:spPr>
            <a:xfrm rot="10800000">
              <a:off x="349339" y="356367"/>
              <a:ext cx="18979" cy="25582"/>
            </a:xfrm>
            <a:custGeom>
              <a:rect b="b" l="l" r="r" t="t"/>
              <a:pathLst>
                <a:path extrusionOk="0" h="299" w="298">
                  <a:moveTo>
                    <a:pt x="1" y="1"/>
                  </a:moveTo>
                  <a:lnTo>
                    <a:pt x="1" y="298"/>
                  </a:lnTo>
                  <a:cubicBezTo>
                    <a:pt x="166" y="298"/>
                    <a:pt x="297" y="166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6"/>
            <p:cNvSpPr/>
            <p:nvPr/>
          </p:nvSpPr>
          <p:spPr>
            <a:xfrm rot="10800000">
              <a:off x="241265" y="211087"/>
              <a:ext cx="19234" cy="26010"/>
            </a:xfrm>
            <a:custGeom>
              <a:rect b="b" l="l" r="r" t="t"/>
              <a:pathLst>
                <a:path extrusionOk="0" h="304" w="302">
                  <a:moveTo>
                    <a:pt x="302" y="1"/>
                  </a:moveTo>
                  <a:cubicBezTo>
                    <a:pt x="138" y="1"/>
                    <a:pt x="1" y="138"/>
                    <a:pt x="1" y="303"/>
                  </a:cubicBezTo>
                  <a:lnTo>
                    <a:pt x="302" y="303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16"/>
            <p:cNvSpPr/>
            <p:nvPr/>
          </p:nvSpPr>
          <p:spPr>
            <a:xfrm rot="10800000">
              <a:off x="349339" y="211087"/>
              <a:ext cx="18979" cy="26010"/>
            </a:xfrm>
            <a:custGeom>
              <a:rect b="b" l="l" r="r" t="t"/>
              <a:pathLst>
                <a:path extrusionOk="0" h="304" w="298">
                  <a:moveTo>
                    <a:pt x="1" y="1"/>
                  </a:moveTo>
                  <a:lnTo>
                    <a:pt x="1" y="303"/>
                  </a:lnTo>
                  <a:lnTo>
                    <a:pt x="297" y="303"/>
                  </a:lnTo>
                  <a:cubicBezTo>
                    <a:pt x="297" y="138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16"/>
            <p:cNvSpPr/>
            <p:nvPr/>
          </p:nvSpPr>
          <p:spPr>
            <a:xfrm rot="10800000">
              <a:off x="285653" y="270893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298" y="0"/>
                  </a:moveTo>
                  <a:cubicBezTo>
                    <a:pt x="132" y="0"/>
                    <a:pt x="1" y="132"/>
                    <a:pt x="1" y="297"/>
                  </a:cubicBezTo>
                  <a:cubicBezTo>
                    <a:pt x="1" y="462"/>
                    <a:pt x="132" y="599"/>
                    <a:pt x="298" y="599"/>
                  </a:cubicBezTo>
                  <a:cubicBezTo>
                    <a:pt x="463" y="599"/>
                    <a:pt x="600" y="462"/>
                    <a:pt x="600" y="297"/>
                  </a:cubicBezTo>
                  <a:cubicBezTo>
                    <a:pt x="600" y="132"/>
                    <a:pt x="463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16"/>
            <p:cNvSpPr/>
            <p:nvPr/>
          </p:nvSpPr>
          <p:spPr>
            <a:xfrm rot="10800000">
              <a:off x="241265" y="356367"/>
              <a:ext cx="19234" cy="25582"/>
            </a:xfrm>
            <a:custGeom>
              <a:rect b="b" l="l" r="r" t="t"/>
              <a:pathLst>
                <a:path extrusionOk="0" h="299" w="302">
                  <a:moveTo>
                    <a:pt x="1" y="1"/>
                  </a:moveTo>
                  <a:cubicBezTo>
                    <a:pt x="1" y="166"/>
                    <a:pt x="138" y="298"/>
                    <a:pt x="302" y="298"/>
                  </a:cubicBez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16"/>
            <p:cNvSpPr/>
            <p:nvPr/>
          </p:nvSpPr>
          <p:spPr>
            <a:xfrm rot="10800000">
              <a:off x="241265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2" y="0"/>
                  </a:moveTo>
                  <a:cubicBezTo>
                    <a:pt x="138" y="0"/>
                    <a:pt x="1" y="136"/>
                    <a:pt x="1" y="301"/>
                  </a:cubicBezTo>
                  <a:lnTo>
                    <a:pt x="302" y="301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16"/>
            <p:cNvSpPr/>
            <p:nvPr/>
          </p:nvSpPr>
          <p:spPr>
            <a:xfrm rot="10800000">
              <a:off x="349339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7" y="165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16"/>
            <p:cNvSpPr/>
            <p:nvPr/>
          </p:nvSpPr>
          <p:spPr>
            <a:xfrm rot="10800000">
              <a:off x="285653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8" y="0"/>
                  </a:moveTo>
                  <a:cubicBezTo>
                    <a:pt x="132" y="0"/>
                    <a:pt x="1" y="133"/>
                    <a:pt x="1" y="298"/>
                  </a:cubicBezTo>
                  <a:cubicBezTo>
                    <a:pt x="1" y="463"/>
                    <a:pt x="132" y="600"/>
                    <a:pt x="298" y="600"/>
                  </a:cubicBezTo>
                  <a:cubicBezTo>
                    <a:pt x="463" y="600"/>
                    <a:pt x="600" y="463"/>
                    <a:pt x="600" y="298"/>
                  </a:cubicBezTo>
                  <a:cubicBezTo>
                    <a:pt x="600" y="133"/>
                    <a:pt x="463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16"/>
            <p:cNvSpPr/>
            <p:nvPr/>
          </p:nvSpPr>
          <p:spPr>
            <a:xfrm rot="10800000">
              <a:off x="241265" y="185762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1" y="0"/>
                  </a:moveTo>
                  <a:cubicBezTo>
                    <a:pt x="1" y="165"/>
                    <a:pt x="138" y="297"/>
                    <a:pt x="302" y="297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16"/>
            <p:cNvSpPr/>
            <p:nvPr/>
          </p:nvSpPr>
          <p:spPr>
            <a:xfrm rot="10800000">
              <a:off x="349339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1" y="0"/>
                  </a:moveTo>
                  <a:lnTo>
                    <a:pt x="1" y="301"/>
                  </a:lnTo>
                  <a:lnTo>
                    <a:pt x="297" y="301"/>
                  </a:lnTo>
                  <a:cubicBezTo>
                    <a:pt x="297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16"/>
            <p:cNvSpPr/>
            <p:nvPr/>
          </p:nvSpPr>
          <p:spPr>
            <a:xfrm rot="10800000">
              <a:off x="285653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8" y="1"/>
                  </a:moveTo>
                  <a:cubicBezTo>
                    <a:pt x="132" y="1"/>
                    <a:pt x="1" y="133"/>
                    <a:pt x="1" y="297"/>
                  </a:cubicBezTo>
                  <a:cubicBezTo>
                    <a:pt x="1" y="462"/>
                    <a:pt x="132" y="599"/>
                    <a:pt x="298" y="599"/>
                  </a:cubicBezTo>
                  <a:cubicBezTo>
                    <a:pt x="463" y="599"/>
                    <a:pt x="600" y="462"/>
                    <a:pt x="600" y="297"/>
                  </a:cubicBezTo>
                  <a:cubicBezTo>
                    <a:pt x="600" y="133"/>
                    <a:pt x="463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16"/>
            <p:cNvSpPr/>
            <p:nvPr/>
          </p:nvSpPr>
          <p:spPr>
            <a:xfrm rot="10800000">
              <a:off x="349339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16"/>
            <p:cNvSpPr/>
            <p:nvPr/>
          </p:nvSpPr>
          <p:spPr>
            <a:xfrm rot="10800000">
              <a:off x="241265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1" y="0"/>
                  </a:moveTo>
                  <a:cubicBezTo>
                    <a:pt x="1" y="166"/>
                    <a:pt x="138" y="298"/>
                    <a:pt x="302" y="298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16"/>
            <p:cNvSpPr/>
            <p:nvPr/>
          </p:nvSpPr>
          <p:spPr>
            <a:xfrm rot="10800000">
              <a:off x="368254" y="381864"/>
              <a:ext cx="19297" cy="22673"/>
            </a:xfrm>
            <a:custGeom>
              <a:rect b="b" l="l" r="r" t="t"/>
              <a:pathLst>
                <a:path extrusionOk="0" h="265" w="303">
                  <a:moveTo>
                    <a:pt x="303" y="1"/>
                  </a:moveTo>
                  <a:cubicBezTo>
                    <a:pt x="203" y="81"/>
                    <a:pt x="105" y="166"/>
                    <a:pt x="5" y="247"/>
                  </a:cubicBezTo>
                  <a:cubicBezTo>
                    <a:pt x="5" y="251"/>
                    <a:pt x="0" y="256"/>
                    <a:pt x="0" y="265"/>
                  </a:cubicBezTo>
                  <a:lnTo>
                    <a:pt x="303" y="265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16"/>
            <p:cNvSpPr/>
            <p:nvPr/>
          </p:nvSpPr>
          <p:spPr>
            <a:xfrm rot="10800000">
              <a:off x="412706" y="270893"/>
              <a:ext cx="38212" cy="51250"/>
            </a:xfrm>
            <a:custGeom>
              <a:rect b="b" l="l" r="r" t="t"/>
              <a:pathLst>
                <a:path extrusionOk="0" h="599" w="600">
                  <a:moveTo>
                    <a:pt x="298" y="0"/>
                  </a:moveTo>
                  <a:cubicBezTo>
                    <a:pt x="133" y="0"/>
                    <a:pt x="1" y="132"/>
                    <a:pt x="1" y="297"/>
                  </a:cubicBezTo>
                  <a:cubicBezTo>
                    <a:pt x="1" y="462"/>
                    <a:pt x="133" y="599"/>
                    <a:pt x="298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2"/>
                    <a:pt x="462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16"/>
            <p:cNvSpPr/>
            <p:nvPr/>
          </p:nvSpPr>
          <p:spPr>
            <a:xfrm rot="10800000">
              <a:off x="476392" y="211087"/>
              <a:ext cx="18979" cy="26010"/>
            </a:xfrm>
            <a:custGeom>
              <a:rect b="b" l="l" r="r" t="t"/>
              <a:pathLst>
                <a:path extrusionOk="0" h="304" w="298">
                  <a:moveTo>
                    <a:pt x="0" y="1"/>
                  </a:moveTo>
                  <a:lnTo>
                    <a:pt x="0" y="303"/>
                  </a:lnTo>
                  <a:lnTo>
                    <a:pt x="298" y="303"/>
                  </a:lnTo>
                  <a:cubicBezTo>
                    <a:pt x="298" y="138"/>
                    <a:pt x="16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16"/>
            <p:cNvSpPr/>
            <p:nvPr/>
          </p:nvSpPr>
          <p:spPr>
            <a:xfrm rot="10800000">
              <a:off x="368254" y="211087"/>
              <a:ext cx="19297" cy="26010"/>
            </a:xfrm>
            <a:custGeom>
              <a:rect b="b" l="l" r="r" t="t"/>
              <a:pathLst>
                <a:path extrusionOk="0" h="304" w="303">
                  <a:moveTo>
                    <a:pt x="303" y="1"/>
                  </a:moveTo>
                  <a:cubicBezTo>
                    <a:pt x="137" y="1"/>
                    <a:pt x="0" y="138"/>
                    <a:pt x="0" y="303"/>
                  </a:cubicBezTo>
                  <a:lnTo>
                    <a:pt x="303" y="30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16"/>
            <p:cNvSpPr/>
            <p:nvPr/>
          </p:nvSpPr>
          <p:spPr>
            <a:xfrm rot="10800000">
              <a:off x="368254" y="356367"/>
              <a:ext cx="19297" cy="25582"/>
            </a:xfrm>
            <a:custGeom>
              <a:rect b="b" l="l" r="r" t="t"/>
              <a:pathLst>
                <a:path extrusionOk="0" h="299" w="303">
                  <a:moveTo>
                    <a:pt x="0" y="1"/>
                  </a:moveTo>
                  <a:cubicBezTo>
                    <a:pt x="0" y="166"/>
                    <a:pt x="137" y="298"/>
                    <a:pt x="303" y="298"/>
                  </a:cubicBezTo>
                  <a:lnTo>
                    <a:pt x="3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16"/>
            <p:cNvSpPr/>
            <p:nvPr/>
          </p:nvSpPr>
          <p:spPr>
            <a:xfrm rot="10800000">
              <a:off x="412706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8" y="0"/>
                  </a:moveTo>
                  <a:cubicBezTo>
                    <a:pt x="133" y="0"/>
                    <a:pt x="1" y="133"/>
                    <a:pt x="1" y="298"/>
                  </a:cubicBezTo>
                  <a:cubicBezTo>
                    <a:pt x="1" y="463"/>
                    <a:pt x="133" y="600"/>
                    <a:pt x="298" y="600"/>
                  </a:cubicBezTo>
                  <a:cubicBezTo>
                    <a:pt x="462" y="600"/>
                    <a:pt x="599" y="463"/>
                    <a:pt x="599" y="298"/>
                  </a:cubicBezTo>
                  <a:cubicBezTo>
                    <a:pt x="599" y="133"/>
                    <a:pt x="462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16"/>
            <p:cNvSpPr/>
            <p:nvPr/>
          </p:nvSpPr>
          <p:spPr>
            <a:xfrm rot="10800000">
              <a:off x="476392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0" y="0"/>
                  </a:moveTo>
                  <a:lnTo>
                    <a:pt x="0" y="297"/>
                  </a:lnTo>
                  <a:cubicBezTo>
                    <a:pt x="166" y="297"/>
                    <a:pt x="298" y="165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16"/>
            <p:cNvSpPr/>
            <p:nvPr/>
          </p:nvSpPr>
          <p:spPr>
            <a:xfrm rot="10800000">
              <a:off x="368254" y="40482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303" y="0"/>
                  </a:moveTo>
                  <a:cubicBezTo>
                    <a:pt x="137" y="0"/>
                    <a:pt x="0" y="136"/>
                    <a:pt x="0" y="301"/>
                  </a:cubicBezTo>
                  <a:lnTo>
                    <a:pt x="303" y="301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16"/>
            <p:cNvSpPr/>
            <p:nvPr/>
          </p:nvSpPr>
          <p:spPr>
            <a:xfrm rot="10800000">
              <a:off x="476392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0" y="0"/>
                  </a:moveTo>
                  <a:lnTo>
                    <a:pt x="0" y="301"/>
                  </a:lnTo>
                  <a:lnTo>
                    <a:pt x="298" y="301"/>
                  </a:lnTo>
                  <a:cubicBezTo>
                    <a:pt x="298" y="136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16"/>
            <p:cNvSpPr/>
            <p:nvPr/>
          </p:nvSpPr>
          <p:spPr>
            <a:xfrm rot="10800000">
              <a:off x="368254" y="185762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cubicBezTo>
                    <a:pt x="0" y="165"/>
                    <a:pt x="137" y="297"/>
                    <a:pt x="303" y="297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16"/>
            <p:cNvSpPr/>
            <p:nvPr/>
          </p:nvSpPr>
          <p:spPr>
            <a:xfrm rot="10800000">
              <a:off x="368254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0" y="0"/>
                  </a:moveTo>
                  <a:cubicBezTo>
                    <a:pt x="0" y="166"/>
                    <a:pt x="137" y="298"/>
                    <a:pt x="303" y="298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16"/>
            <p:cNvSpPr/>
            <p:nvPr/>
          </p:nvSpPr>
          <p:spPr>
            <a:xfrm rot="10800000">
              <a:off x="412706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8" y="1"/>
                  </a:moveTo>
                  <a:cubicBezTo>
                    <a:pt x="133" y="1"/>
                    <a:pt x="1" y="133"/>
                    <a:pt x="1" y="297"/>
                  </a:cubicBezTo>
                  <a:cubicBezTo>
                    <a:pt x="1" y="462"/>
                    <a:pt x="133" y="599"/>
                    <a:pt x="298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3"/>
                    <a:pt x="462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16"/>
            <p:cNvSpPr/>
            <p:nvPr/>
          </p:nvSpPr>
          <p:spPr>
            <a:xfrm rot="10800000">
              <a:off x="476392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0" y="0"/>
                  </a:moveTo>
                  <a:lnTo>
                    <a:pt x="0" y="298"/>
                  </a:lnTo>
                  <a:cubicBezTo>
                    <a:pt x="166" y="298"/>
                    <a:pt x="298" y="166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16"/>
            <p:cNvSpPr/>
            <p:nvPr/>
          </p:nvSpPr>
          <p:spPr>
            <a:xfrm rot="10800000">
              <a:off x="495306" y="211087"/>
              <a:ext cx="19234" cy="26010"/>
            </a:xfrm>
            <a:custGeom>
              <a:rect b="b" l="l" r="r" t="t"/>
              <a:pathLst>
                <a:path extrusionOk="0" h="304" w="302">
                  <a:moveTo>
                    <a:pt x="301" y="1"/>
                  </a:moveTo>
                  <a:cubicBezTo>
                    <a:pt x="137" y="1"/>
                    <a:pt x="0" y="138"/>
                    <a:pt x="0" y="303"/>
                  </a:cubicBezTo>
                  <a:lnTo>
                    <a:pt x="301" y="303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16"/>
            <p:cNvSpPr/>
            <p:nvPr/>
          </p:nvSpPr>
          <p:spPr>
            <a:xfrm rot="10800000">
              <a:off x="603444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1" y="0"/>
                  </a:moveTo>
                  <a:lnTo>
                    <a:pt x="1" y="301"/>
                  </a:lnTo>
                  <a:lnTo>
                    <a:pt x="302" y="301"/>
                  </a:lnTo>
                  <a:cubicBezTo>
                    <a:pt x="302" y="136"/>
                    <a:pt x="170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16"/>
            <p:cNvSpPr/>
            <p:nvPr/>
          </p:nvSpPr>
          <p:spPr>
            <a:xfrm rot="10800000">
              <a:off x="495306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1" y="0"/>
                  </a:moveTo>
                  <a:cubicBezTo>
                    <a:pt x="137" y="0"/>
                    <a:pt x="0" y="136"/>
                    <a:pt x="0" y="301"/>
                  </a:cubicBezTo>
                  <a:lnTo>
                    <a:pt x="301" y="301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16"/>
            <p:cNvSpPr/>
            <p:nvPr/>
          </p:nvSpPr>
          <p:spPr>
            <a:xfrm rot="10800000">
              <a:off x="495306" y="185762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0" y="0"/>
                  </a:moveTo>
                  <a:cubicBezTo>
                    <a:pt x="0" y="165"/>
                    <a:pt x="137" y="297"/>
                    <a:pt x="301" y="297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16"/>
            <p:cNvSpPr/>
            <p:nvPr/>
          </p:nvSpPr>
          <p:spPr>
            <a:xfrm rot="10800000">
              <a:off x="539695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7" y="0"/>
                  </a:moveTo>
                  <a:cubicBezTo>
                    <a:pt x="132" y="0"/>
                    <a:pt x="0" y="133"/>
                    <a:pt x="0" y="298"/>
                  </a:cubicBezTo>
                  <a:cubicBezTo>
                    <a:pt x="0" y="463"/>
                    <a:pt x="132" y="600"/>
                    <a:pt x="297" y="600"/>
                  </a:cubicBezTo>
                  <a:cubicBezTo>
                    <a:pt x="462" y="600"/>
                    <a:pt x="599" y="463"/>
                    <a:pt x="599" y="298"/>
                  </a:cubicBezTo>
                  <a:cubicBezTo>
                    <a:pt x="599" y="133"/>
                    <a:pt x="462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16"/>
            <p:cNvSpPr/>
            <p:nvPr/>
          </p:nvSpPr>
          <p:spPr>
            <a:xfrm rot="10800000">
              <a:off x="495306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0" y="0"/>
                  </a:moveTo>
                  <a:cubicBezTo>
                    <a:pt x="0" y="166"/>
                    <a:pt x="137" y="298"/>
                    <a:pt x="301" y="29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16"/>
            <p:cNvSpPr/>
            <p:nvPr/>
          </p:nvSpPr>
          <p:spPr>
            <a:xfrm rot="10800000">
              <a:off x="603444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1" y="0"/>
                  </a:moveTo>
                  <a:lnTo>
                    <a:pt x="1" y="298"/>
                  </a:lnTo>
                  <a:cubicBezTo>
                    <a:pt x="170" y="298"/>
                    <a:pt x="302" y="166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6"/>
            <p:cNvSpPr/>
            <p:nvPr/>
          </p:nvSpPr>
          <p:spPr>
            <a:xfrm rot="10800000">
              <a:off x="539695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7" y="1"/>
                  </a:moveTo>
                  <a:cubicBezTo>
                    <a:pt x="132" y="1"/>
                    <a:pt x="0" y="133"/>
                    <a:pt x="0" y="297"/>
                  </a:cubicBezTo>
                  <a:cubicBezTo>
                    <a:pt x="0" y="462"/>
                    <a:pt x="132" y="599"/>
                    <a:pt x="297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3"/>
                    <a:pt x="462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6"/>
            <p:cNvSpPr/>
            <p:nvPr/>
          </p:nvSpPr>
          <p:spPr>
            <a:xfrm rot="10800000">
              <a:off x="667065" y="100117"/>
              <a:ext cx="37639" cy="40470"/>
            </a:xfrm>
            <a:custGeom>
              <a:rect b="b" l="l" r="r" t="t"/>
              <a:pathLst>
                <a:path extrusionOk="0" h="473" w="591">
                  <a:moveTo>
                    <a:pt x="534" y="0"/>
                  </a:moveTo>
                  <a:cubicBezTo>
                    <a:pt x="359" y="76"/>
                    <a:pt x="181" y="142"/>
                    <a:pt x="1" y="207"/>
                  </a:cubicBezTo>
                  <a:cubicBezTo>
                    <a:pt x="20" y="353"/>
                    <a:pt x="142" y="472"/>
                    <a:pt x="294" y="472"/>
                  </a:cubicBezTo>
                  <a:cubicBezTo>
                    <a:pt x="458" y="472"/>
                    <a:pt x="590" y="335"/>
                    <a:pt x="590" y="170"/>
                  </a:cubicBezTo>
                  <a:cubicBezTo>
                    <a:pt x="590" y="104"/>
                    <a:pt x="566" y="48"/>
                    <a:pt x="5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6"/>
            <p:cNvSpPr/>
            <p:nvPr/>
          </p:nvSpPr>
          <p:spPr>
            <a:xfrm rot="10800000">
              <a:off x="730433" y="40482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0"/>
                  </a:moveTo>
                  <a:lnTo>
                    <a:pt x="0" y="301"/>
                  </a:lnTo>
                  <a:lnTo>
                    <a:pt x="302" y="301"/>
                  </a:lnTo>
                  <a:cubicBezTo>
                    <a:pt x="302" y="136"/>
                    <a:pt x="16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6"/>
            <p:cNvSpPr/>
            <p:nvPr/>
          </p:nvSpPr>
          <p:spPr>
            <a:xfrm rot="10800000">
              <a:off x="622614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299" y="0"/>
                  </a:moveTo>
                  <a:cubicBezTo>
                    <a:pt x="133" y="0"/>
                    <a:pt x="1" y="136"/>
                    <a:pt x="1" y="301"/>
                  </a:cubicBezTo>
                  <a:lnTo>
                    <a:pt x="299" y="30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6"/>
            <p:cNvSpPr/>
            <p:nvPr/>
          </p:nvSpPr>
          <p:spPr>
            <a:xfrm rot="10800000">
              <a:off x="730433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0" y="0"/>
                  </a:moveTo>
                  <a:lnTo>
                    <a:pt x="0" y="298"/>
                  </a:lnTo>
                  <a:cubicBezTo>
                    <a:pt x="165" y="298"/>
                    <a:pt x="302" y="166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6"/>
            <p:cNvSpPr/>
            <p:nvPr/>
          </p:nvSpPr>
          <p:spPr>
            <a:xfrm rot="10800000">
              <a:off x="667065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3" y="1"/>
                  </a:moveTo>
                  <a:cubicBezTo>
                    <a:pt x="137" y="1"/>
                    <a:pt x="0" y="133"/>
                    <a:pt x="0" y="297"/>
                  </a:cubicBezTo>
                  <a:cubicBezTo>
                    <a:pt x="0" y="462"/>
                    <a:pt x="137" y="599"/>
                    <a:pt x="303" y="599"/>
                  </a:cubicBezTo>
                  <a:cubicBezTo>
                    <a:pt x="467" y="599"/>
                    <a:pt x="599" y="462"/>
                    <a:pt x="599" y="297"/>
                  </a:cubicBezTo>
                  <a:cubicBezTo>
                    <a:pt x="599" y="133"/>
                    <a:pt x="467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16"/>
            <p:cNvSpPr/>
            <p:nvPr/>
          </p:nvSpPr>
          <p:spPr>
            <a:xfrm rot="10800000">
              <a:off x="622614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1" y="0"/>
                  </a:moveTo>
                  <a:cubicBezTo>
                    <a:pt x="1" y="166"/>
                    <a:pt x="133" y="298"/>
                    <a:pt x="299" y="298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16"/>
            <p:cNvSpPr/>
            <p:nvPr/>
          </p:nvSpPr>
          <p:spPr>
            <a:xfrm rot="10800000">
              <a:off x="749666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297" y="0"/>
                  </a:moveTo>
                  <a:cubicBezTo>
                    <a:pt x="132" y="0"/>
                    <a:pt x="1" y="136"/>
                    <a:pt x="1" y="301"/>
                  </a:cubicBezTo>
                  <a:lnTo>
                    <a:pt x="297" y="30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6"/>
            <p:cNvSpPr/>
            <p:nvPr/>
          </p:nvSpPr>
          <p:spPr>
            <a:xfrm rot="10800000">
              <a:off x="857549" y="40482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19" y="1"/>
                  </a:moveTo>
                  <a:cubicBezTo>
                    <a:pt x="15" y="1"/>
                    <a:pt x="5" y="1"/>
                    <a:pt x="1" y="5"/>
                  </a:cubicBezTo>
                  <a:lnTo>
                    <a:pt x="1" y="297"/>
                  </a:lnTo>
                  <a:lnTo>
                    <a:pt x="302" y="297"/>
                  </a:lnTo>
                  <a:cubicBezTo>
                    <a:pt x="302" y="138"/>
                    <a:pt x="175" y="10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6"/>
            <p:cNvSpPr/>
            <p:nvPr/>
          </p:nvSpPr>
          <p:spPr>
            <a:xfrm rot="10800000">
              <a:off x="857549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302" y="166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6"/>
            <p:cNvSpPr/>
            <p:nvPr/>
          </p:nvSpPr>
          <p:spPr>
            <a:xfrm rot="10800000">
              <a:off x="749666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1" y="0"/>
                  </a:moveTo>
                  <a:cubicBezTo>
                    <a:pt x="1" y="166"/>
                    <a:pt x="132" y="298"/>
                    <a:pt x="297" y="298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6"/>
            <p:cNvSpPr/>
            <p:nvPr/>
          </p:nvSpPr>
          <p:spPr>
            <a:xfrm rot="10800000">
              <a:off x="794118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2" y="1"/>
                  </a:moveTo>
                  <a:cubicBezTo>
                    <a:pt x="137" y="1"/>
                    <a:pt x="0" y="133"/>
                    <a:pt x="0" y="297"/>
                  </a:cubicBezTo>
                  <a:cubicBezTo>
                    <a:pt x="0" y="462"/>
                    <a:pt x="137" y="599"/>
                    <a:pt x="302" y="599"/>
                  </a:cubicBezTo>
                  <a:cubicBezTo>
                    <a:pt x="468" y="599"/>
                    <a:pt x="600" y="462"/>
                    <a:pt x="600" y="297"/>
                  </a:cubicBezTo>
                  <a:cubicBezTo>
                    <a:pt x="600" y="133"/>
                    <a:pt x="468" y="1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6"/>
            <p:cNvSpPr/>
            <p:nvPr/>
          </p:nvSpPr>
          <p:spPr>
            <a:xfrm rot="10800000">
              <a:off x="876718" y="40482"/>
              <a:ext cx="18979" cy="25069"/>
            </a:xfrm>
            <a:custGeom>
              <a:rect b="b" l="l" r="r" t="t"/>
              <a:pathLst>
                <a:path extrusionOk="0" h="293" w="298">
                  <a:moveTo>
                    <a:pt x="298" y="0"/>
                  </a:moveTo>
                  <a:cubicBezTo>
                    <a:pt x="270" y="0"/>
                    <a:pt x="237" y="9"/>
                    <a:pt x="203" y="9"/>
                  </a:cubicBezTo>
                  <a:cubicBezTo>
                    <a:pt x="85" y="52"/>
                    <a:pt x="0" y="161"/>
                    <a:pt x="0" y="292"/>
                  </a:cubicBezTo>
                  <a:lnTo>
                    <a:pt x="298" y="2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6"/>
            <p:cNvSpPr/>
            <p:nvPr/>
          </p:nvSpPr>
          <p:spPr>
            <a:xfrm rot="10800000">
              <a:off x="984538" y="40482"/>
              <a:ext cx="19297" cy="16171"/>
            </a:xfrm>
            <a:custGeom>
              <a:rect b="b" l="l" r="r" t="t"/>
              <a:pathLst>
                <a:path extrusionOk="0" h="189" w="303">
                  <a:moveTo>
                    <a:pt x="1" y="0"/>
                  </a:moveTo>
                  <a:lnTo>
                    <a:pt x="1" y="188"/>
                  </a:lnTo>
                  <a:lnTo>
                    <a:pt x="303" y="188"/>
                  </a:lnTo>
                  <a:cubicBezTo>
                    <a:pt x="303" y="114"/>
                    <a:pt x="274" y="51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6"/>
            <p:cNvSpPr/>
            <p:nvPr/>
          </p:nvSpPr>
          <p:spPr>
            <a:xfrm rot="10800000">
              <a:off x="921170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3" y="1"/>
                  </a:moveTo>
                  <a:cubicBezTo>
                    <a:pt x="138" y="1"/>
                    <a:pt x="1" y="133"/>
                    <a:pt x="1" y="297"/>
                  </a:cubicBezTo>
                  <a:cubicBezTo>
                    <a:pt x="1" y="462"/>
                    <a:pt x="138" y="599"/>
                    <a:pt x="303" y="599"/>
                  </a:cubicBezTo>
                  <a:cubicBezTo>
                    <a:pt x="467" y="599"/>
                    <a:pt x="600" y="462"/>
                    <a:pt x="600" y="297"/>
                  </a:cubicBezTo>
                  <a:cubicBezTo>
                    <a:pt x="600" y="133"/>
                    <a:pt x="467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6"/>
            <p:cNvSpPr/>
            <p:nvPr/>
          </p:nvSpPr>
          <p:spPr>
            <a:xfrm rot="10800000">
              <a:off x="876718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0" y="0"/>
                  </a:moveTo>
                  <a:cubicBezTo>
                    <a:pt x="0" y="166"/>
                    <a:pt x="133" y="298"/>
                    <a:pt x="298" y="29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6"/>
            <p:cNvSpPr/>
            <p:nvPr/>
          </p:nvSpPr>
          <p:spPr>
            <a:xfrm rot="10800000">
              <a:off x="984538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303" y="166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6"/>
            <p:cNvSpPr/>
            <p:nvPr/>
          </p:nvSpPr>
          <p:spPr>
            <a:xfrm rot="10800000">
              <a:off x="1003771" y="40482"/>
              <a:ext cx="18915" cy="16684"/>
            </a:xfrm>
            <a:custGeom>
              <a:rect b="b" l="l" r="r" t="t"/>
              <a:pathLst>
                <a:path extrusionOk="0" h="195" w="297">
                  <a:moveTo>
                    <a:pt x="75" y="1"/>
                  </a:moveTo>
                  <a:cubicBezTo>
                    <a:pt x="28" y="53"/>
                    <a:pt x="0" y="120"/>
                    <a:pt x="0" y="194"/>
                  </a:cubicBezTo>
                  <a:lnTo>
                    <a:pt x="297" y="194"/>
                  </a:lnTo>
                  <a:lnTo>
                    <a:pt x="297" y="6"/>
                  </a:lnTo>
                  <a:cubicBezTo>
                    <a:pt x="222" y="6"/>
                    <a:pt x="151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6"/>
            <p:cNvSpPr/>
            <p:nvPr/>
          </p:nvSpPr>
          <p:spPr>
            <a:xfrm rot="10800000">
              <a:off x="1111590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0" y="0"/>
                  </a:moveTo>
                  <a:lnTo>
                    <a:pt x="0" y="301"/>
                  </a:lnTo>
                  <a:lnTo>
                    <a:pt x="301" y="301"/>
                  </a:lnTo>
                  <a:cubicBezTo>
                    <a:pt x="301" y="136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6"/>
            <p:cNvSpPr/>
            <p:nvPr/>
          </p:nvSpPr>
          <p:spPr>
            <a:xfrm rot="10800000">
              <a:off x="1048159" y="-70488"/>
              <a:ext cx="38276" cy="51336"/>
            </a:xfrm>
            <a:custGeom>
              <a:rect b="b" l="l" r="r" t="t"/>
              <a:pathLst>
                <a:path extrusionOk="0" h="600" w="601">
                  <a:moveTo>
                    <a:pt x="303" y="1"/>
                  </a:moveTo>
                  <a:cubicBezTo>
                    <a:pt x="137" y="1"/>
                    <a:pt x="1" y="133"/>
                    <a:pt x="1" y="297"/>
                  </a:cubicBezTo>
                  <a:cubicBezTo>
                    <a:pt x="1" y="462"/>
                    <a:pt x="137" y="599"/>
                    <a:pt x="303" y="599"/>
                  </a:cubicBezTo>
                  <a:cubicBezTo>
                    <a:pt x="468" y="599"/>
                    <a:pt x="600" y="462"/>
                    <a:pt x="600" y="297"/>
                  </a:cubicBezTo>
                  <a:cubicBezTo>
                    <a:pt x="600" y="133"/>
                    <a:pt x="468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6"/>
            <p:cNvSpPr/>
            <p:nvPr/>
          </p:nvSpPr>
          <p:spPr>
            <a:xfrm rot="10800000">
              <a:off x="1003771" y="15071"/>
              <a:ext cx="18915" cy="25497"/>
            </a:xfrm>
            <a:custGeom>
              <a:rect b="b" l="l" r="r" t="t"/>
              <a:pathLst>
                <a:path extrusionOk="0" h="298" w="297">
                  <a:moveTo>
                    <a:pt x="0" y="0"/>
                  </a:moveTo>
                  <a:cubicBezTo>
                    <a:pt x="0" y="166"/>
                    <a:pt x="131" y="298"/>
                    <a:pt x="297" y="298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6"/>
            <p:cNvSpPr/>
            <p:nvPr/>
          </p:nvSpPr>
          <p:spPr>
            <a:xfrm rot="10800000">
              <a:off x="1111590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0" y="0"/>
                  </a:moveTo>
                  <a:lnTo>
                    <a:pt x="0" y="298"/>
                  </a:lnTo>
                  <a:cubicBezTo>
                    <a:pt x="166" y="298"/>
                    <a:pt x="301" y="166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6"/>
            <p:cNvSpPr/>
            <p:nvPr/>
          </p:nvSpPr>
          <p:spPr>
            <a:xfrm rot="10800000">
              <a:off x="1130760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298" y="0"/>
                  </a:moveTo>
                  <a:cubicBezTo>
                    <a:pt x="133" y="0"/>
                    <a:pt x="1" y="136"/>
                    <a:pt x="1" y="301"/>
                  </a:cubicBezTo>
                  <a:lnTo>
                    <a:pt x="298" y="301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6"/>
            <p:cNvSpPr/>
            <p:nvPr/>
          </p:nvSpPr>
          <p:spPr>
            <a:xfrm rot="10800000">
              <a:off x="1238579" y="40482"/>
              <a:ext cx="19361" cy="25839"/>
            </a:xfrm>
            <a:custGeom>
              <a:rect b="b" l="l" r="r" t="t"/>
              <a:pathLst>
                <a:path extrusionOk="0" h="302" w="304">
                  <a:moveTo>
                    <a:pt x="1" y="0"/>
                  </a:moveTo>
                  <a:lnTo>
                    <a:pt x="1" y="301"/>
                  </a:lnTo>
                  <a:lnTo>
                    <a:pt x="303" y="301"/>
                  </a:lnTo>
                  <a:cubicBezTo>
                    <a:pt x="303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6"/>
            <p:cNvSpPr/>
            <p:nvPr/>
          </p:nvSpPr>
          <p:spPr>
            <a:xfrm rot="10800000">
              <a:off x="1175275" y="-70488"/>
              <a:ext cx="38149" cy="51336"/>
            </a:xfrm>
            <a:custGeom>
              <a:rect b="b" l="l" r="r" t="t"/>
              <a:pathLst>
                <a:path extrusionOk="0" h="600" w="599">
                  <a:moveTo>
                    <a:pt x="302" y="1"/>
                  </a:moveTo>
                  <a:cubicBezTo>
                    <a:pt x="137" y="1"/>
                    <a:pt x="0" y="133"/>
                    <a:pt x="0" y="297"/>
                  </a:cubicBezTo>
                  <a:cubicBezTo>
                    <a:pt x="0" y="462"/>
                    <a:pt x="137" y="599"/>
                    <a:pt x="302" y="599"/>
                  </a:cubicBezTo>
                  <a:cubicBezTo>
                    <a:pt x="467" y="599"/>
                    <a:pt x="599" y="462"/>
                    <a:pt x="599" y="297"/>
                  </a:cubicBezTo>
                  <a:cubicBezTo>
                    <a:pt x="599" y="133"/>
                    <a:pt x="467" y="1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6"/>
            <p:cNvSpPr/>
            <p:nvPr/>
          </p:nvSpPr>
          <p:spPr>
            <a:xfrm rot="10800000">
              <a:off x="1130760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1" y="0"/>
                  </a:moveTo>
                  <a:cubicBezTo>
                    <a:pt x="1" y="166"/>
                    <a:pt x="133" y="298"/>
                    <a:pt x="298" y="29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6"/>
            <p:cNvSpPr/>
            <p:nvPr/>
          </p:nvSpPr>
          <p:spPr>
            <a:xfrm rot="10800000">
              <a:off x="1238579" y="15071"/>
              <a:ext cx="19361" cy="25497"/>
            </a:xfrm>
            <a:custGeom>
              <a:rect b="b" l="l" r="r" t="t"/>
              <a:pathLst>
                <a:path extrusionOk="0" h="298" w="304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303" y="166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16"/>
            <p:cNvSpPr/>
            <p:nvPr/>
          </p:nvSpPr>
          <p:spPr>
            <a:xfrm rot="10800000">
              <a:off x="1365950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1" y="0"/>
                  </a:moveTo>
                  <a:lnTo>
                    <a:pt x="1" y="301"/>
                  </a:lnTo>
                  <a:lnTo>
                    <a:pt x="297" y="301"/>
                  </a:lnTo>
                  <a:cubicBezTo>
                    <a:pt x="297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16"/>
            <p:cNvSpPr/>
            <p:nvPr/>
          </p:nvSpPr>
          <p:spPr>
            <a:xfrm rot="10800000">
              <a:off x="1257876" y="40482"/>
              <a:ext cx="18915" cy="25839"/>
            </a:xfrm>
            <a:custGeom>
              <a:rect b="b" l="l" r="r" t="t"/>
              <a:pathLst>
                <a:path extrusionOk="0" h="302" w="297">
                  <a:moveTo>
                    <a:pt x="297" y="0"/>
                  </a:moveTo>
                  <a:cubicBezTo>
                    <a:pt x="132" y="0"/>
                    <a:pt x="0" y="136"/>
                    <a:pt x="0" y="301"/>
                  </a:cubicBezTo>
                  <a:lnTo>
                    <a:pt x="297" y="30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16"/>
            <p:cNvSpPr/>
            <p:nvPr/>
          </p:nvSpPr>
          <p:spPr>
            <a:xfrm rot="10800000">
              <a:off x="1306531" y="100117"/>
              <a:ext cx="33054" cy="20363"/>
            </a:xfrm>
            <a:custGeom>
              <a:rect b="b" l="l" r="r" t="t"/>
              <a:pathLst>
                <a:path extrusionOk="0" h="238" w="519">
                  <a:moveTo>
                    <a:pt x="1" y="1"/>
                  </a:moveTo>
                  <a:lnTo>
                    <a:pt x="1" y="1"/>
                  </a:lnTo>
                  <a:cubicBezTo>
                    <a:pt x="29" y="133"/>
                    <a:pt x="142" y="237"/>
                    <a:pt x="288" y="237"/>
                  </a:cubicBezTo>
                  <a:cubicBezTo>
                    <a:pt x="382" y="237"/>
                    <a:pt x="462" y="190"/>
                    <a:pt x="519" y="118"/>
                  </a:cubicBezTo>
                  <a:cubicBezTo>
                    <a:pt x="345" y="81"/>
                    <a:pt x="170" y="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16"/>
            <p:cNvSpPr/>
            <p:nvPr/>
          </p:nvSpPr>
          <p:spPr>
            <a:xfrm rot="10800000">
              <a:off x="1302264" y="-70488"/>
              <a:ext cx="38276" cy="51336"/>
            </a:xfrm>
            <a:custGeom>
              <a:rect b="b" l="l" r="r" t="t"/>
              <a:pathLst>
                <a:path extrusionOk="0" h="600" w="601">
                  <a:moveTo>
                    <a:pt x="303" y="1"/>
                  </a:moveTo>
                  <a:cubicBezTo>
                    <a:pt x="133" y="1"/>
                    <a:pt x="1" y="133"/>
                    <a:pt x="1" y="297"/>
                  </a:cubicBezTo>
                  <a:cubicBezTo>
                    <a:pt x="1" y="462"/>
                    <a:pt x="133" y="599"/>
                    <a:pt x="303" y="599"/>
                  </a:cubicBezTo>
                  <a:cubicBezTo>
                    <a:pt x="468" y="599"/>
                    <a:pt x="601" y="462"/>
                    <a:pt x="601" y="297"/>
                  </a:cubicBezTo>
                  <a:cubicBezTo>
                    <a:pt x="601" y="133"/>
                    <a:pt x="468" y="1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16"/>
            <p:cNvSpPr/>
            <p:nvPr/>
          </p:nvSpPr>
          <p:spPr>
            <a:xfrm rot="10800000">
              <a:off x="1257876" y="15071"/>
              <a:ext cx="18915" cy="25497"/>
            </a:xfrm>
            <a:custGeom>
              <a:rect b="b" l="l" r="r" t="t"/>
              <a:pathLst>
                <a:path extrusionOk="0" h="298" w="297">
                  <a:moveTo>
                    <a:pt x="0" y="0"/>
                  </a:moveTo>
                  <a:cubicBezTo>
                    <a:pt x="0" y="166"/>
                    <a:pt x="132" y="298"/>
                    <a:pt x="297" y="298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6"/>
            <p:cNvSpPr/>
            <p:nvPr/>
          </p:nvSpPr>
          <p:spPr>
            <a:xfrm rot="10800000">
              <a:off x="1365950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6"/>
            <p:cNvSpPr/>
            <p:nvPr/>
          </p:nvSpPr>
          <p:spPr>
            <a:xfrm rot="10800000">
              <a:off x="1384865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298" y="0"/>
                  </a:moveTo>
                  <a:cubicBezTo>
                    <a:pt x="132" y="0"/>
                    <a:pt x="0" y="136"/>
                    <a:pt x="0" y="301"/>
                  </a:cubicBezTo>
                  <a:lnTo>
                    <a:pt x="298" y="301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6"/>
            <p:cNvSpPr/>
            <p:nvPr/>
          </p:nvSpPr>
          <p:spPr>
            <a:xfrm rot="10800000">
              <a:off x="1492939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0" y="0"/>
                  </a:moveTo>
                  <a:lnTo>
                    <a:pt x="0" y="301"/>
                  </a:lnTo>
                  <a:lnTo>
                    <a:pt x="298" y="301"/>
                  </a:lnTo>
                  <a:cubicBezTo>
                    <a:pt x="298" y="136"/>
                    <a:pt x="166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6"/>
            <p:cNvSpPr/>
            <p:nvPr/>
          </p:nvSpPr>
          <p:spPr>
            <a:xfrm rot="10800000">
              <a:off x="1429317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7" y="0"/>
                  </a:moveTo>
                  <a:cubicBezTo>
                    <a:pt x="133" y="0"/>
                    <a:pt x="1" y="133"/>
                    <a:pt x="1" y="298"/>
                  </a:cubicBezTo>
                  <a:cubicBezTo>
                    <a:pt x="1" y="463"/>
                    <a:pt x="133" y="600"/>
                    <a:pt x="297" y="600"/>
                  </a:cubicBezTo>
                  <a:cubicBezTo>
                    <a:pt x="462" y="600"/>
                    <a:pt x="599" y="463"/>
                    <a:pt x="599" y="298"/>
                  </a:cubicBezTo>
                  <a:cubicBezTo>
                    <a:pt x="599" y="133"/>
                    <a:pt x="462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6"/>
            <p:cNvSpPr/>
            <p:nvPr/>
          </p:nvSpPr>
          <p:spPr>
            <a:xfrm rot="10800000">
              <a:off x="1492939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0" y="0"/>
                  </a:moveTo>
                  <a:lnTo>
                    <a:pt x="0" y="298"/>
                  </a:lnTo>
                  <a:cubicBezTo>
                    <a:pt x="166" y="298"/>
                    <a:pt x="298" y="166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6"/>
            <p:cNvSpPr/>
            <p:nvPr/>
          </p:nvSpPr>
          <p:spPr>
            <a:xfrm rot="10800000">
              <a:off x="1384865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0" y="0"/>
                  </a:moveTo>
                  <a:cubicBezTo>
                    <a:pt x="0" y="166"/>
                    <a:pt x="132" y="298"/>
                    <a:pt x="298" y="29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6"/>
            <p:cNvSpPr/>
            <p:nvPr/>
          </p:nvSpPr>
          <p:spPr>
            <a:xfrm rot="10800000">
              <a:off x="1429317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7" y="1"/>
                  </a:moveTo>
                  <a:cubicBezTo>
                    <a:pt x="133" y="1"/>
                    <a:pt x="1" y="133"/>
                    <a:pt x="1" y="297"/>
                  </a:cubicBezTo>
                  <a:cubicBezTo>
                    <a:pt x="1" y="462"/>
                    <a:pt x="133" y="599"/>
                    <a:pt x="297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3"/>
                    <a:pt x="462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6"/>
            <p:cNvSpPr/>
            <p:nvPr/>
          </p:nvSpPr>
          <p:spPr>
            <a:xfrm rot="10800000">
              <a:off x="1620055" y="211088"/>
              <a:ext cx="18915" cy="7358"/>
            </a:xfrm>
            <a:custGeom>
              <a:rect b="b" l="l" r="r" t="t"/>
              <a:pathLst>
                <a:path extrusionOk="0" h="86" w="297">
                  <a:moveTo>
                    <a:pt x="0" y="0"/>
                  </a:moveTo>
                  <a:lnTo>
                    <a:pt x="0" y="85"/>
                  </a:lnTo>
                  <a:lnTo>
                    <a:pt x="297" y="85"/>
                  </a:lnTo>
                  <a:lnTo>
                    <a:pt x="297" y="70"/>
                  </a:lnTo>
                  <a:cubicBezTo>
                    <a:pt x="198" y="47"/>
                    <a:pt x="99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6"/>
            <p:cNvSpPr/>
            <p:nvPr/>
          </p:nvSpPr>
          <p:spPr>
            <a:xfrm rot="10800000">
              <a:off x="1511917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1" y="0"/>
                  </a:moveTo>
                  <a:cubicBezTo>
                    <a:pt x="136" y="0"/>
                    <a:pt x="0" y="136"/>
                    <a:pt x="0" y="301"/>
                  </a:cubicBezTo>
                  <a:lnTo>
                    <a:pt x="301" y="301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6"/>
            <p:cNvSpPr/>
            <p:nvPr/>
          </p:nvSpPr>
          <p:spPr>
            <a:xfrm rot="10800000">
              <a:off x="1620055" y="185762"/>
              <a:ext cx="18915" cy="25411"/>
            </a:xfrm>
            <a:custGeom>
              <a:rect b="b" l="l" r="r" t="t"/>
              <a:pathLst>
                <a:path extrusionOk="0" h="297" w="297">
                  <a:moveTo>
                    <a:pt x="0" y="0"/>
                  </a:moveTo>
                  <a:lnTo>
                    <a:pt x="0" y="297"/>
                  </a:lnTo>
                  <a:cubicBezTo>
                    <a:pt x="165" y="297"/>
                    <a:pt x="297" y="165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6"/>
            <p:cNvSpPr/>
            <p:nvPr/>
          </p:nvSpPr>
          <p:spPr>
            <a:xfrm rot="10800000">
              <a:off x="1556305" y="100117"/>
              <a:ext cx="38276" cy="51422"/>
            </a:xfrm>
            <a:custGeom>
              <a:rect b="b" l="l" r="r" t="t"/>
              <a:pathLst>
                <a:path extrusionOk="0" h="601" w="601">
                  <a:moveTo>
                    <a:pt x="298" y="0"/>
                  </a:moveTo>
                  <a:cubicBezTo>
                    <a:pt x="133" y="0"/>
                    <a:pt x="0" y="133"/>
                    <a:pt x="0" y="298"/>
                  </a:cubicBezTo>
                  <a:cubicBezTo>
                    <a:pt x="0" y="463"/>
                    <a:pt x="133" y="600"/>
                    <a:pt x="298" y="600"/>
                  </a:cubicBezTo>
                  <a:cubicBezTo>
                    <a:pt x="463" y="600"/>
                    <a:pt x="600" y="463"/>
                    <a:pt x="600" y="298"/>
                  </a:cubicBezTo>
                  <a:cubicBezTo>
                    <a:pt x="600" y="133"/>
                    <a:pt x="463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6"/>
            <p:cNvSpPr/>
            <p:nvPr/>
          </p:nvSpPr>
          <p:spPr>
            <a:xfrm rot="10800000">
              <a:off x="1620055" y="40482"/>
              <a:ext cx="18915" cy="25839"/>
            </a:xfrm>
            <a:custGeom>
              <a:rect b="b" l="l" r="r" t="t"/>
              <a:pathLst>
                <a:path extrusionOk="0" h="302" w="297">
                  <a:moveTo>
                    <a:pt x="0" y="0"/>
                  </a:moveTo>
                  <a:lnTo>
                    <a:pt x="0" y="301"/>
                  </a:lnTo>
                  <a:lnTo>
                    <a:pt x="297" y="301"/>
                  </a:lnTo>
                  <a:cubicBezTo>
                    <a:pt x="297" y="136"/>
                    <a:pt x="16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6"/>
            <p:cNvSpPr/>
            <p:nvPr/>
          </p:nvSpPr>
          <p:spPr>
            <a:xfrm rot="10800000">
              <a:off x="1620055" y="15071"/>
              <a:ext cx="18915" cy="25497"/>
            </a:xfrm>
            <a:custGeom>
              <a:rect b="b" l="l" r="r" t="t"/>
              <a:pathLst>
                <a:path extrusionOk="0" h="298" w="297">
                  <a:moveTo>
                    <a:pt x="0" y="0"/>
                  </a:moveTo>
                  <a:lnTo>
                    <a:pt x="0" y="298"/>
                  </a:lnTo>
                  <a:cubicBezTo>
                    <a:pt x="165" y="298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6"/>
            <p:cNvSpPr/>
            <p:nvPr/>
          </p:nvSpPr>
          <p:spPr>
            <a:xfrm rot="10800000">
              <a:off x="1556305" y="-70488"/>
              <a:ext cx="38276" cy="51336"/>
            </a:xfrm>
            <a:custGeom>
              <a:rect b="b" l="l" r="r" t="t"/>
              <a:pathLst>
                <a:path extrusionOk="0" h="600" w="601">
                  <a:moveTo>
                    <a:pt x="298" y="1"/>
                  </a:moveTo>
                  <a:cubicBezTo>
                    <a:pt x="133" y="1"/>
                    <a:pt x="0" y="133"/>
                    <a:pt x="0" y="297"/>
                  </a:cubicBezTo>
                  <a:cubicBezTo>
                    <a:pt x="0" y="462"/>
                    <a:pt x="133" y="599"/>
                    <a:pt x="298" y="599"/>
                  </a:cubicBezTo>
                  <a:cubicBezTo>
                    <a:pt x="463" y="599"/>
                    <a:pt x="600" y="462"/>
                    <a:pt x="600" y="297"/>
                  </a:cubicBezTo>
                  <a:cubicBezTo>
                    <a:pt x="600" y="133"/>
                    <a:pt x="463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6"/>
            <p:cNvSpPr/>
            <p:nvPr/>
          </p:nvSpPr>
          <p:spPr>
            <a:xfrm rot="10800000">
              <a:off x="1511917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0" y="0"/>
                  </a:moveTo>
                  <a:cubicBezTo>
                    <a:pt x="0" y="166"/>
                    <a:pt x="136" y="298"/>
                    <a:pt x="301" y="29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6"/>
            <p:cNvSpPr/>
            <p:nvPr/>
          </p:nvSpPr>
          <p:spPr>
            <a:xfrm rot="10800000">
              <a:off x="1638906" y="211088"/>
              <a:ext cx="19361" cy="12235"/>
            </a:xfrm>
            <a:custGeom>
              <a:rect b="b" l="l" r="r" t="t"/>
              <a:pathLst>
                <a:path extrusionOk="0" h="143" w="304">
                  <a:moveTo>
                    <a:pt x="44" y="1"/>
                  </a:moveTo>
                  <a:cubicBezTo>
                    <a:pt x="20" y="42"/>
                    <a:pt x="1" y="90"/>
                    <a:pt x="1" y="142"/>
                  </a:cubicBezTo>
                  <a:lnTo>
                    <a:pt x="303" y="142"/>
                  </a:lnTo>
                  <a:lnTo>
                    <a:pt x="303" y="57"/>
                  </a:lnTo>
                  <a:cubicBezTo>
                    <a:pt x="214" y="38"/>
                    <a:pt x="129" y="19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6"/>
            <p:cNvSpPr/>
            <p:nvPr/>
          </p:nvSpPr>
          <p:spPr>
            <a:xfrm rot="10800000">
              <a:off x="1747044" y="211087"/>
              <a:ext cx="19042" cy="26010"/>
            </a:xfrm>
            <a:custGeom>
              <a:rect b="b" l="l" r="r" t="t"/>
              <a:pathLst>
                <a:path extrusionOk="0" h="304" w="299">
                  <a:moveTo>
                    <a:pt x="1" y="1"/>
                  </a:moveTo>
                  <a:lnTo>
                    <a:pt x="1" y="303"/>
                  </a:lnTo>
                  <a:lnTo>
                    <a:pt x="298" y="303"/>
                  </a:lnTo>
                  <a:cubicBezTo>
                    <a:pt x="298" y="138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6"/>
            <p:cNvSpPr/>
            <p:nvPr/>
          </p:nvSpPr>
          <p:spPr>
            <a:xfrm rot="10800000">
              <a:off x="1747044" y="185762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8" y="165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6"/>
            <p:cNvSpPr/>
            <p:nvPr/>
          </p:nvSpPr>
          <p:spPr>
            <a:xfrm rot="10800000">
              <a:off x="1747044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1" y="0"/>
                  </a:moveTo>
                  <a:lnTo>
                    <a:pt x="1" y="301"/>
                  </a:lnTo>
                  <a:lnTo>
                    <a:pt x="298" y="301"/>
                  </a:lnTo>
                  <a:cubicBezTo>
                    <a:pt x="298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6"/>
            <p:cNvSpPr/>
            <p:nvPr/>
          </p:nvSpPr>
          <p:spPr>
            <a:xfrm rot="10800000">
              <a:off x="1638906" y="40482"/>
              <a:ext cx="19361" cy="25839"/>
            </a:xfrm>
            <a:custGeom>
              <a:rect b="b" l="l" r="r" t="t"/>
              <a:pathLst>
                <a:path extrusionOk="0" h="302" w="304">
                  <a:moveTo>
                    <a:pt x="303" y="0"/>
                  </a:moveTo>
                  <a:cubicBezTo>
                    <a:pt x="138" y="0"/>
                    <a:pt x="1" y="136"/>
                    <a:pt x="1" y="301"/>
                  </a:cubicBezTo>
                  <a:lnTo>
                    <a:pt x="303" y="301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6"/>
            <p:cNvSpPr/>
            <p:nvPr/>
          </p:nvSpPr>
          <p:spPr>
            <a:xfrm rot="10800000">
              <a:off x="1638906" y="185762"/>
              <a:ext cx="19361" cy="25411"/>
            </a:xfrm>
            <a:custGeom>
              <a:rect b="b" l="l" r="r" t="t"/>
              <a:pathLst>
                <a:path extrusionOk="0" h="297" w="304">
                  <a:moveTo>
                    <a:pt x="1" y="0"/>
                  </a:moveTo>
                  <a:cubicBezTo>
                    <a:pt x="1" y="165"/>
                    <a:pt x="138" y="297"/>
                    <a:pt x="303" y="297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6"/>
            <p:cNvSpPr/>
            <p:nvPr/>
          </p:nvSpPr>
          <p:spPr>
            <a:xfrm rot="10800000">
              <a:off x="1683422" y="100117"/>
              <a:ext cx="38149" cy="51422"/>
            </a:xfrm>
            <a:custGeom>
              <a:rect b="b" l="l" r="r" t="t"/>
              <a:pathLst>
                <a:path extrusionOk="0" h="601" w="599">
                  <a:moveTo>
                    <a:pt x="297" y="0"/>
                  </a:moveTo>
                  <a:cubicBezTo>
                    <a:pt x="133" y="0"/>
                    <a:pt x="0" y="133"/>
                    <a:pt x="0" y="298"/>
                  </a:cubicBezTo>
                  <a:cubicBezTo>
                    <a:pt x="0" y="463"/>
                    <a:pt x="133" y="600"/>
                    <a:pt x="297" y="600"/>
                  </a:cubicBezTo>
                  <a:cubicBezTo>
                    <a:pt x="462" y="600"/>
                    <a:pt x="599" y="463"/>
                    <a:pt x="599" y="298"/>
                  </a:cubicBezTo>
                  <a:cubicBezTo>
                    <a:pt x="599" y="133"/>
                    <a:pt x="462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6"/>
            <p:cNvSpPr/>
            <p:nvPr/>
          </p:nvSpPr>
          <p:spPr>
            <a:xfrm rot="10800000">
              <a:off x="1747044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298" y="166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6"/>
            <p:cNvSpPr/>
            <p:nvPr/>
          </p:nvSpPr>
          <p:spPr>
            <a:xfrm rot="10800000">
              <a:off x="1638906" y="15071"/>
              <a:ext cx="19361" cy="25497"/>
            </a:xfrm>
            <a:custGeom>
              <a:rect b="b" l="l" r="r" t="t"/>
              <a:pathLst>
                <a:path extrusionOk="0" h="298" w="304">
                  <a:moveTo>
                    <a:pt x="1" y="0"/>
                  </a:moveTo>
                  <a:cubicBezTo>
                    <a:pt x="1" y="166"/>
                    <a:pt x="138" y="298"/>
                    <a:pt x="303" y="298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6"/>
            <p:cNvSpPr/>
            <p:nvPr/>
          </p:nvSpPr>
          <p:spPr>
            <a:xfrm rot="10800000">
              <a:off x="1683422" y="-70488"/>
              <a:ext cx="38149" cy="51336"/>
            </a:xfrm>
            <a:custGeom>
              <a:rect b="b" l="l" r="r" t="t"/>
              <a:pathLst>
                <a:path extrusionOk="0" h="600" w="599">
                  <a:moveTo>
                    <a:pt x="297" y="1"/>
                  </a:moveTo>
                  <a:cubicBezTo>
                    <a:pt x="133" y="1"/>
                    <a:pt x="0" y="133"/>
                    <a:pt x="0" y="297"/>
                  </a:cubicBezTo>
                  <a:cubicBezTo>
                    <a:pt x="0" y="462"/>
                    <a:pt x="133" y="599"/>
                    <a:pt x="297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3"/>
                    <a:pt x="462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6"/>
            <p:cNvSpPr/>
            <p:nvPr/>
          </p:nvSpPr>
          <p:spPr>
            <a:xfrm rot="10800000">
              <a:off x="1874096" y="211087"/>
              <a:ext cx="18979" cy="26010"/>
            </a:xfrm>
            <a:custGeom>
              <a:rect b="b" l="l" r="r" t="t"/>
              <a:pathLst>
                <a:path extrusionOk="0" h="304" w="298">
                  <a:moveTo>
                    <a:pt x="1" y="1"/>
                  </a:moveTo>
                  <a:lnTo>
                    <a:pt x="1" y="303"/>
                  </a:lnTo>
                  <a:lnTo>
                    <a:pt x="297" y="303"/>
                  </a:lnTo>
                  <a:cubicBezTo>
                    <a:pt x="297" y="138"/>
                    <a:pt x="166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6"/>
            <p:cNvSpPr/>
            <p:nvPr/>
          </p:nvSpPr>
          <p:spPr>
            <a:xfrm rot="10800000">
              <a:off x="1766022" y="211087"/>
              <a:ext cx="19234" cy="26010"/>
            </a:xfrm>
            <a:custGeom>
              <a:rect b="b" l="l" r="r" t="t"/>
              <a:pathLst>
                <a:path extrusionOk="0" h="304" w="302">
                  <a:moveTo>
                    <a:pt x="302" y="1"/>
                  </a:moveTo>
                  <a:cubicBezTo>
                    <a:pt x="137" y="1"/>
                    <a:pt x="1" y="138"/>
                    <a:pt x="1" y="303"/>
                  </a:cubicBezTo>
                  <a:lnTo>
                    <a:pt x="302" y="303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6"/>
            <p:cNvSpPr/>
            <p:nvPr/>
          </p:nvSpPr>
          <p:spPr>
            <a:xfrm rot="10800000">
              <a:off x="1874096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1" y="0"/>
                  </a:moveTo>
                  <a:lnTo>
                    <a:pt x="1" y="301"/>
                  </a:lnTo>
                  <a:lnTo>
                    <a:pt x="297" y="301"/>
                  </a:lnTo>
                  <a:cubicBezTo>
                    <a:pt x="297" y="136"/>
                    <a:pt x="166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6"/>
            <p:cNvSpPr/>
            <p:nvPr/>
          </p:nvSpPr>
          <p:spPr>
            <a:xfrm rot="10800000">
              <a:off x="1766022" y="185762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1" y="0"/>
                  </a:moveTo>
                  <a:cubicBezTo>
                    <a:pt x="1" y="165"/>
                    <a:pt x="137" y="297"/>
                    <a:pt x="302" y="297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6"/>
            <p:cNvSpPr/>
            <p:nvPr/>
          </p:nvSpPr>
          <p:spPr>
            <a:xfrm rot="10800000">
              <a:off x="1766022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2" y="0"/>
                  </a:moveTo>
                  <a:cubicBezTo>
                    <a:pt x="137" y="0"/>
                    <a:pt x="1" y="136"/>
                    <a:pt x="1" y="301"/>
                  </a:cubicBezTo>
                  <a:lnTo>
                    <a:pt x="302" y="301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6"/>
            <p:cNvSpPr/>
            <p:nvPr/>
          </p:nvSpPr>
          <p:spPr>
            <a:xfrm rot="10800000">
              <a:off x="1810410" y="100117"/>
              <a:ext cx="38276" cy="51422"/>
            </a:xfrm>
            <a:custGeom>
              <a:rect b="b" l="l" r="r" t="t"/>
              <a:pathLst>
                <a:path extrusionOk="0" h="601" w="601">
                  <a:moveTo>
                    <a:pt x="298" y="0"/>
                  </a:moveTo>
                  <a:cubicBezTo>
                    <a:pt x="133" y="0"/>
                    <a:pt x="1" y="133"/>
                    <a:pt x="1" y="298"/>
                  </a:cubicBezTo>
                  <a:cubicBezTo>
                    <a:pt x="1" y="463"/>
                    <a:pt x="133" y="600"/>
                    <a:pt x="298" y="600"/>
                  </a:cubicBezTo>
                  <a:cubicBezTo>
                    <a:pt x="464" y="600"/>
                    <a:pt x="601" y="463"/>
                    <a:pt x="601" y="298"/>
                  </a:cubicBezTo>
                  <a:cubicBezTo>
                    <a:pt x="601" y="133"/>
                    <a:pt x="464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6"/>
            <p:cNvSpPr/>
            <p:nvPr/>
          </p:nvSpPr>
          <p:spPr>
            <a:xfrm rot="10800000">
              <a:off x="1874096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lnTo>
                    <a:pt x="1" y="297"/>
                  </a:lnTo>
                  <a:cubicBezTo>
                    <a:pt x="166" y="297"/>
                    <a:pt x="297" y="165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6"/>
            <p:cNvSpPr/>
            <p:nvPr/>
          </p:nvSpPr>
          <p:spPr>
            <a:xfrm rot="10800000">
              <a:off x="1766022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1" y="0"/>
                  </a:moveTo>
                  <a:cubicBezTo>
                    <a:pt x="1" y="166"/>
                    <a:pt x="137" y="298"/>
                    <a:pt x="302" y="298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16"/>
            <p:cNvSpPr/>
            <p:nvPr/>
          </p:nvSpPr>
          <p:spPr>
            <a:xfrm rot="10800000">
              <a:off x="1874096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1" y="0"/>
                  </a:moveTo>
                  <a:lnTo>
                    <a:pt x="1" y="298"/>
                  </a:lnTo>
                  <a:cubicBezTo>
                    <a:pt x="166" y="298"/>
                    <a:pt x="297" y="166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16"/>
            <p:cNvSpPr/>
            <p:nvPr/>
          </p:nvSpPr>
          <p:spPr>
            <a:xfrm rot="10800000">
              <a:off x="1810410" y="-70488"/>
              <a:ext cx="38276" cy="51336"/>
            </a:xfrm>
            <a:custGeom>
              <a:rect b="b" l="l" r="r" t="t"/>
              <a:pathLst>
                <a:path extrusionOk="0" h="600" w="601">
                  <a:moveTo>
                    <a:pt x="298" y="1"/>
                  </a:moveTo>
                  <a:cubicBezTo>
                    <a:pt x="133" y="1"/>
                    <a:pt x="1" y="133"/>
                    <a:pt x="1" y="297"/>
                  </a:cubicBezTo>
                  <a:cubicBezTo>
                    <a:pt x="1" y="462"/>
                    <a:pt x="133" y="599"/>
                    <a:pt x="298" y="599"/>
                  </a:cubicBezTo>
                  <a:cubicBezTo>
                    <a:pt x="464" y="599"/>
                    <a:pt x="601" y="462"/>
                    <a:pt x="601" y="297"/>
                  </a:cubicBezTo>
                  <a:cubicBezTo>
                    <a:pt x="601" y="133"/>
                    <a:pt x="464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6"/>
            <p:cNvSpPr/>
            <p:nvPr/>
          </p:nvSpPr>
          <p:spPr>
            <a:xfrm rot="10800000">
              <a:off x="2001149" y="211087"/>
              <a:ext cx="18979" cy="26010"/>
            </a:xfrm>
            <a:custGeom>
              <a:rect b="b" l="l" r="r" t="t"/>
              <a:pathLst>
                <a:path extrusionOk="0" h="304" w="298">
                  <a:moveTo>
                    <a:pt x="0" y="1"/>
                  </a:moveTo>
                  <a:lnTo>
                    <a:pt x="0" y="303"/>
                  </a:lnTo>
                  <a:lnTo>
                    <a:pt x="298" y="303"/>
                  </a:lnTo>
                  <a:cubicBezTo>
                    <a:pt x="298" y="138"/>
                    <a:pt x="165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16"/>
            <p:cNvSpPr/>
            <p:nvPr/>
          </p:nvSpPr>
          <p:spPr>
            <a:xfrm rot="10800000">
              <a:off x="1940775" y="270894"/>
              <a:ext cx="32799" cy="14631"/>
            </a:xfrm>
            <a:custGeom>
              <a:rect b="b" l="l" r="r" t="t"/>
              <a:pathLst>
                <a:path extrusionOk="0" h="171" w="515">
                  <a:moveTo>
                    <a:pt x="0" y="1"/>
                  </a:moveTo>
                  <a:cubicBezTo>
                    <a:pt x="48" y="101"/>
                    <a:pt x="146" y="171"/>
                    <a:pt x="264" y="171"/>
                  </a:cubicBezTo>
                  <a:cubicBezTo>
                    <a:pt x="373" y="171"/>
                    <a:pt x="462" y="110"/>
                    <a:pt x="514" y="25"/>
                  </a:cubicBezTo>
                  <a:cubicBezTo>
                    <a:pt x="344" y="16"/>
                    <a:pt x="170" y="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16"/>
            <p:cNvSpPr/>
            <p:nvPr/>
          </p:nvSpPr>
          <p:spPr>
            <a:xfrm rot="10800000">
              <a:off x="1893011" y="211087"/>
              <a:ext cx="19297" cy="26010"/>
            </a:xfrm>
            <a:custGeom>
              <a:rect b="b" l="l" r="r" t="t"/>
              <a:pathLst>
                <a:path extrusionOk="0" h="304" w="303">
                  <a:moveTo>
                    <a:pt x="303" y="1"/>
                  </a:moveTo>
                  <a:cubicBezTo>
                    <a:pt x="137" y="1"/>
                    <a:pt x="0" y="138"/>
                    <a:pt x="0" y="303"/>
                  </a:cubicBezTo>
                  <a:lnTo>
                    <a:pt x="303" y="30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6"/>
            <p:cNvSpPr/>
            <p:nvPr/>
          </p:nvSpPr>
          <p:spPr>
            <a:xfrm rot="10800000">
              <a:off x="2001149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0" y="0"/>
                  </a:moveTo>
                  <a:lnTo>
                    <a:pt x="0" y="301"/>
                  </a:lnTo>
                  <a:lnTo>
                    <a:pt x="298" y="301"/>
                  </a:lnTo>
                  <a:cubicBezTo>
                    <a:pt x="298" y="136"/>
                    <a:pt x="16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6"/>
            <p:cNvSpPr/>
            <p:nvPr/>
          </p:nvSpPr>
          <p:spPr>
            <a:xfrm rot="10800000">
              <a:off x="1937463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297" y="0"/>
                  </a:moveTo>
                  <a:cubicBezTo>
                    <a:pt x="133" y="0"/>
                    <a:pt x="0" y="133"/>
                    <a:pt x="0" y="298"/>
                  </a:cubicBezTo>
                  <a:cubicBezTo>
                    <a:pt x="0" y="463"/>
                    <a:pt x="133" y="600"/>
                    <a:pt x="297" y="600"/>
                  </a:cubicBezTo>
                  <a:cubicBezTo>
                    <a:pt x="462" y="600"/>
                    <a:pt x="599" y="463"/>
                    <a:pt x="599" y="298"/>
                  </a:cubicBezTo>
                  <a:cubicBezTo>
                    <a:pt x="599" y="133"/>
                    <a:pt x="462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6"/>
            <p:cNvSpPr/>
            <p:nvPr/>
          </p:nvSpPr>
          <p:spPr>
            <a:xfrm rot="10800000">
              <a:off x="1893011" y="40482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303" y="0"/>
                  </a:moveTo>
                  <a:cubicBezTo>
                    <a:pt x="137" y="0"/>
                    <a:pt x="0" y="136"/>
                    <a:pt x="0" y="301"/>
                  </a:cubicBezTo>
                  <a:lnTo>
                    <a:pt x="303" y="301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6"/>
            <p:cNvSpPr/>
            <p:nvPr/>
          </p:nvSpPr>
          <p:spPr>
            <a:xfrm rot="10800000">
              <a:off x="2001149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0" y="0"/>
                  </a:moveTo>
                  <a:lnTo>
                    <a:pt x="0" y="297"/>
                  </a:lnTo>
                  <a:cubicBezTo>
                    <a:pt x="165" y="297"/>
                    <a:pt x="298" y="165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6"/>
            <p:cNvSpPr/>
            <p:nvPr/>
          </p:nvSpPr>
          <p:spPr>
            <a:xfrm rot="10800000">
              <a:off x="1893011" y="185762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cubicBezTo>
                    <a:pt x="0" y="165"/>
                    <a:pt x="137" y="297"/>
                    <a:pt x="303" y="297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6"/>
            <p:cNvSpPr/>
            <p:nvPr/>
          </p:nvSpPr>
          <p:spPr>
            <a:xfrm rot="10800000">
              <a:off x="2001149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0" y="0"/>
                  </a:moveTo>
                  <a:lnTo>
                    <a:pt x="0" y="298"/>
                  </a:lnTo>
                  <a:cubicBezTo>
                    <a:pt x="165" y="298"/>
                    <a:pt x="298" y="166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6"/>
            <p:cNvSpPr/>
            <p:nvPr/>
          </p:nvSpPr>
          <p:spPr>
            <a:xfrm rot="10800000">
              <a:off x="1937463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297" y="1"/>
                  </a:moveTo>
                  <a:cubicBezTo>
                    <a:pt x="133" y="1"/>
                    <a:pt x="0" y="133"/>
                    <a:pt x="0" y="297"/>
                  </a:cubicBezTo>
                  <a:cubicBezTo>
                    <a:pt x="0" y="462"/>
                    <a:pt x="133" y="599"/>
                    <a:pt x="297" y="599"/>
                  </a:cubicBezTo>
                  <a:cubicBezTo>
                    <a:pt x="462" y="599"/>
                    <a:pt x="599" y="462"/>
                    <a:pt x="599" y="297"/>
                  </a:cubicBezTo>
                  <a:cubicBezTo>
                    <a:pt x="599" y="133"/>
                    <a:pt x="462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6"/>
            <p:cNvSpPr/>
            <p:nvPr/>
          </p:nvSpPr>
          <p:spPr>
            <a:xfrm rot="10800000">
              <a:off x="1893011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0" y="0"/>
                  </a:moveTo>
                  <a:cubicBezTo>
                    <a:pt x="0" y="166"/>
                    <a:pt x="137" y="298"/>
                    <a:pt x="303" y="298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6"/>
            <p:cNvSpPr/>
            <p:nvPr/>
          </p:nvSpPr>
          <p:spPr>
            <a:xfrm rot="10800000">
              <a:off x="2067509" y="270894"/>
              <a:ext cx="30697" cy="12920"/>
            </a:xfrm>
            <a:custGeom>
              <a:rect b="b" l="l" r="r" t="t"/>
              <a:pathLst>
                <a:path extrusionOk="0" h="151" w="482">
                  <a:moveTo>
                    <a:pt x="481" y="0"/>
                  </a:moveTo>
                  <a:cubicBezTo>
                    <a:pt x="321" y="9"/>
                    <a:pt x="161" y="24"/>
                    <a:pt x="0" y="38"/>
                  </a:cubicBezTo>
                  <a:cubicBezTo>
                    <a:pt x="52" y="103"/>
                    <a:pt x="133" y="151"/>
                    <a:pt x="227" y="151"/>
                  </a:cubicBezTo>
                  <a:cubicBezTo>
                    <a:pt x="335" y="151"/>
                    <a:pt x="429" y="85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6"/>
            <p:cNvSpPr/>
            <p:nvPr/>
          </p:nvSpPr>
          <p:spPr>
            <a:xfrm rot="10800000">
              <a:off x="2128201" y="211087"/>
              <a:ext cx="19234" cy="26010"/>
            </a:xfrm>
            <a:custGeom>
              <a:rect b="b" l="l" r="r" t="t"/>
              <a:pathLst>
                <a:path extrusionOk="0" h="304" w="302">
                  <a:moveTo>
                    <a:pt x="0" y="1"/>
                  </a:moveTo>
                  <a:lnTo>
                    <a:pt x="0" y="303"/>
                  </a:lnTo>
                  <a:lnTo>
                    <a:pt x="301" y="303"/>
                  </a:lnTo>
                  <a:cubicBezTo>
                    <a:pt x="301" y="138"/>
                    <a:pt x="17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6"/>
            <p:cNvSpPr/>
            <p:nvPr/>
          </p:nvSpPr>
          <p:spPr>
            <a:xfrm rot="10800000">
              <a:off x="2020063" y="211087"/>
              <a:ext cx="19234" cy="26010"/>
            </a:xfrm>
            <a:custGeom>
              <a:rect b="b" l="l" r="r" t="t"/>
              <a:pathLst>
                <a:path extrusionOk="0" h="304" w="302">
                  <a:moveTo>
                    <a:pt x="301" y="1"/>
                  </a:moveTo>
                  <a:cubicBezTo>
                    <a:pt x="136" y="1"/>
                    <a:pt x="0" y="138"/>
                    <a:pt x="0" y="303"/>
                  </a:cubicBezTo>
                  <a:lnTo>
                    <a:pt x="301" y="303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6"/>
            <p:cNvSpPr/>
            <p:nvPr/>
          </p:nvSpPr>
          <p:spPr>
            <a:xfrm rot="10800000">
              <a:off x="2128201" y="185762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0" y="0"/>
                  </a:moveTo>
                  <a:lnTo>
                    <a:pt x="0" y="297"/>
                  </a:lnTo>
                  <a:cubicBezTo>
                    <a:pt x="170" y="297"/>
                    <a:pt x="301" y="165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6"/>
            <p:cNvSpPr/>
            <p:nvPr/>
          </p:nvSpPr>
          <p:spPr>
            <a:xfrm rot="10800000">
              <a:off x="2020063" y="185762"/>
              <a:ext cx="19234" cy="25411"/>
            </a:xfrm>
            <a:custGeom>
              <a:rect b="b" l="l" r="r" t="t"/>
              <a:pathLst>
                <a:path extrusionOk="0" h="297" w="302">
                  <a:moveTo>
                    <a:pt x="0" y="0"/>
                  </a:moveTo>
                  <a:cubicBezTo>
                    <a:pt x="0" y="165"/>
                    <a:pt x="136" y="297"/>
                    <a:pt x="301" y="297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6"/>
            <p:cNvSpPr/>
            <p:nvPr/>
          </p:nvSpPr>
          <p:spPr>
            <a:xfrm rot="10800000">
              <a:off x="2020063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301" y="0"/>
                  </a:moveTo>
                  <a:cubicBezTo>
                    <a:pt x="136" y="0"/>
                    <a:pt x="0" y="136"/>
                    <a:pt x="0" y="301"/>
                  </a:cubicBezTo>
                  <a:lnTo>
                    <a:pt x="301" y="301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6"/>
            <p:cNvSpPr/>
            <p:nvPr/>
          </p:nvSpPr>
          <p:spPr>
            <a:xfrm rot="10800000">
              <a:off x="2128201" y="40482"/>
              <a:ext cx="19234" cy="25839"/>
            </a:xfrm>
            <a:custGeom>
              <a:rect b="b" l="l" r="r" t="t"/>
              <a:pathLst>
                <a:path extrusionOk="0" h="302" w="302">
                  <a:moveTo>
                    <a:pt x="0" y="0"/>
                  </a:moveTo>
                  <a:lnTo>
                    <a:pt x="0" y="301"/>
                  </a:lnTo>
                  <a:lnTo>
                    <a:pt x="301" y="301"/>
                  </a:lnTo>
                  <a:cubicBezTo>
                    <a:pt x="301" y="136"/>
                    <a:pt x="17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6"/>
            <p:cNvSpPr/>
            <p:nvPr/>
          </p:nvSpPr>
          <p:spPr>
            <a:xfrm rot="10800000">
              <a:off x="2064834" y="100117"/>
              <a:ext cx="37894" cy="51422"/>
            </a:xfrm>
            <a:custGeom>
              <a:rect b="b" l="l" r="r" t="t"/>
              <a:pathLst>
                <a:path extrusionOk="0" h="601" w="595">
                  <a:moveTo>
                    <a:pt x="298" y="0"/>
                  </a:moveTo>
                  <a:cubicBezTo>
                    <a:pt x="133" y="0"/>
                    <a:pt x="0" y="133"/>
                    <a:pt x="0" y="298"/>
                  </a:cubicBezTo>
                  <a:cubicBezTo>
                    <a:pt x="0" y="463"/>
                    <a:pt x="133" y="600"/>
                    <a:pt x="298" y="600"/>
                  </a:cubicBezTo>
                  <a:cubicBezTo>
                    <a:pt x="463" y="600"/>
                    <a:pt x="594" y="463"/>
                    <a:pt x="594" y="298"/>
                  </a:cubicBezTo>
                  <a:cubicBezTo>
                    <a:pt x="594" y="133"/>
                    <a:pt x="463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6"/>
            <p:cNvSpPr/>
            <p:nvPr/>
          </p:nvSpPr>
          <p:spPr>
            <a:xfrm rot="10800000">
              <a:off x="2064834" y="-70488"/>
              <a:ext cx="37894" cy="51336"/>
            </a:xfrm>
            <a:custGeom>
              <a:rect b="b" l="l" r="r" t="t"/>
              <a:pathLst>
                <a:path extrusionOk="0" h="600" w="595">
                  <a:moveTo>
                    <a:pt x="298" y="1"/>
                  </a:moveTo>
                  <a:cubicBezTo>
                    <a:pt x="133" y="1"/>
                    <a:pt x="0" y="133"/>
                    <a:pt x="0" y="297"/>
                  </a:cubicBezTo>
                  <a:cubicBezTo>
                    <a:pt x="0" y="462"/>
                    <a:pt x="133" y="599"/>
                    <a:pt x="298" y="599"/>
                  </a:cubicBezTo>
                  <a:cubicBezTo>
                    <a:pt x="463" y="599"/>
                    <a:pt x="594" y="462"/>
                    <a:pt x="594" y="297"/>
                  </a:cubicBezTo>
                  <a:cubicBezTo>
                    <a:pt x="594" y="133"/>
                    <a:pt x="463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6"/>
            <p:cNvSpPr/>
            <p:nvPr/>
          </p:nvSpPr>
          <p:spPr>
            <a:xfrm rot="10800000">
              <a:off x="2128201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0" y="0"/>
                  </a:moveTo>
                  <a:lnTo>
                    <a:pt x="0" y="298"/>
                  </a:lnTo>
                  <a:cubicBezTo>
                    <a:pt x="170" y="298"/>
                    <a:pt x="301" y="166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6"/>
            <p:cNvSpPr/>
            <p:nvPr/>
          </p:nvSpPr>
          <p:spPr>
            <a:xfrm rot="10800000">
              <a:off x="2020063" y="15071"/>
              <a:ext cx="19234" cy="25497"/>
            </a:xfrm>
            <a:custGeom>
              <a:rect b="b" l="l" r="r" t="t"/>
              <a:pathLst>
                <a:path extrusionOk="0" h="298" w="302">
                  <a:moveTo>
                    <a:pt x="0" y="0"/>
                  </a:moveTo>
                  <a:cubicBezTo>
                    <a:pt x="0" y="166"/>
                    <a:pt x="136" y="298"/>
                    <a:pt x="301" y="29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6"/>
            <p:cNvSpPr/>
            <p:nvPr/>
          </p:nvSpPr>
          <p:spPr>
            <a:xfrm rot="10800000">
              <a:off x="2255190" y="211088"/>
              <a:ext cx="19297" cy="23529"/>
            </a:xfrm>
            <a:custGeom>
              <a:rect b="b" l="l" r="r" t="t"/>
              <a:pathLst>
                <a:path extrusionOk="0" h="275" w="303">
                  <a:moveTo>
                    <a:pt x="122" y="0"/>
                  </a:moveTo>
                  <a:cubicBezTo>
                    <a:pt x="80" y="15"/>
                    <a:pt x="43" y="24"/>
                    <a:pt x="0" y="38"/>
                  </a:cubicBezTo>
                  <a:lnTo>
                    <a:pt x="0" y="274"/>
                  </a:lnTo>
                  <a:lnTo>
                    <a:pt x="302" y="274"/>
                  </a:lnTo>
                  <a:cubicBezTo>
                    <a:pt x="302" y="151"/>
                    <a:pt x="226" y="48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6"/>
            <p:cNvSpPr/>
            <p:nvPr/>
          </p:nvSpPr>
          <p:spPr>
            <a:xfrm rot="10800000">
              <a:off x="2147371" y="211087"/>
              <a:ext cx="19042" cy="26010"/>
            </a:xfrm>
            <a:custGeom>
              <a:rect b="b" l="l" r="r" t="t"/>
              <a:pathLst>
                <a:path extrusionOk="0" h="304" w="299">
                  <a:moveTo>
                    <a:pt x="298" y="1"/>
                  </a:moveTo>
                  <a:cubicBezTo>
                    <a:pt x="133" y="1"/>
                    <a:pt x="1" y="138"/>
                    <a:pt x="1" y="303"/>
                  </a:cubicBezTo>
                  <a:lnTo>
                    <a:pt x="298" y="303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6"/>
            <p:cNvSpPr/>
            <p:nvPr/>
          </p:nvSpPr>
          <p:spPr>
            <a:xfrm rot="10800000">
              <a:off x="2191822" y="100117"/>
              <a:ext cx="38212" cy="51422"/>
            </a:xfrm>
            <a:custGeom>
              <a:rect b="b" l="l" r="r" t="t"/>
              <a:pathLst>
                <a:path extrusionOk="0" h="601" w="600">
                  <a:moveTo>
                    <a:pt x="301" y="0"/>
                  </a:moveTo>
                  <a:cubicBezTo>
                    <a:pt x="137" y="0"/>
                    <a:pt x="0" y="133"/>
                    <a:pt x="0" y="298"/>
                  </a:cubicBezTo>
                  <a:cubicBezTo>
                    <a:pt x="0" y="463"/>
                    <a:pt x="137" y="600"/>
                    <a:pt x="301" y="600"/>
                  </a:cubicBezTo>
                  <a:cubicBezTo>
                    <a:pt x="467" y="600"/>
                    <a:pt x="599" y="463"/>
                    <a:pt x="599" y="298"/>
                  </a:cubicBezTo>
                  <a:cubicBezTo>
                    <a:pt x="599" y="133"/>
                    <a:pt x="467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6"/>
            <p:cNvSpPr/>
            <p:nvPr/>
          </p:nvSpPr>
          <p:spPr>
            <a:xfrm rot="10800000">
              <a:off x="2147371" y="185762"/>
              <a:ext cx="19042" cy="25411"/>
            </a:xfrm>
            <a:custGeom>
              <a:rect b="b" l="l" r="r" t="t"/>
              <a:pathLst>
                <a:path extrusionOk="0" h="297" w="299">
                  <a:moveTo>
                    <a:pt x="1" y="0"/>
                  </a:moveTo>
                  <a:cubicBezTo>
                    <a:pt x="1" y="165"/>
                    <a:pt x="133" y="297"/>
                    <a:pt x="298" y="297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6"/>
            <p:cNvSpPr/>
            <p:nvPr/>
          </p:nvSpPr>
          <p:spPr>
            <a:xfrm rot="10800000">
              <a:off x="2255190" y="40482"/>
              <a:ext cx="19297" cy="25839"/>
            </a:xfrm>
            <a:custGeom>
              <a:rect b="b" l="l" r="r" t="t"/>
              <a:pathLst>
                <a:path extrusionOk="0" h="302" w="303">
                  <a:moveTo>
                    <a:pt x="0" y="0"/>
                  </a:moveTo>
                  <a:lnTo>
                    <a:pt x="0" y="301"/>
                  </a:lnTo>
                  <a:lnTo>
                    <a:pt x="302" y="301"/>
                  </a:lnTo>
                  <a:cubicBezTo>
                    <a:pt x="302" y="136"/>
                    <a:pt x="16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6"/>
            <p:cNvSpPr/>
            <p:nvPr/>
          </p:nvSpPr>
          <p:spPr>
            <a:xfrm rot="10800000">
              <a:off x="2255190" y="185762"/>
              <a:ext cx="19297" cy="25411"/>
            </a:xfrm>
            <a:custGeom>
              <a:rect b="b" l="l" r="r" t="t"/>
              <a:pathLst>
                <a:path extrusionOk="0" h="297" w="303">
                  <a:moveTo>
                    <a:pt x="0" y="0"/>
                  </a:moveTo>
                  <a:lnTo>
                    <a:pt x="0" y="297"/>
                  </a:lnTo>
                  <a:cubicBezTo>
                    <a:pt x="165" y="297"/>
                    <a:pt x="302" y="165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6"/>
            <p:cNvSpPr/>
            <p:nvPr/>
          </p:nvSpPr>
          <p:spPr>
            <a:xfrm rot="10800000">
              <a:off x="2147371" y="40482"/>
              <a:ext cx="19042" cy="25839"/>
            </a:xfrm>
            <a:custGeom>
              <a:rect b="b" l="l" r="r" t="t"/>
              <a:pathLst>
                <a:path extrusionOk="0" h="302" w="299">
                  <a:moveTo>
                    <a:pt x="298" y="0"/>
                  </a:moveTo>
                  <a:cubicBezTo>
                    <a:pt x="133" y="0"/>
                    <a:pt x="1" y="136"/>
                    <a:pt x="1" y="301"/>
                  </a:cubicBezTo>
                  <a:lnTo>
                    <a:pt x="298" y="301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6"/>
            <p:cNvSpPr/>
            <p:nvPr/>
          </p:nvSpPr>
          <p:spPr>
            <a:xfrm rot="10800000">
              <a:off x="2191822" y="-70488"/>
              <a:ext cx="38212" cy="51336"/>
            </a:xfrm>
            <a:custGeom>
              <a:rect b="b" l="l" r="r" t="t"/>
              <a:pathLst>
                <a:path extrusionOk="0" h="600" w="600">
                  <a:moveTo>
                    <a:pt x="301" y="1"/>
                  </a:moveTo>
                  <a:cubicBezTo>
                    <a:pt x="137" y="1"/>
                    <a:pt x="0" y="133"/>
                    <a:pt x="0" y="297"/>
                  </a:cubicBezTo>
                  <a:cubicBezTo>
                    <a:pt x="0" y="462"/>
                    <a:pt x="137" y="599"/>
                    <a:pt x="301" y="599"/>
                  </a:cubicBezTo>
                  <a:cubicBezTo>
                    <a:pt x="467" y="599"/>
                    <a:pt x="599" y="462"/>
                    <a:pt x="599" y="297"/>
                  </a:cubicBezTo>
                  <a:cubicBezTo>
                    <a:pt x="599" y="133"/>
                    <a:pt x="467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6"/>
            <p:cNvSpPr/>
            <p:nvPr/>
          </p:nvSpPr>
          <p:spPr>
            <a:xfrm rot="10800000">
              <a:off x="2147371" y="15071"/>
              <a:ext cx="19042" cy="25497"/>
            </a:xfrm>
            <a:custGeom>
              <a:rect b="b" l="l" r="r" t="t"/>
              <a:pathLst>
                <a:path extrusionOk="0" h="298" w="299">
                  <a:moveTo>
                    <a:pt x="1" y="0"/>
                  </a:moveTo>
                  <a:cubicBezTo>
                    <a:pt x="1" y="166"/>
                    <a:pt x="133" y="298"/>
                    <a:pt x="298" y="29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6"/>
            <p:cNvSpPr/>
            <p:nvPr/>
          </p:nvSpPr>
          <p:spPr>
            <a:xfrm rot="10800000">
              <a:off x="2255190" y="15071"/>
              <a:ext cx="19297" cy="25497"/>
            </a:xfrm>
            <a:custGeom>
              <a:rect b="b" l="l" r="r" t="t"/>
              <a:pathLst>
                <a:path extrusionOk="0" h="298" w="303">
                  <a:moveTo>
                    <a:pt x="0" y="0"/>
                  </a:moveTo>
                  <a:lnTo>
                    <a:pt x="0" y="298"/>
                  </a:lnTo>
                  <a:cubicBezTo>
                    <a:pt x="165" y="298"/>
                    <a:pt x="302" y="166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6"/>
            <p:cNvSpPr/>
            <p:nvPr/>
          </p:nvSpPr>
          <p:spPr>
            <a:xfrm rot="10800000">
              <a:off x="2274423" y="211088"/>
              <a:ext cx="18979" cy="20363"/>
            </a:xfrm>
            <a:custGeom>
              <a:rect b="b" l="l" r="r" t="t"/>
              <a:pathLst>
                <a:path extrusionOk="0" h="238" w="298">
                  <a:moveTo>
                    <a:pt x="297" y="1"/>
                  </a:moveTo>
                  <a:cubicBezTo>
                    <a:pt x="212" y="29"/>
                    <a:pt x="127" y="57"/>
                    <a:pt x="42" y="91"/>
                  </a:cubicBezTo>
                  <a:cubicBezTo>
                    <a:pt x="19" y="133"/>
                    <a:pt x="1" y="180"/>
                    <a:pt x="1" y="237"/>
                  </a:cubicBezTo>
                  <a:lnTo>
                    <a:pt x="297" y="237"/>
                  </a:lnTo>
                  <a:lnTo>
                    <a:pt x="2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6"/>
            <p:cNvSpPr/>
            <p:nvPr/>
          </p:nvSpPr>
          <p:spPr>
            <a:xfrm rot="10800000">
              <a:off x="2274423" y="185762"/>
              <a:ext cx="18979" cy="25411"/>
            </a:xfrm>
            <a:custGeom>
              <a:rect b="b" l="l" r="r" t="t"/>
              <a:pathLst>
                <a:path extrusionOk="0" h="297" w="298">
                  <a:moveTo>
                    <a:pt x="1" y="0"/>
                  </a:moveTo>
                  <a:cubicBezTo>
                    <a:pt x="1" y="165"/>
                    <a:pt x="132" y="297"/>
                    <a:pt x="297" y="297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6"/>
            <p:cNvSpPr/>
            <p:nvPr/>
          </p:nvSpPr>
          <p:spPr>
            <a:xfrm rot="10800000">
              <a:off x="2274423" y="40482"/>
              <a:ext cx="18979" cy="25839"/>
            </a:xfrm>
            <a:custGeom>
              <a:rect b="b" l="l" r="r" t="t"/>
              <a:pathLst>
                <a:path extrusionOk="0" h="302" w="298">
                  <a:moveTo>
                    <a:pt x="297" y="0"/>
                  </a:moveTo>
                  <a:cubicBezTo>
                    <a:pt x="132" y="0"/>
                    <a:pt x="1" y="136"/>
                    <a:pt x="1" y="301"/>
                  </a:cubicBezTo>
                  <a:lnTo>
                    <a:pt x="297" y="30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6"/>
            <p:cNvSpPr/>
            <p:nvPr/>
          </p:nvSpPr>
          <p:spPr>
            <a:xfrm rot="10800000">
              <a:off x="2274423" y="15071"/>
              <a:ext cx="18979" cy="25497"/>
            </a:xfrm>
            <a:custGeom>
              <a:rect b="b" l="l" r="r" t="t"/>
              <a:pathLst>
                <a:path extrusionOk="0" h="298" w="298">
                  <a:moveTo>
                    <a:pt x="1" y="0"/>
                  </a:moveTo>
                  <a:cubicBezTo>
                    <a:pt x="1" y="166"/>
                    <a:pt x="132" y="298"/>
                    <a:pt x="297" y="298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" name="Google Shape;630;p16"/>
          <p:cNvSpPr/>
          <p:nvPr/>
        </p:nvSpPr>
        <p:spPr>
          <a:xfrm rot="10800000">
            <a:off x="627759" y="4238613"/>
            <a:ext cx="1749416" cy="1401387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" name="Google Shape;631;p16"/>
          <p:cNvGrpSpPr/>
          <p:nvPr/>
        </p:nvGrpSpPr>
        <p:grpSpPr>
          <a:xfrm flipH="1">
            <a:off x="-1144866" y="1872219"/>
            <a:ext cx="3177349" cy="3271275"/>
            <a:chOff x="5723467" y="1953462"/>
            <a:chExt cx="3791133" cy="3271275"/>
          </a:xfrm>
        </p:grpSpPr>
        <p:sp>
          <p:nvSpPr>
            <p:cNvPr id="632" name="Google Shape;632;p16"/>
            <p:cNvSpPr/>
            <p:nvPr/>
          </p:nvSpPr>
          <p:spPr>
            <a:xfrm flipH="1" rot="10800000">
              <a:off x="8907055" y="1956800"/>
              <a:ext cx="134046" cy="131934"/>
            </a:xfrm>
            <a:custGeom>
              <a:rect b="b" l="l" r="r" t="t"/>
              <a:pathLst>
                <a:path extrusionOk="0" h="1542" w="1764">
                  <a:moveTo>
                    <a:pt x="218" y="0"/>
                  </a:moveTo>
                  <a:lnTo>
                    <a:pt x="1" y="212"/>
                  </a:lnTo>
                  <a:lnTo>
                    <a:pt x="1278" y="1495"/>
                  </a:lnTo>
                  <a:cubicBezTo>
                    <a:pt x="1439" y="1513"/>
                    <a:pt x="1600" y="1528"/>
                    <a:pt x="1764" y="15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6"/>
            <p:cNvSpPr/>
            <p:nvPr/>
          </p:nvSpPr>
          <p:spPr>
            <a:xfrm flipH="1" rot="10800000">
              <a:off x="9071189" y="1974509"/>
              <a:ext cx="275692" cy="299118"/>
            </a:xfrm>
            <a:custGeom>
              <a:rect b="b" l="l" r="r" t="t"/>
              <a:pathLst>
                <a:path extrusionOk="0" h="3496" w="3628">
                  <a:moveTo>
                    <a:pt x="217" y="1"/>
                  </a:moveTo>
                  <a:lnTo>
                    <a:pt x="0" y="213"/>
                  </a:lnTo>
                  <a:lnTo>
                    <a:pt x="3282" y="3496"/>
                  </a:lnTo>
                  <a:cubicBezTo>
                    <a:pt x="3395" y="3472"/>
                    <a:pt x="3514" y="3439"/>
                    <a:pt x="3627" y="3411"/>
                  </a:cubicBez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6"/>
            <p:cNvSpPr/>
            <p:nvPr/>
          </p:nvSpPr>
          <p:spPr>
            <a:xfrm flipH="1" rot="10800000">
              <a:off x="9235323" y="2129457"/>
              <a:ext cx="275996" cy="330689"/>
            </a:xfrm>
            <a:custGeom>
              <a:rect b="b" l="l" r="r" t="t"/>
              <a:pathLst>
                <a:path extrusionOk="0" h="3865" w="3632">
                  <a:moveTo>
                    <a:pt x="196" y="0"/>
                  </a:moveTo>
                  <a:lnTo>
                    <a:pt x="217" y="21"/>
                  </a:lnTo>
                  <a:lnTo>
                    <a:pt x="1" y="238"/>
                  </a:lnTo>
                  <a:lnTo>
                    <a:pt x="3627" y="3865"/>
                  </a:lnTo>
                  <a:cubicBezTo>
                    <a:pt x="3627" y="3723"/>
                    <a:pt x="3631" y="3577"/>
                    <a:pt x="3631" y="3436"/>
                  </a:cubicBezTo>
                  <a:lnTo>
                    <a:pt x="1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6"/>
            <p:cNvSpPr/>
            <p:nvPr/>
          </p:nvSpPr>
          <p:spPr>
            <a:xfrm flipH="1" rot="10800000">
              <a:off x="8986311" y="1953462"/>
              <a:ext cx="219687" cy="227675"/>
            </a:xfrm>
            <a:custGeom>
              <a:rect b="b" l="l" r="r" t="t"/>
              <a:pathLst>
                <a:path extrusionOk="0" h="2661" w="2891">
                  <a:moveTo>
                    <a:pt x="0" y="175"/>
                  </a:moveTo>
                  <a:lnTo>
                    <a:pt x="37" y="212"/>
                  </a:lnTo>
                  <a:lnTo>
                    <a:pt x="37" y="212"/>
                  </a:lnTo>
                  <a:lnTo>
                    <a:pt x="0" y="175"/>
                  </a:lnTo>
                  <a:close/>
                  <a:moveTo>
                    <a:pt x="255" y="0"/>
                  </a:moveTo>
                  <a:lnTo>
                    <a:pt x="37" y="212"/>
                  </a:lnTo>
                  <a:lnTo>
                    <a:pt x="37" y="212"/>
                  </a:lnTo>
                  <a:lnTo>
                    <a:pt x="2485" y="2660"/>
                  </a:lnTo>
                  <a:cubicBezTo>
                    <a:pt x="2617" y="2654"/>
                    <a:pt x="2754" y="2645"/>
                    <a:pt x="2891" y="2636"/>
                  </a:cubicBezTo>
                  <a:lnTo>
                    <a:pt x="2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6"/>
            <p:cNvSpPr/>
            <p:nvPr/>
          </p:nvSpPr>
          <p:spPr>
            <a:xfrm flipH="1" rot="10800000">
              <a:off x="9150369" y="2016091"/>
              <a:ext cx="320450" cy="349940"/>
            </a:xfrm>
            <a:custGeom>
              <a:rect b="b" l="l" r="r" t="t"/>
              <a:pathLst>
                <a:path extrusionOk="0" h="4090" w="4217">
                  <a:moveTo>
                    <a:pt x="255" y="1"/>
                  </a:moveTo>
                  <a:lnTo>
                    <a:pt x="39" y="21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3910" y="4090"/>
                  </a:lnTo>
                  <a:cubicBezTo>
                    <a:pt x="4014" y="4047"/>
                    <a:pt x="4113" y="4005"/>
                    <a:pt x="4216" y="3962"/>
                  </a:cubicBezTo>
                  <a:lnTo>
                    <a:pt x="2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6"/>
            <p:cNvSpPr/>
            <p:nvPr/>
          </p:nvSpPr>
          <p:spPr>
            <a:xfrm flipH="1" rot="10800000">
              <a:off x="8904244" y="2070595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6"/>
            <p:cNvSpPr/>
            <p:nvPr/>
          </p:nvSpPr>
          <p:spPr>
            <a:xfrm flipH="1" rot="10800000">
              <a:off x="9068302" y="2255317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7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6"/>
            <p:cNvSpPr/>
            <p:nvPr/>
          </p:nvSpPr>
          <p:spPr>
            <a:xfrm flipH="1" rot="10800000">
              <a:off x="9232436" y="2439698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6"/>
            <p:cNvSpPr/>
            <p:nvPr/>
          </p:nvSpPr>
          <p:spPr>
            <a:xfrm flipH="1" rot="10800000">
              <a:off x="9232436" y="2439697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6"/>
            <p:cNvSpPr/>
            <p:nvPr/>
          </p:nvSpPr>
          <p:spPr>
            <a:xfrm flipH="1" rot="10800000">
              <a:off x="9002800" y="2181052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38" y="39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6"/>
            <p:cNvSpPr/>
            <p:nvPr/>
          </p:nvSpPr>
          <p:spPr>
            <a:xfrm flipH="1" rot="10800000">
              <a:off x="8986235" y="2162913"/>
              <a:ext cx="19453" cy="21561"/>
            </a:xfrm>
            <a:custGeom>
              <a:rect b="b" l="l" r="r" t="t"/>
              <a:pathLst>
                <a:path extrusionOk="0" h="252" w="256">
                  <a:moveTo>
                    <a:pt x="218" y="1"/>
                  </a:moveTo>
                  <a:lnTo>
                    <a:pt x="1" y="214"/>
                  </a:lnTo>
                  <a:lnTo>
                    <a:pt x="38" y="251"/>
                  </a:lnTo>
                  <a:lnTo>
                    <a:pt x="256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6"/>
            <p:cNvSpPr/>
            <p:nvPr/>
          </p:nvSpPr>
          <p:spPr>
            <a:xfrm flipH="1" rot="10800000">
              <a:off x="9166858" y="2365946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6"/>
            <p:cNvSpPr/>
            <p:nvPr/>
          </p:nvSpPr>
          <p:spPr>
            <a:xfrm flipH="1" rot="10800000">
              <a:off x="9150369" y="234729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0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6"/>
            <p:cNvSpPr/>
            <p:nvPr/>
          </p:nvSpPr>
          <p:spPr>
            <a:xfrm flipH="1" rot="10800000">
              <a:off x="8742998" y="2864663"/>
              <a:ext cx="771602" cy="887257"/>
            </a:xfrm>
            <a:custGeom>
              <a:rect b="b" l="l" r="r" t="t"/>
              <a:pathLst>
                <a:path extrusionOk="0" h="10370" w="10154">
                  <a:moveTo>
                    <a:pt x="216" y="0"/>
                  </a:moveTo>
                  <a:lnTo>
                    <a:pt x="0" y="217"/>
                  </a:lnTo>
                  <a:lnTo>
                    <a:pt x="10153" y="10370"/>
                  </a:lnTo>
                  <a:cubicBezTo>
                    <a:pt x="10153" y="10224"/>
                    <a:pt x="10153" y="10082"/>
                    <a:pt x="10148" y="9936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6"/>
            <p:cNvSpPr/>
            <p:nvPr/>
          </p:nvSpPr>
          <p:spPr>
            <a:xfrm flipH="1" rot="10800000">
              <a:off x="8907055" y="3236163"/>
              <a:ext cx="605716" cy="700651"/>
            </a:xfrm>
            <a:custGeom>
              <a:rect b="b" l="l" r="r" t="t"/>
              <a:pathLst>
                <a:path extrusionOk="0" h="8189" w="7971">
                  <a:moveTo>
                    <a:pt x="218" y="1"/>
                  </a:moveTo>
                  <a:lnTo>
                    <a:pt x="1" y="218"/>
                  </a:lnTo>
                  <a:lnTo>
                    <a:pt x="7971" y="8188"/>
                  </a:lnTo>
                  <a:lnTo>
                    <a:pt x="7971" y="7754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6"/>
            <p:cNvSpPr/>
            <p:nvPr/>
          </p:nvSpPr>
          <p:spPr>
            <a:xfrm flipH="1" rot="10800000">
              <a:off x="9071189" y="3608604"/>
              <a:ext cx="439070" cy="512932"/>
            </a:xfrm>
            <a:custGeom>
              <a:rect b="b" l="l" r="r" t="t"/>
              <a:pathLst>
                <a:path extrusionOk="0" h="5995" w="5778">
                  <a:moveTo>
                    <a:pt x="217" y="0"/>
                  </a:moveTo>
                  <a:lnTo>
                    <a:pt x="0" y="218"/>
                  </a:lnTo>
                  <a:lnTo>
                    <a:pt x="5778" y="5994"/>
                  </a:lnTo>
                  <a:cubicBezTo>
                    <a:pt x="5772" y="5848"/>
                    <a:pt x="5772" y="5702"/>
                    <a:pt x="5772" y="5561"/>
                  </a:cubicBez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6"/>
            <p:cNvSpPr/>
            <p:nvPr/>
          </p:nvSpPr>
          <p:spPr>
            <a:xfrm flipH="1" rot="10800000">
              <a:off x="9235323" y="3981473"/>
              <a:ext cx="272044" cy="324871"/>
            </a:xfrm>
            <a:custGeom>
              <a:rect b="b" l="l" r="r" t="t"/>
              <a:pathLst>
                <a:path extrusionOk="0" h="3797" w="3580">
                  <a:moveTo>
                    <a:pt x="217" y="1"/>
                  </a:moveTo>
                  <a:lnTo>
                    <a:pt x="1" y="217"/>
                  </a:lnTo>
                  <a:lnTo>
                    <a:pt x="3579" y="3797"/>
                  </a:lnTo>
                  <a:cubicBezTo>
                    <a:pt x="3579" y="3655"/>
                    <a:pt x="3579" y="3509"/>
                    <a:pt x="3575" y="3363"/>
                  </a:cubicBez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6"/>
            <p:cNvSpPr/>
            <p:nvPr/>
          </p:nvSpPr>
          <p:spPr>
            <a:xfrm flipH="1" rot="10800000">
              <a:off x="8824988" y="3050156"/>
              <a:ext cx="688849" cy="796649"/>
            </a:xfrm>
            <a:custGeom>
              <a:rect b="b" l="l" r="r" t="t"/>
              <a:pathLst>
                <a:path extrusionOk="0" h="9311" w="9065">
                  <a:moveTo>
                    <a:pt x="189" y="0"/>
                  </a:moveTo>
                  <a:lnTo>
                    <a:pt x="218" y="30"/>
                  </a:lnTo>
                  <a:lnTo>
                    <a:pt x="1" y="246"/>
                  </a:lnTo>
                  <a:lnTo>
                    <a:pt x="9064" y="9310"/>
                  </a:lnTo>
                  <a:lnTo>
                    <a:pt x="9064" y="8876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6"/>
            <p:cNvSpPr/>
            <p:nvPr/>
          </p:nvSpPr>
          <p:spPr>
            <a:xfrm flipH="1" rot="10800000">
              <a:off x="8989122" y="3422170"/>
              <a:ext cx="522507" cy="610214"/>
            </a:xfrm>
            <a:custGeom>
              <a:rect b="b" l="l" r="r" t="t"/>
              <a:pathLst>
                <a:path extrusionOk="0" h="7132" w="6876">
                  <a:moveTo>
                    <a:pt x="180" y="1"/>
                  </a:moveTo>
                  <a:lnTo>
                    <a:pt x="218" y="38"/>
                  </a:lnTo>
                  <a:lnTo>
                    <a:pt x="218" y="38"/>
                  </a:lnTo>
                  <a:lnTo>
                    <a:pt x="218" y="38"/>
                  </a:lnTo>
                  <a:lnTo>
                    <a:pt x="180" y="1"/>
                  </a:lnTo>
                  <a:close/>
                  <a:moveTo>
                    <a:pt x="218" y="38"/>
                  </a:moveTo>
                  <a:lnTo>
                    <a:pt x="0" y="255"/>
                  </a:lnTo>
                  <a:lnTo>
                    <a:pt x="6876" y="7131"/>
                  </a:lnTo>
                  <a:cubicBezTo>
                    <a:pt x="6871" y="6985"/>
                    <a:pt x="6871" y="6839"/>
                    <a:pt x="6871" y="6698"/>
                  </a:cubicBezTo>
                  <a:lnTo>
                    <a:pt x="21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6"/>
            <p:cNvSpPr/>
            <p:nvPr/>
          </p:nvSpPr>
          <p:spPr>
            <a:xfrm flipH="1" rot="10800000">
              <a:off x="9150369" y="3795038"/>
              <a:ext cx="358445" cy="418902"/>
            </a:xfrm>
            <a:custGeom>
              <a:rect b="b" l="l" r="r" t="t"/>
              <a:pathLst>
                <a:path extrusionOk="0" h="4896" w="4717">
                  <a:moveTo>
                    <a:pt x="255" y="1"/>
                  </a:moveTo>
                  <a:lnTo>
                    <a:pt x="39" y="218"/>
                  </a:lnTo>
                  <a:lnTo>
                    <a:pt x="0" y="179"/>
                  </a:lnTo>
                  <a:lnTo>
                    <a:pt x="4717" y="4896"/>
                  </a:lnTo>
                  <a:cubicBezTo>
                    <a:pt x="4712" y="4750"/>
                    <a:pt x="4712" y="4604"/>
                    <a:pt x="4712" y="4462"/>
                  </a:cubicBezTo>
                  <a:lnTo>
                    <a:pt x="2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6"/>
            <p:cNvSpPr/>
            <p:nvPr/>
          </p:nvSpPr>
          <p:spPr>
            <a:xfrm flipH="1" rot="10800000">
              <a:off x="8756523" y="3751835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38" y="39"/>
                  </a:moveTo>
                  <a:lnTo>
                    <a:pt x="38" y="39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6"/>
            <p:cNvSpPr/>
            <p:nvPr/>
          </p:nvSpPr>
          <p:spPr>
            <a:xfrm flipH="1" rot="10800000">
              <a:off x="8740034" y="373335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6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6"/>
            <p:cNvSpPr/>
            <p:nvPr/>
          </p:nvSpPr>
          <p:spPr>
            <a:xfrm flipH="1" rot="10800000">
              <a:off x="8904244" y="391807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6"/>
            <p:cNvSpPr/>
            <p:nvPr/>
          </p:nvSpPr>
          <p:spPr>
            <a:xfrm flipH="1" rot="10800000">
              <a:off x="8904244" y="3918076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6"/>
            <p:cNvSpPr/>
            <p:nvPr/>
          </p:nvSpPr>
          <p:spPr>
            <a:xfrm flipH="1" rot="10800000">
              <a:off x="9068302" y="410288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7"/>
                  </a:lnTo>
                  <a:lnTo>
                    <a:pt x="38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6"/>
            <p:cNvSpPr/>
            <p:nvPr/>
          </p:nvSpPr>
          <p:spPr>
            <a:xfrm flipH="1" rot="10800000">
              <a:off x="9248925" y="4306259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38" y="3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6"/>
            <p:cNvSpPr/>
            <p:nvPr/>
          </p:nvSpPr>
          <p:spPr>
            <a:xfrm flipH="1" rot="10800000">
              <a:off x="9232436" y="4287778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7" y="0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6"/>
            <p:cNvSpPr/>
            <p:nvPr/>
          </p:nvSpPr>
          <p:spPr>
            <a:xfrm flipH="1" rot="10800000">
              <a:off x="8822177" y="382575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6"/>
            <p:cNvSpPr/>
            <p:nvPr/>
          </p:nvSpPr>
          <p:spPr>
            <a:xfrm flipH="1" rot="10800000">
              <a:off x="8822177" y="382575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0" y="217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6"/>
            <p:cNvSpPr/>
            <p:nvPr/>
          </p:nvSpPr>
          <p:spPr>
            <a:xfrm flipH="1" rot="10800000">
              <a:off x="8986235" y="4010480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6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6"/>
            <p:cNvSpPr/>
            <p:nvPr/>
          </p:nvSpPr>
          <p:spPr>
            <a:xfrm flipH="1" rot="10800000">
              <a:off x="9166858" y="4213855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6"/>
            <p:cNvSpPr/>
            <p:nvPr/>
          </p:nvSpPr>
          <p:spPr>
            <a:xfrm flipH="1" rot="10800000">
              <a:off x="9150369" y="419528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0" y="216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6"/>
            <p:cNvSpPr/>
            <p:nvPr/>
          </p:nvSpPr>
          <p:spPr>
            <a:xfrm flipH="1" rot="10800000">
              <a:off x="9081904" y="2276707"/>
              <a:ext cx="2964" cy="3337"/>
            </a:xfrm>
            <a:custGeom>
              <a:rect b="b" l="l" r="r" t="t"/>
              <a:pathLst>
                <a:path extrusionOk="0" h="39" w="39">
                  <a:moveTo>
                    <a:pt x="0" y="1"/>
                  </a:move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6"/>
            <p:cNvSpPr/>
            <p:nvPr/>
          </p:nvSpPr>
          <p:spPr>
            <a:xfrm flipH="1" rot="10800000">
              <a:off x="9246113" y="2461515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0"/>
                  </a:moveTo>
                  <a:lnTo>
                    <a:pt x="37" y="39"/>
                  </a:lnTo>
                  <a:lnTo>
                    <a:pt x="3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6"/>
            <p:cNvSpPr/>
            <p:nvPr/>
          </p:nvSpPr>
          <p:spPr>
            <a:xfrm flipH="1" rot="10800000">
              <a:off x="8983423" y="2166165"/>
              <a:ext cx="2888" cy="2909"/>
            </a:xfrm>
            <a:custGeom>
              <a:rect b="b" l="l" r="r" t="t"/>
              <a:pathLst>
                <a:path extrusionOk="0" h="34" w="38">
                  <a:moveTo>
                    <a:pt x="1" y="1"/>
                  </a:moveTo>
                  <a:lnTo>
                    <a:pt x="38" y="34"/>
                  </a:lnTo>
                  <a:lnTo>
                    <a:pt x="3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6"/>
            <p:cNvSpPr/>
            <p:nvPr/>
          </p:nvSpPr>
          <p:spPr>
            <a:xfrm flipH="1" rot="10800000">
              <a:off x="9147557" y="2350545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9"/>
                  </a:moveTo>
                  <a:lnTo>
                    <a:pt x="37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6"/>
            <p:cNvSpPr/>
            <p:nvPr/>
          </p:nvSpPr>
          <p:spPr>
            <a:xfrm flipH="1" rot="10800000">
              <a:off x="8086386" y="2076918"/>
              <a:ext cx="831483" cy="935855"/>
            </a:xfrm>
            <a:custGeom>
              <a:rect b="b" l="l" r="r" t="t"/>
              <a:pathLst>
                <a:path extrusionOk="0" h="10938" w="10942">
                  <a:moveTo>
                    <a:pt x="218" y="0"/>
                  </a:moveTo>
                  <a:lnTo>
                    <a:pt x="1" y="218"/>
                  </a:lnTo>
                  <a:lnTo>
                    <a:pt x="10725" y="10937"/>
                  </a:lnTo>
                  <a:lnTo>
                    <a:pt x="10942" y="10724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6"/>
            <p:cNvSpPr/>
            <p:nvPr/>
          </p:nvSpPr>
          <p:spPr>
            <a:xfrm flipH="1" rot="10800000">
              <a:off x="8901280" y="2073761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3"/>
                  </a:lnTo>
                  <a:lnTo>
                    <a:pt x="39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6"/>
            <p:cNvSpPr/>
            <p:nvPr/>
          </p:nvSpPr>
          <p:spPr>
            <a:xfrm flipH="1" rot="10800000">
              <a:off x="8250596" y="2261470"/>
              <a:ext cx="831407" cy="936112"/>
            </a:xfrm>
            <a:custGeom>
              <a:rect b="b" l="l" r="r" t="t"/>
              <a:pathLst>
                <a:path extrusionOk="0" h="10941" w="10941">
                  <a:moveTo>
                    <a:pt x="217" y="1"/>
                  </a:moveTo>
                  <a:lnTo>
                    <a:pt x="0" y="217"/>
                  </a:lnTo>
                  <a:lnTo>
                    <a:pt x="10724" y="10941"/>
                  </a:lnTo>
                  <a:lnTo>
                    <a:pt x="10940" y="10725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6"/>
            <p:cNvSpPr/>
            <p:nvPr/>
          </p:nvSpPr>
          <p:spPr>
            <a:xfrm flipH="1" rot="10800000">
              <a:off x="9065490" y="2258141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1"/>
                  </a:moveTo>
                  <a:lnTo>
                    <a:pt x="0" y="217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16"/>
            <p:cNvSpPr/>
            <p:nvPr/>
          </p:nvSpPr>
          <p:spPr>
            <a:xfrm flipH="1" rot="10800000">
              <a:off x="8414654" y="2443026"/>
              <a:ext cx="831559" cy="939363"/>
            </a:xfrm>
            <a:custGeom>
              <a:rect b="b" l="l" r="r" t="t"/>
              <a:pathLst>
                <a:path extrusionOk="0" h="10979" w="10943">
                  <a:moveTo>
                    <a:pt x="218" y="0"/>
                  </a:moveTo>
                  <a:lnTo>
                    <a:pt x="1" y="218"/>
                  </a:lnTo>
                  <a:lnTo>
                    <a:pt x="10762" y="10979"/>
                  </a:lnTo>
                  <a:lnTo>
                    <a:pt x="10725" y="10941"/>
                  </a:lnTo>
                  <a:lnTo>
                    <a:pt x="10942" y="10724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6"/>
            <p:cNvSpPr/>
            <p:nvPr/>
          </p:nvSpPr>
          <p:spPr>
            <a:xfrm flipH="1" rot="10800000">
              <a:off x="9229548" y="2443034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6"/>
            <p:cNvSpPr/>
            <p:nvPr/>
          </p:nvSpPr>
          <p:spPr>
            <a:xfrm flipH="1" rot="10800000">
              <a:off x="8578788" y="2630915"/>
              <a:ext cx="831483" cy="936283"/>
            </a:xfrm>
            <a:custGeom>
              <a:rect b="b" l="l" r="r" t="t"/>
              <a:pathLst>
                <a:path extrusionOk="0" h="10943" w="10942">
                  <a:moveTo>
                    <a:pt x="218" y="1"/>
                  </a:moveTo>
                  <a:lnTo>
                    <a:pt x="0" y="218"/>
                  </a:lnTo>
                  <a:lnTo>
                    <a:pt x="10724" y="10942"/>
                  </a:lnTo>
                  <a:lnTo>
                    <a:pt x="10942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6"/>
            <p:cNvSpPr/>
            <p:nvPr/>
          </p:nvSpPr>
          <p:spPr>
            <a:xfrm flipH="1" rot="10800000">
              <a:off x="8144897" y="2003595"/>
              <a:ext cx="690293" cy="777569"/>
            </a:xfrm>
            <a:custGeom>
              <a:rect b="b" l="l" r="r" t="t"/>
              <a:pathLst>
                <a:path extrusionOk="0" h="9088" w="9084">
                  <a:moveTo>
                    <a:pt x="1" y="1"/>
                  </a:moveTo>
                  <a:lnTo>
                    <a:pt x="1" y="1"/>
                  </a:lnTo>
                  <a:cubicBezTo>
                    <a:pt x="208" y="358"/>
                    <a:pt x="419" y="713"/>
                    <a:pt x="632" y="1066"/>
                  </a:cubicBezTo>
                  <a:lnTo>
                    <a:pt x="8418" y="8853"/>
                  </a:lnTo>
                  <a:cubicBezTo>
                    <a:pt x="8635" y="8937"/>
                    <a:pt x="8857" y="9012"/>
                    <a:pt x="9083" y="908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6"/>
            <p:cNvSpPr/>
            <p:nvPr/>
          </p:nvSpPr>
          <p:spPr>
            <a:xfrm flipH="1" rot="10800000">
              <a:off x="8168529" y="2168980"/>
              <a:ext cx="834370" cy="936198"/>
            </a:xfrm>
            <a:custGeom>
              <a:rect b="b" l="l" r="r" t="t"/>
              <a:pathLst>
                <a:path extrusionOk="0" h="10942" w="10980">
                  <a:moveTo>
                    <a:pt x="217" y="1"/>
                  </a:moveTo>
                  <a:lnTo>
                    <a:pt x="1" y="218"/>
                  </a:lnTo>
                  <a:lnTo>
                    <a:pt x="10725" y="10942"/>
                  </a:lnTo>
                  <a:lnTo>
                    <a:pt x="10941" y="10725"/>
                  </a:lnTo>
                  <a:lnTo>
                    <a:pt x="10979" y="10762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6"/>
            <p:cNvSpPr/>
            <p:nvPr/>
          </p:nvSpPr>
          <p:spPr>
            <a:xfrm flipH="1" rot="10800000">
              <a:off x="8983423" y="2166165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7" y="1"/>
                  </a:moveTo>
                  <a:lnTo>
                    <a:pt x="1" y="218"/>
                  </a:lnTo>
                  <a:lnTo>
                    <a:pt x="38" y="251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6"/>
            <p:cNvSpPr/>
            <p:nvPr/>
          </p:nvSpPr>
          <p:spPr>
            <a:xfrm flipH="1" rot="10800000">
              <a:off x="8332663" y="2353788"/>
              <a:ext cx="831483" cy="939449"/>
            </a:xfrm>
            <a:custGeom>
              <a:rect b="b" l="l" r="r" t="t"/>
              <a:pathLst>
                <a:path extrusionOk="0" h="10980" w="10942">
                  <a:moveTo>
                    <a:pt x="179" y="1"/>
                  </a:moveTo>
                  <a:lnTo>
                    <a:pt x="218" y="39"/>
                  </a:lnTo>
                  <a:lnTo>
                    <a:pt x="218" y="39"/>
                  </a:lnTo>
                  <a:lnTo>
                    <a:pt x="218" y="39"/>
                  </a:lnTo>
                  <a:lnTo>
                    <a:pt x="179" y="1"/>
                  </a:lnTo>
                  <a:close/>
                  <a:moveTo>
                    <a:pt x="218" y="39"/>
                  </a:moveTo>
                  <a:lnTo>
                    <a:pt x="0" y="255"/>
                  </a:lnTo>
                  <a:lnTo>
                    <a:pt x="10724" y="10979"/>
                  </a:lnTo>
                  <a:lnTo>
                    <a:pt x="10941" y="10763"/>
                  </a:lnTo>
                  <a:lnTo>
                    <a:pt x="218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6"/>
            <p:cNvSpPr/>
            <p:nvPr/>
          </p:nvSpPr>
          <p:spPr>
            <a:xfrm flipH="1" rot="10800000">
              <a:off x="9147557" y="2350545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7" y="0"/>
                  </a:moveTo>
                  <a:lnTo>
                    <a:pt x="0" y="216"/>
                  </a:lnTo>
                  <a:lnTo>
                    <a:pt x="37" y="255"/>
                  </a:lnTo>
                  <a:lnTo>
                    <a:pt x="255" y="37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6"/>
            <p:cNvSpPr/>
            <p:nvPr/>
          </p:nvSpPr>
          <p:spPr>
            <a:xfrm flipH="1" rot="10800000">
              <a:off x="8496721" y="2538596"/>
              <a:ext cx="834370" cy="936198"/>
            </a:xfrm>
            <a:custGeom>
              <a:rect b="b" l="l" r="r" t="t"/>
              <a:pathLst>
                <a:path extrusionOk="0" h="10942" w="10980">
                  <a:moveTo>
                    <a:pt x="10942" y="10724"/>
                  </a:moveTo>
                  <a:lnTo>
                    <a:pt x="10941" y="10725"/>
                  </a:lnTo>
                  <a:lnTo>
                    <a:pt x="10941" y="10725"/>
                  </a:lnTo>
                  <a:lnTo>
                    <a:pt x="10979" y="10763"/>
                  </a:lnTo>
                  <a:lnTo>
                    <a:pt x="10979" y="10763"/>
                  </a:lnTo>
                  <a:lnTo>
                    <a:pt x="10942" y="10724"/>
                  </a:lnTo>
                  <a:close/>
                  <a:moveTo>
                    <a:pt x="218" y="1"/>
                  </a:moveTo>
                  <a:lnTo>
                    <a:pt x="1" y="218"/>
                  </a:lnTo>
                  <a:lnTo>
                    <a:pt x="10725" y="10942"/>
                  </a:lnTo>
                  <a:lnTo>
                    <a:pt x="10941" y="10725"/>
                  </a:lnTo>
                  <a:lnTo>
                    <a:pt x="10941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6"/>
            <p:cNvSpPr/>
            <p:nvPr/>
          </p:nvSpPr>
          <p:spPr>
            <a:xfrm flipH="1" rot="10800000">
              <a:off x="8657967" y="2720153"/>
              <a:ext cx="834370" cy="939363"/>
            </a:xfrm>
            <a:custGeom>
              <a:rect b="b" l="l" r="r" t="t"/>
              <a:pathLst>
                <a:path extrusionOk="0" h="10979" w="10980">
                  <a:moveTo>
                    <a:pt x="1" y="179"/>
                  </a:moveTo>
                  <a:lnTo>
                    <a:pt x="39" y="217"/>
                  </a:lnTo>
                  <a:lnTo>
                    <a:pt x="39" y="217"/>
                  </a:lnTo>
                  <a:lnTo>
                    <a:pt x="1" y="179"/>
                  </a:lnTo>
                  <a:close/>
                  <a:moveTo>
                    <a:pt x="255" y="0"/>
                  </a:moveTo>
                  <a:lnTo>
                    <a:pt x="39" y="217"/>
                  </a:lnTo>
                  <a:lnTo>
                    <a:pt x="39" y="217"/>
                  </a:lnTo>
                  <a:lnTo>
                    <a:pt x="10800" y="10979"/>
                  </a:lnTo>
                  <a:lnTo>
                    <a:pt x="10763" y="10941"/>
                  </a:lnTo>
                  <a:lnTo>
                    <a:pt x="10979" y="10724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6"/>
            <p:cNvSpPr/>
            <p:nvPr/>
          </p:nvSpPr>
          <p:spPr>
            <a:xfrm flipH="1" rot="10800000">
              <a:off x="8083575" y="2994122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6"/>
                  </a:lnTo>
                  <a:lnTo>
                    <a:pt x="38" y="255"/>
                  </a:lnTo>
                  <a:lnTo>
                    <a:pt x="255" y="3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16"/>
            <p:cNvSpPr/>
            <p:nvPr/>
          </p:nvSpPr>
          <p:spPr>
            <a:xfrm flipH="1" rot="10800000">
              <a:off x="8264198" y="319749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38" y="3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6"/>
            <p:cNvSpPr/>
            <p:nvPr/>
          </p:nvSpPr>
          <p:spPr>
            <a:xfrm flipH="1" rot="10800000">
              <a:off x="8247708" y="3178930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16"/>
            <p:cNvSpPr/>
            <p:nvPr/>
          </p:nvSpPr>
          <p:spPr>
            <a:xfrm flipH="1" rot="10800000">
              <a:off x="8411842" y="336373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16"/>
            <p:cNvSpPr/>
            <p:nvPr/>
          </p:nvSpPr>
          <p:spPr>
            <a:xfrm flipH="1" rot="10800000">
              <a:off x="8411842" y="336373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7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6"/>
            <p:cNvSpPr/>
            <p:nvPr/>
          </p:nvSpPr>
          <p:spPr>
            <a:xfrm flipH="1" rot="10800000">
              <a:off x="8575976" y="3548460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7"/>
                  </a:lnTo>
                  <a:lnTo>
                    <a:pt x="37" y="255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16"/>
            <p:cNvSpPr/>
            <p:nvPr/>
          </p:nvSpPr>
          <p:spPr>
            <a:xfrm flipH="1" rot="10800000">
              <a:off x="8182131" y="3105092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16"/>
            <p:cNvSpPr/>
            <p:nvPr/>
          </p:nvSpPr>
          <p:spPr>
            <a:xfrm flipH="1" rot="10800000">
              <a:off x="8165642" y="3086526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6"/>
            <p:cNvSpPr/>
            <p:nvPr/>
          </p:nvSpPr>
          <p:spPr>
            <a:xfrm flipH="1" rot="10800000">
              <a:off x="8329775" y="3271334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0"/>
                  </a:moveTo>
                  <a:lnTo>
                    <a:pt x="38" y="37"/>
                  </a:lnTo>
                  <a:lnTo>
                    <a:pt x="38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6"/>
            <p:cNvSpPr/>
            <p:nvPr/>
          </p:nvSpPr>
          <p:spPr>
            <a:xfrm flipH="1" rot="10800000">
              <a:off x="8329775" y="327133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7" y="1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6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6"/>
            <p:cNvSpPr/>
            <p:nvPr/>
          </p:nvSpPr>
          <p:spPr>
            <a:xfrm flipH="1" rot="10800000">
              <a:off x="8493909" y="3456142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6"/>
            <p:cNvSpPr/>
            <p:nvPr/>
          </p:nvSpPr>
          <p:spPr>
            <a:xfrm flipH="1" rot="10800000">
              <a:off x="8674532" y="3659431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37" y="38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16"/>
            <p:cNvSpPr/>
            <p:nvPr/>
          </p:nvSpPr>
          <p:spPr>
            <a:xfrm flipH="1" rot="10800000">
              <a:off x="8657967" y="364086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16"/>
            <p:cNvSpPr/>
            <p:nvPr/>
          </p:nvSpPr>
          <p:spPr>
            <a:xfrm flipH="1" rot="10800000">
              <a:off x="9059335" y="4722244"/>
              <a:ext cx="446669" cy="502494"/>
            </a:xfrm>
            <a:custGeom>
              <a:rect b="b" l="l" r="r" t="t"/>
              <a:pathLst>
                <a:path extrusionOk="0" h="5873" w="5878">
                  <a:moveTo>
                    <a:pt x="1" y="1"/>
                  </a:moveTo>
                  <a:lnTo>
                    <a:pt x="5872" y="5873"/>
                  </a:lnTo>
                  <a:cubicBezTo>
                    <a:pt x="5872" y="5727"/>
                    <a:pt x="5872" y="5585"/>
                    <a:pt x="5877" y="5444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16"/>
            <p:cNvSpPr/>
            <p:nvPr/>
          </p:nvSpPr>
          <p:spPr>
            <a:xfrm flipH="1" rot="10800000">
              <a:off x="9223469" y="4905855"/>
              <a:ext cx="283519" cy="318882"/>
            </a:xfrm>
            <a:custGeom>
              <a:rect b="b" l="l" r="r" t="t"/>
              <a:pathLst>
                <a:path extrusionOk="0" h="3727" w="3731">
                  <a:moveTo>
                    <a:pt x="0" y="1"/>
                  </a:moveTo>
                  <a:lnTo>
                    <a:pt x="3726" y="3727"/>
                  </a:lnTo>
                  <a:cubicBezTo>
                    <a:pt x="3726" y="3581"/>
                    <a:pt x="3726" y="3439"/>
                    <a:pt x="3731" y="329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16"/>
            <p:cNvSpPr/>
            <p:nvPr/>
          </p:nvSpPr>
          <p:spPr>
            <a:xfrm flipH="1" rot="10800000">
              <a:off x="8835779" y="3847490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8"/>
                  </a:moveTo>
                  <a:lnTo>
                    <a:pt x="38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16"/>
            <p:cNvSpPr/>
            <p:nvPr/>
          </p:nvSpPr>
          <p:spPr>
            <a:xfrm flipH="1" rot="10800000">
              <a:off x="8999837" y="4032298"/>
              <a:ext cx="3040" cy="3251"/>
            </a:xfrm>
            <a:custGeom>
              <a:rect b="b" l="l" r="r" t="t"/>
              <a:pathLst>
                <a:path extrusionOk="0" h="38" w="40">
                  <a:moveTo>
                    <a:pt x="1" y="0"/>
                  </a:move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16"/>
            <p:cNvSpPr/>
            <p:nvPr/>
          </p:nvSpPr>
          <p:spPr>
            <a:xfrm flipH="1" rot="10800000">
              <a:off x="9147557" y="419854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7" y="37"/>
                  </a:moveTo>
                  <a:lnTo>
                    <a:pt x="37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16"/>
            <p:cNvSpPr/>
            <p:nvPr/>
          </p:nvSpPr>
          <p:spPr>
            <a:xfrm flipH="1" rot="10800000">
              <a:off x="7935930" y="4675875"/>
              <a:ext cx="2964" cy="2909"/>
            </a:xfrm>
            <a:custGeom>
              <a:rect b="b" l="l" r="r" t="t"/>
              <a:pathLst>
                <a:path extrusionOk="0" h="34" w="39">
                  <a:moveTo>
                    <a:pt x="39" y="34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16"/>
            <p:cNvSpPr/>
            <p:nvPr/>
          </p:nvSpPr>
          <p:spPr>
            <a:xfrm flipH="1" rot="10800000">
              <a:off x="8753712" y="3755171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16"/>
            <p:cNvSpPr/>
            <p:nvPr/>
          </p:nvSpPr>
          <p:spPr>
            <a:xfrm flipH="1" rot="10800000">
              <a:off x="7922328" y="3739763"/>
              <a:ext cx="831483" cy="936198"/>
            </a:xfrm>
            <a:custGeom>
              <a:rect b="b" l="l" r="r" t="t"/>
              <a:pathLst>
                <a:path extrusionOk="0" h="10942" w="10942">
                  <a:moveTo>
                    <a:pt x="218" y="1"/>
                  </a:moveTo>
                  <a:lnTo>
                    <a:pt x="0" y="218"/>
                  </a:lnTo>
                  <a:lnTo>
                    <a:pt x="10724" y="10942"/>
                  </a:lnTo>
                  <a:lnTo>
                    <a:pt x="10942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16"/>
            <p:cNvSpPr/>
            <p:nvPr/>
          </p:nvSpPr>
          <p:spPr>
            <a:xfrm flipH="1" rot="10800000">
              <a:off x="8737222" y="3736519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8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16"/>
            <p:cNvSpPr/>
            <p:nvPr/>
          </p:nvSpPr>
          <p:spPr>
            <a:xfrm flipH="1" rot="10800000">
              <a:off x="8083575" y="4842116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1" y="0"/>
                  </a:lnTo>
                  <a:lnTo>
                    <a:pt x="38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16"/>
            <p:cNvSpPr/>
            <p:nvPr/>
          </p:nvSpPr>
          <p:spPr>
            <a:xfrm flipH="1" rot="10800000">
              <a:off x="8086386" y="3924571"/>
              <a:ext cx="831483" cy="935770"/>
            </a:xfrm>
            <a:custGeom>
              <a:rect b="b" l="l" r="r" t="t"/>
              <a:pathLst>
                <a:path extrusionOk="0" h="10937" w="10942">
                  <a:moveTo>
                    <a:pt x="218" y="1"/>
                  </a:moveTo>
                  <a:lnTo>
                    <a:pt x="1" y="212"/>
                  </a:lnTo>
                  <a:lnTo>
                    <a:pt x="10725" y="10936"/>
                  </a:lnTo>
                  <a:lnTo>
                    <a:pt x="10942" y="10720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16"/>
            <p:cNvSpPr/>
            <p:nvPr/>
          </p:nvSpPr>
          <p:spPr>
            <a:xfrm flipH="1" rot="10800000">
              <a:off x="8901280" y="3921328"/>
              <a:ext cx="3040" cy="3337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16"/>
            <p:cNvSpPr/>
            <p:nvPr/>
          </p:nvSpPr>
          <p:spPr>
            <a:xfrm flipH="1" rot="10800000">
              <a:off x="8901280" y="3921327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6"/>
                  </a:lnTo>
                  <a:lnTo>
                    <a:pt x="39" y="255"/>
                  </a:lnTo>
                  <a:lnTo>
                    <a:pt x="255" y="3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16"/>
            <p:cNvSpPr/>
            <p:nvPr/>
          </p:nvSpPr>
          <p:spPr>
            <a:xfrm flipH="1" rot="10800000">
              <a:off x="8250596" y="4109379"/>
              <a:ext cx="831407" cy="935684"/>
            </a:xfrm>
            <a:custGeom>
              <a:rect b="b" l="l" r="r" t="t"/>
              <a:pathLst>
                <a:path extrusionOk="0" h="10936" w="10941">
                  <a:moveTo>
                    <a:pt x="217" y="0"/>
                  </a:moveTo>
                  <a:lnTo>
                    <a:pt x="0" y="212"/>
                  </a:lnTo>
                  <a:lnTo>
                    <a:pt x="10724" y="10936"/>
                  </a:lnTo>
                  <a:lnTo>
                    <a:pt x="10940" y="1071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16"/>
            <p:cNvSpPr/>
            <p:nvPr/>
          </p:nvSpPr>
          <p:spPr>
            <a:xfrm flipH="1" rot="10800000">
              <a:off x="9065490" y="4106135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16"/>
            <p:cNvSpPr/>
            <p:nvPr/>
          </p:nvSpPr>
          <p:spPr>
            <a:xfrm flipH="1" rot="10800000">
              <a:off x="9246113" y="4309510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16"/>
            <p:cNvSpPr/>
            <p:nvPr/>
          </p:nvSpPr>
          <p:spPr>
            <a:xfrm flipH="1" rot="10800000">
              <a:off x="8414654" y="4294101"/>
              <a:ext cx="831559" cy="930636"/>
            </a:xfrm>
            <a:custGeom>
              <a:rect b="b" l="l" r="r" t="t"/>
              <a:pathLst>
                <a:path extrusionOk="0" h="10877" w="10943">
                  <a:moveTo>
                    <a:pt x="157" y="1"/>
                  </a:moveTo>
                  <a:lnTo>
                    <a:pt x="1" y="152"/>
                  </a:lnTo>
                  <a:lnTo>
                    <a:pt x="10725" y="10876"/>
                  </a:lnTo>
                  <a:lnTo>
                    <a:pt x="10942" y="10659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6"/>
            <p:cNvSpPr/>
            <p:nvPr/>
          </p:nvSpPr>
          <p:spPr>
            <a:xfrm flipH="1" rot="10800000">
              <a:off x="9229548" y="429094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6"/>
            <p:cNvSpPr/>
            <p:nvPr/>
          </p:nvSpPr>
          <p:spPr>
            <a:xfrm flipH="1" rot="10800000">
              <a:off x="8731067" y="4478997"/>
              <a:ext cx="679199" cy="745741"/>
            </a:xfrm>
            <a:custGeom>
              <a:rect b="b" l="l" r="r" t="t"/>
              <a:pathLst>
                <a:path extrusionOk="0" h="8716" w="8938">
                  <a:moveTo>
                    <a:pt x="1" y="1"/>
                  </a:moveTo>
                  <a:lnTo>
                    <a:pt x="8720" y="8716"/>
                  </a:lnTo>
                  <a:lnTo>
                    <a:pt x="8938" y="8504"/>
                  </a:ln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6"/>
            <p:cNvSpPr/>
            <p:nvPr/>
          </p:nvSpPr>
          <p:spPr>
            <a:xfrm flipH="1" rot="10800000">
              <a:off x="8001508" y="3828916"/>
              <a:ext cx="834370" cy="939021"/>
            </a:xfrm>
            <a:custGeom>
              <a:rect b="b" l="l" r="r" t="t"/>
              <a:pathLst>
                <a:path extrusionOk="0" h="10975" w="10980">
                  <a:moveTo>
                    <a:pt x="1" y="175"/>
                  </a:moveTo>
                  <a:lnTo>
                    <a:pt x="38" y="213"/>
                  </a:lnTo>
                  <a:lnTo>
                    <a:pt x="39" y="213"/>
                  </a:lnTo>
                  <a:lnTo>
                    <a:pt x="39" y="213"/>
                  </a:lnTo>
                  <a:lnTo>
                    <a:pt x="1" y="175"/>
                  </a:lnTo>
                  <a:close/>
                  <a:moveTo>
                    <a:pt x="255" y="1"/>
                  </a:moveTo>
                  <a:lnTo>
                    <a:pt x="39" y="213"/>
                  </a:lnTo>
                  <a:lnTo>
                    <a:pt x="39" y="213"/>
                  </a:lnTo>
                  <a:lnTo>
                    <a:pt x="10763" y="10937"/>
                  </a:lnTo>
                  <a:lnTo>
                    <a:pt x="10763" y="10937"/>
                  </a:lnTo>
                  <a:lnTo>
                    <a:pt x="10979" y="10720"/>
                  </a:lnTo>
                  <a:lnTo>
                    <a:pt x="255" y="1"/>
                  </a:lnTo>
                  <a:close/>
                  <a:moveTo>
                    <a:pt x="10763" y="10937"/>
                  </a:moveTo>
                  <a:lnTo>
                    <a:pt x="10762" y="10937"/>
                  </a:lnTo>
                  <a:lnTo>
                    <a:pt x="10800" y="10974"/>
                  </a:lnTo>
                  <a:lnTo>
                    <a:pt x="10763" y="109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6"/>
            <p:cNvSpPr/>
            <p:nvPr/>
          </p:nvSpPr>
          <p:spPr>
            <a:xfrm flipH="1" rot="10800000">
              <a:off x="8819213" y="382892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5"/>
                  </a:lnTo>
                  <a:lnTo>
                    <a:pt x="256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6"/>
            <p:cNvSpPr/>
            <p:nvPr/>
          </p:nvSpPr>
          <p:spPr>
            <a:xfrm flipH="1" rot="10800000">
              <a:off x="8168529" y="4016975"/>
              <a:ext cx="831407" cy="935684"/>
            </a:xfrm>
            <a:custGeom>
              <a:rect b="b" l="l" r="r" t="t"/>
              <a:pathLst>
                <a:path extrusionOk="0" h="10936" w="10941">
                  <a:moveTo>
                    <a:pt x="217" y="0"/>
                  </a:moveTo>
                  <a:lnTo>
                    <a:pt x="1" y="212"/>
                  </a:lnTo>
                  <a:lnTo>
                    <a:pt x="10725" y="10936"/>
                  </a:lnTo>
                  <a:lnTo>
                    <a:pt x="10941" y="1071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6"/>
            <p:cNvSpPr/>
            <p:nvPr/>
          </p:nvSpPr>
          <p:spPr>
            <a:xfrm flipH="1" rot="10800000">
              <a:off x="8983423" y="4013731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6"/>
            <p:cNvSpPr/>
            <p:nvPr/>
          </p:nvSpPr>
          <p:spPr>
            <a:xfrm flipH="1" rot="10800000">
              <a:off x="8332663" y="4201697"/>
              <a:ext cx="834294" cy="939021"/>
            </a:xfrm>
            <a:custGeom>
              <a:rect b="b" l="l" r="r" t="t"/>
              <a:pathLst>
                <a:path extrusionOk="0" h="10975" w="10979">
                  <a:moveTo>
                    <a:pt x="179" y="0"/>
                  </a:moveTo>
                  <a:lnTo>
                    <a:pt x="217" y="38"/>
                  </a:lnTo>
                  <a:lnTo>
                    <a:pt x="217" y="38"/>
                  </a:lnTo>
                  <a:lnTo>
                    <a:pt x="218" y="37"/>
                  </a:lnTo>
                  <a:lnTo>
                    <a:pt x="179" y="0"/>
                  </a:lnTo>
                  <a:close/>
                  <a:moveTo>
                    <a:pt x="10941" y="10757"/>
                  </a:moveTo>
                  <a:lnTo>
                    <a:pt x="10941" y="10757"/>
                  </a:lnTo>
                  <a:lnTo>
                    <a:pt x="10941" y="10757"/>
                  </a:lnTo>
                  <a:lnTo>
                    <a:pt x="10979" y="10795"/>
                  </a:lnTo>
                  <a:lnTo>
                    <a:pt x="10941" y="10757"/>
                  </a:lnTo>
                  <a:close/>
                  <a:moveTo>
                    <a:pt x="217" y="38"/>
                  </a:moveTo>
                  <a:lnTo>
                    <a:pt x="0" y="250"/>
                  </a:lnTo>
                  <a:lnTo>
                    <a:pt x="10724" y="10974"/>
                  </a:lnTo>
                  <a:lnTo>
                    <a:pt x="10941" y="10757"/>
                  </a:lnTo>
                  <a:lnTo>
                    <a:pt x="10941" y="10757"/>
                  </a:lnTo>
                  <a:lnTo>
                    <a:pt x="217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6"/>
            <p:cNvSpPr/>
            <p:nvPr/>
          </p:nvSpPr>
          <p:spPr>
            <a:xfrm flipH="1" rot="10800000">
              <a:off x="9147557" y="4198539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8"/>
                  </a:lnTo>
                  <a:lnTo>
                    <a:pt x="37" y="255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6"/>
            <p:cNvSpPr/>
            <p:nvPr/>
          </p:nvSpPr>
          <p:spPr>
            <a:xfrm flipH="1" rot="10800000">
              <a:off x="8567010" y="4386506"/>
              <a:ext cx="761192" cy="838231"/>
            </a:xfrm>
            <a:custGeom>
              <a:rect b="b" l="l" r="r" t="t"/>
              <a:pathLst>
                <a:path extrusionOk="0" h="9797" w="10017">
                  <a:moveTo>
                    <a:pt x="0" y="1"/>
                  </a:moveTo>
                  <a:lnTo>
                    <a:pt x="9800" y="9797"/>
                  </a:lnTo>
                  <a:lnTo>
                    <a:pt x="10017" y="9579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6"/>
            <p:cNvSpPr/>
            <p:nvPr/>
          </p:nvSpPr>
          <p:spPr>
            <a:xfrm flipH="1" rot="10800000">
              <a:off x="8895277" y="4571401"/>
              <a:ext cx="597053" cy="653336"/>
            </a:xfrm>
            <a:custGeom>
              <a:rect b="b" l="l" r="r" t="t"/>
              <a:pathLst>
                <a:path extrusionOk="0" h="7636" w="7857">
                  <a:moveTo>
                    <a:pt x="0" y="1"/>
                  </a:moveTo>
                  <a:lnTo>
                    <a:pt x="7640" y="7636"/>
                  </a:lnTo>
                  <a:lnTo>
                    <a:pt x="7856" y="7424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6"/>
            <p:cNvSpPr/>
            <p:nvPr/>
          </p:nvSpPr>
          <p:spPr>
            <a:xfrm flipH="1" rot="10800000">
              <a:off x="7919517" y="4657223"/>
              <a:ext cx="19377" cy="21561"/>
            </a:xfrm>
            <a:custGeom>
              <a:rect b="b" l="l" r="r" t="t"/>
              <a:pathLst>
                <a:path extrusionOk="0" h="252" w="255">
                  <a:moveTo>
                    <a:pt x="216" y="1"/>
                  </a:moveTo>
                  <a:lnTo>
                    <a:pt x="0" y="213"/>
                  </a:lnTo>
                  <a:lnTo>
                    <a:pt x="37" y="251"/>
                  </a:lnTo>
                  <a:lnTo>
                    <a:pt x="255" y="34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6"/>
            <p:cNvSpPr/>
            <p:nvPr/>
          </p:nvSpPr>
          <p:spPr>
            <a:xfrm flipH="1" rot="10800000">
              <a:off x="8083575" y="4842116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0"/>
                  </a:moveTo>
                  <a:lnTo>
                    <a:pt x="1" y="212"/>
                  </a:lnTo>
                  <a:lnTo>
                    <a:pt x="38" y="249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6"/>
            <p:cNvSpPr/>
            <p:nvPr/>
          </p:nvSpPr>
          <p:spPr>
            <a:xfrm flipH="1" rot="10800000">
              <a:off x="8018073" y="4767851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6"/>
            <p:cNvSpPr/>
            <p:nvPr/>
          </p:nvSpPr>
          <p:spPr>
            <a:xfrm flipH="1" rot="10800000">
              <a:off x="8001508" y="4749627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2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6"/>
            <p:cNvSpPr/>
            <p:nvPr/>
          </p:nvSpPr>
          <p:spPr>
            <a:xfrm flipH="1" rot="10800000">
              <a:off x="8182131" y="4952573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38" y="39"/>
                  </a:moveTo>
                  <a:lnTo>
                    <a:pt x="38" y="39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6"/>
            <p:cNvSpPr/>
            <p:nvPr/>
          </p:nvSpPr>
          <p:spPr>
            <a:xfrm flipH="1" rot="10800000">
              <a:off x="8165642" y="4934520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8" y="1"/>
                  </a:moveTo>
                  <a:lnTo>
                    <a:pt x="0" y="213"/>
                  </a:lnTo>
                  <a:lnTo>
                    <a:pt x="39" y="251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6"/>
            <p:cNvSpPr/>
            <p:nvPr/>
          </p:nvSpPr>
          <p:spPr>
            <a:xfrm flipH="1" rot="10800000">
              <a:off x="8343377" y="3293151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6"/>
            <p:cNvSpPr/>
            <p:nvPr/>
          </p:nvSpPr>
          <p:spPr>
            <a:xfrm flipH="1" rot="10800000">
              <a:off x="8655156" y="3644201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16"/>
            <p:cNvSpPr/>
            <p:nvPr/>
          </p:nvSpPr>
          <p:spPr>
            <a:xfrm flipH="1" rot="10800000">
              <a:off x="7099152" y="3523903"/>
              <a:ext cx="221587" cy="228017"/>
            </a:xfrm>
            <a:custGeom>
              <a:rect b="b" l="l" r="r" t="t"/>
              <a:pathLst>
                <a:path extrusionOk="0" h="2665" w="2916">
                  <a:moveTo>
                    <a:pt x="251" y="0"/>
                  </a:moveTo>
                  <a:lnTo>
                    <a:pt x="39" y="217"/>
                  </a:lnTo>
                  <a:lnTo>
                    <a:pt x="1" y="179"/>
                  </a:lnTo>
                  <a:lnTo>
                    <a:pt x="2349" y="2528"/>
                  </a:lnTo>
                  <a:cubicBezTo>
                    <a:pt x="2538" y="2571"/>
                    <a:pt x="2727" y="2617"/>
                    <a:pt x="2915" y="2665"/>
                  </a:cubicBezTo>
                  <a:lnTo>
                    <a:pt x="2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16"/>
            <p:cNvSpPr/>
            <p:nvPr/>
          </p:nvSpPr>
          <p:spPr>
            <a:xfrm flipH="1" rot="10800000">
              <a:off x="7266173" y="3000616"/>
              <a:ext cx="831103" cy="936198"/>
            </a:xfrm>
            <a:custGeom>
              <a:rect b="b" l="l" r="r" t="t"/>
              <a:pathLst>
                <a:path extrusionOk="0" h="10942" w="10937">
                  <a:moveTo>
                    <a:pt x="213" y="1"/>
                  </a:moveTo>
                  <a:lnTo>
                    <a:pt x="1" y="218"/>
                  </a:lnTo>
                  <a:lnTo>
                    <a:pt x="10720" y="10942"/>
                  </a:lnTo>
                  <a:lnTo>
                    <a:pt x="10936" y="1072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16"/>
            <p:cNvSpPr/>
            <p:nvPr/>
          </p:nvSpPr>
          <p:spPr>
            <a:xfrm flipH="1" rot="10800000">
              <a:off x="8080763" y="2997373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16"/>
            <p:cNvSpPr/>
            <p:nvPr/>
          </p:nvSpPr>
          <p:spPr>
            <a:xfrm flipH="1" rot="10800000">
              <a:off x="7429927" y="3185339"/>
              <a:ext cx="831483" cy="936198"/>
            </a:xfrm>
            <a:custGeom>
              <a:rect b="b" l="l" r="r" t="t"/>
              <a:pathLst>
                <a:path extrusionOk="0" h="10942" w="10942">
                  <a:moveTo>
                    <a:pt x="218" y="0"/>
                  </a:moveTo>
                  <a:lnTo>
                    <a:pt x="1" y="218"/>
                  </a:lnTo>
                  <a:lnTo>
                    <a:pt x="10725" y="10941"/>
                  </a:lnTo>
                  <a:lnTo>
                    <a:pt x="10942" y="10724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16"/>
            <p:cNvSpPr/>
            <p:nvPr/>
          </p:nvSpPr>
          <p:spPr>
            <a:xfrm flipH="1" rot="10800000">
              <a:off x="8261310" y="3200747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7"/>
                  </a:moveTo>
                  <a:lnTo>
                    <a:pt x="38" y="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16"/>
            <p:cNvSpPr/>
            <p:nvPr/>
          </p:nvSpPr>
          <p:spPr>
            <a:xfrm flipH="1" rot="10800000">
              <a:off x="8244821" y="3182181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16"/>
            <p:cNvSpPr/>
            <p:nvPr/>
          </p:nvSpPr>
          <p:spPr>
            <a:xfrm flipH="1" rot="10800000">
              <a:off x="8408955" y="3366903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16"/>
            <p:cNvSpPr/>
            <p:nvPr/>
          </p:nvSpPr>
          <p:spPr>
            <a:xfrm flipH="1" rot="10800000">
              <a:off x="7591173" y="4287778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1"/>
                  </a:moveTo>
                  <a:lnTo>
                    <a:pt x="1" y="1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16"/>
            <p:cNvSpPr/>
            <p:nvPr/>
          </p:nvSpPr>
          <p:spPr>
            <a:xfrm flipH="1" rot="10800000">
              <a:off x="7594061" y="3370232"/>
              <a:ext cx="831483" cy="936112"/>
            </a:xfrm>
            <a:custGeom>
              <a:rect b="b" l="l" r="r" t="t"/>
              <a:pathLst>
                <a:path extrusionOk="0" h="10941" w="10942">
                  <a:moveTo>
                    <a:pt x="218" y="1"/>
                  </a:moveTo>
                  <a:lnTo>
                    <a:pt x="0" y="217"/>
                  </a:lnTo>
                  <a:lnTo>
                    <a:pt x="10724" y="10941"/>
                  </a:lnTo>
                  <a:lnTo>
                    <a:pt x="10941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6"/>
            <p:cNvSpPr/>
            <p:nvPr/>
          </p:nvSpPr>
          <p:spPr>
            <a:xfrm flipH="1" rot="10800000">
              <a:off x="8408955" y="3366903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6"/>
            <p:cNvSpPr/>
            <p:nvPr/>
          </p:nvSpPr>
          <p:spPr>
            <a:xfrm flipH="1" rot="10800000">
              <a:off x="7758195" y="3554955"/>
              <a:ext cx="831407" cy="936198"/>
            </a:xfrm>
            <a:custGeom>
              <a:rect b="b" l="l" r="r" t="t"/>
              <a:pathLst>
                <a:path extrusionOk="0" h="10942" w="10941">
                  <a:moveTo>
                    <a:pt x="217" y="0"/>
                  </a:moveTo>
                  <a:lnTo>
                    <a:pt x="1" y="218"/>
                  </a:lnTo>
                  <a:lnTo>
                    <a:pt x="10725" y="10941"/>
                  </a:lnTo>
                  <a:lnTo>
                    <a:pt x="10941" y="10724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6"/>
            <p:cNvSpPr/>
            <p:nvPr/>
          </p:nvSpPr>
          <p:spPr>
            <a:xfrm flipH="1" rot="10800000">
              <a:off x="8573089" y="3551797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6"/>
            <p:cNvSpPr/>
            <p:nvPr/>
          </p:nvSpPr>
          <p:spPr>
            <a:xfrm flipH="1" rot="10800000">
              <a:off x="7184182" y="3431925"/>
              <a:ext cx="382458" cy="412399"/>
            </a:xfrm>
            <a:custGeom>
              <a:rect b="b" l="l" r="r" t="t"/>
              <a:pathLst>
                <a:path extrusionOk="0" h="4820" w="5033">
                  <a:moveTo>
                    <a:pt x="212" y="1"/>
                  </a:moveTo>
                  <a:lnTo>
                    <a:pt x="0" y="217"/>
                  </a:lnTo>
                  <a:lnTo>
                    <a:pt x="4301" y="4518"/>
                  </a:lnTo>
                  <a:cubicBezTo>
                    <a:pt x="4545" y="4613"/>
                    <a:pt x="4791" y="4716"/>
                    <a:pt x="5032" y="4820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16"/>
            <p:cNvSpPr/>
            <p:nvPr/>
          </p:nvSpPr>
          <p:spPr>
            <a:xfrm flipH="1" rot="10800000">
              <a:off x="8179319" y="3108258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38" y="39"/>
                  </a:moveTo>
                  <a:lnTo>
                    <a:pt x="38" y="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16"/>
            <p:cNvSpPr/>
            <p:nvPr/>
          </p:nvSpPr>
          <p:spPr>
            <a:xfrm flipH="1" rot="10800000">
              <a:off x="7348240" y="3092935"/>
              <a:ext cx="831179" cy="939449"/>
            </a:xfrm>
            <a:custGeom>
              <a:rect b="b" l="l" r="r" t="t"/>
              <a:pathLst>
                <a:path extrusionOk="0" h="10980" w="10938">
                  <a:moveTo>
                    <a:pt x="175" y="1"/>
                  </a:moveTo>
                  <a:lnTo>
                    <a:pt x="213" y="39"/>
                  </a:lnTo>
                  <a:lnTo>
                    <a:pt x="213" y="39"/>
                  </a:lnTo>
                  <a:lnTo>
                    <a:pt x="213" y="38"/>
                  </a:lnTo>
                  <a:lnTo>
                    <a:pt x="175" y="1"/>
                  </a:lnTo>
                  <a:close/>
                  <a:moveTo>
                    <a:pt x="213" y="39"/>
                  </a:moveTo>
                  <a:lnTo>
                    <a:pt x="1" y="255"/>
                  </a:lnTo>
                  <a:lnTo>
                    <a:pt x="10720" y="10979"/>
                  </a:lnTo>
                  <a:lnTo>
                    <a:pt x="10937" y="10762"/>
                  </a:lnTo>
                  <a:lnTo>
                    <a:pt x="213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6"/>
            <p:cNvSpPr/>
            <p:nvPr/>
          </p:nvSpPr>
          <p:spPr>
            <a:xfrm flipH="1" rot="10800000">
              <a:off x="8162754" y="3089777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6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6"/>
            <p:cNvSpPr/>
            <p:nvPr/>
          </p:nvSpPr>
          <p:spPr>
            <a:xfrm flipH="1" rot="10800000">
              <a:off x="7509182" y="3274491"/>
              <a:ext cx="834294" cy="939449"/>
            </a:xfrm>
            <a:custGeom>
              <a:rect b="b" l="l" r="r" t="t"/>
              <a:pathLst>
                <a:path extrusionOk="0" h="10980" w="10979">
                  <a:moveTo>
                    <a:pt x="0" y="179"/>
                  </a:moveTo>
                  <a:lnTo>
                    <a:pt x="31" y="210"/>
                  </a:lnTo>
                  <a:lnTo>
                    <a:pt x="5" y="179"/>
                  </a:lnTo>
                  <a:close/>
                  <a:moveTo>
                    <a:pt x="31" y="210"/>
                  </a:moveTo>
                  <a:lnTo>
                    <a:pt x="38" y="218"/>
                  </a:lnTo>
                  <a:lnTo>
                    <a:pt x="38" y="217"/>
                  </a:lnTo>
                  <a:lnTo>
                    <a:pt x="31" y="210"/>
                  </a:lnTo>
                  <a:close/>
                  <a:moveTo>
                    <a:pt x="255" y="1"/>
                  </a:moveTo>
                  <a:lnTo>
                    <a:pt x="38" y="217"/>
                  </a:lnTo>
                  <a:lnTo>
                    <a:pt x="10762" y="10941"/>
                  </a:lnTo>
                  <a:lnTo>
                    <a:pt x="10762" y="10941"/>
                  </a:lnTo>
                  <a:lnTo>
                    <a:pt x="10979" y="10724"/>
                  </a:lnTo>
                  <a:lnTo>
                    <a:pt x="255" y="1"/>
                  </a:lnTo>
                  <a:close/>
                  <a:moveTo>
                    <a:pt x="10762" y="10941"/>
                  </a:moveTo>
                  <a:lnTo>
                    <a:pt x="10761" y="10942"/>
                  </a:lnTo>
                  <a:lnTo>
                    <a:pt x="10800" y="10979"/>
                  </a:lnTo>
                  <a:lnTo>
                    <a:pt x="10762" y="109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6"/>
            <p:cNvSpPr/>
            <p:nvPr/>
          </p:nvSpPr>
          <p:spPr>
            <a:xfrm flipH="1" rot="10800000">
              <a:off x="8326888" y="3274499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0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6"/>
            <p:cNvSpPr/>
            <p:nvPr/>
          </p:nvSpPr>
          <p:spPr>
            <a:xfrm flipH="1" rot="10800000">
              <a:off x="7676204" y="3462551"/>
              <a:ext cx="831407" cy="936112"/>
            </a:xfrm>
            <a:custGeom>
              <a:rect b="b" l="l" r="r" t="t"/>
              <a:pathLst>
                <a:path extrusionOk="0" h="10941" w="10941">
                  <a:moveTo>
                    <a:pt x="216" y="0"/>
                  </a:moveTo>
                  <a:lnTo>
                    <a:pt x="0" y="216"/>
                  </a:lnTo>
                  <a:lnTo>
                    <a:pt x="10724" y="10940"/>
                  </a:lnTo>
                  <a:lnTo>
                    <a:pt x="10940" y="10724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6"/>
            <p:cNvSpPr/>
            <p:nvPr/>
          </p:nvSpPr>
          <p:spPr>
            <a:xfrm flipH="1" rot="10800000">
              <a:off x="8491098" y="3459307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1"/>
                  </a:moveTo>
                  <a:lnTo>
                    <a:pt x="0" y="217"/>
                  </a:lnTo>
                  <a:lnTo>
                    <a:pt x="37" y="256"/>
                  </a:lnTo>
                  <a:lnTo>
                    <a:pt x="255" y="38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6"/>
            <p:cNvSpPr/>
            <p:nvPr/>
          </p:nvSpPr>
          <p:spPr>
            <a:xfrm flipH="1" rot="10800000">
              <a:off x="7840261" y="3647359"/>
              <a:ext cx="834370" cy="939021"/>
            </a:xfrm>
            <a:custGeom>
              <a:rect b="b" l="l" r="r" t="t"/>
              <a:pathLst>
                <a:path extrusionOk="0" h="10975" w="10980">
                  <a:moveTo>
                    <a:pt x="179" y="1"/>
                  </a:moveTo>
                  <a:lnTo>
                    <a:pt x="215" y="36"/>
                  </a:lnTo>
                  <a:lnTo>
                    <a:pt x="218" y="33"/>
                  </a:lnTo>
                  <a:lnTo>
                    <a:pt x="179" y="1"/>
                  </a:lnTo>
                  <a:close/>
                  <a:moveTo>
                    <a:pt x="10942" y="10757"/>
                  </a:moveTo>
                  <a:lnTo>
                    <a:pt x="10941" y="10758"/>
                  </a:lnTo>
                  <a:lnTo>
                    <a:pt x="10941" y="10758"/>
                  </a:lnTo>
                  <a:lnTo>
                    <a:pt x="10979" y="10796"/>
                  </a:lnTo>
                  <a:lnTo>
                    <a:pt x="10942" y="10757"/>
                  </a:lnTo>
                  <a:close/>
                  <a:moveTo>
                    <a:pt x="215" y="36"/>
                  </a:moveTo>
                  <a:lnTo>
                    <a:pt x="1" y="251"/>
                  </a:lnTo>
                  <a:lnTo>
                    <a:pt x="10724" y="10975"/>
                  </a:lnTo>
                  <a:lnTo>
                    <a:pt x="10941" y="10758"/>
                  </a:lnTo>
                  <a:lnTo>
                    <a:pt x="10941" y="10758"/>
                  </a:lnTo>
                  <a:lnTo>
                    <a:pt x="215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6"/>
            <p:cNvSpPr/>
            <p:nvPr/>
          </p:nvSpPr>
          <p:spPr>
            <a:xfrm flipH="1" rot="10800000">
              <a:off x="8655156" y="3644201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6"/>
            <p:cNvSpPr/>
            <p:nvPr/>
          </p:nvSpPr>
          <p:spPr>
            <a:xfrm flipH="1" rot="10800000">
              <a:off x="7115337" y="3751835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38" y="39"/>
                  </a:moveTo>
                  <a:lnTo>
                    <a:pt x="38" y="39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6"/>
            <p:cNvSpPr/>
            <p:nvPr/>
          </p:nvSpPr>
          <p:spPr>
            <a:xfrm flipH="1" rot="10800000">
              <a:off x="7099152" y="3733354"/>
              <a:ext cx="19149" cy="21903"/>
            </a:xfrm>
            <a:custGeom>
              <a:rect b="b" l="l" r="r" t="t"/>
              <a:pathLst>
                <a:path extrusionOk="0" h="256" w="252">
                  <a:moveTo>
                    <a:pt x="214" y="1"/>
                  </a:moveTo>
                  <a:lnTo>
                    <a:pt x="1" y="218"/>
                  </a:lnTo>
                  <a:lnTo>
                    <a:pt x="39" y="256"/>
                  </a:lnTo>
                  <a:lnTo>
                    <a:pt x="251" y="39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6"/>
            <p:cNvSpPr/>
            <p:nvPr/>
          </p:nvSpPr>
          <p:spPr>
            <a:xfrm flipH="1" rot="10800000">
              <a:off x="7263361" y="3918076"/>
              <a:ext cx="18998" cy="21903"/>
            </a:xfrm>
            <a:custGeom>
              <a:rect b="b" l="l" r="r" t="t"/>
              <a:pathLst>
                <a:path extrusionOk="0" h="256" w="250">
                  <a:moveTo>
                    <a:pt x="212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16"/>
            <p:cNvSpPr/>
            <p:nvPr/>
          </p:nvSpPr>
          <p:spPr>
            <a:xfrm flipH="1" rot="10800000">
              <a:off x="7427495" y="4102884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0" y="217"/>
                  </a:lnTo>
                  <a:lnTo>
                    <a:pt x="33" y="256"/>
                  </a:lnTo>
                  <a:lnTo>
                    <a:pt x="250" y="38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16"/>
            <p:cNvSpPr/>
            <p:nvPr/>
          </p:nvSpPr>
          <p:spPr>
            <a:xfrm flipH="1" rot="10800000">
              <a:off x="7591173" y="428777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6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16"/>
            <p:cNvSpPr/>
            <p:nvPr/>
          </p:nvSpPr>
          <p:spPr>
            <a:xfrm flipH="1" rot="10800000">
              <a:off x="7755307" y="4472500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0" y="218"/>
                  </a:lnTo>
                  <a:lnTo>
                    <a:pt x="39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16"/>
            <p:cNvSpPr/>
            <p:nvPr/>
          </p:nvSpPr>
          <p:spPr>
            <a:xfrm flipH="1" rot="10800000">
              <a:off x="7181219" y="3825758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3" y="0"/>
                  </a:moveTo>
                  <a:lnTo>
                    <a:pt x="1" y="217"/>
                  </a:lnTo>
                  <a:lnTo>
                    <a:pt x="39" y="255"/>
                  </a:lnTo>
                  <a:lnTo>
                    <a:pt x="251" y="39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16"/>
            <p:cNvSpPr/>
            <p:nvPr/>
          </p:nvSpPr>
          <p:spPr>
            <a:xfrm flipH="1" rot="10800000">
              <a:off x="7345428" y="4010480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16"/>
            <p:cNvSpPr/>
            <p:nvPr/>
          </p:nvSpPr>
          <p:spPr>
            <a:xfrm flipH="1" rot="10800000">
              <a:off x="7345428" y="4010480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16"/>
            <p:cNvSpPr/>
            <p:nvPr/>
          </p:nvSpPr>
          <p:spPr>
            <a:xfrm flipH="1" rot="10800000">
              <a:off x="7525672" y="4213855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1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16"/>
            <p:cNvSpPr/>
            <p:nvPr/>
          </p:nvSpPr>
          <p:spPr>
            <a:xfrm flipH="1" rot="10800000">
              <a:off x="7509486" y="4195288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4" y="0"/>
                  </a:moveTo>
                  <a:lnTo>
                    <a:pt x="1" y="216"/>
                  </a:lnTo>
                  <a:lnTo>
                    <a:pt x="34" y="255"/>
                  </a:lnTo>
                  <a:lnTo>
                    <a:pt x="251" y="3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16"/>
            <p:cNvSpPr/>
            <p:nvPr/>
          </p:nvSpPr>
          <p:spPr>
            <a:xfrm flipH="1" rot="10800000">
              <a:off x="7673240" y="4380096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5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6"/>
            <p:cNvSpPr/>
            <p:nvPr/>
          </p:nvSpPr>
          <p:spPr>
            <a:xfrm flipH="1" rot="10800000">
              <a:off x="7837450" y="456490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6"/>
            <p:cNvSpPr/>
            <p:nvPr/>
          </p:nvSpPr>
          <p:spPr>
            <a:xfrm flipH="1" rot="10800000">
              <a:off x="7837450" y="4564904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3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16"/>
            <p:cNvSpPr/>
            <p:nvPr/>
          </p:nvSpPr>
          <p:spPr>
            <a:xfrm flipH="1" rot="10800000">
              <a:off x="7017161" y="3571561"/>
              <a:ext cx="97115" cy="87956"/>
            </a:xfrm>
            <a:custGeom>
              <a:rect b="b" l="l" r="r" t="t"/>
              <a:pathLst>
                <a:path extrusionOk="0" h="1028" w="1278">
                  <a:moveTo>
                    <a:pt x="0" y="179"/>
                  </a:moveTo>
                  <a:lnTo>
                    <a:pt x="38" y="217"/>
                  </a:lnTo>
                  <a:lnTo>
                    <a:pt x="38" y="217"/>
                  </a:lnTo>
                  <a:lnTo>
                    <a:pt x="0" y="179"/>
                  </a:lnTo>
                  <a:close/>
                  <a:moveTo>
                    <a:pt x="250" y="0"/>
                  </a:moveTo>
                  <a:lnTo>
                    <a:pt x="38" y="217"/>
                  </a:lnTo>
                  <a:lnTo>
                    <a:pt x="769" y="947"/>
                  </a:lnTo>
                  <a:cubicBezTo>
                    <a:pt x="938" y="976"/>
                    <a:pt x="1108" y="1000"/>
                    <a:pt x="1278" y="1028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16"/>
            <p:cNvSpPr/>
            <p:nvPr/>
          </p:nvSpPr>
          <p:spPr>
            <a:xfrm flipH="1" rot="10800000">
              <a:off x="7033270" y="3659431"/>
              <a:ext cx="2964" cy="3337"/>
            </a:xfrm>
            <a:custGeom>
              <a:rect b="b" l="l" r="r" t="t"/>
              <a:pathLst>
                <a:path extrusionOk="0" h="39" w="39">
                  <a:moveTo>
                    <a:pt x="38" y="38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16"/>
            <p:cNvSpPr/>
            <p:nvPr/>
          </p:nvSpPr>
          <p:spPr>
            <a:xfrm flipH="1" rot="10800000">
              <a:off x="7017161" y="3640864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3" y="1"/>
                  </a:moveTo>
                  <a:lnTo>
                    <a:pt x="0" y="217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16"/>
            <p:cNvSpPr/>
            <p:nvPr/>
          </p:nvSpPr>
          <p:spPr>
            <a:xfrm flipH="1" rot="10800000">
              <a:off x="7933043" y="4678698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6"/>
            <p:cNvSpPr/>
            <p:nvPr/>
          </p:nvSpPr>
          <p:spPr>
            <a:xfrm flipH="1" rot="10800000">
              <a:off x="8080763" y="4845282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0" y="1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6"/>
            <p:cNvSpPr/>
            <p:nvPr/>
          </p:nvSpPr>
          <p:spPr>
            <a:xfrm flipH="1" rot="10800000">
              <a:off x="7998696" y="475296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6"/>
            <p:cNvSpPr/>
            <p:nvPr/>
          </p:nvSpPr>
          <p:spPr>
            <a:xfrm flipH="1" rot="10800000">
              <a:off x="7418529" y="4663721"/>
              <a:ext cx="514604" cy="561017"/>
            </a:xfrm>
            <a:custGeom>
              <a:rect b="b" l="l" r="r" t="t"/>
              <a:pathLst>
                <a:path extrusionOk="0" h="6557" w="6772">
                  <a:moveTo>
                    <a:pt x="0" y="1"/>
                  </a:moveTo>
                  <a:lnTo>
                    <a:pt x="6555" y="6556"/>
                  </a:lnTo>
                  <a:lnTo>
                    <a:pt x="6772" y="6345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6"/>
            <p:cNvSpPr/>
            <p:nvPr/>
          </p:nvSpPr>
          <p:spPr>
            <a:xfrm flipH="1" rot="10800000">
              <a:off x="7916553" y="4660559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1"/>
                  </a:moveTo>
                  <a:lnTo>
                    <a:pt x="1" y="212"/>
                  </a:lnTo>
                  <a:lnTo>
                    <a:pt x="39" y="250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6"/>
            <p:cNvSpPr/>
            <p:nvPr/>
          </p:nvSpPr>
          <p:spPr>
            <a:xfrm flipH="1" rot="10800000">
              <a:off x="7746720" y="4848530"/>
              <a:ext cx="350542" cy="376207"/>
            </a:xfrm>
            <a:custGeom>
              <a:rect b="b" l="l" r="r" t="t"/>
              <a:pathLst>
                <a:path extrusionOk="0" h="4397" w="4613">
                  <a:moveTo>
                    <a:pt x="0" y="1"/>
                  </a:moveTo>
                  <a:lnTo>
                    <a:pt x="4396" y="4397"/>
                  </a:lnTo>
                  <a:lnTo>
                    <a:pt x="4612" y="4184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6"/>
            <p:cNvSpPr/>
            <p:nvPr/>
          </p:nvSpPr>
          <p:spPr>
            <a:xfrm flipH="1" rot="10800000">
              <a:off x="8080763" y="4845282"/>
              <a:ext cx="19377" cy="21561"/>
            </a:xfrm>
            <a:custGeom>
              <a:rect b="b" l="l" r="r" t="t"/>
              <a:pathLst>
                <a:path extrusionOk="0" h="252" w="255">
                  <a:moveTo>
                    <a:pt x="216" y="1"/>
                  </a:moveTo>
                  <a:lnTo>
                    <a:pt x="0" y="214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6"/>
            <p:cNvSpPr/>
            <p:nvPr/>
          </p:nvSpPr>
          <p:spPr>
            <a:xfrm flipH="1" rot="10800000">
              <a:off x="7582587" y="4756125"/>
              <a:ext cx="432611" cy="468612"/>
            </a:xfrm>
            <a:custGeom>
              <a:rect b="b" l="l" r="r" t="t"/>
              <a:pathLst>
                <a:path extrusionOk="0" h="5477" w="5693">
                  <a:moveTo>
                    <a:pt x="1" y="1"/>
                  </a:moveTo>
                  <a:lnTo>
                    <a:pt x="5476" y="5476"/>
                  </a:lnTo>
                  <a:lnTo>
                    <a:pt x="5693" y="5264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6"/>
            <p:cNvSpPr/>
            <p:nvPr/>
          </p:nvSpPr>
          <p:spPr>
            <a:xfrm flipH="1" rot="10800000">
              <a:off x="7998696" y="4752963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7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6"/>
            <p:cNvSpPr/>
            <p:nvPr/>
          </p:nvSpPr>
          <p:spPr>
            <a:xfrm flipH="1" rot="10800000">
              <a:off x="8179319" y="495591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6"/>
            <p:cNvSpPr/>
            <p:nvPr/>
          </p:nvSpPr>
          <p:spPr>
            <a:xfrm flipH="1" rot="10800000">
              <a:off x="7910854" y="4940935"/>
              <a:ext cx="268549" cy="283803"/>
            </a:xfrm>
            <a:custGeom>
              <a:rect b="b" l="l" r="r" t="t"/>
              <a:pathLst>
                <a:path extrusionOk="0" h="3317" w="3534">
                  <a:moveTo>
                    <a:pt x="1" y="1"/>
                  </a:moveTo>
                  <a:lnTo>
                    <a:pt x="3316" y="3317"/>
                  </a:lnTo>
                  <a:lnTo>
                    <a:pt x="3533" y="3104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6"/>
            <p:cNvSpPr/>
            <p:nvPr/>
          </p:nvSpPr>
          <p:spPr>
            <a:xfrm flipH="1" rot="10800000">
              <a:off x="8162754" y="4937686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3"/>
                  </a:lnTo>
                  <a:lnTo>
                    <a:pt x="38" y="250"/>
                  </a:lnTo>
                  <a:lnTo>
                    <a:pt x="256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6"/>
            <p:cNvSpPr/>
            <p:nvPr/>
          </p:nvSpPr>
          <p:spPr>
            <a:xfrm flipH="1" rot="10800000">
              <a:off x="7096340" y="3736519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1" y="1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6"/>
            <p:cNvSpPr/>
            <p:nvPr/>
          </p:nvSpPr>
          <p:spPr>
            <a:xfrm flipH="1" rot="10800000">
              <a:off x="7588362" y="429094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6"/>
            <p:cNvSpPr/>
            <p:nvPr/>
          </p:nvSpPr>
          <p:spPr>
            <a:xfrm flipH="1" rot="10800000">
              <a:off x="7358650" y="403229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6"/>
            <p:cNvSpPr/>
            <p:nvPr/>
          </p:nvSpPr>
          <p:spPr>
            <a:xfrm flipH="1" rot="10800000">
              <a:off x="7506675" y="419854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33" y="37"/>
                  </a:lnTo>
                  <a:lnTo>
                    <a:pt x="3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6"/>
            <p:cNvSpPr/>
            <p:nvPr/>
          </p:nvSpPr>
          <p:spPr>
            <a:xfrm flipH="1" rot="10800000">
              <a:off x="7851052" y="458629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7" y="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6"/>
            <p:cNvSpPr/>
            <p:nvPr/>
          </p:nvSpPr>
          <p:spPr>
            <a:xfrm flipH="1" rot="10800000">
              <a:off x="6281446" y="3739763"/>
              <a:ext cx="833990" cy="936198"/>
            </a:xfrm>
            <a:custGeom>
              <a:rect b="b" l="l" r="r" t="t"/>
              <a:pathLst>
                <a:path extrusionOk="0" h="10942" w="10975">
                  <a:moveTo>
                    <a:pt x="218" y="1"/>
                  </a:moveTo>
                  <a:lnTo>
                    <a:pt x="1" y="218"/>
                  </a:lnTo>
                  <a:lnTo>
                    <a:pt x="10725" y="10942"/>
                  </a:lnTo>
                  <a:lnTo>
                    <a:pt x="10936" y="10725"/>
                  </a:lnTo>
                  <a:lnTo>
                    <a:pt x="10975" y="10762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6"/>
            <p:cNvSpPr/>
            <p:nvPr/>
          </p:nvSpPr>
          <p:spPr>
            <a:xfrm flipH="1" rot="10800000">
              <a:off x="6295048" y="4675875"/>
              <a:ext cx="3040" cy="2909"/>
            </a:xfrm>
            <a:custGeom>
              <a:rect b="b" l="l" r="r" t="t"/>
              <a:pathLst>
                <a:path extrusionOk="0" h="34" w="40">
                  <a:moveTo>
                    <a:pt x="39" y="3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16"/>
            <p:cNvSpPr/>
            <p:nvPr/>
          </p:nvSpPr>
          <p:spPr>
            <a:xfrm flipH="1" rot="10800000">
              <a:off x="7096340" y="3736519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1" y="38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16"/>
            <p:cNvSpPr/>
            <p:nvPr/>
          </p:nvSpPr>
          <p:spPr>
            <a:xfrm flipH="1" rot="10800000">
              <a:off x="6444364" y="3924571"/>
              <a:ext cx="832318" cy="935770"/>
            </a:xfrm>
            <a:custGeom>
              <a:rect b="b" l="l" r="r" t="t"/>
              <a:pathLst>
                <a:path extrusionOk="0" h="10937" w="10953">
                  <a:moveTo>
                    <a:pt x="0" y="196"/>
                  </a:moveTo>
                  <a:lnTo>
                    <a:pt x="16" y="212"/>
                  </a:lnTo>
                  <a:lnTo>
                    <a:pt x="16" y="212"/>
                  </a:lnTo>
                  <a:lnTo>
                    <a:pt x="0" y="196"/>
                  </a:lnTo>
                  <a:close/>
                  <a:moveTo>
                    <a:pt x="234" y="1"/>
                  </a:moveTo>
                  <a:lnTo>
                    <a:pt x="16" y="212"/>
                  </a:lnTo>
                  <a:lnTo>
                    <a:pt x="16" y="212"/>
                  </a:lnTo>
                  <a:lnTo>
                    <a:pt x="10740" y="10936"/>
                  </a:lnTo>
                  <a:lnTo>
                    <a:pt x="10953" y="10720"/>
                  </a:lnTo>
                  <a:lnTo>
                    <a:pt x="2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16"/>
            <p:cNvSpPr/>
            <p:nvPr/>
          </p:nvSpPr>
          <p:spPr>
            <a:xfrm flipH="1" rot="10800000">
              <a:off x="7260474" y="3921327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3" y="0"/>
                  </a:moveTo>
                  <a:lnTo>
                    <a:pt x="0" y="216"/>
                  </a:lnTo>
                  <a:lnTo>
                    <a:pt x="39" y="255"/>
                  </a:lnTo>
                  <a:lnTo>
                    <a:pt x="250" y="37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16"/>
            <p:cNvSpPr/>
            <p:nvPr/>
          </p:nvSpPr>
          <p:spPr>
            <a:xfrm flipH="1" rot="10800000">
              <a:off x="6609714" y="4109379"/>
              <a:ext cx="831103" cy="935684"/>
            </a:xfrm>
            <a:custGeom>
              <a:rect b="b" l="l" r="r" t="t"/>
              <a:pathLst>
                <a:path extrusionOk="0" h="10936" w="10937">
                  <a:moveTo>
                    <a:pt x="217" y="0"/>
                  </a:moveTo>
                  <a:lnTo>
                    <a:pt x="1" y="212"/>
                  </a:lnTo>
                  <a:lnTo>
                    <a:pt x="10725" y="10936"/>
                  </a:lnTo>
                  <a:lnTo>
                    <a:pt x="10936" y="1071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16"/>
            <p:cNvSpPr/>
            <p:nvPr/>
          </p:nvSpPr>
          <p:spPr>
            <a:xfrm flipH="1" rot="10800000">
              <a:off x="7424608" y="4106135"/>
              <a:ext cx="18998" cy="21903"/>
            </a:xfrm>
            <a:custGeom>
              <a:rect b="b" l="l" r="r" t="t"/>
              <a:pathLst>
                <a:path extrusionOk="0" h="256" w="250">
                  <a:moveTo>
                    <a:pt x="212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0" y="3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6"/>
            <p:cNvSpPr/>
            <p:nvPr/>
          </p:nvSpPr>
          <p:spPr>
            <a:xfrm flipH="1" rot="10800000">
              <a:off x="6770960" y="4294101"/>
              <a:ext cx="833914" cy="930636"/>
            </a:xfrm>
            <a:custGeom>
              <a:rect b="b" l="l" r="r" t="t"/>
              <a:pathLst>
                <a:path extrusionOk="0" h="10877" w="10974">
                  <a:moveTo>
                    <a:pt x="189" y="1"/>
                  </a:moveTo>
                  <a:lnTo>
                    <a:pt x="38" y="152"/>
                  </a:lnTo>
                  <a:lnTo>
                    <a:pt x="1" y="120"/>
                  </a:lnTo>
                  <a:lnTo>
                    <a:pt x="1" y="120"/>
                  </a:lnTo>
                  <a:lnTo>
                    <a:pt x="10758" y="10876"/>
                  </a:lnTo>
                  <a:lnTo>
                    <a:pt x="10974" y="10659"/>
                  </a:lnTo>
                  <a:lnTo>
                    <a:pt x="3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6"/>
            <p:cNvSpPr/>
            <p:nvPr/>
          </p:nvSpPr>
          <p:spPr>
            <a:xfrm flipH="1" rot="10800000">
              <a:off x="7588362" y="429094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7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6"/>
            <p:cNvSpPr/>
            <p:nvPr/>
          </p:nvSpPr>
          <p:spPr>
            <a:xfrm flipH="1" rot="10800000">
              <a:off x="7090261" y="4478997"/>
              <a:ext cx="678819" cy="745741"/>
            </a:xfrm>
            <a:custGeom>
              <a:rect b="b" l="l" r="r" t="t"/>
              <a:pathLst>
                <a:path extrusionOk="0" h="8716" w="8933">
                  <a:moveTo>
                    <a:pt x="0" y="1"/>
                  </a:moveTo>
                  <a:lnTo>
                    <a:pt x="8715" y="8716"/>
                  </a:lnTo>
                  <a:lnTo>
                    <a:pt x="8932" y="8504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6"/>
            <p:cNvSpPr/>
            <p:nvPr/>
          </p:nvSpPr>
          <p:spPr>
            <a:xfrm flipH="1" rot="10800000">
              <a:off x="7752495" y="4475666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7" y="0"/>
                  </a:moveTo>
                  <a:lnTo>
                    <a:pt x="0" y="212"/>
                  </a:lnTo>
                  <a:lnTo>
                    <a:pt x="37" y="250"/>
                  </a:lnTo>
                  <a:lnTo>
                    <a:pt x="255" y="33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6"/>
            <p:cNvSpPr/>
            <p:nvPr/>
          </p:nvSpPr>
          <p:spPr>
            <a:xfrm flipH="1" rot="10800000">
              <a:off x="6363513" y="3832081"/>
              <a:ext cx="831179" cy="935855"/>
            </a:xfrm>
            <a:custGeom>
              <a:rect b="b" l="l" r="r" t="t"/>
              <a:pathLst>
                <a:path extrusionOk="0" h="10938" w="10938">
                  <a:moveTo>
                    <a:pt x="218" y="1"/>
                  </a:moveTo>
                  <a:lnTo>
                    <a:pt x="0" y="213"/>
                  </a:lnTo>
                  <a:lnTo>
                    <a:pt x="10724" y="10937"/>
                  </a:lnTo>
                  <a:lnTo>
                    <a:pt x="10937" y="10720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16"/>
            <p:cNvSpPr/>
            <p:nvPr/>
          </p:nvSpPr>
          <p:spPr>
            <a:xfrm flipH="1" rot="10800000">
              <a:off x="7178407" y="3828923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3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16"/>
            <p:cNvSpPr/>
            <p:nvPr/>
          </p:nvSpPr>
          <p:spPr>
            <a:xfrm flipH="1" rot="10800000">
              <a:off x="6524759" y="493452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1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16"/>
            <p:cNvSpPr/>
            <p:nvPr/>
          </p:nvSpPr>
          <p:spPr>
            <a:xfrm flipH="1" rot="10800000">
              <a:off x="6527571" y="4014151"/>
              <a:ext cx="831179" cy="938508"/>
            </a:xfrm>
            <a:custGeom>
              <a:rect b="b" l="l" r="r" t="t"/>
              <a:pathLst>
                <a:path extrusionOk="0" h="10969" w="10938">
                  <a:moveTo>
                    <a:pt x="218" y="0"/>
                  </a:moveTo>
                  <a:lnTo>
                    <a:pt x="1" y="212"/>
                  </a:lnTo>
                  <a:lnTo>
                    <a:pt x="10757" y="10968"/>
                  </a:lnTo>
                  <a:lnTo>
                    <a:pt x="10725" y="10936"/>
                  </a:lnTo>
                  <a:lnTo>
                    <a:pt x="10938" y="1071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16"/>
            <p:cNvSpPr/>
            <p:nvPr/>
          </p:nvSpPr>
          <p:spPr>
            <a:xfrm flipH="1" rot="10800000">
              <a:off x="7342465" y="4013731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4" y="0"/>
                  </a:moveTo>
                  <a:lnTo>
                    <a:pt x="1" y="217"/>
                  </a:lnTo>
                  <a:lnTo>
                    <a:pt x="39" y="255"/>
                  </a:lnTo>
                  <a:lnTo>
                    <a:pt x="251" y="3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16"/>
            <p:cNvSpPr/>
            <p:nvPr/>
          </p:nvSpPr>
          <p:spPr>
            <a:xfrm flipH="1" rot="10800000">
              <a:off x="6691781" y="4201697"/>
              <a:ext cx="832926" cy="937224"/>
            </a:xfrm>
            <a:custGeom>
              <a:rect b="b" l="l" r="r" t="t"/>
              <a:pathLst>
                <a:path extrusionOk="0" h="10954" w="10961">
                  <a:moveTo>
                    <a:pt x="201" y="0"/>
                  </a:moveTo>
                  <a:lnTo>
                    <a:pt x="217" y="16"/>
                  </a:lnTo>
                  <a:lnTo>
                    <a:pt x="217" y="16"/>
                  </a:lnTo>
                  <a:lnTo>
                    <a:pt x="201" y="0"/>
                  </a:lnTo>
                  <a:close/>
                  <a:moveTo>
                    <a:pt x="217" y="16"/>
                  </a:moveTo>
                  <a:lnTo>
                    <a:pt x="1" y="229"/>
                  </a:lnTo>
                  <a:lnTo>
                    <a:pt x="10724" y="10953"/>
                  </a:lnTo>
                  <a:lnTo>
                    <a:pt x="10936" y="10736"/>
                  </a:lnTo>
                  <a:lnTo>
                    <a:pt x="10961" y="10760"/>
                  </a:lnTo>
                  <a:lnTo>
                    <a:pt x="217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16"/>
            <p:cNvSpPr/>
            <p:nvPr/>
          </p:nvSpPr>
          <p:spPr>
            <a:xfrm flipH="1" rot="10800000">
              <a:off x="7506675" y="4198539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1" y="3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16"/>
            <p:cNvSpPr/>
            <p:nvPr/>
          </p:nvSpPr>
          <p:spPr>
            <a:xfrm flipH="1" rot="10800000">
              <a:off x="6926127" y="4386506"/>
              <a:ext cx="760888" cy="838231"/>
            </a:xfrm>
            <a:custGeom>
              <a:rect b="b" l="l" r="r" t="t"/>
              <a:pathLst>
                <a:path extrusionOk="0" h="9797" w="10013">
                  <a:moveTo>
                    <a:pt x="1" y="1"/>
                  </a:moveTo>
                  <a:lnTo>
                    <a:pt x="9795" y="9797"/>
                  </a:lnTo>
                  <a:lnTo>
                    <a:pt x="10013" y="9579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16"/>
            <p:cNvSpPr/>
            <p:nvPr/>
          </p:nvSpPr>
          <p:spPr>
            <a:xfrm flipH="1" rot="10800000">
              <a:off x="7670429" y="4383347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16"/>
            <p:cNvSpPr/>
            <p:nvPr/>
          </p:nvSpPr>
          <p:spPr>
            <a:xfrm flipH="1" rot="10800000">
              <a:off x="7254319" y="4571401"/>
              <a:ext cx="596825" cy="653336"/>
            </a:xfrm>
            <a:custGeom>
              <a:rect b="b" l="l" r="r" t="t"/>
              <a:pathLst>
                <a:path extrusionOk="0" h="7636" w="7854">
                  <a:moveTo>
                    <a:pt x="1" y="1"/>
                  </a:moveTo>
                  <a:lnTo>
                    <a:pt x="7636" y="7636"/>
                  </a:lnTo>
                  <a:lnTo>
                    <a:pt x="7853" y="7424"/>
                  </a:lnTo>
                  <a:lnTo>
                    <a:pt x="43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16"/>
            <p:cNvSpPr/>
            <p:nvPr/>
          </p:nvSpPr>
          <p:spPr>
            <a:xfrm flipH="1" rot="10800000">
              <a:off x="7834486" y="4568070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2"/>
                  </a:lnTo>
                  <a:lnTo>
                    <a:pt x="39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6"/>
            <p:cNvSpPr/>
            <p:nvPr/>
          </p:nvSpPr>
          <p:spPr>
            <a:xfrm flipH="1" rot="10800000">
              <a:off x="6278634" y="4657223"/>
              <a:ext cx="19453" cy="21561"/>
            </a:xfrm>
            <a:custGeom>
              <a:rect b="b" l="l" r="r" t="t"/>
              <a:pathLst>
                <a:path extrusionOk="0" h="252" w="256">
                  <a:moveTo>
                    <a:pt x="217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4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6"/>
            <p:cNvSpPr/>
            <p:nvPr/>
          </p:nvSpPr>
          <p:spPr>
            <a:xfrm flipH="1" rot="10800000">
              <a:off x="6459258" y="4860255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6"/>
            <p:cNvSpPr/>
            <p:nvPr/>
          </p:nvSpPr>
          <p:spPr>
            <a:xfrm flipH="1" rot="10800000">
              <a:off x="6442692" y="4842116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0"/>
                  </a:moveTo>
                  <a:lnTo>
                    <a:pt x="1" y="212"/>
                  </a:lnTo>
                  <a:lnTo>
                    <a:pt x="38" y="249"/>
                  </a:lnTo>
                  <a:lnTo>
                    <a:pt x="256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16"/>
            <p:cNvSpPr/>
            <p:nvPr/>
          </p:nvSpPr>
          <p:spPr>
            <a:xfrm flipH="1" rot="10800000">
              <a:off x="6360701" y="4749627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0"/>
                  </a:moveTo>
                  <a:lnTo>
                    <a:pt x="0" y="212"/>
                  </a:lnTo>
                  <a:lnTo>
                    <a:pt x="37" y="250"/>
                  </a:lnTo>
                  <a:lnTo>
                    <a:pt x="255" y="3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16"/>
            <p:cNvSpPr/>
            <p:nvPr/>
          </p:nvSpPr>
          <p:spPr>
            <a:xfrm flipH="1" rot="10800000">
              <a:off x="6524759" y="4934520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1"/>
                  </a:moveTo>
                  <a:lnTo>
                    <a:pt x="1" y="213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16"/>
            <p:cNvSpPr/>
            <p:nvPr/>
          </p:nvSpPr>
          <p:spPr>
            <a:xfrm flipH="1" rot="10800000">
              <a:off x="7014273" y="3644201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1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16"/>
            <p:cNvSpPr/>
            <p:nvPr/>
          </p:nvSpPr>
          <p:spPr>
            <a:xfrm flipH="1" rot="10800000">
              <a:off x="5953178" y="3674398"/>
              <a:ext cx="577448" cy="631946"/>
            </a:xfrm>
            <a:custGeom>
              <a:rect b="b" l="l" r="r" t="t"/>
              <a:pathLst>
                <a:path extrusionOk="0" h="7386" w="7599">
                  <a:moveTo>
                    <a:pt x="218" y="1"/>
                  </a:moveTo>
                  <a:lnTo>
                    <a:pt x="1" y="217"/>
                  </a:lnTo>
                  <a:lnTo>
                    <a:pt x="7037" y="7253"/>
                  </a:lnTo>
                  <a:cubicBezTo>
                    <a:pt x="7226" y="7301"/>
                    <a:pt x="7409" y="7343"/>
                    <a:pt x="7598" y="7386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6"/>
            <p:cNvSpPr/>
            <p:nvPr/>
          </p:nvSpPr>
          <p:spPr>
            <a:xfrm flipH="1" rot="10800000">
              <a:off x="6114425" y="3603382"/>
              <a:ext cx="807850" cy="887771"/>
            </a:xfrm>
            <a:custGeom>
              <a:rect b="b" l="l" r="r" t="t"/>
              <a:pathLst>
                <a:path extrusionOk="0" h="10376" w="10631">
                  <a:moveTo>
                    <a:pt x="255" y="0"/>
                  </a:moveTo>
                  <a:lnTo>
                    <a:pt x="39" y="218"/>
                  </a:lnTo>
                  <a:lnTo>
                    <a:pt x="1" y="180"/>
                  </a:lnTo>
                  <a:lnTo>
                    <a:pt x="1" y="180"/>
                  </a:lnTo>
                  <a:lnTo>
                    <a:pt x="10130" y="10310"/>
                  </a:lnTo>
                  <a:cubicBezTo>
                    <a:pt x="10296" y="10334"/>
                    <a:pt x="10461" y="10356"/>
                    <a:pt x="10631" y="10375"/>
                  </a:cubicBezTo>
                  <a:lnTo>
                    <a:pt x="2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6"/>
            <p:cNvSpPr/>
            <p:nvPr/>
          </p:nvSpPr>
          <p:spPr>
            <a:xfrm flipH="1" rot="10800000">
              <a:off x="5871111" y="3749007"/>
              <a:ext cx="429419" cy="464933"/>
            </a:xfrm>
            <a:custGeom>
              <a:rect b="b" l="l" r="r" t="t"/>
              <a:pathLst>
                <a:path extrusionOk="0" h="5434" w="5651">
                  <a:moveTo>
                    <a:pt x="218" y="1"/>
                  </a:moveTo>
                  <a:lnTo>
                    <a:pt x="1" y="218"/>
                  </a:lnTo>
                  <a:lnTo>
                    <a:pt x="4933" y="5150"/>
                  </a:lnTo>
                  <a:cubicBezTo>
                    <a:pt x="5066" y="5207"/>
                    <a:pt x="5203" y="5263"/>
                    <a:pt x="5335" y="5320"/>
                  </a:cubicBezTo>
                  <a:cubicBezTo>
                    <a:pt x="5438" y="5357"/>
                    <a:pt x="5542" y="5396"/>
                    <a:pt x="5651" y="5433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6"/>
            <p:cNvSpPr/>
            <p:nvPr/>
          </p:nvSpPr>
          <p:spPr>
            <a:xfrm flipH="1" rot="10800000">
              <a:off x="6035245" y="3633585"/>
              <a:ext cx="695992" cy="768414"/>
            </a:xfrm>
            <a:custGeom>
              <a:rect b="b" l="l" r="r" t="t"/>
              <a:pathLst>
                <a:path extrusionOk="0" h="8981" w="9159">
                  <a:moveTo>
                    <a:pt x="180" y="1"/>
                  </a:moveTo>
                  <a:lnTo>
                    <a:pt x="218" y="39"/>
                  </a:lnTo>
                  <a:lnTo>
                    <a:pt x="0" y="255"/>
                  </a:lnTo>
                  <a:lnTo>
                    <a:pt x="8645" y="8900"/>
                  </a:lnTo>
                  <a:cubicBezTo>
                    <a:pt x="8815" y="8928"/>
                    <a:pt x="8985" y="8957"/>
                    <a:pt x="9159" y="898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16"/>
            <p:cNvSpPr/>
            <p:nvPr/>
          </p:nvSpPr>
          <p:spPr>
            <a:xfrm flipH="1" rot="10800000">
              <a:off x="6199455" y="3647359"/>
              <a:ext cx="831027" cy="939021"/>
            </a:xfrm>
            <a:custGeom>
              <a:rect b="b" l="l" r="r" t="t"/>
              <a:pathLst>
                <a:path extrusionOk="0" h="10975" w="10936">
                  <a:moveTo>
                    <a:pt x="179" y="1"/>
                  </a:moveTo>
                  <a:lnTo>
                    <a:pt x="214" y="36"/>
                  </a:lnTo>
                  <a:lnTo>
                    <a:pt x="216" y="33"/>
                  </a:lnTo>
                  <a:lnTo>
                    <a:pt x="179" y="1"/>
                  </a:lnTo>
                  <a:close/>
                  <a:moveTo>
                    <a:pt x="214" y="36"/>
                  </a:moveTo>
                  <a:lnTo>
                    <a:pt x="0" y="251"/>
                  </a:lnTo>
                  <a:lnTo>
                    <a:pt x="10724" y="10975"/>
                  </a:lnTo>
                  <a:lnTo>
                    <a:pt x="10935" y="10757"/>
                  </a:lnTo>
                  <a:lnTo>
                    <a:pt x="214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16"/>
            <p:cNvSpPr/>
            <p:nvPr/>
          </p:nvSpPr>
          <p:spPr>
            <a:xfrm flipH="1" rot="10800000">
              <a:off x="7014273" y="3644201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2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1" y="3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6"/>
            <p:cNvSpPr/>
            <p:nvPr/>
          </p:nvSpPr>
          <p:spPr>
            <a:xfrm flipH="1" rot="10800000">
              <a:off x="5966856" y="4306259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6"/>
            <p:cNvSpPr/>
            <p:nvPr/>
          </p:nvSpPr>
          <p:spPr>
            <a:xfrm flipH="1" rot="10800000">
              <a:off x="5950367" y="4287778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6"/>
            <p:cNvSpPr/>
            <p:nvPr/>
          </p:nvSpPr>
          <p:spPr>
            <a:xfrm flipH="1" rot="10800000">
              <a:off x="6130990" y="4491067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37" y="38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6"/>
            <p:cNvSpPr/>
            <p:nvPr/>
          </p:nvSpPr>
          <p:spPr>
            <a:xfrm flipH="1" rot="10800000">
              <a:off x="6114425" y="4472500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6"/>
            <p:cNvSpPr/>
            <p:nvPr/>
          </p:nvSpPr>
          <p:spPr>
            <a:xfrm flipH="1" rot="10800000">
              <a:off x="5868300" y="419528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6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6"/>
            <p:cNvSpPr/>
            <p:nvPr/>
          </p:nvSpPr>
          <p:spPr>
            <a:xfrm flipH="1" rot="10800000">
              <a:off x="6032434" y="438009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37" y="38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6"/>
            <p:cNvSpPr/>
            <p:nvPr/>
          </p:nvSpPr>
          <p:spPr>
            <a:xfrm flipH="1" rot="10800000">
              <a:off x="6032434" y="4380096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8"/>
                  </a:lnTo>
                  <a:lnTo>
                    <a:pt x="37" y="255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6"/>
            <p:cNvSpPr/>
            <p:nvPr/>
          </p:nvSpPr>
          <p:spPr>
            <a:xfrm flipH="1" rot="10800000">
              <a:off x="6196491" y="4564904"/>
              <a:ext cx="3040" cy="3251"/>
            </a:xfrm>
            <a:custGeom>
              <a:rect b="b" l="l" r="r" t="t"/>
              <a:pathLst>
                <a:path extrusionOk="0" h="38" w="40">
                  <a:moveTo>
                    <a:pt x="1" y="0"/>
                  </a:move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6"/>
            <p:cNvSpPr/>
            <p:nvPr/>
          </p:nvSpPr>
          <p:spPr>
            <a:xfrm flipH="1" rot="10800000">
              <a:off x="6196491" y="4564904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1"/>
                  </a:moveTo>
                  <a:lnTo>
                    <a:pt x="1" y="213"/>
                  </a:lnTo>
                  <a:lnTo>
                    <a:pt x="39" y="251"/>
                  </a:lnTo>
                  <a:lnTo>
                    <a:pt x="255" y="33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6"/>
            <p:cNvSpPr/>
            <p:nvPr/>
          </p:nvSpPr>
          <p:spPr>
            <a:xfrm flipH="1" rot="10800000">
              <a:off x="6292236" y="467869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6"/>
            <p:cNvSpPr/>
            <p:nvPr/>
          </p:nvSpPr>
          <p:spPr>
            <a:xfrm flipH="1" rot="10800000">
              <a:off x="6439881" y="4845282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1" y="1"/>
                  </a:moveTo>
                  <a:lnTo>
                    <a:pt x="1" y="1"/>
                  </a:ln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6"/>
            <p:cNvSpPr/>
            <p:nvPr/>
          </p:nvSpPr>
          <p:spPr>
            <a:xfrm flipH="1" rot="10800000">
              <a:off x="6521948" y="493768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0" y="1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6"/>
            <p:cNvSpPr/>
            <p:nvPr/>
          </p:nvSpPr>
          <p:spPr>
            <a:xfrm flipH="1" rot="10800000">
              <a:off x="5913133" y="4663722"/>
              <a:ext cx="379190" cy="428228"/>
            </a:xfrm>
            <a:custGeom>
              <a:rect b="b" l="l" r="r" t="t"/>
              <a:pathLst>
                <a:path extrusionOk="0" h="5005" w="4990">
                  <a:moveTo>
                    <a:pt x="198" y="0"/>
                  </a:moveTo>
                  <a:cubicBezTo>
                    <a:pt x="132" y="76"/>
                    <a:pt x="66" y="157"/>
                    <a:pt x="0" y="237"/>
                  </a:cubicBezTo>
                  <a:lnTo>
                    <a:pt x="4772" y="5004"/>
                  </a:lnTo>
                  <a:lnTo>
                    <a:pt x="4989" y="4793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6"/>
            <p:cNvSpPr/>
            <p:nvPr/>
          </p:nvSpPr>
          <p:spPr>
            <a:xfrm flipH="1" rot="10800000">
              <a:off x="6275671" y="4660559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1"/>
                  </a:moveTo>
                  <a:lnTo>
                    <a:pt x="1" y="212"/>
                  </a:lnTo>
                  <a:lnTo>
                    <a:pt x="39" y="250"/>
                  </a:lnTo>
                  <a:lnTo>
                    <a:pt x="256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6"/>
            <p:cNvSpPr/>
            <p:nvPr/>
          </p:nvSpPr>
          <p:spPr>
            <a:xfrm flipH="1" rot="10800000">
              <a:off x="6105534" y="4848530"/>
              <a:ext cx="352898" cy="376207"/>
            </a:xfrm>
            <a:custGeom>
              <a:rect b="b" l="l" r="r" t="t"/>
              <a:pathLst>
                <a:path extrusionOk="0" h="4397" w="4644">
                  <a:moveTo>
                    <a:pt x="4617" y="4184"/>
                  </a:moveTo>
                  <a:lnTo>
                    <a:pt x="4644" y="4211"/>
                  </a:lnTo>
                  <a:lnTo>
                    <a:pt x="4644" y="4211"/>
                  </a:lnTo>
                  <a:lnTo>
                    <a:pt x="4617" y="4184"/>
                  </a:lnTo>
                  <a:close/>
                  <a:moveTo>
                    <a:pt x="0" y="1"/>
                  </a:moveTo>
                  <a:lnTo>
                    <a:pt x="4401" y="4397"/>
                  </a:lnTo>
                  <a:lnTo>
                    <a:pt x="4617" y="4184"/>
                  </a:lnTo>
                  <a:lnTo>
                    <a:pt x="4617" y="4184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6"/>
            <p:cNvSpPr/>
            <p:nvPr/>
          </p:nvSpPr>
          <p:spPr>
            <a:xfrm flipH="1" rot="10800000">
              <a:off x="6439881" y="4845282"/>
              <a:ext cx="19453" cy="21561"/>
            </a:xfrm>
            <a:custGeom>
              <a:rect b="b" l="l" r="r" t="t"/>
              <a:pathLst>
                <a:path extrusionOk="0" h="252" w="256">
                  <a:moveTo>
                    <a:pt x="217" y="1"/>
                  </a:moveTo>
                  <a:lnTo>
                    <a:pt x="1" y="214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6"/>
            <p:cNvSpPr/>
            <p:nvPr/>
          </p:nvSpPr>
          <p:spPr>
            <a:xfrm flipH="1" rot="10800000">
              <a:off x="5992996" y="4756126"/>
              <a:ext cx="381318" cy="428570"/>
            </a:xfrm>
            <a:custGeom>
              <a:rect b="b" l="l" r="r" t="t"/>
              <a:pathLst>
                <a:path extrusionOk="0" h="5009" w="5018">
                  <a:moveTo>
                    <a:pt x="223" y="0"/>
                  </a:moveTo>
                  <a:cubicBezTo>
                    <a:pt x="147" y="66"/>
                    <a:pt x="75" y="142"/>
                    <a:pt x="1" y="207"/>
                  </a:cubicBezTo>
                  <a:lnTo>
                    <a:pt x="4801" y="5008"/>
                  </a:lnTo>
                  <a:lnTo>
                    <a:pt x="5018" y="4796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6"/>
            <p:cNvSpPr/>
            <p:nvPr/>
          </p:nvSpPr>
          <p:spPr>
            <a:xfrm flipH="1" rot="10800000">
              <a:off x="6357738" y="4752963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1"/>
                  </a:moveTo>
                  <a:lnTo>
                    <a:pt x="1" y="213"/>
                  </a:lnTo>
                  <a:lnTo>
                    <a:pt x="39" y="251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16"/>
            <p:cNvSpPr/>
            <p:nvPr/>
          </p:nvSpPr>
          <p:spPr>
            <a:xfrm flipH="1" rot="10800000">
              <a:off x="6269592" y="4940935"/>
              <a:ext cx="268853" cy="283803"/>
            </a:xfrm>
            <a:custGeom>
              <a:rect b="b" l="l" r="r" t="t"/>
              <a:pathLst>
                <a:path extrusionOk="0" h="3317" w="3538">
                  <a:moveTo>
                    <a:pt x="1" y="1"/>
                  </a:moveTo>
                  <a:lnTo>
                    <a:pt x="3321" y="3317"/>
                  </a:lnTo>
                  <a:lnTo>
                    <a:pt x="3537" y="3104"/>
                  </a:ln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16"/>
            <p:cNvSpPr/>
            <p:nvPr/>
          </p:nvSpPr>
          <p:spPr>
            <a:xfrm flipH="1" rot="10800000">
              <a:off x="6521948" y="4937686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0"/>
                  </a:moveTo>
                  <a:lnTo>
                    <a:pt x="0" y="213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16"/>
            <p:cNvSpPr/>
            <p:nvPr/>
          </p:nvSpPr>
          <p:spPr>
            <a:xfrm flipH="1" rot="10800000">
              <a:off x="5947479" y="4290944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0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16"/>
            <p:cNvSpPr/>
            <p:nvPr/>
          </p:nvSpPr>
          <p:spPr>
            <a:xfrm flipH="1" rot="10800000">
              <a:off x="6111613" y="4475666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0" y="1"/>
                  </a:moveTo>
                  <a:lnTo>
                    <a:pt x="38" y="39"/>
                  </a:lnTo>
                  <a:lnTo>
                    <a:pt x="38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16"/>
            <p:cNvSpPr/>
            <p:nvPr/>
          </p:nvSpPr>
          <p:spPr>
            <a:xfrm flipH="1" rot="10800000">
              <a:off x="6045959" y="4401914"/>
              <a:ext cx="3040" cy="3251"/>
            </a:xfrm>
            <a:custGeom>
              <a:rect b="b" l="l" r="r" t="t"/>
              <a:pathLst>
                <a:path extrusionOk="0" h="38" w="40">
                  <a:moveTo>
                    <a:pt x="39" y="38"/>
                  </a:moveTo>
                  <a:lnTo>
                    <a:pt x="39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16"/>
            <p:cNvSpPr/>
            <p:nvPr/>
          </p:nvSpPr>
          <p:spPr>
            <a:xfrm flipH="1" rot="10800000">
              <a:off x="6210169" y="458629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16"/>
            <p:cNvSpPr/>
            <p:nvPr/>
          </p:nvSpPr>
          <p:spPr>
            <a:xfrm flipH="1" rot="10800000">
              <a:off x="5723467" y="4294107"/>
              <a:ext cx="243472" cy="287054"/>
            </a:xfrm>
            <a:custGeom>
              <a:rect b="b" l="l" r="r" t="t"/>
              <a:pathLst>
                <a:path extrusionOk="0" h="3355" w="3204">
                  <a:moveTo>
                    <a:pt x="24" y="1"/>
                  </a:moveTo>
                  <a:cubicBezTo>
                    <a:pt x="15" y="138"/>
                    <a:pt x="6" y="275"/>
                    <a:pt x="1" y="412"/>
                  </a:cubicBezTo>
                  <a:lnTo>
                    <a:pt x="2949" y="3354"/>
                  </a:lnTo>
                  <a:lnTo>
                    <a:pt x="3165" y="3137"/>
                  </a:lnTo>
                  <a:lnTo>
                    <a:pt x="3204" y="3174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6"/>
            <p:cNvSpPr/>
            <p:nvPr/>
          </p:nvSpPr>
          <p:spPr>
            <a:xfrm flipH="1" rot="10800000">
              <a:off x="5947479" y="429094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7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6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6"/>
            <p:cNvSpPr/>
            <p:nvPr/>
          </p:nvSpPr>
          <p:spPr>
            <a:xfrm flipH="1" rot="10800000">
              <a:off x="5786613" y="4479000"/>
              <a:ext cx="344463" cy="391009"/>
            </a:xfrm>
            <a:custGeom>
              <a:rect b="b" l="l" r="r" t="t"/>
              <a:pathLst>
                <a:path extrusionOk="0" h="4570" w="4533">
                  <a:moveTo>
                    <a:pt x="142" y="1"/>
                  </a:moveTo>
                  <a:cubicBezTo>
                    <a:pt x="94" y="99"/>
                    <a:pt x="42" y="194"/>
                    <a:pt x="0" y="293"/>
                  </a:cubicBezTo>
                  <a:lnTo>
                    <a:pt x="4277" y="4570"/>
                  </a:lnTo>
                  <a:lnTo>
                    <a:pt x="4495" y="4358"/>
                  </a:lnTo>
                  <a:lnTo>
                    <a:pt x="4532" y="4391"/>
                  </a:lnTo>
                  <a:lnTo>
                    <a:pt x="1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6"/>
            <p:cNvSpPr/>
            <p:nvPr/>
          </p:nvSpPr>
          <p:spPr>
            <a:xfrm flipH="1" rot="10800000">
              <a:off x="6111613" y="4475666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0" y="212"/>
                  </a:lnTo>
                  <a:lnTo>
                    <a:pt x="38" y="250"/>
                  </a:lnTo>
                  <a:lnTo>
                    <a:pt x="255" y="33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6"/>
            <p:cNvSpPr/>
            <p:nvPr/>
          </p:nvSpPr>
          <p:spPr>
            <a:xfrm flipH="1" rot="10800000">
              <a:off x="5736385" y="4201704"/>
              <a:ext cx="145597" cy="182072"/>
            </a:xfrm>
            <a:custGeom>
              <a:rect b="b" l="l" r="r" t="t"/>
              <a:pathLst>
                <a:path extrusionOk="0" h="2128" w="1916">
                  <a:moveTo>
                    <a:pt x="0" y="0"/>
                  </a:moveTo>
                  <a:lnTo>
                    <a:pt x="6" y="6"/>
                  </a:lnTo>
                  <a:lnTo>
                    <a:pt x="6" y="6"/>
                  </a:lnTo>
                  <a:cubicBezTo>
                    <a:pt x="6" y="6"/>
                    <a:pt x="6" y="5"/>
                    <a:pt x="6" y="5"/>
                  </a:cubicBezTo>
                  <a:cubicBezTo>
                    <a:pt x="6" y="5"/>
                    <a:pt x="6" y="0"/>
                    <a:pt x="0" y="0"/>
                  </a:cubicBezTo>
                  <a:close/>
                  <a:moveTo>
                    <a:pt x="6" y="6"/>
                  </a:moveTo>
                  <a:cubicBezTo>
                    <a:pt x="48" y="204"/>
                    <a:pt x="100" y="397"/>
                    <a:pt x="157" y="584"/>
                  </a:cubicBezTo>
                  <a:lnTo>
                    <a:pt x="1698" y="2127"/>
                  </a:lnTo>
                  <a:lnTo>
                    <a:pt x="1915" y="191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6"/>
            <p:cNvSpPr/>
            <p:nvPr/>
          </p:nvSpPr>
          <p:spPr>
            <a:xfrm flipH="1" rot="10800000">
              <a:off x="5865412" y="4198539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6"/>
            <p:cNvSpPr/>
            <p:nvPr/>
          </p:nvSpPr>
          <p:spPr>
            <a:xfrm flipH="1" rot="10800000">
              <a:off x="5744288" y="4386510"/>
              <a:ext cx="301756" cy="350710"/>
            </a:xfrm>
            <a:custGeom>
              <a:rect b="b" l="l" r="r" t="t"/>
              <a:pathLst>
                <a:path extrusionOk="0" h="4099" w="3971">
                  <a:moveTo>
                    <a:pt x="90" y="0"/>
                  </a:moveTo>
                  <a:cubicBezTo>
                    <a:pt x="57" y="113"/>
                    <a:pt x="29" y="231"/>
                    <a:pt x="1" y="344"/>
                  </a:cubicBezTo>
                  <a:lnTo>
                    <a:pt x="3755" y="4099"/>
                  </a:lnTo>
                  <a:lnTo>
                    <a:pt x="3971" y="3881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6"/>
            <p:cNvSpPr/>
            <p:nvPr/>
          </p:nvSpPr>
          <p:spPr>
            <a:xfrm flipH="1" rot="10800000">
              <a:off x="6029546" y="4383347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6"/>
            <p:cNvSpPr/>
            <p:nvPr/>
          </p:nvSpPr>
          <p:spPr>
            <a:xfrm flipH="1" rot="10800000">
              <a:off x="5843908" y="4568066"/>
              <a:ext cx="366348" cy="419415"/>
            </a:xfrm>
            <a:custGeom>
              <a:rect b="b" l="l" r="r" t="t"/>
              <a:pathLst>
                <a:path extrusionOk="0" h="4902" w="4821">
                  <a:moveTo>
                    <a:pt x="176" y="1"/>
                  </a:moveTo>
                  <a:cubicBezTo>
                    <a:pt x="113" y="91"/>
                    <a:pt x="57" y="176"/>
                    <a:pt x="0" y="266"/>
                  </a:cubicBezTo>
                  <a:lnTo>
                    <a:pt x="4641" y="4901"/>
                  </a:lnTo>
                  <a:lnTo>
                    <a:pt x="4603" y="4863"/>
                  </a:lnTo>
                  <a:lnTo>
                    <a:pt x="4820" y="4651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6"/>
            <p:cNvSpPr/>
            <p:nvPr/>
          </p:nvSpPr>
          <p:spPr>
            <a:xfrm flipH="1" rot="10800000">
              <a:off x="6193680" y="4568070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7" y="0"/>
                  </a:moveTo>
                  <a:lnTo>
                    <a:pt x="0" y="212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BLANK_1">
    <p:bg>
      <p:bgPr>
        <a:solidFill>
          <a:schemeClr val="accent1"/>
        </a:solidFill>
      </p:bgPr>
    </p:bg>
    <p:spTree>
      <p:nvGrpSpPr>
        <p:cNvPr id="854" name="Shape 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Google Shape;855;p17"/>
          <p:cNvSpPr txBox="1"/>
          <p:nvPr>
            <p:ph type="title"/>
          </p:nvPr>
        </p:nvSpPr>
        <p:spPr>
          <a:xfrm>
            <a:off x="914400" y="505910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56" name="Google Shape;856;p17"/>
          <p:cNvSpPr txBox="1"/>
          <p:nvPr>
            <p:ph hasCustomPrompt="1" idx="2" type="title"/>
          </p:nvPr>
        </p:nvSpPr>
        <p:spPr>
          <a:xfrm>
            <a:off x="2973013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>
            <a:r>
              <a:t>xx%</a:t>
            </a:r>
          </a:p>
        </p:txBody>
      </p:sp>
      <p:sp>
        <p:nvSpPr>
          <p:cNvPr id="857" name="Google Shape;857;p17"/>
          <p:cNvSpPr txBox="1"/>
          <p:nvPr>
            <p:ph hasCustomPrompt="1" idx="3" type="title"/>
          </p:nvPr>
        </p:nvSpPr>
        <p:spPr>
          <a:xfrm>
            <a:off x="1137230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>
            <a:r>
              <a:t>xx%</a:t>
            </a:r>
          </a:p>
        </p:txBody>
      </p:sp>
      <p:sp>
        <p:nvSpPr>
          <p:cNvPr id="858" name="Google Shape;858;p17"/>
          <p:cNvSpPr txBox="1"/>
          <p:nvPr>
            <p:ph hasCustomPrompt="1" idx="4" type="title"/>
          </p:nvPr>
        </p:nvSpPr>
        <p:spPr>
          <a:xfrm>
            <a:off x="6644579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>
            <a:r>
              <a:t>xx%</a:t>
            </a:r>
          </a:p>
        </p:txBody>
      </p:sp>
      <p:sp>
        <p:nvSpPr>
          <p:cNvPr id="859" name="Google Shape;859;p17"/>
          <p:cNvSpPr txBox="1"/>
          <p:nvPr>
            <p:ph hasCustomPrompt="1" idx="5" type="title"/>
          </p:nvPr>
        </p:nvSpPr>
        <p:spPr>
          <a:xfrm>
            <a:off x="4808796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>
            <a:r>
              <a:t>xx%</a:t>
            </a:r>
          </a:p>
        </p:txBody>
      </p:sp>
      <p:sp>
        <p:nvSpPr>
          <p:cNvPr id="860" name="Google Shape;860;p17"/>
          <p:cNvSpPr txBox="1"/>
          <p:nvPr>
            <p:ph idx="1" type="subTitle"/>
          </p:nvPr>
        </p:nvSpPr>
        <p:spPr>
          <a:xfrm>
            <a:off x="1000130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1" name="Google Shape;861;p17"/>
          <p:cNvSpPr txBox="1"/>
          <p:nvPr>
            <p:ph idx="6" type="subTitle"/>
          </p:nvPr>
        </p:nvSpPr>
        <p:spPr>
          <a:xfrm>
            <a:off x="2835913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2" name="Google Shape;862;p17"/>
          <p:cNvSpPr txBox="1"/>
          <p:nvPr>
            <p:ph idx="7" type="subTitle"/>
          </p:nvPr>
        </p:nvSpPr>
        <p:spPr>
          <a:xfrm>
            <a:off x="4671696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3" name="Google Shape;863;p17"/>
          <p:cNvSpPr txBox="1"/>
          <p:nvPr>
            <p:ph idx="8" type="subTitle"/>
          </p:nvPr>
        </p:nvSpPr>
        <p:spPr>
          <a:xfrm>
            <a:off x="6507479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4" name="Google Shape;864;p17"/>
          <p:cNvSpPr txBox="1"/>
          <p:nvPr>
            <p:ph idx="9" type="subTitle"/>
          </p:nvPr>
        </p:nvSpPr>
        <p:spPr>
          <a:xfrm>
            <a:off x="1000130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5" name="Google Shape;865;p17"/>
          <p:cNvSpPr txBox="1"/>
          <p:nvPr>
            <p:ph idx="13" type="subTitle"/>
          </p:nvPr>
        </p:nvSpPr>
        <p:spPr>
          <a:xfrm>
            <a:off x="2835913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6" name="Google Shape;866;p17"/>
          <p:cNvSpPr txBox="1"/>
          <p:nvPr>
            <p:ph idx="14" type="subTitle"/>
          </p:nvPr>
        </p:nvSpPr>
        <p:spPr>
          <a:xfrm>
            <a:off x="4671696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7" name="Google Shape;867;p17"/>
          <p:cNvSpPr txBox="1"/>
          <p:nvPr>
            <p:ph idx="15" type="subTitle"/>
          </p:nvPr>
        </p:nvSpPr>
        <p:spPr>
          <a:xfrm>
            <a:off x="6507479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868" name="Google Shape;868;p17"/>
          <p:cNvGrpSpPr/>
          <p:nvPr/>
        </p:nvGrpSpPr>
        <p:grpSpPr>
          <a:xfrm>
            <a:off x="6529813" y="3757661"/>
            <a:ext cx="3264035" cy="1583051"/>
            <a:chOff x="6529813" y="3757661"/>
            <a:chExt cx="3264035" cy="1583051"/>
          </a:xfrm>
        </p:grpSpPr>
        <p:sp>
          <p:nvSpPr>
            <p:cNvPr id="869" name="Google Shape;869;p17"/>
            <p:cNvSpPr/>
            <p:nvPr/>
          </p:nvSpPr>
          <p:spPr>
            <a:xfrm rot="9432676">
              <a:off x="8129941" y="4008591"/>
              <a:ext cx="1513587" cy="1081190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0" name="Google Shape;870;p17"/>
            <p:cNvGrpSpPr/>
            <p:nvPr/>
          </p:nvGrpSpPr>
          <p:grpSpPr>
            <a:xfrm>
              <a:off x="6529813" y="4336457"/>
              <a:ext cx="2878771" cy="827500"/>
              <a:chOff x="3098100" y="3849750"/>
              <a:chExt cx="940775" cy="270425"/>
            </a:xfrm>
          </p:grpSpPr>
          <p:sp>
            <p:nvSpPr>
              <p:cNvPr id="871" name="Google Shape;871;p17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17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873" name="Google Shape;873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268650" y="-89276"/>
            <a:ext cx="1964802" cy="15084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4" name="Google Shape;874;p17"/>
          <p:cNvGrpSpPr/>
          <p:nvPr/>
        </p:nvGrpSpPr>
        <p:grpSpPr>
          <a:xfrm>
            <a:off x="-1028710" y="3387325"/>
            <a:ext cx="2711159" cy="1972460"/>
            <a:chOff x="-1028710" y="3387325"/>
            <a:chExt cx="2711159" cy="1972460"/>
          </a:xfrm>
        </p:grpSpPr>
        <p:sp>
          <p:nvSpPr>
            <p:cNvPr id="875" name="Google Shape;875;p17"/>
            <p:cNvSpPr/>
            <p:nvPr/>
          </p:nvSpPr>
          <p:spPr>
            <a:xfrm rot="9432704">
              <a:off x="-384173" y="4028063"/>
              <a:ext cx="1004493" cy="118337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17"/>
            <p:cNvSpPr/>
            <p:nvPr/>
          </p:nvSpPr>
          <p:spPr>
            <a:xfrm flipH="1">
              <a:off x="-1028710" y="4433100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77" name="Google Shape;877;p1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108141" y="3387325"/>
              <a:ext cx="1790590" cy="18323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">
  <p:cSld name="BLANK_1_2">
    <p:bg>
      <p:bgPr>
        <a:solidFill>
          <a:srgbClr val="FFFFFF"/>
        </a:solidFill>
      </p:bgPr>
    </p:bg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Google Shape;879;p18"/>
          <p:cNvSpPr txBox="1"/>
          <p:nvPr>
            <p:ph idx="1" type="subTitle"/>
          </p:nvPr>
        </p:nvSpPr>
        <p:spPr>
          <a:xfrm flipH="1">
            <a:off x="914550" y="3099195"/>
            <a:ext cx="7299900" cy="3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8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80" name="Google Shape;880;p18"/>
          <p:cNvSpPr txBox="1"/>
          <p:nvPr>
            <p:ph type="ctrTitle"/>
          </p:nvPr>
        </p:nvSpPr>
        <p:spPr>
          <a:xfrm flipH="1">
            <a:off x="914250" y="2579950"/>
            <a:ext cx="7299900" cy="5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81" name="Google Shape;881;p18"/>
          <p:cNvSpPr txBox="1"/>
          <p:nvPr>
            <p:ph hasCustomPrompt="1" idx="2" type="title"/>
          </p:nvPr>
        </p:nvSpPr>
        <p:spPr>
          <a:xfrm>
            <a:off x="2691300" y="1948575"/>
            <a:ext cx="37341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800"/>
            </a:lvl9pPr>
          </a:lstStyle>
          <a:p>
            <a:r>
              <a:t>xx%</a:t>
            </a:r>
          </a:p>
        </p:txBody>
      </p:sp>
      <p:grpSp>
        <p:nvGrpSpPr>
          <p:cNvPr id="882" name="Google Shape;882;p18"/>
          <p:cNvGrpSpPr/>
          <p:nvPr/>
        </p:nvGrpSpPr>
        <p:grpSpPr>
          <a:xfrm>
            <a:off x="5861375" y="4178175"/>
            <a:ext cx="3351600" cy="1021698"/>
            <a:chOff x="5861375" y="4178175"/>
            <a:chExt cx="3351600" cy="1021698"/>
          </a:xfrm>
        </p:grpSpPr>
        <p:sp>
          <p:nvSpPr>
            <p:cNvPr id="883" name="Google Shape;883;p18"/>
            <p:cNvSpPr/>
            <p:nvPr/>
          </p:nvSpPr>
          <p:spPr>
            <a:xfrm>
              <a:off x="5861375" y="4178175"/>
              <a:ext cx="3351600" cy="1021698"/>
            </a:xfrm>
            <a:custGeom>
              <a:rect b="b" l="l" r="r" t="t"/>
              <a:pathLst>
                <a:path extrusionOk="0" h="14312" w="44285">
                  <a:moveTo>
                    <a:pt x="44285" y="0"/>
                  </a:moveTo>
                  <a:cubicBezTo>
                    <a:pt x="42694" y="290"/>
                    <a:pt x="41153" y="1067"/>
                    <a:pt x="39825" y="2024"/>
                  </a:cubicBezTo>
                  <a:cubicBezTo>
                    <a:pt x="37795" y="3485"/>
                    <a:pt x="36088" y="5359"/>
                    <a:pt x="34068" y="6834"/>
                  </a:cubicBezTo>
                  <a:cubicBezTo>
                    <a:pt x="30950" y="9117"/>
                    <a:pt x="27108" y="10394"/>
                    <a:pt x="23245" y="10435"/>
                  </a:cubicBezTo>
                  <a:cubicBezTo>
                    <a:pt x="23175" y="10436"/>
                    <a:pt x="23106" y="10436"/>
                    <a:pt x="23037" y="10436"/>
                  </a:cubicBezTo>
                  <a:cubicBezTo>
                    <a:pt x="19957" y="10436"/>
                    <a:pt x="16925" y="9699"/>
                    <a:pt x="13873" y="9252"/>
                  </a:cubicBezTo>
                  <a:cubicBezTo>
                    <a:pt x="12567" y="9062"/>
                    <a:pt x="11230" y="8928"/>
                    <a:pt x="9904" y="8928"/>
                  </a:cubicBezTo>
                  <a:cubicBezTo>
                    <a:pt x="8063" y="8928"/>
                    <a:pt x="6243" y="9185"/>
                    <a:pt x="4556" y="9900"/>
                  </a:cubicBezTo>
                  <a:cubicBezTo>
                    <a:pt x="2570" y="10741"/>
                    <a:pt x="825" y="12363"/>
                    <a:pt x="1" y="14312"/>
                  </a:cubicBezTo>
                  <a:lnTo>
                    <a:pt x="44285" y="14312"/>
                  </a:lnTo>
                  <a:lnTo>
                    <a:pt x="442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4" name="Google Shape;884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286501" y="4642934"/>
              <a:ext cx="2857497" cy="53096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85" name="Google Shape;885;p18"/>
          <p:cNvGrpSpPr/>
          <p:nvPr/>
        </p:nvGrpSpPr>
        <p:grpSpPr>
          <a:xfrm>
            <a:off x="-103000" y="-237275"/>
            <a:ext cx="4656024" cy="2635100"/>
            <a:chOff x="-103000" y="-237275"/>
            <a:chExt cx="4656024" cy="2635100"/>
          </a:xfrm>
        </p:grpSpPr>
        <p:sp>
          <p:nvSpPr>
            <p:cNvPr id="886" name="Google Shape;886;p18"/>
            <p:cNvSpPr/>
            <p:nvPr/>
          </p:nvSpPr>
          <p:spPr>
            <a:xfrm>
              <a:off x="-19050" y="-76200"/>
              <a:ext cx="2668237" cy="114584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-19050" y="-76200"/>
              <a:ext cx="4572074" cy="247402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8" name="Google Shape;888;p18"/>
            <p:cNvPicPr preferRelativeResize="0"/>
            <p:nvPr/>
          </p:nvPicPr>
          <p:blipFill rotWithShape="1">
            <a:blip r:embed="rId3">
              <a:alphaModFix/>
            </a:blip>
            <a:srcRect b="30" l="0" r="0" t="40"/>
            <a:stretch/>
          </p:blipFill>
          <p:spPr>
            <a:xfrm>
              <a:off x="-103000" y="-237275"/>
              <a:ext cx="1360299" cy="233174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">
  <p:cSld name="BLANK_1_1">
    <p:bg>
      <p:bgPr>
        <a:solidFill>
          <a:srgbClr val="FFFFFF"/>
        </a:solidFill>
      </p:bgPr>
    </p:bg>
    <p:spTree>
      <p:nvGrpSpPr>
        <p:cNvPr id="889" name="Shape 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" name="Google Shape;890;p19"/>
          <p:cNvSpPr/>
          <p:nvPr/>
        </p:nvSpPr>
        <p:spPr>
          <a:xfrm rot="-3450524">
            <a:off x="1259292" y="4296611"/>
            <a:ext cx="1028222" cy="1381915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19"/>
          <p:cNvSpPr txBox="1"/>
          <p:nvPr>
            <p:ph idx="1" type="subTitle"/>
          </p:nvPr>
        </p:nvSpPr>
        <p:spPr>
          <a:xfrm>
            <a:off x="1256025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lab SemiBold"/>
              <a:buChar char="●"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892" name="Google Shape;892;p19"/>
          <p:cNvSpPr txBox="1"/>
          <p:nvPr>
            <p:ph idx="2" type="subTitle"/>
          </p:nvPr>
        </p:nvSpPr>
        <p:spPr>
          <a:xfrm>
            <a:off x="3504013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lab SemiBold"/>
              <a:buChar char="●"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893" name="Google Shape;893;p19"/>
          <p:cNvSpPr txBox="1"/>
          <p:nvPr>
            <p:ph idx="3" type="subTitle"/>
          </p:nvPr>
        </p:nvSpPr>
        <p:spPr>
          <a:xfrm>
            <a:off x="5752000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lab SemiBold"/>
              <a:buChar char="●"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894" name="Google Shape;894;p19"/>
          <p:cNvSpPr txBox="1"/>
          <p:nvPr>
            <p:ph idx="4" type="subTitle"/>
          </p:nvPr>
        </p:nvSpPr>
        <p:spPr>
          <a:xfrm>
            <a:off x="1409984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5" name="Google Shape;895;p19"/>
          <p:cNvSpPr txBox="1"/>
          <p:nvPr>
            <p:ph idx="5" type="subTitle"/>
          </p:nvPr>
        </p:nvSpPr>
        <p:spPr>
          <a:xfrm>
            <a:off x="3674925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6" name="Google Shape;896;p19"/>
          <p:cNvSpPr txBox="1"/>
          <p:nvPr>
            <p:ph idx="6" type="subTitle"/>
          </p:nvPr>
        </p:nvSpPr>
        <p:spPr>
          <a:xfrm>
            <a:off x="5927418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7" name="Google Shape;897;p19"/>
          <p:cNvSpPr txBox="1"/>
          <p:nvPr>
            <p:ph type="title"/>
          </p:nvPr>
        </p:nvSpPr>
        <p:spPr>
          <a:xfrm>
            <a:off x="910100" y="50007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98" name="Google Shape;898;p19"/>
          <p:cNvSpPr txBox="1"/>
          <p:nvPr>
            <p:ph idx="7" type="subTitle"/>
          </p:nvPr>
        </p:nvSpPr>
        <p:spPr>
          <a:xfrm>
            <a:off x="1408793" y="3279699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9" name="Google Shape;899;p19"/>
          <p:cNvSpPr txBox="1"/>
          <p:nvPr>
            <p:ph idx="8" type="subTitle"/>
          </p:nvPr>
        </p:nvSpPr>
        <p:spPr>
          <a:xfrm>
            <a:off x="3658844" y="327968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00" name="Google Shape;900;p19"/>
          <p:cNvSpPr txBox="1"/>
          <p:nvPr>
            <p:ph idx="9" type="subTitle"/>
          </p:nvPr>
        </p:nvSpPr>
        <p:spPr>
          <a:xfrm>
            <a:off x="5932097" y="3279699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01" name="Google Shape;901;p19"/>
          <p:cNvSpPr/>
          <p:nvPr/>
        </p:nvSpPr>
        <p:spPr>
          <a:xfrm rot="6744193">
            <a:off x="7627797" y="-227159"/>
            <a:ext cx="906848" cy="921703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19"/>
          <p:cNvSpPr/>
          <p:nvPr/>
        </p:nvSpPr>
        <p:spPr>
          <a:xfrm>
            <a:off x="9264337" y="-314100"/>
            <a:ext cx="32063" cy="23513"/>
          </a:xfrm>
          <a:custGeom>
            <a:rect b="b" l="l" r="r" t="t"/>
            <a:pathLst>
              <a:path extrusionOk="0" h="440" w="600">
                <a:moveTo>
                  <a:pt x="556" y="0"/>
                </a:moveTo>
                <a:lnTo>
                  <a:pt x="19" y="33"/>
                </a:lnTo>
                <a:cubicBezTo>
                  <a:pt x="5" y="66"/>
                  <a:pt x="1" y="100"/>
                  <a:pt x="1" y="137"/>
                </a:cubicBezTo>
                <a:cubicBezTo>
                  <a:pt x="1" y="302"/>
                  <a:pt x="132" y="439"/>
                  <a:pt x="297" y="439"/>
                </a:cubicBezTo>
                <a:cubicBezTo>
                  <a:pt x="462" y="439"/>
                  <a:pt x="599" y="302"/>
                  <a:pt x="599" y="137"/>
                </a:cubicBezTo>
                <a:cubicBezTo>
                  <a:pt x="599" y="85"/>
                  <a:pt x="580" y="43"/>
                  <a:pt x="556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19"/>
          <p:cNvSpPr/>
          <p:nvPr/>
        </p:nvSpPr>
        <p:spPr>
          <a:xfrm>
            <a:off x="9157730" y="-307581"/>
            <a:ext cx="31795" cy="16993"/>
          </a:xfrm>
          <a:custGeom>
            <a:rect b="b" l="l" r="r" t="t"/>
            <a:pathLst>
              <a:path extrusionOk="0" h="318" w="595">
                <a:moveTo>
                  <a:pt x="594" y="0"/>
                </a:moveTo>
                <a:lnTo>
                  <a:pt x="0" y="39"/>
                </a:lnTo>
                <a:cubicBezTo>
                  <a:pt x="15" y="194"/>
                  <a:pt x="142" y="317"/>
                  <a:pt x="298" y="317"/>
                </a:cubicBezTo>
                <a:cubicBezTo>
                  <a:pt x="463" y="317"/>
                  <a:pt x="594" y="180"/>
                  <a:pt x="594" y="15"/>
                </a:cubicBezTo>
                <a:lnTo>
                  <a:pt x="594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19"/>
          <p:cNvSpPr/>
          <p:nvPr/>
        </p:nvSpPr>
        <p:spPr>
          <a:xfrm>
            <a:off x="9053368" y="-300741"/>
            <a:ext cx="28536" cy="10153"/>
          </a:xfrm>
          <a:custGeom>
            <a:rect b="b" l="l" r="r" t="t"/>
            <a:pathLst>
              <a:path extrusionOk="0" h="190" w="534">
                <a:moveTo>
                  <a:pt x="534" y="0"/>
                </a:moveTo>
                <a:lnTo>
                  <a:pt x="1" y="33"/>
                </a:lnTo>
                <a:cubicBezTo>
                  <a:pt x="53" y="122"/>
                  <a:pt x="142" y="189"/>
                  <a:pt x="255" y="189"/>
                </a:cubicBezTo>
                <a:cubicBezTo>
                  <a:pt x="379" y="189"/>
                  <a:pt x="486" y="109"/>
                  <a:pt x="534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19"/>
          <p:cNvSpPr/>
          <p:nvPr/>
        </p:nvSpPr>
        <p:spPr>
          <a:xfrm>
            <a:off x="8953333" y="-293420"/>
            <a:ext cx="15443" cy="2832"/>
          </a:xfrm>
          <a:custGeom>
            <a:rect b="b" l="l" r="r" t="t"/>
            <a:pathLst>
              <a:path extrusionOk="0" h="53" w="289">
                <a:moveTo>
                  <a:pt x="288" y="0"/>
                </a:moveTo>
                <a:lnTo>
                  <a:pt x="1" y="18"/>
                </a:lnTo>
                <a:cubicBezTo>
                  <a:pt x="38" y="37"/>
                  <a:pt x="86" y="52"/>
                  <a:pt x="133" y="52"/>
                </a:cubicBezTo>
                <a:cubicBezTo>
                  <a:pt x="190" y="52"/>
                  <a:pt x="246" y="28"/>
                  <a:pt x="28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19"/>
          <p:cNvSpPr/>
          <p:nvPr/>
        </p:nvSpPr>
        <p:spPr>
          <a:xfrm>
            <a:off x="7611740" y="279588"/>
            <a:ext cx="15871" cy="9405"/>
          </a:xfrm>
          <a:custGeom>
            <a:rect b="b" l="l" r="r" t="t"/>
            <a:pathLst>
              <a:path extrusionOk="0" h="176" w="297">
                <a:moveTo>
                  <a:pt x="0" y="1"/>
                </a:moveTo>
                <a:cubicBezTo>
                  <a:pt x="0" y="67"/>
                  <a:pt x="24" y="128"/>
                  <a:pt x="61" y="175"/>
                </a:cubicBezTo>
                <a:cubicBezTo>
                  <a:pt x="142" y="161"/>
                  <a:pt x="216" y="151"/>
                  <a:pt x="297" y="138"/>
                </a:cubicBez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" name="Google Shape;907;p19"/>
          <p:cNvGrpSpPr/>
          <p:nvPr/>
        </p:nvGrpSpPr>
        <p:grpSpPr>
          <a:xfrm>
            <a:off x="-65294" y="2635223"/>
            <a:ext cx="4507248" cy="2851719"/>
            <a:chOff x="-65294" y="2635223"/>
            <a:chExt cx="4507248" cy="2851719"/>
          </a:xfrm>
        </p:grpSpPr>
        <p:sp>
          <p:nvSpPr>
            <p:cNvPr id="908" name="Google Shape;908;p19"/>
            <p:cNvSpPr/>
            <p:nvPr/>
          </p:nvSpPr>
          <p:spPr>
            <a:xfrm>
              <a:off x="-37819" y="3229639"/>
              <a:ext cx="642082" cy="720274"/>
            </a:xfrm>
            <a:custGeom>
              <a:rect b="b" l="l" r="r" t="t"/>
              <a:pathLst>
                <a:path extrusionOk="0" h="13525" w="8249">
                  <a:moveTo>
                    <a:pt x="1" y="1"/>
                  </a:moveTo>
                  <a:lnTo>
                    <a:pt x="1" y="13149"/>
                  </a:lnTo>
                  <a:cubicBezTo>
                    <a:pt x="904" y="13390"/>
                    <a:pt x="1832" y="13525"/>
                    <a:pt x="2764" y="13525"/>
                  </a:cubicBezTo>
                  <a:cubicBezTo>
                    <a:pt x="2962" y="13525"/>
                    <a:pt x="3161" y="13519"/>
                    <a:pt x="3359" y="13506"/>
                  </a:cubicBezTo>
                  <a:cubicBezTo>
                    <a:pt x="4938" y="13408"/>
                    <a:pt x="6513" y="12870"/>
                    <a:pt x="7795" y="11950"/>
                  </a:cubicBezTo>
                  <a:cubicBezTo>
                    <a:pt x="8032" y="10960"/>
                    <a:pt x="8211" y="9965"/>
                    <a:pt x="8220" y="8961"/>
                  </a:cubicBezTo>
                  <a:cubicBezTo>
                    <a:pt x="8248" y="6263"/>
                    <a:pt x="6970" y="3580"/>
                    <a:pt x="4858" y="1896"/>
                  </a:cubicBezTo>
                  <a:cubicBezTo>
                    <a:pt x="3476" y="797"/>
                    <a:pt x="1760" y="14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19"/>
            <p:cNvSpPr/>
            <p:nvPr/>
          </p:nvSpPr>
          <p:spPr>
            <a:xfrm>
              <a:off x="-37819" y="3866020"/>
              <a:ext cx="2675353" cy="1620922"/>
            </a:xfrm>
            <a:custGeom>
              <a:rect b="b" l="l" r="r" t="t"/>
              <a:pathLst>
                <a:path extrusionOk="0" h="30437" w="34371">
                  <a:moveTo>
                    <a:pt x="7795" y="0"/>
                  </a:moveTo>
                  <a:lnTo>
                    <a:pt x="7795" y="0"/>
                  </a:lnTo>
                  <a:cubicBezTo>
                    <a:pt x="6513" y="920"/>
                    <a:pt x="4938" y="1458"/>
                    <a:pt x="3359" y="1556"/>
                  </a:cubicBezTo>
                  <a:cubicBezTo>
                    <a:pt x="3161" y="1569"/>
                    <a:pt x="2962" y="1575"/>
                    <a:pt x="2764" y="1575"/>
                  </a:cubicBezTo>
                  <a:cubicBezTo>
                    <a:pt x="1832" y="1575"/>
                    <a:pt x="904" y="1440"/>
                    <a:pt x="1" y="1199"/>
                  </a:cubicBezTo>
                  <a:lnTo>
                    <a:pt x="1" y="30437"/>
                  </a:lnTo>
                  <a:lnTo>
                    <a:pt x="33058" y="30437"/>
                  </a:lnTo>
                  <a:cubicBezTo>
                    <a:pt x="33441" y="29682"/>
                    <a:pt x="33737" y="28895"/>
                    <a:pt x="33874" y="28051"/>
                  </a:cubicBezTo>
                  <a:cubicBezTo>
                    <a:pt x="34370" y="24967"/>
                    <a:pt x="32507" y="21872"/>
                    <a:pt x="29965" y="20052"/>
                  </a:cubicBezTo>
                  <a:cubicBezTo>
                    <a:pt x="27419" y="18237"/>
                    <a:pt x="24297" y="17464"/>
                    <a:pt x="21231" y="16836"/>
                  </a:cubicBezTo>
                  <a:cubicBezTo>
                    <a:pt x="18166" y="16209"/>
                    <a:pt x="15030" y="15681"/>
                    <a:pt x="12248" y="14252"/>
                  </a:cubicBezTo>
                  <a:cubicBezTo>
                    <a:pt x="9465" y="12828"/>
                    <a:pt x="7037" y="10305"/>
                    <a:pt x="6622" y="7206"/>
                  </a:cubicBezTo>
                  <a:cubicBezTo>
                    <a:pt x="6296" y="4777"/>
                    <a:pt x="7216" y="2405"/>
                    <a:pt x="77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10" name="Google Shape;910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65294" y="2635223"/>
              <a:ext cx="429975" cy="125956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11" name="Google Shape;911;p1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716277" y="4757905"/>
              <a:ext cx="2725678" cy="43189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12" name="Google Shape;912;p19"/>
          <p:cNvSpPr/>
          <p:nvPr/>
        </p:nvSpPr>
        <p:spPr>
          <a:xfrm>
            <a:off x="7667903" y="-136207"/>
            <a:ext cx="1600774" cy="1383657"/>
          </a:xfrm>
          <a:custGeom>
            <a:rect b="b" l="l" r="r" t="t"/>
            <a:pathLst>
              <a:path extrusionOk="0" h="25893" w="29956">
                <a:moveTo>
                  <a:pt x="1594" y="1"/>
                </a:moveTo>
                <a:cubicBezTo>
                  <a:pt x="501" y="1468"/>
                  <a:pt x="0" y="3372"/>
                  <a:pt x="269" y="5183"/>
                </a:cubicBezTo>
                <a:cubicBezTo>
                  <a:pt x="566" y="7212"/>
                  <a:pt x="1811" y="9079"/>
                  <a:pt x="3570" y="10130"/>
                </a:cubicBezTo>
                <a:cubicBezTo>
                  <a:pt x="7155" y="12276"/>
                  <a:pt x="12261" y="11003"/>
                  <a:pt x="15412" y="13748"/>
                </a:cubicBezTo>
                <a:cubicBezTo>
                  <a:pt x="17755" y="15785"/>
                  <a:pt x="18105" y="19274"/>
                  <a:pt x="19798" y="21873"/>
                </a:cubicBezTo>
                <a:cubicBezTo>
                  <a:pt x="21137" y="23924"/>
                  <a:pt x="23357" y="25377"/>
                  <a:pt x="25773" y="25778"/>
                </a:cubicBezTo>
                <a:cubicBezTo>
                  <a:pt x="26239" y="25855"/>
                  <a:pt x="26710" y="25892"/>
                  <a:pt x="27182" y="25892"/>
                </a:cubicBezTo>
                <a:cubicBezTo>
                  <a:pt x="28121" y="25892"/>
                  <a:pt x="29060" y="25743"/>
                  <a:pt x="29956" y="25456"/>
                </a:cubicBezTo>
                <a:lnTo>
                  <a:pt x="29956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13" name="Google Shape;913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920084" y="-349974"/>
            <a:ext cx="2501000" cy="1383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">
  <p:cSld name="BLANK_1_1_1">
    <p:bg>
      <p:bgPr>
        <a:noFill/>
      </p:bgPr>
    </p:bg>
    <p:spTree>
      <p:nvGrpSpPr>
        <p:cNvPr id="914" name="Shape 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" name="Google Shape;915;p20"/>
          <p:cNvSpPr txBox="1"/>
          <p:nvPr>
            <p:ph idx="1" type="subTitle"/>
          </p:nvPr>
        </p:nvSpPr>
        <p:spPr>
          <a:xfrm>
            <a:off x="922199" y="3107030"/>
            <a:ext cx="19929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16" name="Google Shape;916;p20"/>
          <p:cNvSpPr txBox="1"/>
          <p:nvPr>
            <p:ph idx="2" type="subTitle"/>
          </p:nvPr>
        </p:nvSpPr>
        <p:spPr>
          <a:xfrm>
            <a:off x="3523076" y="3132379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17" name="Google Shape;917;p20"/>
          <p:cNvSpPr txBox="1"/>
          <p:nvPr>
            <p:ph idx="3" type="subTitle"/>
          </p:nvPr>
        </p:nvSpPr>
        <p:spPr>
          <a:xfrm>
            <a:off x="6310123" y="3107020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18" name="Google Shape;918;p20"/>
          <p:cNvSpPr txBox="1"/>
          <p:nvPr>
            <p:ph idx="4" type="subTitle"/>
          </p:nvPr>
        </p:nvSpPr>
        <p:spPr>
          <a:xfrm>
            <a:off x="4844925" y="3132379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19" name="Google Shape;919;p20"/>
          <p:cNvSpPr txBox="1"/>
          <p:nvPr>
            <p:ph idx="5" type="subTitle"/>
          </p:nvPr>
        </p:nvSpPr>
        <p:spPr>
          <a:xfrm>
            <a:off x="922199" y="1715603"/>
            <a:ext cx="19956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20" name="Google Shape;920;p20"/>
          <p:cNvSpPr txBox="1"/>
          <p:nvPr>
            <p:ph idx="6" type="subTitle"/>
          </p:nvPr>
        </p:nvSpPr>
        <p:spPr>
          <a:xfrm>
            <a:off x="3523076" y="1946661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21" name="Google Shape;921;p20"/>
          <p:cNvSpPr txBox="1"/>
          <p:nvPr>
            <p:ph idx="7" type="subTitle"/>
          </p:nvPr>
        </p:nvSpPr>
        <p:spPr>
          <a:xfrm>
            <a:off x="6303700" y="1715147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22" name="Google Shape;922;p20"/>
          <p:cNvSpPr txBox="1"/>
          <p:nvPr>
            <p:ph idx="8" type="subTitle"/>
          </p:nvPr>
        </p:nvSpPr>
        <p:spPr>
          <a:xfrm>
            <a:off x="4844925" y="1946661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23" name="Google Shape;923;p20"/>
          <p:cNvSpPr txBox="1"/>
          <p:nvPr>
            <p:ph type="title"/>
          </p:nvPr>
        </p:nvSpPr>
        <p:spPr>
          <a:xfrm>
            <a:off x="922200" y="50380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924" name="Google Shape;924;p20"/>
          <p:cNvGrpSpPr/>
          <p:nvPr/>
        </p:nvGrpSpPr>
        <p:grpSpPr>
          <a:xfrm>
            <a:off x="-594817" y="-1573636"/>
            <a:ext cx="2884246" cy="2884367"/>
            <a:chOff x="-594817" y="-1573636"/>
            <a:chExt cx="2884246" cy="2884367"/>
          </a:xfrm>
        </p:grpSpPr>
        <p:sp>
          <p:nvSpPr>
            <p:cNvPr id="925" name="Google Shape;925;p20"/>
            <p:cNvSpPr/>
            <p:nvPr/>
          </p:nvSpPr>
          <p:spPr>
            <a:xfrm flipH="1" rot="8100000">
              <a:off x="-421266" y="-334077"/>
              <a:ext cx="2456094" cy="842354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0"/>
            <p:cNvSpPr/>
            <p:nvPr/>
          </p:nvSpPr>
          <p:spPr>
            <a:xfrm rot="8099926">
              <a:off x="-694128" y="-629532"/>
              <a:ext cx="3082868" cy="996157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0"/>
            <p:cNvSpPr/>
            <p:nvPr/>
          </p:nvSpPr>
          <p:spPr>
            <a:xfrm rot="8099926">
              <a:off x="-552377" y="-407678"/>
              <a:ext cx="2180889" cy="574192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28" name="Google Shape;928;p2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152400" y="-197325"/>
              <a:ext cx="2257421" cy="1269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29" name="Google Shape;929;p20"/>
          <p:cNvGrpSpPr/>
          <p:nvPr/>
        </p:nvGrpSpPr>
        <p:grpSpPr>
          <a:xfrm>
            <a:off x="6246325" y="-233706"/>
            <a:ext cx="4250936" cy="1877933"/>
            <a:chOff x="6246325" y="-233706"/>
            <a:chExt cx="4250936" cy="1877933"/>
          </a:xfrm>
        </p:grpSpPr>
        <p:sp>
          <p:nvSpPr>
            <p:cNvPr id="930" name="Google Shape;930;p20"/>
            <p:cNvSpPr/>
            <p:nvPr/>
          </p:nvSpPr>
          <p:spPr>
            <a:xfrm rot="9432704">
              <a:off x="8739252" y="-85362"/>
              <a:ext cx="1004493" cy="118337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31" name="Google Shape;931;p20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6246325" y="-81300"/>
              <a:ext cx="3067632" cy="17255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2" name="Google Shape;932;p20"/>
            <p:cNvSpPr/>
            <p:nvPr/>
          </p:nvSpPr>
          <p:spPr>
            <a:xfrm flipH="1" rot="10800000">
              <a:off x="8203701" y="-109338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20"/>
          <p:cNvGrpSpPr/>
          <p:nvPr/>
        </p:nvGrpSpPr>
        <p:grpSpPr>
          <a:xfrm>
            <a:off x="6310200" y="3498954"/>
            <a:ext cx="3808166" cy="2301773"/>
            <a:chOff x="6310200" y="3498954"/>
            <a:chExt cx="3808166" cy="2301773"/>
          </a:xfrm>
        </p:grpSpPr>
        <p:grpSp>
          <p:nvGrpSpPr>
            <p:cNvPr id="934" name="Google Shape;934;p20"/>
            <p:cNvGrpSpPr/>
            <p:nvPr/>
          </p:nvGrpSpPr>
          <p:grpSpPr>
            <a:xfrm rot="-1268445">
              <a:off x="7164341" y="3985943"/>
              <a:ext cx="2878718" cy="954798"/>
              <a:chOff x="3098100" y="3849750"/>
              <a:chExt cx="940775" cy="270425"/>
            </a:xfrm>
          </p:grpSpPr>
          <p:sp>
            <p:nvSpPr>
              <p:cNvPr id="935" name="Google Shape;935;p20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20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7" name="Google Shape;937;p20"/>
            <p:cNvGrpSpPr/>
            <p:nvPr/>
          </p:nvGrpSpPr>
          <p:grpSpPr>
            <a:xfrm>
              <a:off x="6529813" y="4336457"/>
              <a:ext cx="2878771" cy="827500"/>
              <a:chOff x="3098100" y="3849750"/>
              <a:chExt cx="940775" cy="270425"/>
            </a:xfrm>
          </p:grpSpPr>
          <p:sp>
            <p:nvSpPr>
              <p:cNvPr id="938" name="Google Shape;938;p20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20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40" name="Google Shape;940;p20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6310200" y="3792375"/>
              <a:ext cx="3570403" cy="20083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1" name="Google Shape;941;p20"/>
          <p:cNvGrpSpPr/>
          <p:nvPr/>
        </p:nvGrpSpPr>
        <p:grpSpPr>
          <a:xfrm>
            <a:off x="-1028710" y="3243250"/>
            <a:ext cx="4364586" cy="2440196"/>
            <a:chOff x="-1028710" y="3243250"/>
            <a:chExt cx="4364586" cy="2440196"/>
          </a:xfrm>
        </p:grpSpPr>
        <p:sp>
          <p:nvSpPr>
            <p:cNvPr id="942" name="Google Shape;942;p20"/>
            <p:cNvSpPr/>
            <p:nvPr/>
          </p:nvSpPr>
          <p:spPr>
            <a:xfrm flipH="1">
              <a:off x="-1028710" y="4433100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0"/>
            <p:cNvSpPr/>
            <p:nvPr/>
          </p:nvSpPr>
          <p:spPr>
            <a:xfrm rot="3818127">
              <a:off x="-1175654" y="4029628"/>
              <a:ext cx="2293552" cy="867440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44" name="Google Shape;944;p20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-135474" y="3276600"/>
              <a:ext cx="3471350" cy="1952624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">
  <p:cSld name="BLANK_1_1_1_1">
    <p:bg>
      <p:bgPr>
        <a:solidFill>
          <a:srgbClr val="FFFFFF"/>
        </a:solidFill>
      </p:bgPr>
    </p:bg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21"/>
          <p:cNvSpPr txBox="1"/>
          <p:nvPr>
            <p:ph idx="1" type="subTitle"/>
          </p:nvPr>
        </p:nvSpPr>
        <p:spPr>
          <a:xfrm>
            <a:off x="3962670" y="1391720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47" name="Google Shape;947;p21"/>
          <p:cNvSpPr txBox="1"/>
          <p:nvPr>
            <p:ph idx="2" type="subTitle"/>
          </p:nvPr>
        </p:nvSpPr>
        <p:spPr>
          <a:xfrm>
            <a:off x="3954583" y="2161448"/>
            <a:ext cx="2986500" cy="424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2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948" name="Google Shape;948;p21"/>
          <p:cNvSpPr txBox="1"/>
          <p:nvPr>
            <p:ph idx="3" type="subTitle"/>
          </p:nvPr>
        </p:nvSpPr>
        <p:spPr>
          <a:xfrm>
            <a:off x="2467426" y="3118946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49" name="Google Shape;949;p21"/>
          <p:cNvSpPr txBox="1"/>
          <p:nvPr>
            <p:ph idx="4" type="subTitle"/>
          </p:nvPr>
        </p:nvSpPr>
        <p:spPr>
          <a:xfrm>
            <a:off x="2467426" y="3887876"/>
            <a:ext cx="2986500" cy="374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2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950" name="Google Shape;950;p21"/>
          <p:cNvSpPr txBox="1"/>
          <p:nvPr>
            <p:ph type="title"/>
          </p:nvPr>
        </p:nvSpPr>
        <p:spPr>
          <a:xfrm>
            <a:off x="914400" y="551820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951" name="Google Shape;951;p21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952" name="Google Shape;952;p21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953" name="Google Shape;953;p21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21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21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56" name="Google Shape;956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57" name="Google Shape;957;p2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 2">
  <p:cSld name="BLANK_1_1_1_1_1">
    <p:bg>
      <p:bgPr>
        <a:solidFill>
          <a:srgbClr val="FFFFFF"/>
        </a:solidFill>
      </p:bgPr>
    </p:bg>
    <p:spTree>
      <p:nvGrpSpPr>
        <p:cNvPr id="958" name="Shape 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" name="Google Shape;959;p22"/>
          <p:cNvSpPr txBox="1"/>
          <p:nvPr>
            <p:ph type="title"/>
          </p:nvPr>
        </p:nvSpPr>
        <p:spPr>
          <a:xfrm>
            <a:off x="922200" y="432516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60" name="Google Shape;960;p22"/>
          <p:cNvSpPr txBox="1"/>
          <p:nvPr>
            <p:ph idx="1" type="subTitle"/>
          </p:nvPr>
        </p:nvSpPr>
        <p:spPr>
          <a:xfrm>
            <a:off x="4758372" y="3001221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61" name="Google Shape;961;p22"/>
          <p:cNvSpPr txBox="1"/>
          <p:nvPr>
            <p:ph idx="2" type="subTitle"/>
          </p:nvPr>
        </p:nvSpPr>
        <p:spPr>
          <a:xfrm>
            <a:off x="2559249" y="2538821"/>
            <a:ext cx="1828800" cy="457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962" name="Google Shape;962;p22"/>
          <p:cNvSpPr txBox="1"/>
          <p:nvPr>
            <p:ph idx="3" type="subTitle"/>
          </p:nvPr>
        </p:nvSpPr>
        <p:spPr>
          <a:xfrm>
            <a:off x="2273064" y="3001226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63" name="Google Shape;963;p22"/>
          <p:cNvSpPr txBox="1"/>
          <p:nvPr>
            <p:ph idx="4" type="subTitle"/>
          </p:nvPr>
        </p:nvSpPr>
        <p:spPr>
          <a:xfrm>
            <a:off x="4767476" y="2540105"/>
            <a:ext cx="1828800" cy="457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grpSp>
        <p:nvGrpSpPr>
          <p:cNvPr id="964" name="Google Shape;964;p22"/>
          <p:cNvGrpSpPr/>
          <p:nvPr/>
        </p:nvGrpSpPr>
        <p:grpSpPr>
          <a:xfrm>
            <a:off x="6002520" y="-102719"/>
            <a:ext cx="4477807" cy="5398619"/>
            <a:chOff x="6002520" y="-102719"/>
            <a:chExt cx="4477807" cy="5398619"/>
          </a:xfrm>
        </p:grpSpPr>
        <p:sp>
          <p:nvSpPr>
            <p:cNvPr id="965" name="Google Shape;965;p22"/>
            <p:cNvSpPr/>
            <p:nvPr/>
          </p:nvSpPr>
          <p:spPr>
            <a:xfrm flipH="1" rot="10800000">
              <a:off x="7915228" y="315002"/>
              <a:ext cx="1679305" cy="4839573"/>
            </a:xfrm>
            <a:custGeom>
              <a:rect b="b" l="l" r="r" t="t"/>
              <a:pathLst>
                <a:path extrusionOk="0" h="40732" w="35728">
                  <a:moveTo>
                    <a:pt x="18820" y="1"/>
                  </a:moveTo>
                  <a:cubicBezTo>
                    <a:pt x="19109" y="1207"/>
                    <a:pt x="19249" y="2430"/>
                    <a:pt x="19000" y="3636"/>
                  </a:cubicBezTo>
                  <a:cubicBezTo>
                    <a:pt x="18629" y="5447"/>
                    <a:pt x="17036" y="7130"/>
                    <a:pt x="15257" y="7130"/>
                  </a:cubicBezTo>
                  <a:cubicBezTo>
                    <a:pt x="15061" y="7130"/>
                    <a:pt x="14863" y="7110"/>
                    <a:pt x="14664" y="7067"/>
                  </a:cubicBezTo>
                  <a:cubicBezTo>
                    <a:pt x="13233" y="6760"/>
                    <a:pt x="12265" y="5466"/>
                    <a:pt x="11373" y="4304"/>
                  </a:cubicBezTo>
                  <a:cubicBezTo>
                    <a:pt x="10483" y="3139"/>
                    <a:pt x="9353" y="1922"/>
                    <a:pt x="7887" y="1886"/>
                  </a:cubicBezTo>
                  <a:cubicBezTo>
                    <a:pt x="7863" y="1885"/>
                    <a:pt x="7839" y="1885"/>
                    <a:pt x="7814" y="1885"/>
                  </a:cubicBezTo>
                  <a:cubicBezTo>
                    <a:pt x="5997" y="1885"/>
                    <a:pt x="4737" y="3650"/>
                    <a:pt x="3248" y="4713"/>
                  </a:cubicBezTo>
                  <a:cubicBezTo>
                    <a:pt x="2280" y="5405"/>
                    <a:pt x="1163" y="5790"/>
                    <a:pt x="1" y="5925"/>
                  </a:cubicBezTo>
                  <a:cubicBezTo>
                    <a:pt x="944" y="10790"/>
                    <a:pt x="4021" y="15270"/>
                    <a:pt x="8412" y="17604"/>
                  </a:cubicBezTo>
                  <a:cubicBezTo>
                    <a:pt x="10555" y="18738"/>
                    <a:pt x="12922" y="19389"/>
                    <a:pt x="15103" y="20449"/>
                  </a:cubicBezTo>
                  <a:cubicBezTo>
                    <a:pt x="17287" y="21508"/>
                    <a:pt x="19372" y="23106"/>
                    <a:pt x="20192" y="25384"/>
                  </a:cubicBezTo>
                  <a:cubicBezTo>
                    <a:pt x="21279" y="28400"/>
                    <a:pt x="19923" y="31871"/>
                    <a:pt x="20959" y="34903"/>
                  </a:cubicBezTo>
                  <a:cubicBezTo>
                    <a:pt x="21790" y="37345"/>
                    <a:pt x="24038" y="39046"/>
                    <a:pt x="26392" y="40098"/>
                  </a:cubicBezTo>
                  <a:cubicBezTo>
                    <a:pt x="26928" y="40337"/>
                    <a:pt x="27476" y="40548"/>
                    <a:pt x="28032" y="40732"/>
                  </a:cubicBezTo>
                  <a:cubicBezTo>
                    <a:pt x="29081" y="39274"/>
                    <a:pt x="30382" y="38007"/>
                    <a:pt x="31598" y="36678"/>
                  </a:cubicBezTo>
                  <a:cubicBezTo>
                    <a:pt x="32974" y="35172"/>
                    <a:pt x="34273" y="33520"/>
                    <a:pt x="34875" y="31575"/>
                  </a:cubicBezTo>
                  <a:cubicBezTo>
                    <a:pt x="35727" y="28822"/>
                    <a:pt x="35073" y="25810"/>
                    <a:pt x="33942" y="23160"/>
                  </a:cubicBezTo>
                  <a:cubicBezTo>
                    <a:pt x="32811" y="20510"/>
                    <a:pt x="31213" y="18081"/>
                    <a:pt x="30062" y="15441"/>
                  </a:cubicBezTo>
                  <a:cubicBezTo>
                    <a:pt x="28907" y="12797"/>
                    <a:pt x="28208" y="9806"/>
                    <a:pt x="28996" y="7032"/>
                  </a:cubicBezTo>
                  <a:cubicBezTo>
                    <a:pt x="29905" y="3827"/>
                    <a:pt x="32617" y="1518"/>
                    <a:pt x="35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2"/>
            <p:cNvSpPr/>
            <p:nvPr/>
          </p:nvSpPr>
          <p:spPr>
            <a:xfrm flipH="1" rot="10800000">
              <a:off x="9065267" y="201900"/>
              <a:ext cx="1287556" cy="4952684"/>
            </a:xfrm>
            <a:custGeom>
              <a:rect b="b" l="l" r="r" t="t"/>
              <a:pathLst>
                <a:path extrusionOk="0" h="41684" w="18724">
                  <a:moveTo>
                    <a:pt x="7614" y="1"/>
                  </a:moveTo>
                  <a:cubicBezTo>
                    <a:pt x="4586" y="1518"/>
                    <a:pt x="1874" y="3827"/>
                    <a:pt x="965" y="7032"/>
                  </a:cubicBezTo>
                  <a:cubicBezTo>
                    <a:pt x="177" y="9806"/>
                    <a:pt x="876" y="12797"/>
                    <a:pt x="2031" y="15441"/>
                  </a:cubicBezTo>
                  <a:cubicBezTo>
                    <a:pt x="3182" y="18081"/>
                    <a:pt x="4780" y="20510"/>
                    <a:pt x="5911" y="23160"/>
                  </a:cubicBezTo>
                  <a:cubicBezTo>
                    <a:pt x="7042" y="25810"/>
                    <a:pt x="7696" y="28822"/>
                    <a:pt x="6844" y="31575"/>
                  </a:cubicBezTo>
                  <a:cubicBezTo>
                    <a:pt x="6242" y="33520"/>
                    <a:pt x="4943" y="35172"/>
                    <a:pt x="3567" y="36678"/>
                  </a:cubicBezTo>
                  <a:cubicBezTo>
                    <a:pt x="2351" y="38007"/>
                    <a:pt x="1050" y="39274"/>
                    <a:pt x="1" y="40732"/>
                  </a:cubicBezTo>
                  <a:cubicBezTo>
                    <a:pt x="1909" y="41367"/>
                    <a:pt x="3922" y="41683"/>
                    <a:pt x="5935" y="41683"/>
                  </a:cubicBezTo>
                  <a:cubicBezTo>
                    <a:pt x="9028" y="41683"/>
                    <a:pt x="12122" y="40937"/>
                    <a:pt x="14840" y="39458"/>
                  </a:cubicBezTo>
                  <a:cubicBezTo>
                    <a:pt x="16257" y="38688"/>
                    <a:pt x="17562" y="37727"/>
                    <a:pt x="18724" y="36614"/>
                  </a:cubicBezTo>
                  <a:lnTo>
                    <a:pt x="187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2"/>
            <p:cNvSpPr/>
            <p:nvPr/>
          </p:nvSpPr>
          <p:spPr>
            <a:xfrm flipH="1" rot="10800000">
              <a:off x="8947883" y="-102719"/>
              <a:ext cx="1404938" cy="907153"/>
            </a:xfrm>
            <a:custGeom>
              <a:rect b="b" l="l" r="r" t="t"/>
              <a:pathLst>
                <a:path extrusionOk="0" h="7635" w="20431">
                  <a:moveTo>
                    <a:pt x="20431" y="1"/>
                  </a:moveTo>
                  <a:cubicBezTo>
                    <a:pt x="19269" y="1114"/>
                    <a:pt x="17964" y="2075"/>
                    <a:pt x="16547" y="2845"/>
                  </a:cubicBezTo>
                  <a:cubicBezTo>
                    <a:pt x="13829" y="4324"/>
                    <a:pt x="10735" y="5070"/>
                    <a:pt x="7642" y="5070"/>
                  </a:cubicBezTo>
                  <a:cubicBezTo>
                    <a:pt x="5629" y="5070"/>
                    <a:pt x="3616" y="4754"/>
                    <a:pt x="1708" y="4119"/>
                  </a:cubicBezTo>
                  <a:cubicBezTo>
                    <a:pt x="1568" y="4309"/>
                    <a:pt x="1435" y="4504"/>
                    <a:pt x="1305" y="4705"/>
                  </a:cubicBezTo>
                  <a:cubicBezTo>
                    <a:pt x="727" y="5601"/>
                    <a:pt x="260" y="6599"/>
                    <a:pt x="1" y="7635"/>
                  </a:cubicBezTo>
                  <a:lnTo>
                    <a:pt x="20431" y="763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2"/>
            <p:cNvSpPr/>
            <p:nvPr/>
          </p:nvSpPr>
          <p:spPr>
            <a:xfrm flipH="1" rot="9683509">
              <a:off x="8237391" y="3788609"/>
              <a:ext cx="729045" cy="1405831"/>
            </a:xfrm>
            <a:custGeom>
              <a:rect b="b" l="l" r="r" t="t"/>
              <a:pathLst>
                <a:path extrusionOk="0" h="11832" w="10602">
                  <a:moveTo>
                    <a:pt x="5461" y="0"/>
                  </a:moveTo>
                  <a:cubicBezTo>
                    <a:pt x="2371" y="0"/>
                    <a:pt x="0" y="5907"/>
                    <a:pt x="1788" y="9382"/>
                  </a:cubicBezTo>
                  <a:cubicBezTo>
                    <a:pt x="2675" y="11107"/>
                    <a:pt x="4340" y="11832"/>
                    <a:pt x="5925" y="11832"/>
                  </a:cubicBezTo>
                  <a:cubicBezTo>
                    <a:pt x="7628" y="11832"/>
                    <a:pt x="9239" y="10997"/>
                    <a:pt x="9702" y="9655"/>
                  </a:cubicBezTo>
                  <a:cubicBezTo>
                    <a:pt x="10601" y="7063"/>
                    <a:pt x="9546" y="412"/>
                    <a:pt x="5713" y="14"/>
                  </a:cubicBezTo>
                  <a:cubicBezTo>
                    <a:pt x="5628" y="4"/>
                    <a:pt x="5546" y="0"/>
                    <a:pt x="5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9" name="Google Shape;969;p22"/>
            <p:cNvGrpSpPr/>
            <p:nvPr/>
          </p:nvGrpSpPr>
          <p:grpSpPr>
            <a:xfrm>
              <a:off x="6002520" y="4318199"/>
              <a:ext cx="4477807" cy="839588"/>
              <a:chOff x="3098100" y="3849750"/>
              <a:chExt cx="940775" cy="270425"/>
            </a:xfrm>
          </p:grpSpPr>
          <p:sp>
            <p:nvSpPr>
              <p:cNvPr id="970" name="Google Shape;970;p22"/>
              <p:cNvSpPr/>
              <p:nvPr/>
            </p:nvSpPr>
            <p:spPr>
              <a:xfrm>
                <a:off x="3304800" y="3882975"/>
                <a:ext cx="665525" cy="237200"/>
              </a:xfrm>
              <a:custGeom>
                <a:rect b="b" l="l" r="r" t="t"/>
                <a:pathLst>
                  <a:path extrusionOk="0" h="9488" w="26621">
                    <a:moveTo>
                      <a:pt x="10146" y="1"/>
                    </a:moveTo>
                    <a:cubicBezTo>
                      <a:pt x="8817" y="1"/>
                      <a:pt x="7433" y="475"/>
                      <a:pt x="6262" y="1145"/>
                    </a:cubicBezTo>
                    <a:cubicBezTo>
                      <a:pt x="3158" y="2920"/>
                      <a:pt x="859" y="6023"/>
                      <a:pt x="1" y="9488"/>
                    </a:cubicBezTo>
                    <a:lnTo>
                      <a:pt x="26620" y="9488"/>
                    </a:lnTo>
                    <a:cubicBezTo>
                      <a:pt x="26617" y="9143"/>
                      <a:pt x="26593" y="8799"/>
                      <a:pt x="26498" y="8469"/>
                    </a:cubicBezTo>
                    <a:cubicBezTo>
                      <a:pt x="26007" y="6772"/>
                      <a:pt x="23963" y="6091"/>
                      <a:pt x="22202" y="6016"/>
                    </a:cubicBezTo>
                    <a:cubicBezTo>
                      <a:pt x="20437" y="5942"/>
                      <a:pt x="18550" y="6179"/>
                      <a:pt x="17017" y="5304"/>
                    </a:cubicBezTo>
                    <a:cubicBezTo>
                      <a:pt x="15112" y="4217"/>
                      <a:pt x="14363" y="1734"/>
                      <a:pt x="12482" y="610"/>
                    </a:cubicBezTo>
                    <a:cubicBezTo>
                      <a:pt x="11767" y="182"/>
                      <a:pt x="10967" y="1"/>
                      <a:pt x="101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22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22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73" name="Google Shape;973;p22"/>
            <p:cNvPicPr preferRelativeResize="0"/>
            <p:nvPr/>
          </p:nvPicPr>
          <p:blipFill rotWithShape="1">
            <a:blip r:embed="rId2">
              <a:alphaModFix/>
            </a:blip>
            <a:srcRect b="0" l="70893" r="0" t="0"/>
            <a:stretch/>
          </p:blipFill>
          <p:spPr>
            <a:xfrm>
              <a:off x="8305798" y="-52600"/>
              <a:ext cx="914400" cy="17671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74" name="Google Shape;974;p22"/>
            <p:cNvPicPr preferRelativeResize="0"/>
            <p:nvPr/>
          </p:nvPicPr>
          <p:blipFill rotWithShape="1">
            <a:blip r:embed="rId3">
              <a:alphaModFix/>
            </a:blip>
            <a:srcRect b="0" l="53175" r="0" t="0"/>
            <a:stretch/>
          </p:blipFill>
          <p:spPr>
            <a:xfrm>
              <a:off x="7967650" y="3608200"/>
              <a:ext cx="1404950" cy="16877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75" name="Google Shape;975;p22"/>
          <p:cNvGrpSpPr/>
          <p:nvPr/>
        </p:nvGrpSpPr>
        <p:grpSpPr>
          <a:xfrm>
            <a:off x="-1462108" y="-365290"/>
            <a:ext cx="4517256" cy="5656448"/>
            <a:chOff x="-1462108" y="-365290"/>
            <a:chExt cx="4517256" cy="5656448"/>
          </a:xfrm>
        </p:grpSpPr>
        <p:grpSp>
          <p:nvGrpSpPr>
            <p:cNvPr id="976" name="Google Shape;976;p22"/>
            <p:cNvGrpSpPr/>
            <p:nvPr/>
          </p:nvGrpSpPr>
          <p:grpSpPr>
            <a:xfrm flipH="1" rot="-373102">
              <a:off x="-1189137" y="-165666"/>
              <a:ext cx="3971313" cy="5257200"/>
              <a:chOff x="3268325" y="3013975"/>
              <a:chExt cx="1443800" cy="1106200"/>
            </a:xfrm>
          </p:grpSpPr>
          <p:sp>
            <p:nvSpPr>
              <p:cNvPr id="977" name="Google Shape;977;p22"/>
              <p:cNvSpPr/>
              <p:nvPr/>
            </p:nvSpPr>
            <p:spPr>
              <a:xfrm>
                <a:off x="3268325" y="3013975"/>
                <a:ext cx="274950" cy="149575"/>
              </a:xfrm>
              <a:custGeom>
                <a:rect b="b" l="l" r="r" t="t"/>
                <a:pathLst>
                  <a:path extrusionOk="0" h="5983" w="10998">
                    <a:moveTo>
                      <a:pt x="1" y="1"/>
                    </a:moveTo>
                    <a:cubicBezTo>
                      <a:pt x="1367" y="1752"/>
                      <a:pt x="2900" y="3353"/>
                      <a:pt x="4795" y="4495"/>
                    </a:cubicBezTo>
                    <a:cubicBezTo>
                      <a:pt x="6348" y="5429"/>
                      <a:pt x="8202" y="5983"/>
                      <a:pt x="10007" y="5983"/>
                    </a:cubicBezTo>
                    <a:cubicBezTo>
                      <a:pt x="10340" y="5983"/>
                      <a:pt x="10671" y="5964"/>
                      <a:pt x="10998" y="5925"/>
                    </a:cubicBezTo>
                    <a:cubicBezTo>
                      <a:pt x="10617" y="3974"/>
                      <a:pt x="10586" y="1960"/>
                      <a:pt x="109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22"/>
              <p:cNvSpPr/>
              <p:nvPr/>
            </p:nvSpPr>
            <p:spPr>
              <a:xfrm>
                <a:off x="3543250" y="3013975"/>
                <a:ext cx="893200" cy="1018300"/>
              </a:xfrm>
              <a:custGeom>
                <a:rect b="b" l="l" r="r" t="t"/>
                <a:pathLst>
                  <a:path extrusionOk="0" h="40732" w="35728">
                    <a:moveTo>
                      <a:pt x="18820" y="1"/>
                    </a:moveTo>
                    <a:cubicBezTo>
                      <a:pt x="19109" y="1207"/>
                      <a:pt x="19249" y="2430"/>
                      <a:pt x="19000" y="3636"/>
                    </a:cubicBezTo>
                    <a:cubicBezTo>
                      <a:pt x="18629" y="5447"/>
                      <a:pt x="17036" y="7130"/>
                      <a:pt x="15257" y="7130"/>
                    </a:cubicBezTo>
                    <a:cubicBezTo>
                      <a:pt x="15061" y="7130"/>
                      <a:pt x="14863" y="7110"/>
                      <a:pt x="14664" y="7067"/>
                    </a:cubicBezTo>
                    <a:cubicBezTo>
                      <a:pt x="13233" y="6760"/>
                      <a:pt x="12265" y="5466"/>
                      <a:pt x="11373" y="4304"/>
                    </a:cubicBezTo>
                    <a:cubicBezTo>
                      <a:pt x="10483" y="3139"/>
                      <a:pt x="9353" y="1922"/>
                      <a:pt x="7887" y="1886"/>
                    </a:cubicBezTo>
                    <a:cubicBezTo>
                      <a:pt x="7863" y="1885"/>
                      <a:pt x="7839" y="1885"/>
                      <a:pt x="7814" y="1885"/>
                    </a:cubicBezTo>
                    <a:cubicBezTo>
                      <a:pt x="5997" y="1885"/>
                      <a:pt x="4737" y="3650"/>
                      <a:pt x="3248" y="4713"/>
                    </a:cubicBezTo>
                    <a:cubicBezTo>
                      <a:pt x="2280" y="5405"/>
                      <a:pt x="1163" y="5790"/>
                      <a:pt x="1" y="5925"/>
                    </a:cubicBezTo>
                    <a:cubicBezTo>
                      <a:pt x="944" y="10790"/>
                      <a:pt x="4021" y="15270"/>
                      <a:pt x="8412" y="17604"/>
                    </a:cubicBezTo>
                    <a:cubicBezTo>
                      <a:pt x="10555" y="18738"/>
                      <a:pt x="12922" y="19389"/>
                      <a:pt x="15103" y="20449"/>
                    </a:cubicBezTo>
                    <a:cubicBezTo>
                      <a:pt x="17287" y="21508"/>
                      <a:pt x="19372" y="23106"/>
                      <a:pt x="20192" y="25384"/>
                    </a:cubicBezTo>
                    <a:cubicBezTo>
                      <a:pt x="21279" y="28400"/>
                      <a:pt x="19923" y="31871"/>
                      <a:pt x="20959" y="34903"/>
                    </a:cubicBezTo>
                    <a:cubicBezTo>
                      <a:pt x="21790" y="37345"/>
                      <a:pt x="24038" y="39046"/>
                      <a:pt x="26392" y="40098"/>
                    </a:cubicBezTo>
                    <a:cubicBezTo>
                      <a:pt x="26928" y="40337"/>
                      <a:pt x="27476" y="40548"/>
                      <a:pt x="28032" y="40732"/>
                    </a:cubicBezTo>
                    <a:cubicBezTo>
                      <a:pt x="29081" y="39274"/>
                      <a:pt x="30382" y="38007"/>
                      <a:pt x="31598" y="36678"/>
                    </a:cubicBezTo>
                    <a:cubicBezTo>
                      <a:pt x="32974" y="35172"/>
                      <a:pt x="34273" y="33520"/>
                      <a:pt x="34875" y="31575"/>
                    </a:cubicBezTo>
                    <a:cubicBezTo>
                      <a:pt x="35727" y="28822"/>
                      <a:pt x="35073" y="25810"/>
                      <a:pt x="33942" y="23160"/>
                    </a:cubicBezTo>
                    <a:cubicBezTo>
                      <a:pt x="32811" y="20510"/>
                      <a:pt x="31213" y="18081"/>
                      <a:pt x="30062" y="15441"/>
                    </a:cubicBezTo>
                    <a:cubicBezTo>
                      <a:pt x="28907" y="12797"/>
                      <a:pt x="28208" y="9806"/>
                      <a:pt x="28996" y="7032"/>
                    </a:cubicBezTo>
                    <a:cubicBezTo>
                      <a:pt x="29905" y="3827"/>
                      <a:pt x="32617" y="1518"/>
                      <a:pt x="35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22"/>
              <p:cNvSpPr/>
              <p:nvPr/>
            </p:nvSpPr>
            <p:spPr>
              <a:xfrm>
                <a:off x="3532950" y="3013975"/>
                <a:ext cx="491525" cy="178275"/>
              </a:xfrm>
              <a:custGeom>
                <a:rect b="b" l="l" r="r" t="t"/>
                <a:pathLst>
                  <a:path extrusionOk="0" h="7131" w="19661">
                    <a:moveTo>
                      <a:pt x="362" y="1"/>
                    </a:moveTo>
                    <a:cubicBezTo>
                      <a:pt x="1" y="1960"/>
                      <a:pt x="32" y="3974"/>
                      <a:pt x="413" y="5925"/>
                    </a:cubicBezTo>
                    <a:cubicBezTo>
                      <a:pt x="1575" y="5790"/>
                      <a:pt x="2692" y="5405"/>
                      <a:pt x="3660" y="4713"/>
                    </a:cubicBezTo>
                    <a:cubicBezTo>
                      <a:pt x="5149" y="3650"/>
                      <a:pt x="6409" y="1885"/>
                      <a:pt x="8226" y="1885"/>
                    </a:cubicBezTo>
                    <a:cubicBezTo>
                      <a:pt x="8251" y="1885"/>
                      <a:pt x="8275" y="1885"/>
                      <a:pt x="8299" y="1886"/>
                    </a:cubicBezTo>
                    <a:cubicBezTo>
                      <a:pt x="9765" y="1922"/>
                      <a:pt x="10895" y="3139"/>
                      <a:pt x="11785" y="4304"/>
                    </a:cubicBezTo>
                    <a:cubicBezTo>
                      <a:pt x="12677" y="5466"/>
                      <a:pt x="13645" y="6760"/>
                      <a:pt x="15076" y="7067"/>
                    </a:cubicBezTo>
                    <a:cubicBezTo>
                      <a:pt x="15275" y="7110"/>
                      <a:pt x="15473" y="7130"/>
                      <a:pt x="15669" y="7130"/>
                    </a:cubicBezTo>
                    <a:cubicBezTo>
                      <a:pt x="17448" y="7130"/>
                      <a:pt x="19041" y="5447"/>
                      <a:pt x="19412" y="3636"/>
                    </a:cubicBezTo>
                    <a:cubicBezTo>
                      <a:pt x="19661" y="2430"/>
                      <a:pt x="19521" y="1207"/>
                      <a:pt x="19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22"/>
              <p:cNvSpPr/>
              <p:nvPr/>
            </p:nvSpPr>
            <p:spPr>
              <a:xfrm>
                <a:off x="4244025" y="3013975"/>
                <a:ext cx="468100" cy="1042100"/>
              </a:xfrm>
              <a:custGeom>
                <a:rect b="b" l="l" r="r" t="t"/>
                <a:pathLst>
                  <a:path extrusionOk="0" h="41684" w="18724">
                    <a:moveTo>
                      <a:pt x="7614" y="1"/>
                    </a:moveTo>
                    <a:cubicBezTo>
                      <a:pt x="4586" y="1518"/>
                      <a:pt x="1874" y="3827"/>
                      <a:pt x="965" y="7032"/>
                    </a:cubicBezTo>
                    <a:cubicBezTo>
                      <a:pt x="177" y="9806"/>
                      <a:pt x="876" y="12797"/>
                      <a:pt x="2031" y="15441"/>
                    </a:cubicBezTo>
                    <a:cubicBezTo>
                      <a:pt x="3182" y="18081"/>
                      <a:pt x="4780" y="20510"/>
                      <a:pt x="5911" y="23160"/>
                    </a:cubicBezTo>
                    <a:cubicBezTo>
                      <a:pt x="7042" y="25810"/>
                      <a:pt x="7696" y="28822"/>
                      <a:pt x="6844" y="31575"/>
                    </a:cubicBezTo>
                    <a:cubicBezTo>
                      <a:pt x="6242" y="33520"/>
                      <a:pt x="4943" y="35172"/>
                      <a:pt x="3567" y="36678"/>
                    </a:cubicBezTo>
                    <a:cubicBezTo>
                      <a:pt x="2351" y="38007"/>
                      <a:pt x="1050" y="39274"/>
                      <a:pt x="1" y="40732"/>
                    </a:cubicBezTo>
                    <a:cubicBezTo>
                      <a:pt x="1909" y="41367"/>
                      <a:pt x="3922" y="41683"/>
                      <a:pt x="5935" y="41683"/>
                    </a:cubicBezTo>
                    <a:cubicBezTo>
                      <a:pt x="9028" y="41683"/>
                      <a:pt x="12122" y="40937"/>
                      <a:pt x="14840" y="39458"/>
                    </a:cubicBezTo>
                    <a:cubicBezTo>
                      <a:pt x="16257" y="38688"/>
                      <a:pt x="17562" y="37727"/>
                      <a:pt x="18724" y="36614"/>
                    </a:cubicBezTo>
                    <a:lnTo>
                      <a:pt x="1872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22"/>
              <p:cNvSpPr/>
              <p:nvPr/>
            </p:nvSpPr>
            <p:spPr>
              <a:xfrm>
                <a:off x="4201350" y="3929300"/>
                <a:ext cx="510775" cy="190875"/>
              </a:xfrm>
              <a:custGeom>
                <a:rect b="b" l="l" r="r" t="t"/>
                <a:pathLst>
                  <a:path extrusionOk="0" h="7635" w="20431">
                    <a:moveTo>
                      <a:pt x="20431" y="1"/>
                    </a:moveTo>
                    <a:cubicBezTo>
                      <a:pt x="19269" y="1114"/>
                      <a:pt x="17964" y="2075"/>
                      <a:pt x="16547" y="2845"/>
                    </a:cubicBezTo>
                    <a:cubicBezTo>
                      <a:pt x="13829" y="4324"/>
                      <a:pt x="10735" y="5070"/>
                      <a:pt x="7642" y="5070"/>
                    </a:cubicBezTo>
                    <a:cubicBezTo>
                      <a:pt x="5629" y="5070"/>
                      <a:pt x="3616" y="4754"/>
                      <a:pt x="1708" y="4119"/>
                    </a:cubicBezTo>
                    <a:cubicBezTo>
                      <a:pt x="1568" y="4309"/>
                      <a:pt x="1435" y="4504"/>
                      <a:pt x="1305" y="4705"/>
                    </a:cubicBezTo>
                    <a:cubicBezTo>
                      <a:pt x="727" y="5601"/>
                      <a:pt x="260" y="6599"/>
                      <a:pt x="1" y="7635"/>
                    </a:cubicBezTo>
                    <a:lnTo>
                      <a:pt x="20431" y="7635"/>
                    </a:lnTo>
                    <a:lnTo>
                      <a:pt x="204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22"/>
              <p:cNvSpPr/>
              <p:nvPr/>
            </p:nvSpPr>
            <p:spPr>
              <a:xfrm>
                <a:off x="4057600" y="3658800"/>
                <a:ext cx="265050" cy="295800"/>
              </a:xfrm>
              <a:custGeom>
                <a:rect b="b" l="l" r="r" t="t"/>
                <a:pathLst>
                  <a:path extrusionOk="0" h="11832" w="10602">
                    <a:moveTo>
                      <a:pt x="5461" y="0"/>
                    </a:moveTo>
                    <a:cubicBezTo>
                      <a:pt x="2371" y="0"/>
                      <a:pt x="0" y="5907"/>
                      <a:pt x="1788" y="9382"/>
                    </a:cubicBezTo>
                    <a:cubicBezTo>
                      <a:pt x="2675" y="11107"/>
                      <a:pt x="4340" y="11832"/>
                      <a:pt x="5925" y="11832"/>
                    </a:cubicBezTo>
                    <a:cubicBezTo>
                      <a:pt x="7628" y="11832"/>
                      <a:pt x="9239" y="10997"/>
                      <a:pt x="9702" y="9655"/>
                    </a:cubicBezTo>
                    <a:cubicBezTo>
                      <a:pt x="10601" y="7063"/>
                      <a:pt x="9546" y="412"/>
                      <a:pt x="5713" y="14"/>
                    </a:cubicBezTo>
                    <a:cubicBezTo>
                      <a:pt x="5628" y="4"/>
                      <a:pt x="5546" y="0"/>
                      <a:pt x="54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83" name="Google Shape;983;p22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-381000" y="-228600"/>
              <a:ext cx="3141475" cy="17670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84" name="Google Shape;984;p22"/>
            <p:cNvPicPr preferRelativeResize="0"/>
            <p:nvPr/>
          </p:nvPicPr>
          <p:blipFill rotWithShape="1">
            <a:blip r:embed="rId5">
              <a:alphaModFix/>
            </a:blip>
            <a:srcRect b="36512" l="0" r="52408" t="0"/>
            <a:stretch/>
          </p:blipFill>
          <p:spPr>
            <a:xfrm>
              <a:off x="-228600" y="4090400"/>
              <a:ext cx="1600195" cy="120074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">
    <p:spTree>
      <p:nvGrpSpPr>
        <p:cNvPr id="985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3"/>
          <p:cNvSpPr txBox="1"/>
          <p:nvPr>
            <p:ph idx="1" type="subTitle"/>
          </p:nvPr>
        </p:nvSpPr>
        <p:spPr>
          <a:xfrm>
            <a:off x="914400" y="1865868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87" name="Google Shape;987;p23"/>
          <p:cNvSpPr txBox="1"/>
          <p:nvPr>
            <p:ph idx="2" type="subTitle"/>
          </p:nvPr>
        </p:nvSpPr>
        <p:spPr>
          <a:xfrm>
            <a:off x="914400" y="2859300"/>
            <a:ext cx="3651600" cy="3963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indent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88" name="Google Shape;988;p23"/>
          <p:cNvSpPr txBox="1"/>
          <p:nvPr>
            <p:ph idx="3" type="subTitle"/>
          </p:nvPr>
        </p:nvSpPr>
        <p:spPr>
          <a:xfrm>
            <a:off x="914400" y="3853135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89" name="Google Shape;989;p23"/>
          <p:cNvSpPr txBox="1"/>
          <p:nvPr>
            <p:ph hasCustomPrompt="1" type="title"/>
          </p:nvPr>
        </p:nvSpPr>
        <p:spPr>
          <a:xfrm>
            <a:off x="914400" y="1373735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0" name="Google Shape;990;p23"/>
          <p:cNvSpPr txBox="1"/>
          <p:nvPr>
            <p:ph hasCustomPrompt="1" idx="4" type="title"/>
          </p:nvPr>
        </p:nvSpPr>
        <p:spPr>
          <a:xfrm>
            <a:off x="914400" y="2373215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3"/>
          <p:cNvSpPr txBox="1"/>
          <p:nvPr>
            <p:ph hasCustomPrompt="1" idx="5" type="title"/>
          </p:nvPr>
        </p:nvSpPr>
        <p:spPr>
          <a:xfrm>
            <a:off x="914400" y="3362033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Staatliches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>
            <a:r>
              <a:t>xx%</a:t>
            </a:r>
          </a:p>
        </p:txBody>
      </p:sp>
      <p:sp>
        <p:nvSpPr>
          <p:cNvPr id="992" name="Google Shape;992;p23"/>
          <p:cNvSpPr txBox="1"/>
          <p:nvPr>
            <p:ph idx="6" type="title"/>
          </p:nvPr>
        </p:nvSpPr>
        <p:spPr>
          <a:xfrm>
            <a:off x="868325" y="54847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93" name="Google Shape;993;p23"/>
          <p:cNvSpPr/>
          <p:nvPr/>
        </p:nvSpPr>
        <p:spPr>
          <a:xfrm>
            <a:off x="6411464" y="4341794"/>
            <a:ext cx="2814673" cy="858022"/>
          </a:xfrm>
          <a:custGeom>
            <a:rect b="b" l="l" r="r" t="t"/>
            <a:pathLst>
              <a:path extrusionOk="0" h="14312" w="44285">
                <a:moveTo>
                  <a:pt x="44285" y="0"/>
                </a:moveTo>
                <a:cubicBezTo>
                  <a:pt x="42694" y="290"/>
                  <a:pt x="41153" y="1067"/>
                  <a:pt x="39825" y="2024"/>
                </a:cubicBezTo>
                <a:cubicBezTo>
                  <a:pt x="37795" y="3485"/>
                  <a:pt x="36088" y="5359"/>
                  <a:pt x="34068" y="6834"/>
                </a:cubicBezTo>
                <a:cubicBezTo>
                  <a:pt x="30950" y="9117"/>
                  <a:pt x="27108" y="10394"/>
                  <a:pt x="23245" y="10435"/>
                </a:cubicBezTo>
                <a:cubicBezTo>
                  <a:pt x="23175" y="10436"/>
                  <a:pt x="23106" y="10436"/>
                  <a:pt x="23037" y="10436"/>
                </a:cubicBezTo>
                <a:cubicBezTo>
                  <a:pt x="19957" y="10436"/>
                  <a:pt x="16925" y="9699"/>
                  <a:pt x="13873" y="9252"/>
                </a:cubicBezTo>
                <a:cubicBezTo>
                  <a:pt x="12567" y="9062"/>
                  <a:pt x="11230" y="8928"/>
                  <a:pt x="9904" y="8928"/>
                </a:cubicBezTo>
                <a:cubicBezTo>
                  <a:pt x="8063" y="8928"/>
                  <a:pt x="6243" y="9185"/>
                  <a:pt x="4556" y="9900"/>
                </a:cubicBezTo>
                <a:cubicBezTo>
                  <a:pt x="2570" y="10741"/>
                  <a:pt x="825" y="12363"/>
                  <a:pt x="1" y="14312"/>
                </a:cubicBezTo>
                <a:lnTo>
                  <a:pt x="44285" y="14312"/>
                </a:lnTo>
                <a:lnTo>
                  <a:pt x="4428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" name="Google Shape;994;p23"/>
          <p:cNvSpPr/>
          <p:nvPr/>
        </p:nvSpPr>
        <p:spPr>
          <a:xfrm>
            <a:off x="-2" y="-118694"/>
            <a:ext cx="2668237" cy="406084"/>
          </a:xfrm>
          <a:custGeom>
            <a:rect b="b" l="l" r="r" t="t"/>
            <a:pathLst>
              <a:path extrusionOk="0" h="17354" w="40411">
                <a:moveTo>
                  <a:pt x="1" y="1"/>
                </a:moveTo>
                <a:lnTo>
                  <a:pt x="1" y="15907"/>
                </a:lnTo>
                <a:cubicBezTo>
                  <a:pt x="65" y="15937"/>
                  <a:pt x="126" y="15971"/>
                  <a:pt x="191" y="16002"/>
                </a:cubicBezTo>
                <a:cubicBezTo>
                  <a:pt x="2158" y="16904"/>
                  <a:pt x="4321" y="17353"/>
                  <a:pt x="6484" y="17353"/>
                </a:cubicBezTo>
                <a:cubicBezTo>
                  <a:pt x="8846" y="17353"/>
                  <a:pt x="11208" y="16818"/>
                  <a:pt x="13317" y="15753"/>
                </a:cubicBezTo>
                <a:cubicBezTo>
                  <a:pt x="16309" y="14240"/>
                  <a:pt x="18696" y="11792"/>
                  <a:pt x="21282" y="9658"/>
                </a:cubicBezTo>
                <a:cubicBezTo>
                  <a:pt x="23867" y="7523"/>
                  <a:pt x="26889" y="5608"/>
                  <a:pt x="30241" y="5523"/>
                </a:cubicBezTo>
                <a:cubicBezTo>
                  <a:pt x="30334" y="5520"/>
                  <a:pt x="30427" y="5519"/>
                  <a:pt x="30520" y="5519"/>
                </a:cubicBezTo>
                <a:cubicBezTo>
                  <a:pt x="31256" y="5519"/>
                  <a:pt x="32006" y="5597"/>
                  <a:pt x="32756" y="5673"/>
                </a:cubicBezTo>
                <a:cubicBezTo>
                  <a:pt x="33509" y="5749"/>
                  <a:pt x="34261" y="5826"/>
                  <a:pt x="34992" y="5826"/>
                </a:cubicBezTo>
                <a:cubicBezTo>
                  <a:pt x="36016" y="5826"/>
                  <a:pt x="37001" y="5676"/>
                  <a:pt x="37897" y="5165"/>
                </a:cubicBezTo>
                <a:cubicBezTo>
                  <a:pt x="39627" y="4177"/>
                  <a:pt x="40411" y="1858"/>
                  <a:pt x="3974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" name="Google Shape;995;p23"/>
          <p:cNvSpPr/>
          <p:nvPr/>
        </p:nvSpPr>
        <p:spPr>
          <a:xfrm>
            <a:off x="-1" y="-118700"/>
            <a:ext cx="1946477" cy="876726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96" name="Google Shape;996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421700" y="3608350"/>
            <a:ext cx="2865178" cy="1611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997" name="Google Shape;997;p23"/>
          <p:cNvPicPr preferRelativeResize="0"/>
          <p:nvPr/>
        </p:nvPicPr>
        <p:blipFill rotWithShape="1">
          <a:blip r:embed="rId3">
            <a:alphaModFix/>
          </a:blip>
          <a:srcRect b="29" l="0" r="0" t="63228"/>
          <a:stretch/>
        </p:blipFill>
        <p:spPr>
          <a:xfrm>
            <a:off x="-179200" y="-295274"/>
            <a:ext cx="1211950" cy="7638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">
  <p:cSld name="CUSTOM_1">
    <p:bg>
      <p:bgPr>
        <a:solidFill>
          <a:srgbClr val="FFFFFF"/>
        </a:solidFill>
      </p:bgPr>
    </p:bg>
    <p:spTree>
      <p:nvGrpSpPr>
        <p:cNvPr id="998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" name="Google Shape;999;p24"/>
          <p:cNvSpPr txBox="1"/>
          <p:nvPr>
            <p:ph idx="1" type="subTitle"/>
          </p:nvPr>
        </p:nvSpPr>
        <p:spPr>
          <a:xfrm>
            <a:off x="1194409" y="356293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Condensed Light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0" name="Google Shape;1000;p24"/>
          <p:cNvSpPr txBox="1"/>
          <p:nvPr>
            <p:ph idx="2" type="subTitle"/>
          </p:nvPr>
        </p:nvSpPr>
        <p:spPr>
          <a:xfrm>
            <a:off x="3527793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Condensed Light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1" name="Google Shape;1001;p24"/>
          <p:cNvSpPr txBox="1"/>
          <p:nvPr>
            <p:ph idx="3" type="subTitle"/>
          </p:nvPr>
        </p:nvSpPr>
        <p:spPr>
          <a:xfrm>
            <a:off x="5868937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Condensed Light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2" name="Google Shape;1002;p24"/>
          <p:cNvSpPr txBox="1"/>
          <p:nvPr>
            <p:ph idx="4" type="subTitle"/>
          </p:nvPr>
        </p:nvSpPr>
        <p:spPr>
          <a:xfrm>
            <a:off x="1331509" y="3226185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3" name="Google Shape;1003;p24"/>
          <p:cNvSpPr txBox="1"/>
          <p:nvPr>
            <p:ph idx="5" type="subTitle"/>
          </p:nvPr>
        </p:nvSpPr>
        <p:spPr>
          <a:xfrm>
            <a:off x="3664893" y="32261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4" name="Google Shape;1004;p24"/>
          <p:cNvSpPr txBox="1"/>
          <p:nvPr>
            <p:ph idx="6" type="subTitle"/>
          </p:nvPr>
        </p:nvSpPr>
        <p:spPr>
          <a:xfrm>
            <a:off x="6006037" y="32261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5" name="Google Shape;1005;p24"/>
          <p:cNvSpPr txBox="1"/>
          <p:nvPr>
            <p:ph idx="7" type="subTitle"/>
          </p:nvPr>
        </p:nvSpPr>
        <p:spPr>
          <a:xfrm>
            <a:off x="1194409" y="207555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Condensed Light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6" name="Google Shape;1006;p24"/>
          <p:cNvSpPr txBox="1"/>
          <p:nvPr>
            <p:ph idx="8" type="subTitle"/>
          </p:nvPr>
        </p:nvSpPr>
        <p:spPr>
          <a:xfrm>
            <a:off x="3527793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Condensed Light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7" name="Google Shape;1007;p24"/>
          <p:cNvSpPr txBox="1"/>
          <p:nvPr>
            <p:ph idx="9" type="subTitle"/>
          </p:nvPr>
        </p:nvSpPr>
        <p:spPr>
          <a:xfrm>
            <a:off x="5868937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Condensed Light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8" name="Google Shape;1008;p24"/>
          <p:cNvSpPr txBox="1"/>
          <p:nvPr>
            <p:ph idx="13" type="subTitle"/>
          </p:nvPr>
        </p:nvSpPr>
        <p:spPr>
          <a:xfrm>
            <a:off x="3664893" y="17568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9" name="Google Shape;1009;p24"/>
          <p:cNvSpPr txBox="1"/>
          <p:nvPr>
            <p:ph idx="14" type="subTitle"/>
          </p:nvPr>
        </p:nvSpPr>
        <p:spPr>
          <a:xfrm>
            <a:off x="6006037" y="17568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10" name="Google Shape;1010;p24"/>
          <p:cNvSpPr txBox="1"/>
          <p:nvPr>
            <p:ph type="title"/>
          </p:nvPr>
        </p:nvSpPr>
        <p:spPr>
          <a:xfrm>
            <a:off x="914316" y="55056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11" name="Google Shape;1011;p24"/>
          <p:cNvSpPr/>
          <p:nvPr/>
        </p:nvSpPr>
        <p:spPr>
          <a:xfrm>
            <a:off x="7913720" y="478129"/>
            <a:ext cx="94380" cy="86557"/>
          </a:xfrm>
          <a:custGeom>
            <a:rect b="b" l="l" r="r" t="t"/>
            <a:pathLst>
              <a:path extrusionOk="0" h="863" w="941">
                <a:moveTo>
                  <a:pt x="469" y="1"/>
                </a:moveTo>
                <a:cubicBezTo>
                  <a:pt x="272" y="1"/>
                  <a:pt x="91" y="141"/>
                  <a:pt x="48" y="341"/>
                </a:cubicBezTo>
                <a:cubicBezTo>
                  <a:pt x="1" y="576"/>
                  <a:pt x="148" y="803"/>
                  <a:pt x="379" y="853"/>
                </a:cubicBezTo>
                <a:cubicBezTo>
                  <a:pt x="409" y="860"/>
                  <a:pt x="439" y="863"/>
                  <a:pt x="469" y="863"/>
                </a:cubicBezTo>
                <a:cubicBezTo>
                  <a:pt x="669" y="863"/>
                  <a:pt x="847" y="723"/>
                  <a:pt x="891" y="522"/>
                </a:cubicBezTo>
                <a:cubicBezTo>
                  <a:pt x="941" y="288"/>
                  <a:pt x="791" y="60"/>
                  <a:pt x="559" y="10"/>
                </a:cubicBezTo>
                <a:cubicBezTo>
                  <a:pt x="529" y="4"/>
                  <a:pt x="499" y="1"/>
                  <a:pt x="46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" name="Google Shape;1012;p24"/>
          <p:cNvGrpSpPr/>
          <p:nvPr/>
        </p:nvGrpSpPr>
        <p:grpSpPr>
          <a:xfrm>
            <a:off x="7970121" y="-679169"/>
            <a:ext cx="2287929" cy="3725209"/>
            <a:chOff x="7970121" y="-679169"/>
            <a:chExt cx="2287929" cy="3725209"/>
          </a:xfrm>
        </p:grpSpPr>
        <p:sp>
          <p:nvSpPr>
            <p:cNvPr id="1013" name="Google Shape;1013;p24"/>
            <p:cNvSpPr/>
            <p:nvPr/>
          </p:nvSpPr>
          <p:spPr>
            <a:xfrm>
              <a:off x="8141194" y="779020"/>
              <a:ext cx="114841" cy="114841"/>
            </a:xfrm>
            <a:custGeom>
              <a:rect b="b" l="l" r="r" t="t"/>
              <a:pathLst>
                <a:path extrusionOk="0" h="1145" w="1145">
                  <a:moveTo>
                    <a:pt x="573" y="1"/>
                  </a:moveTo>
                  <a:cubicBezTo>
                    <a:pt x="258" y="1"/>
                    <a:pt x="1" y="255"/>
                    <a:pt x="1" y="573"/>
                  </a:cubicBezTo>
                  <a:cubicBezTo>
                    <a:pt x="1" y="887"/>
                    <a:pt x="258" y="1145"/>
                    <a:pt x="573" y="1145"/>
                  </a:cubicBezTo>
                  <a:cubicBezTo>
                    <a:pt x="891" y="1145"/>
                    <a:pt x="1145" y="887"/>
                    <a:pt x="1145" y="573"/>
                  </a:cubicBezTo>
                  <a:cubicBezTo>
                    <a:pt x="1145" y="255"/>
                    <a:pt x="891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4"/>
            <p:cNvSpPr/>
            <p:nvPr/>
          </p:nvSpPr>
          <p:spPr>
            <a:xfrm>
              <a:off x="7985073" y="1238086"/>
              <a:ext cx="2272976" cy="1807954"/>
            </a:xfrm>
            <a:custGeom>
              <a:rect b="b" l="l" r="r" t="t"/>
              <a:pathLst>
                <a:path extrusionOk="0" h="8531" w="10725">
                  <a:moveTo>
                    <a:pt x="5102" y="1"/>
                  </a:moveTo>
                  <a:cubicBezTo>
                    <a:pt x="3336" y="1"/>
                    <a:pt x="1519" y="586"/>
                    <a:pt x="924" y="1918"/>
                  </a:cubicBezTo>
                  <a:cubicBezTo>
                    <a:pt x="1" y="3975"/>
                    <a:pt x="3175" y="5526"/>
                    <a:pt x="4529" y="7329"/>
                  </a:cubicBezTo>
                  <a:cubicBezTo>
                    <a:pt x="5175" y="8186"/>
                    <a:pt x="5888" y="8530"/>
                    <a:pt x="6584" y="8530"/>
                  </a:cubicBezTo>
                  <a:cubicBezTo>
                    <a:pt x="7921" y="8530"/>
                    <a:pt x="9196" y="7249"/>
                    <a:pt x="9801" y="5895"/>
                  </a:cubicBezTo>
                  <a:cubicBezTo>
                    <a:pt x="10725" y="3837"/>
                    <a:pt x="9801" y="1422"/>
                    <a:pt x="7744" y="502"/>
                  </a:cubicBezTo>
                  <a:cubicBezTo>
                    <a:pt x="7018" y="175"/>
                    <a:pt x="6068" y="1"/>
                    <a:pt x="5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5" name="Google Shape;1015;p24"/>
            <p:cNvGrpSpPr/>
            <p:nvPr/>
          </p:nvGrpSpPr>
          <p:grpSpPr>
            <a:xfrm rot="5400000">
              <a:off x="8433777" y="-1142825"/>
              <a:ext cx="1291147" cy="2218459"/>
              <a:chOff x="4895725" y="2485200"/>
              <a:chExt cx="464525" cy="744050"/>
            </a:xfrm>
          </p:grpSpPr>
          <p:sp>
            <p:nvSpPr>
              <p:cNvPr id="1016" name="Google Shape;1016;p24"/>
              <p:cNvSpPr/>
              <p:nvPr/>
            </p:nvSpPr>
            <p:spPr>
              <a:xfrm>
                <a:off x="4896150" y="2564650"/>
                <a:ext cx="407475" cy="415225"/>
              </a:xfrm>
              <a:custGeom>
                <a:rect b="b" l="l" r="r" t="t"/>
                <a:pathLst>
                  <a:path extrusionOk="0" h="16609" w="16299">
                    <a:moveTo>
                      <a:pt x="1" y="0"/>
                    </a:moveTo>
                    <a:lnTo>
                      <a:pt x="4" y="314"/>
                    </a:lnTo>
                    <a:lnTo>
                      <a:pt x="6817" y="7128"/>
                    </a:lnTo>
                    <a:lnTo>
                      <a:pt x="6845" y="7155"/>
                    </a:lnTo>
                    <a:lnTo>
                      <a:pt x="6872" y="7182"/>
                    </a:lnTo>
                    <a:lnTo>
                      <a:pt x="14619" y="14928"/>
                    </a:lnTo>
                    <a:lnTo>
                      <a:pt x="14646" y="14956"/>
                    </a:lnTo>
                    <a:lnTo>
                      <a:pt x="16298" y="16609"/>
                    </a:lnTo>
                    <a:cubicBezTo>
                      <a:pt x="16298" y="16506"/>
                      <a:pt x="16298" y="16400"/>
                      <a:pt x="16295" y="16295"/>
                    </a:cubicBezTo>
                    <a:lnTo>
                      <a:pt x="14826" y="14826"/>
                    </a:lnTo>
                    <a:lnTo>
                      <a:pt x="14799" y="14799"/>
                    </a:lnTo>
                    <a:lnTo>
                      <a:pt x="7029" y="7025"/>
                    </a:lnTo>
                    <a:lnTo>
                      <a:pt x="7001" y="6998"/>
                    </a:lnTo>
                    <a:lnTo>
                      <a:pt x="6974" y="697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24"/>
              <p:cNvSpPr/>
              <p:nvPr/>
            </p:nvSpPr>
            <p:spPr>
              <a:xfrm>
                <a:off x="4896675" y="2643100"/>
                <a:ext cx="398000" cy="404125"/>
              </a:xfrm>
              <a:custGeom>
                <a:rect b="b" l="l" r="r" t="t"/>
                <a:pathLst>
                  <a:path extrusionOk="0" h="16165" w="15920">
                    <a:moveTo>
                      <a:pt x="0" y="0"/>
                    </a:moveTo>
                    <a:lnTo>
                      <a:pt x="0" y="314"/>
                    </a:lnTo>
                    <a:lnTo>
                      <a:pt x="5236" y="5550"/>
                    </a:lnTo>
                    <a:lnTo>
                      <a:pt x="5263" y="5577"/>
                    </a:lnTo>
                    <a:lnTo>
                      <a:pt x="5291" y="5604"/>
                    </a:lnTo>
                    <a:lnTo>
                      <a:pt x="13038" y="13351"/>
                    </a:lnTo>
                    <a:lnTo>
                      <a:pt x="13065" y="13378"/>
                    </a:lnTo>
                    <a:lnTo>
                      <a:pt x="13092" y="13405"/>
                    </a:lnTo>
                    <a:lnTo>
                      <a:pt x="15848" y="16165"/>
                    </a:lnTo>
                    <a:cubicBezTo>
                      <a:pt x="15875" y="16083"/>
                      <a:pt x="15899" y="16005"/>
                      <a:pt x="15920" y="15923"/>
                    </a:cubicBezTo>
                    <a:lnTo>
                      <a:pt x="13245" y="13249"/>
                    </a:lnTo>
                    <a:lnTo>
                      <a:pt x="13218" y="13221"/>
                    </a:lnTo>
                    <a:lnTo>
                      <a:pt x="13194" y="13194"/>
                    </a:lnTo>
                    <a:lnTo>
                      <a:pt x="5447" y="5447"/>
                    </a:lnTo>
                    <a:lnTo>
                      <a:pt x="5420" y="5420"/>
                    </a:lnTo>
                    <a:lnTo>
                      <a:pt x="5393" y="53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24"/>
              <p:cNvSpPr/>
              <p:nvPr/>
            </p:nvSpPr>
            <p:spPr>
              <a:xfrm>
                <a:off x="4896400" y="2603925"/>
                <a:ext cx="405100" cy="411800"/>
              </a:xfrm>
              <a:custGeom>
                <a:rect b="b" l="l" r="r" t="t"/>
                <a:pathLst>
                  <a:path extrusionOk="0" h="16472" w="16204">
                    <a:moveTo>
                      <a:pt x="0" y="0"/>
                    </a:moveTo>
                    <a:lnTo>
                      <a:pt x="4" y="313"/>
                    </a:lnTo>
                    <a:lnTo>
                      <a:pt x="6054" y="6364"/>
                    </a:lnTo>
                    <a:lnTo>
                      <a:pt x="6082" y="6391"/>
                    </a:lnTo>
                    <a:lnTo>
                      <a:pt x="13829" y="14138"/>
                    </a:lnTo>
                    <a:lnTo>
                      <a:pt x="13856" y="14165"/>
                    </a:lnTo>
                    <a:lnTo>
                      <a:pt x="16162" y="16472"/>
                    </a:lnTo>
                    <a:cubicBezTo>
                      <a:pt x="16176" y="16383"/>
                      <a:pt x="16189" y="16291"/>
                      <a:pt x="16203" y="16199"/>
                    </a:cubicBezTo>
                    <a:lnTo>
                      <a:pt x="14036" y="14036"/>
                    </a:lnTo>
                    <a:lnTo>
                      <a:pt x="14009" y="14008"/>
                    </a:lnTo>
                    <a:lnTo>
                      <a:pt x="13982" y="13981"/>
                    </a:lnTo>
                    <a:lnTo>
                      <a:pt x="6211" y="6207"/>
                    </a:lnTo>
                    <a:lnTo>
                      <a:pt x="6184" y="6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24"/>
              <p:cNvSpPr/>
              <p:nvPr/>
            </p:nvSpPr>
            <p:spPr>
              <a:xfrm>
                <a:off x="4898950" y="3035450"/>
                <a:ext cx="189175" cy="190300"/>
              </a:xfrm>
              <a:custGeom>
                <a:rect b="b" l="l" r="r" t="t"/>
                <a:pathLst>
                  <a:path extrusionOk="0" h="7612" w="7567">
                    <a:moveTo>
                      <a:pt x="1" y="0"/>
                    </a:moveTo>
                    <a:lnTo>
                      <a:pt x="1" y="314"/>
                    </a:lnTo>
                    <a:lnTo>
                      <a:pt x="5145" y="5458"/>
                    </a:lnTo>
                    <a:lnTo>
                      <a:pt x="5172" y="5486"/>
                    </a:lnTo>
                    <a:lnTo>
                      <a:pt x="5200" y="5513"/>
                    </a:lnTo>
                    <a:lnTo>
                      <a:pt x="7298" y="7612"/>
                    </a:lnTo>
                    <a:cubicBezTo>
                      <a:pt x="7390" y="7598"/>
                      <a:pt x="7479" y="7584"/>
                      <a:pt x="7567" y="7567"/>
                    </a:cubicBezTo>
                    <a:lnTo>
                      <a:pt x="5356" y="5356"/>
                    </a:lnTo>
                    <a:lnTo>
                      <a:pt x="5329" y="5329"/>
                    </a:lnTo>
                    <a:lnTo>
                      <a:pt x="5302" y="530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24"/>
              <p:cNvSpPr/>
              <p:nvPr/>
            </p:nvSpPr>
            <p:spPr>
              <a:xfrm>
                <a:off x="4898025" y="2878500"/>
                <a:ext cx="300475" cy="303725"/>
              </a:xfrm>
              <a:custGeom>
                <a:rect b="b" l="l" r="r" t="t"/>
                <a:pathLst>
                  <a:path extrusionOk="0" h="12149" w="12019">
                    <a:moveTo>
                      <a:pt x="0" y="0"/>
                    </a:moveTo>
                    <a:lnTo>
                      <a:pt x="4" y="314"/>
                    </a:lnTo>
                    <a:lnTo>
                      <a:pt x="528" y="841"/>
                    </a:lnTo>
                    <a:lnTo>
                      <a:pt x="556" y="869"/>
                    </a:lnTo>
                    <a:lnTo>
                      <a:pt x="8303" y="8616"/>
                    </a:lnTo>
                    <a:lnTo>
                      <a:pt x="8330" y="8643"/>
                    </a:lnTo>
                    <a:lnTo>
                      <a:pt x="8357" y="8670"/>
                    </a:lnTo>
                    <a:lnTo>
                      <a:pt x="11835" y="12149"/>
                    </a:lnTo>
                    <a:cubicBezTo>
                      <a:pt x="11896" y="12108"/>
                      <a:pt x="11962" y="12063"/>
                      <a:pt x="12019" y="12022"/>
                    </a:cubicBezTo>
                    <a:lnTo>
                      <a:pt x="8514" y="8514"/>
                    </a:lnTo>
                    <a:lnTo>
                      <a:pt x="8487" y="8486"/>
                    </a:lnTo>
                    <a:lnTo>
                      <a:pt x="8459" y="8459"/>
                    </a:lnTo>
                    <a:lnTo>
                      <a:pt x="712" y="712"/>
                    </a:lnTo>
                    <a:lnTo>
                      <a:pt x="685" y="685"/>
                    </a:lnTo>
                    <a:lnTo>
                      <a:pt x="658" y="6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24"/>
              <p:cNvSpPr/>
              <p:nvPr/>
            </p:nvSpPr>
            <p:spPr>
              <a:xfrm>
                <a:off x="4897600" y="2800050"/>
                <a:ext cx="341900" cy="345975"/>
              </a:xfrm>
              <a:custGeom>
                <a:rect b="b" l="l" r="r" t="t"/>
                <a:pathLst>
                  <a:path extrusionOk="0" h="13839" w="13676">
                    <a:moveTo>
                      <a:pt x="1" y="1"/>
                    </a:moveTo>
                    <a:lnTo>
                      <a:pt x="1" y="314"/>
                    </a:lnTo>
                    <a:lnTo>
                      <a:pt x="2078" y="2392"/>
                    </a:lnTo>
                    <a:lnTo>
                      <a:pt x="2106" y="2419"/>
                    </a:lnTo>
                    <a:lnTo>
                      <a:pt x="2133" y="2446"/>
                    </a:lnTo>
                    <a:lnTo>
                      <a:pt x="9880" y="10193"/>
                    </a:lnTo>
                    <a:lnTo>
                      <a:pt x="9907" y="10221"/>
                    </a:lnTo>
                    <a:lnTo>
                      <a:pt x="13525" y="13839"/>
                    </a:lnTo>
                    <a:cubicBezTo>
                      <a:pt x="13576" y="13787"/>
                      <a:pt x="13627" y="13733"/>
                      <a:pt x="13675" y="13679"/>
                    </a:cubicBezTo>
                    <a:lnTo>
                      <a:pt x="10091" y="10091"/>
                    </a:lnTo>
                    <a:lnTo>
                      <a:pt x="10064" y="10064"/>
                    </a:lnTo>
                    <a:lnTo>
                      <a:pt x="2290" y="2290"/>
                    </a:lnTo>
                    <a:lnTo>
                      <a:pt x="2262" y="2262"/>
                    </a:lnTo>
                    <a:lnTo>
                      <a:pt x="2235" y="22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24"/>
              <p:cNvSpPr/>
              <p:nvPr/>
            </p:nvSpPr>
            <p:spPr>
              <a:xfrm>
                <a:off x="4897100" y="2721600"/>
                <a:ext cx="374750" cy="379700"/>
              </a:xfrm>
              <a:custGeom>
                <a:rect b="b" l="l" r="r" t="t"/>
                <a:pathLst>
                  <a:path extrusionOk="0" h="15188" w="14990">
                    <a:moveTo>
                      <a:pt x="0" y="1"/>
                    </a:moveTo>
                    <a:lnTo>
                      <a:pt x="4" y="315"/>
                    </a:lnTo>
                    <a:lnTo>
                      <a:pt x="3659" y="3970"/>
                    </a:lnTo>
                    <a:lnTo>
                      <a:pt x="3686" y="3997"/>
                    </a:lnTo>
                    <a:lnTo>
                      <a:pt x="11460" y="11771"/>
                    </a:lnTo>
                    <a:lnTo>
                      <a:pt x="11488" y="11798"/>
                    </a:lnTo>
                    <a:lnTo>
                      <a:pt x="11515" y="11826"/>
                    </a:lnTo>
                    <a:lnTo>
                      <a:pt x="14877" y="15188"/>
                    </a:lnTo>
                    <a:cubicBezTo>
                      <a:pt x="14914" y="15120"/>
                      <a:pt x="14952" y="15056"/>
                      <a:pt x="14990" y="14991"/>
                    </a:cubicBezTo>
                    <a:lnTo>
                      <a:pt x="11672" y="11669"/>
                    </a:lnTo>
                    <a:lnTo>
                      <a:pt x="11644" y="11642"/>
                    </a:lnTo>
                    <a:lnTo>
                      <a:pt x="11617" y="11614"/>
                    </a:lnTo>
                    <a:lnTo>
                      <a:pt x="3870" y="3867"/>
                    </a:lnTo>
                    <a:lnTo>
                      <a:pt x="3843" y="38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24"/>
              <p:cNvSpPr/>
              <p:nvPr/>
            </p:nvSpPr>
            <p:spPr>
              <a:xfrm>
                <a:off x="4898700" y="2996200"/>
                <a:ext cx="220950" cy="222650"/>
              </a:xfrm>
              <a:custGeom>
                <a:rect b="b" l="l" r="r" t="t"/>
                <a:pathLst>
                  <a:path extrusionOk="0" h="8906" w="8838">
                    <a:moveTo>
                      <a:pt x="1" y="1"/>
                    </a:moveTo>
                    <a:lnTo>
                      <a:pt x="4" y="314"/>
                    </a:lnTo>
                    <a:lnTo>
                      <a:pt x="5935" y="6248"/>
                    </a:lnTo>
                    <a:lnTo>
                      <a:pt x="5962" y="6276"/>
                    </a:lnTo>
                    <a:lnTo>
                      <a:pt x="5990" y="6303"/>
                    </a:lnTo>
                    <a:lnTo>
                      <a:pt x="8592" y="8905"/>
                    </a:lnTo>
                    <a:cubicBezTo>
                      <a:pt x="8674" y="8882"/>
                      <a:pt x="8756" y="8861"/>
                      <a:pt x="8838" y="8837"/>
                    </a:cubicBezTo>
                    <a:lnTo>
                      <a:pt x="6146" y="6146"/>
                    </a:lnTo>
                    <a:lnTo>
                      <a:pt x="6119" y="6119"/>
                    </a:lnTo>
                    <a:lnTo>
                      <a:pt x="6092" y="609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24"/>
              <p:cNvSpPr/>
              <p:nvPr/>
            </p:nvSpPr>
            <p:spPr>
              <a:xfrm>
                <a:off x="4898275" y="2917750"/>
                <a:ext cx="276400" cy="279050"/>
              </a:xfrm>
              <a:custGeom>
                <a:rect b="b" l="l" r="r" t="t"/>
                <a:pathLst>
                  <a:path extrusionOk="0" h="11162" w="11056">
                    <a:moveTo>
                      <a:pt x="1" y="1"/>
                    </a:moveTo>
                    <a:lnTo>
                      <a:pt x="1" y="314"/>
                    </a:lnTo>
                    <a:lnTo>
                      <a:pt x="7512" y="7826"/>
                    </a:lnTo>
                    <a:lnTo>
                      <a:pt x="7540" y="7853"/>
                    </a:lnTo>
                    <a:lnTo>
                      <a:pt x="7567" y="7881"/>
                    </a:lnTo>
                    <a:lnTo>
                      <a:pt x="10851" y="11161"/>
                    </a:lnTo>
                    <a:cubicBezTo>
                      <a:pt x="10919" y="11127"/>
                      <a:pt x="10987" y="11093"/>
                      <a:pt x="11056" y="11056"/>
                    </a:cubicBezTo>
                    <a:lnTo>
                      <a:pt x="7724" y="7724"/>
                    </a:lnTo>
                    <a:lnTo>
                      <a:pt x="7696" y="7697"/>
                    </a:lnTo>
                    <a:lnTo>
                      <a:pt x="7669" y="76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24"/>
              <p:cNvSpPr/>
              <p:nvPr/>
            </p:nvSpPr>
            <p:spPr>
              <a:xfrm>
                <a:off x="4897775" y="2839325"/>
                <a:ext cx="322375" cy="325950"/>
              </a:xfrm>
              <a:custGeom>
                <a:rect b="b" l="l" r="r" t="t"/>
                <a:pathLst>
                  <a:path extrusionOk="0" h="13038" w="12895">
                    <a:moveTo>
                      <a:pt x="0" y="0"/>
                    </a:moveTo>
                    <a:lnTo>
                      <a:pt x="4" y="314"/>
                    </a:lnTo>
                    <a:lnTo>
                      <a:pt x="1291" y="1601"/>
                    </a:lnTo>
                    <a:lnTo>
                      <a:pt x="1318" y="1628"/>
                    </a:lnTo>
                    <a:lnTo>
                      <a:pt x="1346" y="1656"/>
                    </a:lnTo>
                    <a:lnTo>
                      <a:pt x="9093" y="9403"/>
                    </a:lnTo>
                    <a:lnTo>
                      <a:pt x="9120" y="9430"/>
                    </a:lnTo>
                    <a:lnTo>
                      <a:pt x="12728" y="13037"/>
                    </a:lnTo>
                    <a:cubicBezTo>
                      <a:pt x="12782" y="12990"/>
                      <a:pt x="12840" y="12939"/>
                      <a:pt x="12895" y="12891"/>
                    </a:cubicBezTo>
                    <a:lnTo>
                      <a:pt x="9304" y="9301"/>
                    </a:lnTo>
                    <a:lnTo>
                      <a:pt x="9277" y="9273"/>
                    </a:lnTo>
                    <a:lnTo>
                      <a:pt x="1475" y="1472"/>
                    </a:lnTo>
                    <a:lnTo>
                      <a:pt x="1448" y="14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24"/>
              <p:cNvSpPr/>
              <p:nvPr/>
            </p:nvSpPr>
            <p:spPr>
              <a:xfrm>
                <a:off x="4897350" y="2760800"/>
                <a:ext cx="359425" cy="363925"/>
              </a:xfrm>
              <a:custGeom>
                <a:rect b="b" l="l" r="r" t="t"/>
                <a:pathLst>
                  <a:path extrusionOk="0" h="14557" w="14377">
                    <a:moveTo>
                      <a:pt x="0" y="0"/>
                    </a:moveTo>
                    <a:lnTo>
                      <a:pt x="0" y="313"/>
                    </a:lnTo>
                    <a:lnTo>
                      <a:pt x="2868" y="3182"/>
                    </a:lnTo>
                    <a:lnTo>
                      <a:pt x="2896" y="3209"/>
                    </a:lnTo>
                    <a:lnTo>
                      <a:pt x="2923" y="3236"/>
                    </a:lnTo>
                    <a:lnTo>
                      <a:pt x="10670" y="10983"/>
                    </a:lnTo>
                    <a:lnTo>
                      <a:pt x="10697" y="11011"/>
                    </a:lnTo>
                    <a:lnTo>
                      <a:pt x="10725" y="11038"/>
                    </a:lnTo>
                    <a:lnTo>
                      <a:pt x="14244" y="14557"/>
                    </a:lnTo>
                    <a:cubicBezTo>
                      <a:pt x="14288" y="14499"/>
                      <a:pt x="14332" y="14438"/>
                      <a:pt x="14376" y="14376"/>
                    </a:cubicBezTo>
                    <a:lnTo>
                      <a:pt x="10881" y="10881"/>
                    </a:lnTo>
                    <a:lnTo>
                      <a:pt x="10854" y="10854"/>
                    </a:lnTo>
                    <a:lnTo>
                      <a:pt x="10827" y="10827"/>
                    </a:lnTo>
                    <a:lnTo>
                      <a:pt x="3080" y="3080"/>
                    </a:lnTo>
                    <a:lnTo>
                      <a:pt x="3052" y="3052"/>
                    </a:lnTo>
                    <a:lnTo>
                      <a:pt x="3025" y="30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24"/>
              <p:cNvSpPr/>
              <p:nvPr/>
            </p:nvSpPr>
            <p:spPr>
              <a:xfrm>
                <a:off x="4899375" y="3113900"/>
                <a:ext cx="115000" cy="115000"/>
              </a:xfrm>
              <a:custGeom>
                <a:rect b="b" l="l" r="r" t="t"/>
                <a:pathLst>
                  <a:path extrusionOk="0" h="4600" w="4600">
                    <a:moveTo>
                      <a:pt x="1" y="0"/>
                    </a:moveTo>
                    <a:lnTo>
                      <a:pt x="4" y="314"/>
                    </a:lnTo>
                    <a:lnTo>
                      <a:pt x="3568" y="3878"/>
                    </a:lnTo>
                    <a:lnTo>
                      <a:pt x="3595" y="3905"/>
                    </a:lnTo>
                    <a:lnTo>
                      <a:pt x="3622" y="3931"/>
                    </a:lnTo>
                    <a:lnTo>
                      <a:pt x="4266" y="4576"/>
                    </a:lnTo>
                    <a:cubicBezTo>
                      <a:pt x="4378" y="4586"/>
                      <a:pt x="4491" y="4593"/>
                      <a:pt x="4600" y="4599"/>
                    </a:cubicBezTo>
                    <a:lnTo>
                      <a:pt x="3779" y="3779"/>
                    </a:lnTo>
                    <a:lnTo>
                      <a:pt x="3752" y="3751"/>
                    </a:lnTo>
                    <a:lnTo>
                      <a:pt x="3724" y="372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24"/>
              <p:cNvSpPr/>
              <p:nvPr/>
            </p:nvSpPr>
            <p:spPr>
              <a:xfrm>
                <a:off x="4899225" y="3074625"/>
                <a:ext cx="154075" cy="154625"/>
              </a:xfrm>
              <a:custGeom>
                <a:rect b="b" l="l" r="r" t="t"/>
                <a:pathLst>
                  <a:path extrusionOk="0" h="6185" w="6163">
                    <a:moveTo>
                      <a:pt x="0" y="1"/>
                    </a:moveTo>
                    <a:lnTo>
                      <a:pt x="0" y="318"/>
                    </a:lnTo>
                    <a:lnTo>
                      <a:pt x="4354" y="4672"/>
                    </a:lnTo>
                    <a:lnTo>
                      <a:pt x="4381" y="4699"/>
                    </a:lnTo>
                    <a:lnTo>
                      <a:pt x="5870" y="6184"/>
                    </a:lnTo>
                    <a:cubicBezTo>
                      <a:pt x="5969" y="6180"/>
                      <a:pt x="6064" y="6174"/>
                      <a:pt x="6163" y="6167"/>
                    </a:cubicBezTo>
                    <a:lnTo>
                      <a:pt x="4565" y="4570"/>
                    </a:lnTo>
                    <a:lnTo>
                      <a:pt x="4538" y="454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24"/>
              <p:cNvSpPr/>
              <p:nvPr/>
            </p:nvSpPr>
            <p:spPr>
              <a:xfrm>
                <a:off x="5198925" y="2485200"/>
                <a:ext cx="135175" cy="131750"/>
              </a:xfrm>
              <a:custGeom>
                <a:rect b="b" l="l" r="r" t="t"/>
                <a:pathLst>
                  <a:path extrusionOk="0" h="5270" w="5407">
                    <a:moveTo>
                      <a:pt x="0" y="0"/>
                    </a:moveTo>
                    <a:lnTo>
                      <a:pt x="2508" y="2507"/>
                    </a:lnTo>
                    <a:lnTo>
                      <a:pt x="2535" y="2535"/>
                    </a:lnTo>
                    <a:lnTo>
                      <a:pt x="2562" y="2562"/>
                    </a:lnTo>
                    <a:lnTo>
                      <a:pt x="5270" y="5270"/>
                    </a:lnTo>
                    <a:cubicBezTo>
                      <a:pt x="5315" y="5213"/>
                      <a:pt x="5363" y="5155"/>
                      <a:pt x="5407" y="5093"/>
                    </a:cubicBezTo>
                    <a:lnTo>
                      <a:pt x="2715" y="2405"/>
                    </a:lnTo>
                    <a:lnTo>
                      <a:pt x="2688" y="2378"/>
                    </a:lnTo>
                    <a:lnTo>
                      <a:pt x="2661" y="235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24"/>
              <p:cNvSpPr/>
              <p:nvPr/>
            </p:nvSpPr>
            <p:spPr>
              <a:xfrm>
                <a:off x="5159925" y="2485200"/>
                <a:ext cx="156300" cy="152550"/>
              </a:xfrm>
              <a:custGeom>
                <a:rect b="b" l="l" r="r" t="t"/>
                <a:pathLst>
                  <a:path extrusionOk="0" h="6102" w="6252">
                    <a:moveTo>
                      <a:pt x="0" y="0"/>
                    </a:moveTo>
                    <a:lnTo>
                      <a:pt x="3288" y="3287"/>
                    </a:lnTo>
                    <a:lnTo>
                      <a:pt x="3315" y="3315"/>
                    </a:lnTo>
                    <a:lnTo>
                      <a:pt x="6101" y="6101"/>
                    </a:lnTo>
                    <a:cubicBezTo>
                      <a:pt x="6153" y="6047"/>
                      <a:pt x="6203" y="5996"/>
                      <a:pt x="6252" y="5941"/>
                    </a:cubicBezTo>
                    <a:lnTo>
                      <a:pt x="3495" y="3185"/>
                    </a:lnTo>
                    <a:lnTo>
                      <a:pt x="3468" y="3158"/>
                    </a:lnTo>
                    <a:lnTo>
                      <a:pt x="3441" y="313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24"/>
              <p:cNvSpPr/>
              <p:nvPr/>
            </p:nvSpPr>
            <p:spPr>
              <a:xfrm>
                <a:off x="5003900" y="2485200"/>
                <a:ext cx="246225" cy="244175"/>
              </a:xfrm>
              <a:custGeom>
                <a:rect b="b" l="l" r="r" t="t"/>
                <a:pathLst>
                  <a:path extrusionOk="0" h="9767" w="9849">
                    <a:moveTo>
                      <a:pt x="0" y="0"/>
                    </a:moveTo>
                    <a:lnTo>
                      <a:pt x="6435" y="6432"/>
                    </a:lnTo>
                    <a:lnTo>
                      <a:pt x="6463" y="6460"/>
                    </a:lnTo>
                    <a:lnTo>
                      <a:pt x="9771" y="9767"/>
                    </a:lnTo>
                    <a:cubicBezTo>
                      <a:pt x="9791" y="9689"/>
                      <a:pt x="9821" y="9611"/>
                      <a:pt x="9848" y="9535"/>
                    </a:cubicBezTo>
                    <a:lnTo>
                      <a:pt x="6592" y="6279"/>
                    </a:lnTo>
                    <a:lnTo>
                      <a:pt x="6565" y="625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24"/>
              <p:cNvSpPr/>
              <p:nvPr/>
            </p:nvSpPr>
            <p:spPr>
              <a:xfrm>
                <a:off x="4898450" y="2956950"/>
                <a:ext cx="249900" cy="252175"/>
              </a:xfrm>
              <a:custGeom>
                <a:rect b="b" l="l" r="r" t="t"/>
                <a:pathLst>
                  <a:path extrusionOk="0" h="10087" w="9996">
                    <a:moveTo>
                      <a:pt x="0" y="0"/>
                    </a:moveTo>
                    <a:lnTo>
                      <a:pt x="4" y="316"/>
                    </a:lnTo>
                    <a:lnTo>
                      <a:pt x="6753" y="7065"/>
                    </a:lnTo>
                    <a:lnTo>
                      <a:pt x="6780" y="7093"/>
                    </a:lnTo>
                    <a:lnTo>
                      <a:pt x="9774" y="10087"/>
                    </a:lnTo>
                    <a:cubicBezTo>
                      <a:pt x="9849" y="10057"/>
                      <a:pt x="9921" y="10026"/>
                      <a:pt x="9996" y="9995"/>
                    </a:cubicBezTo>
                    <a:lnTo>
                      <a:pt x="6909" y="6909"/>
                    </a:lnTo>
                    <a:lnTo>
                      <a:pt x="6882" y="68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24"/>
              <p:cNvSpPr/>
              <p:nvPr/>
            </p:nvSpPr>
            <p:spPr>
              <a:xfrm>
                <a:off x="4896825" y="2682350"/>
                <a:ext cx="387800" cy="393175"/>
              </a:xfrm>
              <a:custGeom>
                <a:rect b="b" l="l" r="r" t="t"/>
                <a:pathLst>
                  <a:path extrusionOk="0" h="15727" w="15512">
                    <a:moveTo>
                      <a:pt x="1" y="0"/>
                    </a:moveTo>
                    <a:lnTo>
                      <a:pt x="4" y="314"/>
                    </a:lnTo>
                    <a:lnTo>
                      <a:pt x="4450" y="4760"/>
                    </a:lnTo>
                    <a:lnTo>
                      <a:pt x="4477" y="4787"/>
                    </a:lnTo>
                    <a:lnTo>
                      <a:pt x="12279" y="12588"/>
                    </a:lnTo>
                    <a:lnTo>
                      <a:pt x="12306" y="12616"/>
                    </a:lnTo>
                    <a:lnTo>
                      <a:pt x="15416" y="15726"/>
                    </a:lnTo>
                    <a:cubicBezTo>
                      <a:pt x="15450" y="15654"/>
                      <a:pt x="15480" y="15583"/>
                      <a:pt x="15512" y="15511"/>
                    </a:cubicBezTo>
                    <a:lnTo>
                      <a:pt x="12435" y="12432"/>
                    </a:lnTo>
                    <a:lnTo>
                      <a:pt x="12408" y="12404"/>
                    </a:lnTo>
                    <a:lnTo>
                      <a:pt x="4661" y="4657"/>
                    </a:lnTo>
                    <a:lnTo>
                      <a:pt x="4634" y="463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24"/>
              <p:cNvSpPr/>
              <p:nvPr/>
            </p:nvSpPr>
            <p:spPr>
              <a:xfrm>
                <a:off x="4899900" y="3192325"/>
                <a:ext cx="14925" cy="15025"/>
              </a:xfrm>
              <a:custGeom>
                <a:rect b="b" l="l" r="r" t="t"/>
                <a:pathLst>
                  <a:path extrusionOk="0" h="601" w="597">
                    <a:moveTo>
                      <a:pt x="0" y="1"/>
                    </a:moveTo>
                    <a:lnTo>
                      <a:pt x="0" y="315"/>
                    </a:lnTo>
                    <a:lnTo>
                      <a:pt x="65" y="382"/>
                    </a:lnTo>
                    <a:cubicBezTo>
                      <a:pt x="242" y="458"/>
                      <a:pt x="420" y="532"/>
                      <a:pt x="596" y="60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24"/>
              <p:cNvSpPr/>
              <p:nvPr/>
            </p:nvSpPr>
            <p:spPr>
              <a:xfrm>
                <a:off x="4899650" y="3153175"/>
                <a:ext cx="70125" cy="70100"/>
              </a:xfrm>
              <a:custGeom>
                <a:rect b="b" l="l" r="r" t="t"/>
                <a:pathLst>
                  <a:path extrusionOk="0" h="2804" w="2805">
                    <a:moveTo>
                      <a:pt x="0" y="0"/>
                    </a:moveTo>
                    <a:lnTo>
                      <a:pt x="0" y="313"/>
                    </a:lnTo>
                    <a:lnTo>
                      <a:pt x="2405" y="2715"/>
                    </a:lnTo>
                    <a:cubicBezTo>
                      <a:pt x="2538" y="2746"/>
                      <a:pt x="2671" y="2777"/>
                      <a:pt x="2804" y="280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24"/>
              <p:cNvSpPr/>
              <p:nvPr/>
            </p:nvSpPr>
            <p:spPr>
              <a:xfrm>
                <a:off x="5276925" y="2485200"/>
                <a:ext cx="83325" cy="81775"/>
              </a:xfrm>
              <a:custGeom>
                <a:rect b="b" l="l" r="r" t="t"/>
                <a:pathLst>
                  <a:path extrusionOk="0" h="3271" w="3333">
                    <a:moveTo>
                      <a:pt x="1" y="0"/>
                    </a:moveTo>
                    <a:lnTo>
                      <a:pt x="975" y="974"/>
                    </a:lnTo>
                    <a:lnTo>
                      <a:pt x="1002" y="1002"/>
                    </a:lnTo>
                    <a:lnTo>
                      <a:pt x="3271" y="3271"/>
                    </a:lnTo>
                    <a:cubicBezTo>
                      <a:pt x="3295" y="3189"/>
                      <a:pt x="3315" y="3103"/>
                      <a:pt x="3333" y="3021"/>
                    </a:cubicBezTo>
                    <a:lnTo>
                      <a:pt x="1128" y="818"/>
                    </a:lnTo>
                    <a:lnTo>
                      <a:pt x="1101" y="79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24"/>
              <p:cNvSpPr/>
              <p:nvPr/>
            </p:nvSpPr>
            <p:spPr>
              <a:xfrm>
                <a:off x="5237925" y="2485200"/>
                <a:ext cx="111600" cy="108875"/>
              </a:xfrm>
              <a:custGeom>
                <a:rect b="b" l="l" r="r" t="t"/>
                <a:pathLst>
                  <a:path extrusionOk="0" h="4355" w="4464">
                    <a:moveTo>
                      <a:pt x="1" y="0"/>
                    </a:moveTo>
                    <a:lnTo>
                      <a:pt x="1755" y="1754"/>
                    </a:lnTo>
                    <a:lnTo>
                      <a:pt x="1782" y="1782"/>
                    </a:lnTo>
                    <a:lnTo>
                      <a:pt x="4355" y="4354"/>
                    </a:lnTo>
                    <a:cubicBezTo>
                      <a:pt x="4391" y="4285"/>
                      <a:pt x="4426" y="4218"/>
                      <a:pt x="4463" y="4150"/>
                    </a:cubicBezTo>
                    <a:lnTo>
                      <a:pt x="1908" y="1598"/>
                    </a:lnTo>
                    <a:lnTo>
                      <a:pt x="1885" y="1570"/>
                    </a:lnTo>
                    <a:lnTo>
                      <a:pt x="1881" y="157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24"/>
              <p:cNvSpPr/>
              <p:nvPr/>
            </p:nvSpPr>
            <p:spPr>
              <a:xfrm>
                <a:off x="5120925" y="2485200"/>
                <a:ext cx="176475" cy="172750"/>
              </a:xfrm>
              <a:custGeom>
                <a:rect b="b" l="l" r="r" t="t"/>
                <a:pathLst>
                  <a:path extrusionOk="0" h="6910" w="7059">
                    <a:moveTo>
                      <a:pt x="0" y="0"/>
                    </a:moveTo>
                    <a:lnTo>
                      <a:pt x="4068" y="4068"/>
                    </a:lnTo>
                    <a:lnTo>
                      <a:pt x="4095" y="4092"/>
                    </a:lnTo>
                    <a:lnTo>
                      <a:pt x="4122" y="4119"/>
                    </a:lnTo>
                    <a:lnTo>
                      <a:pt x="6909" y="6909"/>
                    </a:lnTo>
                    <a:cubicBezTo>
                      <a:pt x="6960" y="6854"/>
                      <a:pt x="7011" y="6800"/>
                      <a:pt x="7059" y="6746"/>
                    </a:cubicBezTo>
                    <a:lnTo>
                      <a:pt x="4275" y="3966"/>
                    </a:lnTo>
                    <a:lnTo>
                      <a:pt x="4248" y="3938"/>
                    </a:lnTo>
                    <a:lnTo>
                      <a:pt x="4224" y="391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24"/>
              <p:cNvSpPr/>
              <p:nvPr/>
            </p:nvSpPr>
            <p:spPr>
              <a:xfrm>
                <a:off x="4964875" y="2485200"/>
                <a:ext cx="279450" cy="279450"/>
              </a:xfrm>
              <a:custGeom>
                <a:rect b="b" l="l" r="r" t="t"/>
                <a:pathLst>
                  <a:path extrusionOk="0" h="11178" w="11178">
                    <a:moveTo>
                      <a:pt x="0" y="0"/>
                    </a:moveTo>
                    <a:lnTo>
                      <a:pt x="7189" y="7185"/>
                    </a:lnTo>
                    <a:lnTo>
                      <a:pt x="7216" y="7212"/>
                    </a:lnTo>
                    <a:lnTo>
                      <a:pt x="7244" y="7240"/>
                    </a:lnTo>
                    <a:lnTo>
                      <a:pt x="11178" y="11177"/>
                    </a:lnTo>
                    <a:cubicBezTo>
                      <a:pt x="11175" y="11072"/>
                      <a:pt x="11175" y="10966"/>
                      <a:pt x="11178" y="10861"/>
                    </a:cubicBezTo>
                    <a:lnTo>
                      <a:pt x="7400" y="7086"/>
                    </a:lnTo>
                    <a:lnTo>
                      <a:pt x="7373" y="7059"/>
                    </a:lnTo>
                    <a:lnTo>
                      <a:pt x="7346" y="7032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24"/>
              <p:cNvSpPr/>
              <p:nvPr/>
            </p:nvSpPr>
            <p:spPr>
              <a:xfrm>
                <a:off x="5042900" y="2485200"/>
                <a:ext cx="219750" cy="216850"/>
              </a:xfrm>
              <a:custGeom>
                <a:rect b="b" l="l" r="r" t="t"/>
                <a:pathLst>
                  <a:path extrusionOk="0" h="8674" w="8790">
                    <a:moveTo>
                      <a:pt x="0" y="0"/>
                    </a:moveTo>
                    <a:lnTo>
                      <a:pt x="5628" y="5625"/>
                    </a:lnTo>
                    <a:lnTo>
                      <a:pt x="5656" y="5652"/>
                    </a:lnTo>
                    <a:lnTo>
                      <a:pt x="5683" y="5679"/>
                    </a:lnTo>
                    <a:lnTo>
                      <a:pt x="8677" y="8674"/>
                    </a:lnTo>
                    <a:cubicBezTo>
                      <a:pt x="8714" y="8609"/>
                      <a:pt x="8749" y="8540"/>
                      <a:pt x="8790" y="8476"/>
                    </a:cubicBezTo>
                    <a:lnTo>
                      <a:pt x="5840" y="5526"/>
                    </a:lnTo>
                    <a:lnTo>
                      <a:pt x="5812" y="5499"/>
                    </a:lnTo>
                    <a:lnTo>
                      <a:pt x="5785" y="547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24"/>
              <p:cNvSpPr/>
              <p:nvPr/>
            </p:nvSpPr>
            <p:spPr>
              <a:xfrm>
                <a:off x="4895975" y="2525375"/>
                <a:ext cx="403625" cy="411475"/>
              </a:xfrm>
              <a:custGeom>
                <a:rect b="b" l="l" r="r" t="t"/>
                <a:pathLst>
                  <a:path extrusionOk="0" h="16459" w="16145">
                    <a:moveTo>
                      <a:pt x="0" y="1"/>
                    </a:moveTo>
                    <a:lnTo>
                      <a:pt x="0" y="32"/>
                    </a:lnTo>
                    <a:lnTo>
                      <a:pt x="0" y="318"/>
                    </a:lnTo>
                    <a:lnTo>
                      <a:pt x="7604" y="7919"/>
                    </a:lnTo>
                    <a:lnTo>
                      <a:pt x="7632" y="7946"/>
                    </a:lnTo>
                    <a:lnTo>
                      <a:pt x="7659" y="7973"/>
                    </a:lnTo>
                    <a:lnTo>
                      <a:pt x="15406" y="15719"/>
                    </a:lnTo>
                    <a:lnTo>
                      <a:pt x="15433" y="15747"/>
                    </a:lnTo>
                    <a:lnTo>
                      <a:pt x="15460" y="15774"/>
                    </a:lnTo>
                    <a:lnTo>
                      <a:pt x="16145" y="16458"/>
                    </a:lnTo>
                    <a:cubicBezTo>
                      <a:pt x="16118" y="16326"/>
                      <a:pt x="16087" y="16189"/>
                      <a:pt x="16053" y="16057"/>
                    </a:cubicBezTo>
                    <a:lnTo>
                      <a:pt x="15613" y="15617"/>
                    </a:lnTo>
                    <a:lnTo>
                      <a:pt x="15586" y="15590"/>
                    </a:lnTo>
                    <a:lnTo>
                      <a:pt x="15559" y="15563"/>
                    </a:lnTo>
                    <a:lnTo>
                      <a:pt x="7816" y="7816"/>
                    </a:lnTo>
                    <a:lnTo>
                      <a:pt x="7788" y="7789"/>
                    </a:lnTo>
                    <a:lnTo>
                      <a:pt x="7761" y="7762"/>
                    </a:lnTo>
                    <a:lnTo>
                      <a:pt x="14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24"/>
              <p:cNvSpPr/>
              <p:nvPr/>
            </p:nvSpPr>
            <p:spPr>
              <a:xfrm>
                <a:off x="5081900" y="2485200"/>
                <a:ext cx="197175" cy="193700"/>
              </a:xfrm>
              <a:custGeom>
                <a:rect b="b" l="l" r="r" t="t"/>
                <a:pathLst>
                  <a:path extrusionOk="0" h="7748" w="7887">
                    <a:moveTo>
                      <a:pt x="0" y="0"/>
                    </a:moveTo>
                    <a:lnTo>
                      <a:pt x="4848" y="4845"/>
                    </a:lnTo>
                    <a:lnTo>
                      <a:pt x="4876" y="4872"/>
                    </a:lnTo>
                    <a:lnTo>
                      <a:pt x="4903" y="4899"/>
                    </a:lnTo>
                    <a:lnTo>
                      <a:pt x="7747" y="7747"/>
                    </a:lnTo>
                    <a:cubicBezTo>
                      <a:pt x="7795" y="7689"/>
                      <a:pt x="7840" y="7631"/>
                      <a:pt x="7887" y="7573"/>
                    </a:cubicBezTo>
                    <a:lnTo>
                      <a:pt x="5056" y="4746"/>
                    </a:lnTo>
                    <a:lnTo>
                      <a:pt x="5032" y="4718"/>
                    </a:lnTo>
                    <a:lnTo>
                      <a:pt x="5005" y="469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24"/>
              <p:cNvSpPr/>
              <p:nvPr/>
            </p:nvSpPr>
            <p:spPr>
              <a:xfrm>
                <a:off x="4895725" y="2486225"/>
                <a:ext cx="384475" cy="392300"/>
              </a:xfrm>
              <a:custGeom>
                <a:rect b="b" l="l" r="r" t="t"/>
                <a:pathLst>
                  <a:path extrusionOk="0" h="15692" w="15379">
                    <a:moveTo>
                      <a:pt x="1" y="0"/>
                    </a:moveTo>
                    <a:lnTo>
                      <a:pt x="4" y="313"/>
                    </a:lnTo>
                    <a:lnTo>
                      <a:pt x="620" y="933"/>
                    </a:lnTo>
                    <a:lnTo>
                      <a:pt x="648" y="961"/>
                    </a:lnTo>
                    <a:lnTo>
                      <a:pt x="8395" y="8704"/>
                    </a:lnTo>
                    <a:lnTo>
                      <a:pt x="8422" y="8732"/>
                    </a:lnTo>
                    <a:lnTo>
                      <a:pt x="8449" y="8759"/>
                    </a:lnTo>
                    <a:lnTo>
                      <a:pt x="15378" y="15691"/>
                    </a:lnTo>
                    <a:cubicBezTo>
                      <a:pt x="15300" y="15507"/>
                      <a:pt x="15222" y="15323"/>
                      <a:pt x="15140" y="15139"/>
                    </a:cubicBezTo>
                    <a:lnTo>
                      <a:pt x="8606" y="8602"/>
                    </a:lnTo>
                    <a:lnTo>
                      <a:pt x="8579" y="8578"/>
                    </a:lnTo>
                    <a:lnTo>
                      <a:pt x="8551" y="8551"/>
                    </a:lnTo>
                    <a:lnTo>
                      <a:pt x="804" y="804"/>
                    </a:lnTo>
                    <a:lnTo>
                      <a:pt x="777" y="777"/>
                    </a:lnTo>
                    <a:lnTo>
                      <a:pt x="750" y="7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24"/>
              <p:cNvSpPr/>
              <p:nvPr/>
            </p:nvSpPr>
            <p:spPr>
              <a:xfrm>
                <a:off x="4925875" y="2485200"/>
                <a:ext cx="327650" cy="327575"/>
              </a:xfrm>
              <a:custGeom>
                <a:rect b="b" l="l" r="r" t="t"/>
                <a:pathLst>
                  <a:path extrusionOk="0" h="13103" w="13106">
                    <a:moveTo>
                      <a:pt x="0" y="0"/>
                    </a:moveTo>
                    <a:lnTo>
                      <a:pt x="167" y="167"/>
                    </a:lnTo>
                    <a:lnTo>
                      <a:pt x="194" y="194"/>
                    </a:lnTo>
                    <a:lnTo>
                      <a:pt x="222" y="221"/>
                    </a:lnTo>
                    <a:lnTo>
                      <a:pt x="7969" y="7965"/>
                    </a:lnTo>
                    <a:lnTo>
                      <a:pt x="7996" y="7993"/>
                    </a:lnTo>
                    <a:lnTo>
                      <a:pt x="13106" y="13103"/>
                    </a:lnTo>
                    <a:cubicBezTo>
                      <a:pt x="13059" y="12955"/>
                      <a:pt x="13018" y="12809"/>
                      <a:pt x="12977" y="12663"/>
                    </a:cubicBezTo>
                    <a:lnTo>
                      <a:pt x="8180" y="7866"/>
                    </a:lnTo>
                    <a:lnTo>
                      <a:pt x="8153" y="7839"/>
                    </a:lnTo>
                    <a:lnTo>
                      <a:pt x="378" y="65"/>
                    </a:lnTo>
                    <a:lnTo>
                      <a:pt x="351" y="37"/>
                    </a:lnTo>
                    <a:lnTo>
                      <a:pt x="324" y="10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5" name="Google Shape;1045;p24"/>
          <p:cNvGrpSpPr/>
          <p:nvPr/>
        </p:nvGrpSpPr>
        <p:grpSpPr>
          <a:xfrm>
            <a:off x="-475512" y="3461619"/>
            <a:ext cx="1967899" cy="1878339"/>
            <a:chOff x="-475512" y="3461619"/>
            <a:chExt cx="1967899" cy="1878339"/>
          </a:xfrm>
        </p:grpSpPr>
        <p:sp>
          <p:nvSpPr>
            <p:cNvPr id="1046" name="Google Shape;1046;p24"/>
            <p:cNvSpPr/>
            <p:nvPr/>
          </p:nvSpPr>
          <p:spPr>
            <a:xfrm rot="4590804">
              <a:off x="-440975" y="4203758"/>
              <a:ext cx="971589" cy="837154"/>
            </a:xfrm>
            <a:custGeom>
              <a:rect b="b" l="l" r="r" t="t"/>
              <a:pathLst>
                <a:path extrusionOk="0" h="4982" w="7513">
                  <a:moveTo>
                    <a:pt x="5336" y="1"/>
                  </a:moveTo>
                  <a:cubicBezTo>
                    <a:pt x="4958" y="1"/>
                    <a:pt x="4536" y="111"/>
                    <a:pt x="4071" y="365"/>
                  </a:cubicBezTo>
                  <a:cubicBezTo>
                    <a:pt x="2643" y="1148"/>
                    <a:pt x="0" y="1429"/>
                    <a:pt x="107" y="2807"/>
                  </a:cubicBezTo>
                  <a:cubicBezTo>
                    <a:pt x="207" y="4095"/>
                    <a:pt x="2519" y="4981"/>
                    <a:pt x="4201" y="4981"/>
                  </a:cubicBezTo>
                  <a:cubicBezTo>
                    <a:pt x="4319" y="4981"/>
                    <a:pt x="4429" y="4975"/>
                    <a:pt x="4539" y="4968"/>
                  </a:cubicBezTo>
                  <a:cubicBezTo>
                    <a:pt x="6228" y="4834"/>
                    <a:pt x="7513" y="3610"/>
                    <a:pt x="7403" y="2235"/>
                  </a:cubicBezTo>
                  <a:cubicBezTo>
                    <a:pt x="7323" y="1178"/>
                    <a:pt x="6577" y="1"/>
                    <a:pt x="5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4"/>
            <p:cNvSpPr/>
            <p:nvPr/>
          </p:nvSpPr>
          <p:spPr>
            <a:xfrm>
              <a:off x="-272122" y="4502808"/>
              <a:ext cx="971581" cy="837150"/>
            </a:xfrm>
            <a:custGeom>
              <a:rect b="b" l="l" r="r" t="t"/>
              <a:pathLst>
                <a:path extrusionOk="0" h="4982" w="7513">
                  <a:moveTo>
                    <a:pt x="5336" y="1"/>
                  </a:moveTo>
                  <a:cubicBezTo>
                    <a:pt x="4958" y="1"/>
                    <a:pt x="4536" y="111"/>
                    <a:pt x="4071" y="365"/>
                  </a:cubicBezTo>
                  <a:cubicBezTo>
                    <a:pt x="2643" y="1148"/>
                    <a:pt x="0" y="1429"/>
                    <a:pt x="107" y="2807"/>
                  </a:cubicBezTo>
                  <a:cubicBezTo>
                    <a:pt x="207" y="4095"/>
                    <a:pt x="2519" y="4981"/>
                    <a:pt x="4201" y="4981"/>
                  </a:cubicBezTo>
                  <a:cubicBezTo>
                    <a:pt x="4319" y="4981"/>
                    <a:pt x="4429" y="4975"/>
                    <a:pt x="4539" y="4968"/>
                  </a:cubicBezTo>
                  <a:cubicBezTo>
                    <a:pt x="6228" y="4834"/>
                    <a:pt x="7513" y="3610"/>
                    <a:pt x="7403" y="2235"/>
                  </a:cubicBezTo>
                  <a:cubicBezTo>
                    <a:pt x="7323" y="1178"/>
                    <a:pt x="6577" y="1"/>
                    <a:pt x="5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8" name="Google Shape;1048;p24"/>
            <p:cNvGrpSpPr/>
            <p:nvPr/>
          </p:nvGrpSpPr>
          <p:grpSpPr>
            <a:xfrm rot="-5400000">
              <a:off x="-294075" y="3483559"/>
              <a:ext cx="1808401" cy="1764522"/>
              <a:chOff x="2024475" y="4433550"/>
              <a:chExt cx="623350" cy="608225"/>
            </a:xfrm>
          </p:grpSpPr>
          <p:sp>
            <p:nvSpPr>
              <p:cNvPr id="1049" name="Google Shape;1049;p24"/>
              <p:cNvSpPr/>
              <p:nvPr/>
            </p:nvSpPr>
            <p:spPr>
              <a:xfrm>
                <a:off x="2637250" y="4451875"/>
                <a:ext cx="7875" cy="4200"/>
              </a:xfrm>
              <a:custGeom>
                <a:rect b="b" l="l" r="r" t="t"/>
                <a:pathLst>
                  <a:path extrusionOk="0" h="168" w="315">
                    <a:moveTo>
                      <a:pt x="0" y="1"/>
                    </a:moveTo>
                    <a:lnTo>
                      <a:pt x="0" y="1"/>
                    </a:lnTo>
                    <a:cubicBezTo>
                      <a:pt x="24" y="96"/>
                      <a:pt x="106" y="167"/>
                      <a:pt x="208" y="167"/>
                    </a:cubicBezTo>
                    <a:cubicBezTo>
                      <a:pt x="246" y="167"/>
                      <a:pt x="283" y="154"/>
                      <a:pt x="314" y="137"/>
                    </a:cubicBezTo>
                    <a:cubicBezTo>
                      <a:pt x="297" y="93"/>
                      <a:pt x="283" y="52"/>
                      <a:pt x="263" y="8"/>
                    </a:cubicBezTo>
                    <a:lnTo>
                      <a:pt x="208" y="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24"/>
              <p:cNvSpPr/>
              <p:nvPr/>
            </p:nvSpPr>
            <p:spPr>
              <a:xfrm>
                <a:off x="26190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24"/>
              <p:cNvSpPr/>
              <p:nvPr/>
            </p:nvSpPr>
            <p:spPr>
              <a:xfrm>
                <a:off x="26190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24"/>
              <p:cNvSpPr/>
              <p:nvPr/>
            </p:nvSpPr>
            <p:spPr>
              <a:xfrm>
                <a:off x="26370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5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24"/>
              <p:cNvSpPr/>
              <p:nvPr/>
            </p:nvSpPr>
            <p:spPr>
              <a:xfrm>
                <a:off x="26370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5"/>
                    </a:cubicBezTo>
                    <a:cubicBezTo>
                      <a:pt x="433" y="96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24"/>
              <p:cNvSpPr/>
              <p:nvPr/>
            </p:nvSpPr>
            <p:spPr>
              <a:xfrm>
                <a:off x="26190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24"/>
              <p:cNvSpPr/>
              <p:nvPr/>
            </p:nvSpPr>
            <p:spPr>
              <a:xfrm>
                <a:off x="2619025" y="4571375"/>
                <a:ext cx="7425" cy="8450"/>
              </a:xfrm>
              <a:custGeom>
                <a:rect b="b" l="l" r="r" t="t"/>
                <a:pathLst>
                  <a:path extrusionOk="0" h="338" w="297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263"/>
                      <a:pt x="17" y="304"/>
                      <a:pt x="42" y="338"/>
                    </a:cubicBezTo>
                    <a:cubicBezTo>
                      <a:pt x="130" y="236"/>
                      <a:pt x="215" y="126"/>
                      <a:pt x="297" y="17"/>
                    </a:cubicBezTo>
                    <a:cubicBezTo>
                      <a:pt x="273" y="7"/>
                      <a:pt x="246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24"/>
              <p:cNvSpPr/>
              <p:nvPr/>
            </p:nvSpPr>
            <p:spPr>
              <a:xfrm>
                <a:off x="2600975" y="4450775"/>
                <a:ext cx="10750" cy="5300"/>
              </a:xfrm>
              <a:custGeom>
                <a:rect b="b" l="l" r="r" t="t"/>
                <a:pathLst>
                  <a:path extrusionOk="0" h="212" w="43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20"/>
                      <a:pt x="99" y="211"/>
                      <a:pt x="218" y="211"/>
                    </a:cubicBezTo>
                    <a:cubicBezTo>
                      <a:pt x="330" y="211"/>
                      <a:pt x="419" y="123"/>
                      <a:pt x="429" y="14"/>
                    </a:cubicBezTo>
                    <a:lnTo>
                      <a:pt x="218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24"/>
              <p:cNvSpPr/>
              <p:nvPr/>
            </p:nvSpPr>
            <p:spPr>
              <a:xfrm>
                <a:off x="25830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24"/>
              <p:cNvSpPr/>
              <p:nvPr/>
            </p:nvSpPr>
            <p:spPr>
              <a:xfrm>
                <a:off x="26009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24"/>
              <p:cNvSpPr/>
              <p:nvPr/>
            </p:nvSpPr>
            <p:spPr>
              <a:xfrm>
                <a:off x="25830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24"/>
              <p:cNvSpPr/>
              <p:nvPr/>
            </p:nvSpPr>
            <p:spPr>
              <a:xfrm>
                <a:off x="25830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24"/>
              <p:cNvSpPr/>
              <p:nvPr/>
            </p:nvSpPr>
            <p:spPr>
              <a:xfrm>
                <a:off x="26009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24"/>
              <p:cNvSpPr/>
              <p:nvPr/>
            </p:nvSpPr>
            <p:spPr>
              <a:xfrm>
                <a:off x="26009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24"/>
              <p:cNvSpPr/>
              <p:nvPr/>
            </p:nvSpPr>
            <p:spPr>
              <a:xfrm>
                <a:off x="25830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24"/>
              <p:cNvSpPr/>
              <p:nvPr/>
            </p:nvSpPr>
            <p:spPr>
              <a:xfrm>
                <a:off x="2600975" y="4589425"/>
                <a:ext cx="8525" cy="7875"/>
              </a:xfrm>
              <a:custGeom>
                <a:rect b="b" l="l" r="r" t="t"/>
                <a:pathLst>
                  <a:path extrusionOk="0" h="315" w="341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253"/>
                      <a:pt x="11" y="283"/>
                      <a:pt x="28" y="314"/>
                    </a:cubicBezTo>
                    <a:cubicBezTo>
                      <a:pt x="65" y="283"/>
                      <a:pt x="102" y="250"/>
                      <a:pt x="140" y="215"/>
                    </a:cubicBezTo>
                    <a:cubicBezTo>
                      <a:pt x="167" y="195"/>
                      <a:pt x="191" y="174"/>
                      <a:pt x="218" y="151"/>
                    </a:cubicBezTo>
                    <a:cubicBezTo>
                      <a:pt x="259" y="116"/>
                      <a:pt x="300" y="82"/>
                      <a:pt x="341" y="45"/>
                    </a:cubicBezTo>
                    <a:cubicBezTo>
                      <a:pt x="307" y="17"/>
                      <a:pt x="262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24"/>
              <p:cNvSpPr/>
              <p:nvPr/>
            </p:nvSpPr>
            <p:spPr>
              <a:xfrm>
                <a:off x="2584275" y="4607650"/>
                <a:ext cx="3000" cy="1825"/>
              </a:xfrm>
              <a:custGeom>
                <a:rect b="b" l="l" r="r" t="t"/>
                <a:pathLst>
                  <a:path extrusionOk="0" h="73" w="120">
                    <a:moveTo>
                      <a:pt x="119" y="1"/>
                    </a:moveTo>
                    <a:lnTo>
                      <a:pt x="119" y="1"/>
                    </a:lnTo>
                    <a:cubicBezTo>
                      <a:pt x="72" y="11"/>
                      <a:pt x="31" y="35"/>
                      <a:pt x="1" y="72"/>
                    </a:cubicBezTo>
                    <a:cubicBezTo>
                      <a:pt x="38" y="48"/>
                      <a:pt x="83" y="24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24"/>
              <p:cNvSpPr/>
              <p:nvPr/>
            </p:nvSpPr>
            <p:spPr>
              <a:xfrm>
                <a:off x="25468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24"/>
              <p:cNvSpPr/>
              <p:nvPr/>
            </p:nvSpPr>
            <p:spPr>
              <a:xfrm>
                <a:off x="2564950" y="4449675"/>
                <a:ext cx="10825" cy="6400"/>
              </a:xfrm>
              <a:custGeom>
                <a:rect b="b" l="l" r="r" t="t"/>
                <a:pathLst>
                  <a:path extrusionOk="0" h="256" w="433">
                    <a:moveTo>
                      <a:pt x="7" y="0"/>
                    </a:moveTo>
                    <a:cubicBezTo>
                      <a:pt x="7" y="14"/>
                      <a:pt x="0" y="27"/>
                      <a:pt x="0" y="41"/>
                    </a:cubicBezTo>
                    <a:cubicBezTo>
                      <a:pt x="0" y="160"/>
                      <a:pt x="95" y="255"/>
                      <a:pt x="215" y="255"/>
                    </a:cubicBezTo>
                    <a:cubicBezTo>
                      <a:pt x="334" y="255"/>
                      <a:pt x="433" y="160"/>
                      <a:pt x="433" y="41"/>
                    </a:cubicBezTo>
                    <a:cubicBezTo>
                      <a:pt x="433" y="30"/>
                      <a:pt x="430" y="24"/>
                      <a:pt x="426" y="14"/>
                    </a:cubicBezTo>
                    <a:lnTo>
                      <a:pt x="215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24"/>
              <p:cNvSpPr/>
              <p:nvPr/>
            </p:nvSpPr>
            <p:spPr>
              <a:xfrm>
                <a:off x="25468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24"/>
              <p:cNvSpPr/>
              <p:nvPr/>
            </p:nvSpPr>
            <p:spPr>
              <a:xfrm>
                <a:off x="25649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24"/>
              <p:cNvSpPr/>
              <p:nvPr/>
            </p:nvSpPr>
            <p:spPr>
              <a:xfrm>
                <a:off x="25468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24"/>
              <p:cNvSpPr/>
              <p:nvPr/>
            </p:nvSpPr>
            <p:spPr>
              <a:xfrm>
                <a:off x="25649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24"/>
              <p:cNvSpPr/>
              <p:nvPr/>
            </p:nvSpPr>
            <p:spPr>
              <a:xfrm>
                <a:off x="25649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24"/>
              <p:cNvSpPr/>
              <p:nvPr/>
            </p:nvSpPr>
            <p:spPr>
              <a:xfrm>
                <a:off x="25468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24"/>
              <p:cNvSpPr/>
              <p:nvPr/>
            </p:nvSpPr>
            <p:spPr>
              <a:xfrm>
                <a:off x="25468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24"/>
              <p:cNvSpPr/>
              <p:nvPr/>
            </p:nvSpPr>
            <p:spPr>
              <a:xfrm>
                <a:off x="25649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24"/>
              <p:cNvSpPr/>
              <p:nvPr/>
            </p:nvSpPr>
            <p:spPr>
              <a:xfrm>
                <a:off x="2528900" y="4448575"/>
                <a:ext cx="10850" cy="7500"/>
              </a:xfrm>
              <a:custGeom>
                <a:rect b="b" l="l" r="r" t="t"/>
                <a:pathLst>
                  <a:path extrusionOk="0" h="300" w="434">
                    <a:moveTo>
                      <a:pt x="18" y="0"/>
                    </a:moveTo>
                    <a:cubicBezTo>
                      <a:pt x="8" y="27"/>
                      <a:pt x="1" y="54"/>
                      <a:pt x="1" y="85"/>
                    </a:cubicBezTo>
                    <a:cubicBezTo>
                      <a:pt x="1" y="204"/>
                      <a:pt x="97" y="299"/>
                      <a:pt x="216" y="299"/>
                    </a:cubicBezTo>
                    <a:cubicBezTo>
                      <a:pt x="335" y="299"/>
                      <a:pt x="433" y="204"/>
                      <a:pt x="433" y="85"/>
                    </a:cubicBezTo>
                    <a:cubicBezTo>
                      <a:pt x="433" y="58"/>
                      <a:pt x="427" y="34"/>
                      <a:pt x="420" y="13"/>
                    </a:cubicBezTo>
                    <a:lnTo>
                      <a:pt x="216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24"/>
              <p:cNvSpPr/>
              <p:nvPr/>
            </p:nvSpPr>
            <p:spPr>
              <a:xfrm>
                <a:off x="25108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24"/>
              <p:cNvSpPr/>
              <p:nvPr/>
            </p:nvSpPr>
            <p:spPr>
              <a:xfrm>
                <a:off x="25289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24"/>
              <p:cNvSpPr/>
              <p:nvPr/>
            </p:nvSpPr>
            <p:spPr>
              <a:xfrm>
                <a:off x="25108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24"/>
              <p:cNvSpPr/>
              <p:nvPr/>
            </p:nvSpPr>
            <p:spPr>
              <a:xfrm>
                <a:off x="25289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24"/>
              <p:cNvSpPr/>
              <p:nvPr/>
            </p:nvSpPr>
            <p:spPr>
              <a:xfrm>
                <a:off x="25108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24"/>
              <p:cNvSpPr/>
              <p:nvPr/>
            </p:nvSpPr>
            <p:spPr>
              <a:xfrm>
                <a:off x="25108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24"/>
              <p:cNvSpPr/>
              <p:nvPr/>
            </p:nvSpPr>
            <p:spPr>
              <a:xfrm>
                <a:off x="25289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24"/>
              <p:cNvSpPr/>
              <p:nvPr/>
            </p:nvSpPr>
            <p:spPr>
              <a:xfrm>
                <a:off x="25289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24"/>
              <p:cNvSpPr/>
              <p:nvPr/>
            </p:nvSpPr>
            <p:spPr>
              <a:xfrm>
                <a:off x="25108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24"/>
              <p:cNvSpPr/>
              <p:nvPr/>
            </p:nvSpPr>
            <p:spPr>
              <a:xfrm>
                <a:off x="2528900" y="4625450"/>
                <a:ext cx="10525" cy="6500"/>
              </a:xfrm>
              <a:custGeom>
                <a:rect b="b" l="l" r="r" t="t"/>
                <a:pathLst>
                  <a:path extrusionOk="0" h="260" w="421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232"/>
                      <a:pt x="8" y="246"/>
                      <a:pt x="8" y="260"/>
                    </a:cubicBezTo>
                    <a:cubicBezTo>
                      <a:pt x="39" y="252"/>
                      <a:pt x="70" y="249"/>
                      <a:pt x="100" y="239"/>
                    </a:cubicBezTo>
                    <a:cubicBezTo>
                      <a:pt x="127" y="232"/>
                      <a:pt x="155" y="225"/>
                      <a:pt x="182" y="215"/>
                    </a:cubicBezTo>
                    <a:cubicBezTo>
                      <a:pt x="192" y="215"/>
                      <a:pt x="205" y="208"/>
                      <a:pt x="216" y="205"/>
                    </a:cubicBezTo>
                    <a:cubicBezTo>
                      <a:pt x="284" y="188"/>
                      <a:pt x="352" y="167"/>
                      <a:pt x="420" y="147"/>
                    </a:cubicBezTo>
                    <a:cubicBezTo>
                      <a:pt x="389" y="62"/>
                      <a:pt x="311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24"/>
              <p:cNvSpPr/>
              <p:nvPr/>
            </p:nvSpPr>
            <p:spPr>
              <a:xfrm>
                <a:off x="24748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24"/>
              <p:cNvSpPr/>
              <p:nvPr/>
            </p:nvSpPr>
            <p:spPr>
              <a:xfrm>
                <a:off x="2492900" y="4447450"/>
                <a:ext cx="10825" cy="8625"/>
              </a:xfrm>
              <a:custGeom>
                <a:rect b="b" l="l" r="r" t="t"/>
                <a:pathLst>
                  <a:path extrusionOk="0" h="345" w="433">
                    <a:moveTo>
                      <a:pt x="48" y="1"/>
                    </a:moveTo>
                    <a:cubicBezTo>
                      <a:pt x="18" y="38"/>
                      <a:pt x="0" y="83"/>
                      <a:pt x="0" y="130"/>
                    </a:cubicBezTo>
                    <a:cubicBezTo>
                      <a:pt x="0" y="249"/>
                      <a:pt x="95" y="344"/>
                      <a:pt x="215" y="344"/>
                    </a:cubicBezTo>
                    <a:cubicBezTo>
                      <a:pt x="334" y="344"/>
                      <a:pt x="433" y="249"/>
                      <a:pt x="433" y="130"/>
                    </a:cubicBezTo>
                    <a:cubicBezTo>
                      <a:pt x="433" y="86"/>
                      <a:pt x="416" y="45"/>
                      <a:pt x="392" y="11"/>
                    </a:cubicBezTo>
                    <a:lnTo>
                      <a:pt x="215" y="7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24"/>
              <p:cNvSpPr/>
              <p:nvPr/>
            </p:nvSpPr>
            <p:spPr>
              <a:xfrm>
                <a:off x="24929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24"/>
              <p:cNvSpPr/>
              <p:nvPr/>
            </p:nvSpPr>
            <p:spPr>
              <a:xfrm>
                <a:off x="24748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24"/>
              <p:cNvSpPr/>
              <p:nvPr/>
            </p:nvSpPr>
            <p:spPr>
              <a:xfrm>
                <a:off x="24748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24"/>
              <p:cNvSpPr/>
              <p:nvPr/>
            </p:nvSpPr>
            <p:spPr>
              <a:xfrm>
                <a:off x="24929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24"/>
              <p:cNvSpPr/>
              <p:nvPr/>
            </p:nvSpPr>
            <p:spPr>
              <a:xfrm>
                <a:off x="24748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24"/>
              <p:cNvSpPr/>
              <p:nvPr/>
            </p:nvSpPr>
            <p:spPr>
              <a:xfrm>
                <a:off x="249290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24"/>
              <p:cNvSpPr/>
              <p:nvPr/>
            </p:nvSpPr>
            <p:spPr>
              <a:xfrm>
                <a:off x="24748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24"/>
              <p:cNvSpPr/>
              <p:nvPr/>
            </p:nvSpPr>
            <p:spPr>
              <a:xfrm>
                <a:off x="249290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24"/>
              <p:cNvSpPr/>
              <p:nvPr/>
            </p:nvSpPr>
            <p:spPr>
              <a:xfrm>
                <a:off x="2492900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24"/>
              <p:cNvSpPr/>
              <p:nvPr/>
            </p:nvSpPr>
            <p:spPr>
              <a:xfrm>
                <a:off x="2456850" y="4446450"/>
                <a:ext cx="10850" cy="9625"/>
              </a:xfrm>
              <a:custGeom>
                <a:rect b="b" l="l" r="r" t="t"/>
                <a:pathLst>
                  <a:path extrusionOk="0" h="385" w="434">
                    <a:moveTo>
                      <a:pt x="90" y="0"/>
                    </a:moveTo>
                    <a:cubicBezTo>
                      <a:pt x="39" y="37"/>
                      <a:pt x="1" y="98"/>
                      <a:pt x="1" y="170"/>
                    </a:cubicBezTo>
                    <a:cubicBezTo>
                      <a:pt x="1" y="289"/>
                      <a:pt x="97" y="384"/>
                      <a:pt x="216" y="384"/>
                    </a:cubicBezTo>
                    <a:cubicBezTo>
                      <a:pt x="335" y="384"/>
                      <a:pt x="433" y="289"/>
                      <a:pt x="433" y="170"/>
                    </a:cubicBezTo>
                    <a:cubicBezTo>
                      <a:pt x="433" y="102"/>
                      <a:pt x="400" y="47"/>
                      <a:pt x="352" y="7"/>
                    </a:cubicBezTo>
                    <a:lnTo>
                      <a:pt x="216" y="3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24"/>
              <p:cNvSpPr/>
              <p:nvPr/>
            </p:nvSpPr>
            <p:spPr>
              <a:xfrm>
                <a:off x="24388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24"/>
              <p:cNvSpPr/>
              <p:nvPr/>
            </p:nvSpPr>
            <p:spPr>
              <a:xfrm>
                <a:off x="24388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24"/>
              <p:cNvSpPr/>
              <p:nvPr/>
            </p:nvSpPr>
            <p:spPr>
              <a:xfrm>
                <a:off x="24568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24"/>
              <p:cNvSpPr/>
              <p:nvPr/>
            </p:nvSpPr>
            <p:spPr>
              <a:xfrm>
                <a:off x="24388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24"/>
              <p:cNvSpPr/>
              <p:nvPr/>
            </p:nvSpPr>
            <p:spPr>
              <a:xfrm>
                <a:off x="24568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24"/>
              <p:cNvSpPr/>
              <p:nvPr/>
            </p:nvSpPr>
            <p:spPr>
              <a:xfrm>
                <a:off x="24568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24"/>
              <p:cNvSpPr/>
              <p:nvPr/>
            </p:nvSpPr>
            <p:spPr>
              <a:xfrm>
                <a:off x="24388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24"/>
              <p:cNvSpPr/>
              <p:nvPr/>
            </p:nvSpPr>
            <p:spPr>
              <a:xfrm>
                <a:off x="24568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24"/>
              <p:cNvSpPr/>
              <p:nvPr/>
            </p:nvSpPr>
            <p:spPr>
              <a:xfrm>
                <a:off x="243880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24"/>
              <p:cNvSpPr/>
              <p:nvPr/>
            </p:nvSpPr>
            <p:spPr>
              <a:xfrm>
                <a:off x="24568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8"/>
                      <a:pt x="97" y="433"/>
                      <a:pt x="216" y="433"/>
                    </a:cubicBezTo>
                    <a:cubicBezTo>
                      <a:pt x="335" y="433"/>
                      <a:pt x="433" y="338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24"/>
              <p:cNvSpPr/>
              <p:nvPr/>
            </p:nvSpPr>
            <p:spPr>
              <a:xfrm>
                <a:off x="2420850" y="4445425"/>
                <a:ext cx="10825" cy="10650"/>
              </a:xfrm>
              <a:custGeom>
                <a:rect b="b" l="l" r="r" t="t"/>
                <a:pathLst>
                  <a:path extrusionOk="0" h="426" w="433">
                    <a:moveTo>
                      <a:pt x="197" y="0"/>
                    </a:moveTo>
                    <a:cubicBezTo>
                      <a:pt x="85" y="7"/>
                      <a:pt x="0" y="98"/>
                      <a:pt x="0" y="211"/>
                    </a:cubicBezTo>
                    <a:cubicBezTo>
                      <a:pt x="0" y="330"/>
                      <a:pt x="95" y="425"/>
                      <a:pt x="214" y="425"/>
                    </a:cubicBezTo>
                    <a:cubicBezTo>
                      <a:pt x="334" y="425"/>
                      <a:pt x="433" y="330"/>
                      <a:pt x="433" y="211"/>
                    </a:cubicBezTo>
                    <a:cubicBezTo>
                      <a:pt x="433" y="98"/>
                      <a:pt x="348" y="13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24"/>
              <p:cNvSpPr/>
              <p:nvPr/>
            </p:nvSpPr>
            <p:spPr>
              <a:xfrm>
                <a:off x="24027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24"/>
              <p:cNvSpPr/>
              <p:nvPr/>
            </p:nvSpPr>
            <p:spPr>
              <a:xfrm>
                <a:off x="24208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24"/>
              <p:cNvSpPr/>
              <p:nvPr/>
            </p:nvSpPr>
            <p:spPr>
              <a:xfrm>
                <a:off x="24027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24"/>
              <p:cNvSpPr/>
              <p:nvPr/>
            </p:nvSpPr>
            <p:spPr>
              <a:xfrm>
                <a:off x="24027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24"/>
              <p:cNvSpPr/>
              <p:nvPr/>
            </p:nvSpPr>
            <p:spPr>
              <a:xfrm>
                <a:off x="24208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4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24"/>
              <p:cNvSpPr/>
              <p:nvPr/>
            </p:nvSpPr>
            <p:spPr>
              <a:xfrm>
                <a:off x="24208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24"/>
              <p:cNvSpPr/>
              <p:nvPr/>
            </p:nvSpPr>
            <p:spPr>
              <a:xfrm>
                <a:off x="24027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9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24"/>
              <p:cNvSpPr/>
              <p:nvPr/>
            </p:nvSpPr>
            <p:spPr>
              <a:xfrm>
                <a:off x="24208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4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24"/>
              <p:cNvSpPr/>
              <p:nvPr/>
            </p:nvSpPr>
            <p:spPr>
              <a:xfrm>
                <a:off x="2386025" y="4625450"/>
                <a:ext cx="9300" cy="4125"/>
              </a:xfrm>
              <a:custGeom>
                <a:rect b="b" l="l" r="r" t="t"/>
                <a:pathLst>
                  <a:path extrusionOk="0" h="165" w="372">
                    <a:moveTo>
                      <a:pt x="167" y="1"/>
                    </a:moveTo>
                    <a:cubicBezTo>
                      <a:pt x="98" y="1"/>
                      <a:pt x="37" y="35"/>
                      <a:pt x="0" y="86"/>
                    </a:cubicBezTo>
                    <a:cubicBezTo>
                      <a:pt x="54" y="100"/>
                      <a:pt x="112" y="109"/>
                      <a:pt x="167" y="120"/>
                    </a:cubicBezTo>
                    <a:cubicBezTo>
                      <a:pt x="235" y="137"/>
                      <a:pt x="303" y="150"/>
                      <a:pt x="371" y="164"/>
                    </a:cubicBezTo>
                    <a:cubicBezTo>
                      <a:pt x="348" y="69"/>
                      <a:pt x="266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24"/>
              <p:cNvSpPr/>
              <p:nvPr/>
            </p:nvSpPr>
            <p:spPr>
              <a:xfrm>
                <a:off x="24027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24"/>
              <p:cNvSpPr/>
              <p:nvPr/>
            </p:nvSpPr>
            <p:spPr>
              <a:xfrm>
                <a:off x="2420850" y="4625450"/>
                <a:ext cx="10825" cy="9825"/>
              </a:xfrm>
              <a:custGeom>
                <a:rect b="b" l="l" r="r" t="t"/>
                <a:pathLst>
                  <a:path extrusionOk="0" h="393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270"/>
                      <a:pt x="21" y="314"/>
                      <a:pt x="51" y="351"/>
                    </a:cubicBezTo>
                    <a:cubicBezTo>
                      <a:pt x="106" y="362"/>
                      <a:pt x="161" y="372"/>
                      <a:pt x="214" y="378"/>
                    </a:cubicBezTo>
                    <a:cubicBezTo>
                      <a:pt x="255" y="386"/>
                      <a:pt x="293" y="389"/>
                      <a:pt x="334" y="392"/>
                    </a:cubicBezTo>
                    <a:cubicBezTo>
                      <a:pt x="392" y="355"/>
                      <a:pt x="433" y="290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24"/>
              <p:cNvSpPr/>
              <p:nvPr/>
            </p:nvSpPr>
            <p:spPr>
              <a:xfrm>
                <a:off x="2384800" y="4445325"/>
                <a:ext cx="10775" cy="10750"/>
              </a:xfrm>
              <a:custGeom>
                <a:rect b="b" l="l" r="r" t="t"/>
                <a:pathLst>
                  <a:path extrusionOk="0" h="430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6" y="429"/>
                    </a:cubicBezTo>
                    <a:cubicBezTo>
                      <a:pt x="335" y="429"/>
                      <a:pt x="430" y="334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24"/>
              <p:cNvSpPr/>
              <p:nvPr/>
            </p:nvSpPr>
            <p:spPr>
              <a:xfrm>
                <a:off x="23667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24"/>
              <p:cNvSpPr/>
              <p:nvPr/>
            </p:nvSpPr>
            <p:spPr>
              <a:xfrm>
                <a:off x="2384800" y="448135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24"/>
              <p:cNvSpPr/>
              <p:nvPr/>
            </p:nvSpPr>
            <p:spPr>
              <a:xfrm>
                <a:off x="23667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24"/>
              <p:cNvSpPr/>
              <p:nvPr/>
            </p:nvSpPr>
            <p:spPr>
              <a:xfrm>
                <a:off x="2384800" y="451737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6" y="433"/>
                    </a:cubicBezTo>
                    <a:cubicBezTo>
                      <a:pt x="335" y="433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24"/>
              <p:cNvSpPr/>
              <p:nvPr/>
            </p:nvSpPr>
            <p:spPr>
              <a:xfrm>
                <a:off x="23667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24"/>
              <p:cNvSpPr/>
              <p:nvPr/>
            </p:nvSpPr>
            <p:spPr>
              <a:xfrm>
                <a:off x="2384800" y="455340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24"/>
              <p:cNvSpPr/>
              <p:nvPr/>
            </p:nvSpPr>
            <p:spPr>
              <a:xfrm>
                <a:off x="23667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9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24"/>
              <p:cNvSpPr/>
              <p:nvPr/>
            </p:nvSpPr>
            <p:spPr>
              <a:xfrm>
                <a:off x="23667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24"/>
              <p:cNvSpPr/>
              <p:nvPr/>
            </p:nvSpPr>
            <p:spPr>
              <a:xfrm>
                <a:off x="2384800" y="458942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6" y="434"/>
                    </a:cubicBezTo>
                    <a:cubicBezTo>
                      <a:pt x="335" y="434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24"/>
              <p:cNvSpPr/>
              <p:nvPr/>
            </p:nvSpPr>
            <p:spPr>
              <a:xfrm>
                <a:off x="23487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24"/>
              <p:cNvSpPr/>
              <p:nvPr/>
            </p:nvSpPr>
            <p:spPr>
              <a:xfrm>
                <a:off x="23307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24"/>
              <p:cNvSpPr/>
              <p:nvPr/>
            </p:nvSpPr>
            <p:spPr>
              <a:xfrm>
                <a:off x="23307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24"/>
              <p:cNvSpPr/>
              <p:nvPr/>
            </p:nvSpPr>
            <p:spPr>
              <a:xfrm>
                <a:off x="23487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24"/>
              <p:cNvSpPr/>
              <p:nvPr/>
            </p:nvSpPr>
            <p:spPr>
              <a:xfrm>
                <a:off x="23487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24"/>
              <p:cNvSpPr/>
              <p:nvPr/>
            </p:nvSpPr>
            <p:spPr>
              <a:xfrm>
                <a:off x="23307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24"/>
              <p:cNvSpPr/>
              <p:nvPr/>
            </p:nvSpPr>
            <p:spPr>
              <a:xfrm>
                <a:off x="23307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24"/>
              <p:cNvSpPr/>
              <p:nvPr/>
            </p:nvSpPr>
            <p:spPr>
              <a:xfrm>
                <a:off x="23487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24"/>
              <p:cNvSpPr/>
              <p:nvPr/>
            </p:nvSpPr>
            <p:spPr>
              <a:xfrm>
                <a:off x="23487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24"/>
              <p:cNvSpPr/>
              <p:nvPr/>
            </p:nvSpPr>
            <p:spPr>
              <a:xfrm>
                <a:off x="2330725" y="4607400"/>
                <a:ext cx="10850" cy="10500"/>
              </a:xfrm>
              <a:custGeom>
                <a:rect b="b" l="l" r="r" t="t"/>
                <a:pathLst>
                  <a:path extrusionOk="0" h="420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90"/>
                      <a:pt x="38" y="351"/>
                      <a:pt x="90" y="389"/>
                    </a:cubicBezTo>
                    <a:cubicBezTo>
                      <a:pt x="154" y="399"/>
                      <a:pt x="219" y="410"/>
                      <a:pt x="283" y="419"/>
                    </a:cubicBezTo>
                    <a:cubicBezTo>
                      <a:pt x="368" y="392"/>
                      <a:pt x="434" y="314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24"/>
              <p:cNvSpPr/>
              <p:nvPr/>
            </p:nvSpPr>
            <p:spPr>
              <a:xfrm>
                <a:off x="23126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24"/>
              <p:cNvSpPr/>
              <p:nvPr/>
            </p:nvSpPr>
            <p:spPr>
              <a:xfrm>
                <a:off x="22947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24"/>
              <p:cNvSpPr/>
              <p:nvPr/>
            </p:nvSpPr>
            <p:spPr>
              <a:xfrm>
                <a:off x="23126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24"/>
              <p:cNvSpPr/>
              <p:nvPr/>
            </p:nvSpPr>
            <p:spPr>
              <a:xfrm>
                <a:off x="22947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24"/>
              <p:cNvSpPr/>
              <p:nvPr/>
            </p:nvSpPr>
            <p:spPr>
              <a:xfrm>
                <a:off x="23126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24"/>
              <p:cNvSpPr/>
              <p:nvPr/>
            </p:nvSpPr>
            <p:spPr>
              <a:xfrm>
                <a:off x="22947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24"/>
              <p:cNvSpPr/>
              <p:nvPr/>
            </p:nvSpPr>
            <p:spPr>
              <a:xfrm>
                <a:off x="23126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24"/>
              <p:cNvSpPr/>
              <p:nvPr/>
            </p:nvSpPr>
            <p:spPr>
              <a:xfrm>
                <a:off x="22947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24"/>
              <p:cNvSpPr/>
              <p:nvPr/>
            </p:nvSpPr>
            <p:spPr>
              <a:xfrm>
                <a:off x="2294700" y="4607400"/>
                <a:ext cx="10850" cy="6675"/>
              </a:xfrm>
              <a:custGeom>
                <a:rect b="b" l="l" r="r" t="t"/>
                <a:pathLst>
                  <a:path extrusionOk="0" h="267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232"/>
                      <a:pt x="4" y="242"/>
                      <a:pt x="7" y="256"/>
                    </a:cubicBezTo>
                    <a:cubicBezTo>
                      <a:pt x="147" y="256"/>
                      <a:pt x="284" y="259"/>
                      <a:pt x="424" y="266"/>
                    </a:cubicBezTo>
                    <a:cubicBezTo>
                      <a:pt x="427" y="249"/>
                      <a:pt x="433" y="235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24"/>
              <p:cNvSpPr/>
              <p:nvPr/>
            </p:nvSpPr>
            <p:spPr>
              <a:xfrm>
                <a:off x="23126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24"/>
              <p:cNvSpPr/>
              <p:nvPr/>
            </p:nvSpPr>
            <p:spPr>
              <a:xfrm>
                <a:off x="22766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24"/>
              <p:cNvSpPr/>
              <p:nvPr/>
            </p:nvSpPr>
            <p:spPr>
              <a:xfrm>
                <a:off x="22586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24"/>
              <p:cNvSpPr/>
              <p:nvPr/>
            </p:nvSpPr>
            <p:spPr>
              <a:xfrm>
                <a:off x="22586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24"/>
              <p:cNvSpPr/>
              <p:nvPr/>
            </p:nvSpPr>
            <p:spPr>
              <a:xfrm>
                <a:off x="22766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24"/>
              <p:cNvSpPr/>
              <p:nvPr/>
            </p:nvSpPr>
            <p:spPr>
              <a:xfrm>
                <a:off x="22586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24"/>
              <p:cNvSpPr/>
              <p:nvPr/>
            </p:nvSpPr>
            <p:spPr>
              <a:xfrm>
                <a:off x="22766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24"/>
              <p:cNvSpPr/>
              <p:nvPr/>
            </p:nvSpPr>
            <p:spPr>
              <a:xfrm>
                <a:off x="22586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24"/>
              <p:cNvSpPr/>
              <p:nvPr/>
            </p:nvSpPr>
            <p:spPr>
              <a:xfrm>
                <a:off x="22766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24"/>
              <p:cNvSpPr/>
              <p:nvPr/>
            </p:nvSpPr>
            <p:spPr>
              <a:xfrm>
                <a:off x="22766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24"/>
              <p:cNvSpPr/>
              <p:nvPr/>
            </p:nvSpPr>
            <p:spPr>
              <a:xfrm>
                <a:off x="2258675" y="4607400"/>
                <a:ext cx="10850" cy="9550"/>
              </a:xfrm>
              <a:custGeom>
                <a:rect b="b" l="l" r="r" t="t"/>
                <a:pathLst>
                  <a:path extrusionOk="0" h="382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87"/>
                      <a:pt x="31" y="344"/>
                      <a:pt x="79" y="382"/>
                    </a:cubicBezTo>
                    <a:cubicBezTo>
                      <a:pt x="188" y="361"/>
                      <a:pt x="294" y="341"/>
                      <a:pt x="399" y="324"/>
                    </a:cubicBezTo>
                    <a:cubicBezTo>
                      <a:pt x="420" y="293"/>
                      <a:pt x="434" y="256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24"/>
              <p:cNvSpPr/>
              <p:nvPr/>
            </p:nvSpPr>
            <p:spPr>
              <a:xfrm>
                <a:off x="22226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24"/>
              <p:cNvSpPr/>
              <p:nvPr/>
            </p:nvSpPr>
            <p:spPr>
              <a:xfrm>
                <a:off x="22406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24"/>
              <p:cNvSpPr/>
              <p:nvPr/>
            </p:nvSpPr>
            <p:spPr>
              <a:xfrm>
                <a:off x="22226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24"/>
              <p:cNvSpPr/>
              <p:nvPr/>
            </p:nvSpPr>
            <p:spPr>
              <a:xfrm>
                <a:off x="22406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24"/>
              <p:cNvSpPr/>
              <p:nvPr/>
            </p:nvSpPr>
            <p:spPr>
              <a:xfrm>
                <a:off x="22226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24"/>
              <p:cNvSpPr/>
              <p:nvPr/>
            </p:nvSpPr>
            <p:spPr>
              <a:xfrm>
                <a:off x="22406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24"/>
              <p:cNvSpPr/>
              <p:nvPr/>
            </p:nvSpPr>
            <p:spPr>
              <a:xfrm>
                <a:off x="22226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24"/>
              <p:cNvSpPr/>
              <p:nvPr/>
            </p:nvSpPr>
            <p:spPr>
              <a:xfrm>
                <a:off x="22406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24"/>
              <p:cNvSpPr/>
              <p:nvPr/>
            </p:nvSpPr>
            <p:spPr>
              <a:xfrm>
                <a:off x="22406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24"/>
              <p:cNvSpPr/>
              <p:nvPr/>
            </p:nvSpPr>
            <p:spPr>
              <a:xfrm>
                <a:off x="22226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24"/>
              <p:cNvSpPr/>
              <p:nvPr/>
            </p:nvSpPr>
            <p:spPr>
              <a:xfrm>
                <a:off x="21866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24"/>
              <p:cNvSpPr/>
              <p:nvPr/>
            </p:nvSpPr>
            <p:spPr>
              <a:xfrm>
                <a:off x="22046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24"/>
              <p:cNvSpPr/>
              <p:nvPr/>
            </p:nvSpPr>
            <p:spPr>
              <a:xfrm>
                <a:off x="22046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24"/>
              <p:cNvSpPr/>
              <p:nvPr/>
            </p:nvSpPr>
            <p:spPr>
              <a:xfrm>
                <a:off x="2204588" y="4481313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24"/>
              <p:cNvSpPr/>
              <p:nvPr/>
            </p:nvSpPr>
            <p:spPr>
              <a:xfrm>
                <a:off x="21866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24"/>
              <p:cNvSpPr/>
              <p:nvPr/>
            </p:nvSpPr>
            <p:spPr>
              <a:xfrm>
                <a:off x="22046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24"/>
              <p:cNvSpPr/>
              <p:nvPr/>
            </p:nvSpPr>
            <p:spPr>
              <a:xfrm>
                <a:off x="22046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24"/>
              <p:cNvSpPr/>
              <p:nvPr/>
            </p:nvSpPr>
            <p:spPr>
              <a:xfrm>
                <a:off x="21866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24"/>
              <p:cNvSpPr/>
              <p:nvPr/>
            </p:nvSpPr>
            <p:spPr>
              <a:xfrm>
                <a:off x="22046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24"/>
              <p:cNvSpPr/>
              <p:nvPr/>
            </p:nvSpPr>
            <p:spPr>
              <a:xfrm>
                <a:off x="21866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24"/>
              <p:cNvSpPr/>
              <p:nvPr/>
            </p:nvSpPr>
            <p:spPr>
              <a:xfrm>
                <a:off x="22046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8"/>
                      <a:pt x="99" y="433"/>
                      <a:pt x="218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24"/>
              <p:cNvSpPr/>
              <p:nvPr/>
            </p:nvSpPr>
            <p:spPr>
              <a:xfrm>
                <a:off x="2186625" y="4643500"/>
                <a:ext cx="10425" cy="10075"/>
              </a:xfrm>
              <a:custGeom>
                <a:rect b="b" l="l" r="r" t="t"/>
                <a:pathLst>
                  <a:path extrusionOk="0" h="403" w="417">
                    <a:moveTo>
                      <a:pt x="215" y="1"/>
                    </a:moveTo>
                    <a:cubicBezTo>
                      <a:pt x="96" y="1"/>
                      <a:pt x="0" y="96"/>
                      <a:pt x="0" y="216"/>
                    </a:cubicBezTo>
                    <a:cubicBezTo>
                      <a:pt x="0" y="297"/>
                      <a:pt x="49" y="365"/>
                      <a:pt x="113" y="403"/>
                    </a:cubicBezTo>
                    <a:cubicBezTo>
                      <a:pt x="212" y="315"/>
                      <a:pt x="314" y="229"/>
                      <a:pt x="416" y="147"/>
                    </a:cubicBezTo>
                    <a:cubicBezTo>
                      <a:pt x="389" y="62"/>
                      <a:pt x="311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24"/>
              <p:cNvSpPr/>
              <p:nvPr/>
            </p:nvSpPr>
            <p:spPr>
              <a:xfrm>
                <a:off x="2152800" y="4436975"/>
                <a:ext cx="6000" cy="1125"/>
              </a:xfrm>
              <a:custGeom>
                <a:rect b="b" l="l" r="r" t="t"/>
                <a:pathLst>
                  <a:path extrusionOk="0" h="45" w="24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27"/>
                      <a:pt x="79" y="45"/>
                      <a:pt x="127" y="45"/>
                    </a:cubicBezTo>
                    <a:cubicBezTo>
                      <a:pt x="172" y="45"/>
                      <a:pt x="209" y="27"/>
                      <a:pt x="240" y="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24"/>
              <p:cNvSpPr/>
              <p:nvPr/>
            </p:nvSpPr>
            <p:spPr>
              <a:xfrm>
                <a:off x="21506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24"/>
              <p:cNvSpPr/>
              <p:nvPr/>
            </p:nvSpPr>
            <p:spPr>
              <a:xfrm>
                <a:off x="21685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24"/>
              <p:cNvSpPr/>
              <p:nvPr/>
            </p:nvSpPr>
            <p:spPr>
              <a:xfrm>
                <a:off x="21685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24"/>
              <p:cNvSpPr/>
              <p:nvPr/>
            </p:nvSpPr>
            <p:spPr>
              <a:xfrm>
                <a:off x="21506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24"/>
              <p:cNvSpPr/>
              <p:nvPr/>
            </p:nvSpPr>
            <p:spPr>
              <a:xfrm>
                <a:off x="21506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24"/>
              <p:cNvSpPr/>
              <p:nvPr/>
            </p:nvSpPr>
            <p:spPr>
              <a:xfrm>
                <a:off x="21685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24"/>
              <p:cNvSpPr/>
              <p:nvPr/>
            </p:nvSpPr>
            <p:spPr>
              <a:xfrm>
                <a:off x="21506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24"/>
              <p:cNvSpPr/>
              <p:nvPr/>
            </p:nvSpPr>
            <p:spPr>
              <a:xfrm>
                <a:off x="21685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24"/>
              <p:cNvSpPr/>
              <p:nvPr/>
            </p:nvSpPr>
            <p:spPr>
              <a:xfrm>
                <a:off x="2150600" y="46074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24"/>
              <p:cNvSpPr/>
              <p:nvPr/>
            </p:nvSpPr>
            <p:spPr>
              <a:xfrm>
                <a:off x="21685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24"/>
              <p:cNvSpPr/>
              <p:nvPr/>
            </p:nvSpPr>
            <p:spPr>
              <a:xfrm>
                <a:off x="216857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9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24"/>
              <p:cNvSpPr/>
              <p:nvPr/>
            </p:nvSpPr>
            <p:spPr>
              <a:xfrm>
                <a:off x="2150600" y="4643500"/>
                <a:ext cx="10750" cy="10750"/>
              </a:xfrm>
              <a:custGeom>
                <a:rect b="b" l="l" r="r" t="t"/>
                <a:pathLst>
                  <a:path extrusionOk="0" h="430" w="430">
                    <a:moveTo>
                      <a:pt x="215" y="1"/>
                    </a:moveTo>
                    <a:cubicBezTo>
                      <a:pt x="96" y="1"/>
                      <a:pt x="1" y="96"/>
                      <a:pt x="1" y="216"/>
                    </a:cubicBezTo>
                    <a:cubicBezTo>
                      <a:pt x="1" y="335"/>
                      <a:pt x="96" y="430"/>
                      <a:pt x="215" y="430"/>
                    </a:cubicBezTo>
                    <a:cubicBezTo>
                      <a:pt x="334" y="430"/>
                      <a:pt x="430" y="335"/>
                      <a:pt x="430" y="216"/>
                    </a:cubicBezTo>
                    <a:cubicBezTo>
                      <a:pt x="430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24"/>
              <p:cNvSpPr/>
              <p:nvPr/>
            </p:nvSpPr>
            <p:spPr>
              <a:xfrm>
                <a:off x="2150600" y="4679550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5"/>
                      <a:pt x="1" y="214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0" y="334"/>
                      <a:pt x="430" y="214"/>
                    </a:cubicBezTo>
                    <a:cubicBezTo>
                      <a:pt x="430" y="95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24"/>
              <p:cNvSpPr/>
              <p:nvPr/>
            </p:nvSpPr>
            <p:spPr>
              <a:xfrm>
                <a:off x="2168575" y="4661475"/>
                <a:ext cx="10075" cy="10425"/>
              </a:xfrm>
              <a:custGeom>
                <a:rect b="b" l="l" r="r" t="t"/>
                <a:pathLst>
                  <a:path extrusionOk="0" h="417" w="403">
                    <a:moveTo>
                      <a:pt x="219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07"/>
                      <a:pt x="58" y="385"/>
                      <a:pt x="137" y="416"/>
                    </a:cubicBezTo>
                    <a:cubicBezTo>
                      <a:pt x="164" y="385"/>
                      <a:pt x="191" y="355"/>
                      <a:pt x="219" y="321"/>
                    </a:cubicBezTo>
                    <a:cubicBezTo>
                      <a:pt x="246" y="286"/>
                      <a:pt x="277" y="253"/>
                      <a:pt x="307" y="219"/>
                    </a:cubicBezTo>
                    <a:cubicBezTo>
                      <a:pt x="338" y="181"/>
                      <a:pt x="368" y="147"/>
                      <a:pt x="403" y="110"/>
                    </a:cubicBezTo>
                    <a:cubicBezTo>
                      <a:pt x="365" y="45"/>
                      <a:pt x="297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24"/>
              <p:cNvSpPr/>
              <p:nvPr/>
            </p:nvSpPr>
            <p:spPr>
              <a:xfrm>
                <a:off x="2150600" y="4896525"/>
                <a:ext cx="3450" cy="9575"/>
              </a:xfrm>
              <a:custGeom>
                <a:rect b="b" l="l" r="r" t="t"/>
                <a:pathLst>
                  <a:path extrusionOk="0" h="383" w="138">
                    <a:moveTo>
                      <a:pt x="103" y="1"/>
                    </a:moveTo>
                    <a:cubicBezTo>
                      <a:pt x="42" y="42"/>
                      <a:pt x="1" y="107"/>
                      <a:pt x="1" y="185"/>
                    </a:cubicBezTo>
                    <a:cubicBezTo>
                      <a:pt x="1" y="274"/>
                      <a:pt x="55" y="352"/>
                      <a:pt x="137" y="383"/>
                    </a:cubicBezTo>
                    <a:cubicBezTo>
                      <a:pt x="127" y="257"/>
                      <a:pt x="117" y="13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24"/>
              <p:cNvSpPr/>
              <p:nvPr/>
            </p:nvSpPr>
            <p:spPr>
              <a:xfrm>
                <a:off x="2150600" y="4932050"/>
                <a:ext cx="3850" cy="9975"/>
              </a:xfrm>
              <a:custGeom>
                <a:rect b="b" l="l" r="r" t="t"/>
                <a:pathLst>
                  <a:path extrusionOk="0" h="399" w="154">
                    <a:moveTo>
                      <a:pt x="154" y="1"/>
                    </a:moveTo>
                    <a:cubicBezTo>
                      <a:pt x="65" y="28"/>
                      <a:pt x="1" y="106"/>
                      <a:pt x="1" y="205"/>
                    </a:cubicBezTo>
                    <a:cubicBezTo>
                      <a:pt x="1" y="290"/>
                      <a:pt x="51" y="365"/>
                      <a:pt x="123" y="399"/>
                    </a:cubicBezTo>
                    <a:cubicBezTo>
                      <a:pt x="137" y="276"/>
                      <a:pt x="147" y="150"/>
                      <a:pt x="154" y="28"/>
                    </a:cubicBezTo>
                    <a:lnTo>
                      <a:pt x="15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24"/>
              <p:cNvSpPr/>
              <p:nvPr/>
            </p:nvSpPr>
            <p:spPr>
              <a:xfrm>
                <a:off x="2115700" y="4435800"/>
                <a:ext cx="8350" cy="2300"/>
              </a:xfrm>
              <a:custGeom>
                <a:rect b="b" l="l" r="r" t="t"/>
                <a:pathLst>
                  <a:path extrusionOk="0" h="92" w="334">
                    <a:moveTo>
                      <a:pt x="0" y="0"/>
                    </a:moveTo>
                    <a:cubicBezTo>
                      <a:pt x="37" y="54"/>
                      <a:pt x="98" y="92"/>
                      <a:pt x="170" y="92"/>
                    </a:cubicBezTo>
                    <a:cubicBezTo>
                      <a:pt x="238" y="92"/>
                      <a:pt x="293" y="58"/>
                      <a:pt x="334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24"/>
              <p:cNvSpPr/>
              <p:nvPr/>
            </p:nvSpPr>
            <p:spPr>
              <a:xfrm>
                <a:off x="21144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24"/>
              <p:cNvSpPr/>
              <p:nvPr/>
            </p:nvSpPr>
            <p:spPr>
              <a:xfrm>
                <a:off x="21325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24"/>
              <p:cNvSpPr/>
              <p:nvPr/>
            </p:nvSpPr>
            <p:spPr>
              <a:xfrm>
                <a:off x="21144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24"/>
              <p:cNvSpPr/>
              <p:nvPr/>
            </p:nvSpPr>
            <p:spPr>
              <a:xfrm>
                <a:off x="21325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24"/>
              <p:cNvSpPr/>
              <p:nvPr/>
            </p:nvSpPr>
            <p:spPr>
              <a:xfrm>
                <a:off x="21325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24"/>
              <p:cNvSpPr/>
              <p:nvPr/>
            </p:nvSpPr>
            <p:spPr>
              <a:xfrm>
                <a:off x="21144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24"/>
              <p:cNvSpPr/>
              <p:nvPr/>
            </p:nvSpPr>
            <p:spPr>
              <a:xfrm>
                <a:off x="21325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24"/>
              <p:cNvSpPr/>
              <p:nvPr/>
            </p:nvSpPr>
            <p:spPr>
              <a:xfrm>
                <a:off x="21144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24"/>
              <p:cNvSpPr/>
              <p:nvPr/>
            </p:nvSpPr>
            <p:spPr>
              <a:xfrm>
                <a:off x="21325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24"/>
              <p:cNvSpPr/>
              <p:nvPr/>
            </p:nvSpPr>
            <p:spPr>
              <a:xfrm>
                <a:off x="21144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24"/>
              <p:cNvSpPr/>
              <p:nvPr/>
            </p:nvSpPr>
            <p:spPr>
              <a:xfrm>
                <a:off x="211447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24"/>
              <p:cNvSpPr/>
              <p:nvPr/>
            </p:nvSpPr>
            <p:spPr>
              <a:xfrm>
                <a:off x="21325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24"/>
              <p:cNvSpPr/>
              <p:nvPr/>
            </p:nvSpPr>
            <p:spPr>
              <a:xfrm>
                <a:off x="213255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24"/>
              <p:cNvSpPr/>
              <p:nvPr/>
            </p:nvSpPr>
            <p:spPr>
              <a:xfrm>
                <a:off x="211447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24"/>
              <p:cNvSpPr/>
              <p:nvPr/>
            </p:nvSpPr>
            <p:spPr>
              <a:xfrm>
                <a:off x="211447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24"/>
              <p:cNvSpPr/>
              <p:nvPr/>
            </p:nvSpPr>
            <p:spPr>
              <a:xfrm>
                <a:off x="213255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100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24"/>
              <p:cNvSpPr/>
              <p:nvPr/>
            </p:nvSpPr>
            <p:spPr>
              <a:xfrm>
                <a:off x="211447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24"/>
              <p:cNvSpPr/>
              <p:nvPr/>
            </p:nvSpPr>
            <p:spPr>
              <a:xfrm>
                <a:off x="2132550" y="4733525"/>
                <a:ext cx="8725" cy="10850"/>
              </a:xfrm>
              <a:custGeom>
                <a:rect b="b" l="l" r="r" t="t"/>
                <a:pathLst>
                  <a:path extrusionOk="0" h="434" w="349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39" y="434"/>
                      <a:pt x="259" y="426"/>
                      <a:pt x="280" y="420"/>
                    </a:cubicBezTo>
                    <a:cubicBezTo>
                      <a:pt x="290" y="355"/>
                      <a:pt x="297" y="287"/>
                      <a:pt x="311" y="219"/>
                    </a:cubicBezTo>
                    <a:cubicBezTo>
                      <a:pt x="311" y="209"/>
                      <a:pt x="314" y="198"/>
                      <a:pt x="314" y="192"/>
                    </a:cubicBezTo>
                    <a:cubicBezTo>
                      <a:pt x="324" y="143"/>
                      <a:pt x="338" y="96"/>
                      <a:pt x="348" y="49"/>
                    </a:cubicBezTo>
                    <a:cubicBezTo>
                      <a:pt x="311" y="21"/>
                      <a:pt x="266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24"/>
              <p:cNvSpPr/>
              <p:nvPr/>
            </p:nvSpPr>
            <p:spPr>
              <a:xfrm>
                <a:off x="211447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24"/>
              <p:cNvSpPr/>
              <p:nvPr/>
            </p:nvSpPr>
            <p:spPr>
              <a:xfrm>
                <a:off x="2132550" y="4769725"/>
                <a:ext cx="5050" cy="10600"/>
              </a:xfrm>
              <a:custGeom>
                <a:rect b="b" l="l" r="r" t="t"/>
                <a:pathLst>
                  <a:path extrusionOk="0" h="424" w="202">
                    <a:moveTo>
                      <a:pt x="198" y="0"/>
                    </a:moveTo>
                    <a:lnTo>
                      <a:pt x="198" y="0"/>
                    </a:lnTo>
                    <a:cubicBezTo>
                      <a:pt x="86" y="11"/>
                      <a:pt x="1" y="99"/>
                      <a:pt x="1" y="212"/>
                    </a:cubicBezTo>
                    <a:cubicBezTo>
                      <a:pt x="1" y="324"/>
                      <a:pt x="89" y="416"/>
                      <a:pt x="201" y="423"/>
                    </a:cubicBezTo>
                    <a:cubicBezTo>
                      <a:pt x="198" y="355"/>
                      <a:pt x="194" y="283"/>
                      <a:pt x="194" y="212"/>
                    </a:cubicBezTo>
                    <a:cubicBezTo>
                      <a:pt x="194" y="140"/>
                      <a:pt x="194" y="69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24"/>
              <p:cNvSpPr/>
              <p:nvPr/>
            </p:nvSpPr>
            <p:spPr>
              <a:xfrm>
                <a:off x="2132550" y="4805575"/>
                <a:ext cx="8300" cy="10850"/>
              </a:xfrm>
              <a:custGeom>
                <a:rect b="b" l="l" r="r" t="t"/>
                <a:pathLst>
                  <a:path extrusionOk="0" h="434" w="332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59" y="434"/>
                      <a:pt x="297" y="420"/>
                      <a:pt x="331" y="396"/>
                    </a:cubicBezTo>
                    <a:cubicBezTo>
                      <a:pt x="320" y="338"/>
                      <a:pt x="314" y="277"/>
                      <a:pt x="303" y="219"/>
                    </a:cubicBezTo>
                    <a:cubicBezTo>
                      <a:pt x="297" y="151"/>
                      <a:pt x="290" y="82"/>
                      <a:pt x="283" y="14"/>
                    </a:cubicBezTo>
                    <a:cubicBezTo>
                      <a:pt x="259" y="8"/>
                      <a:pt x="239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24"/>
              <p:cNvSpPr/>
              <p:nvPr/>
            </p:nvSpPr>
            <p:spPr>
              <a:xfrm>
                <a:off x="211447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24"/>
              <p:cNvSpPr/>
              <p:nvPr/>
            </p:nvSpPr>
            <p:spPr>
              <a:xfrm>
                <a:off x="213255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24"/>
              <p:cNvSpPr/>
              <p:nvPr/>
            </p:nvSpPr>
            <p:spPr>
              <a:xfrm>
                <a:off x="211447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24"/>
              <p:cNvSpPr/>
              <p:nvPr/>
            </p:nvSpPr>
            <p:spPr>
              <a:xfrm>
                <a:off x="211447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24"/>
              <p:cNvSpPr/>
              <p:nvPr/>
            </p:nvSpPr>
            <p:spPr>
              <a:xfrm>
                <a:off x="213255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24"/>
              <p:cNvSpPr/>
              <p:nvPr/>
            </p:nvSpPr>
            <p:spPr>
              <a:xfrm>
                <a:off x="211447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24"/>
              <p:cNvSpPr/>
              <p:nvPr/>
            </p:nvSpPr>
            <p:spPr>
              <a:xfrm>
                <a:off x="213255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24"/>
              <p:cNvSpPr/>
              <p:nvPr/>
            </p:nvSpPr>
            <p:spPr>
              <a:xfrm>
                <a:off x="211447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24"/>
              <p:cNvSpPr/>
              <p:nvPr/>
            </p:nvSpPr>
            <p:spPr>
              <a:xfrm>
                <a:off x="213255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24"/>
              <p:cNvSpPr/>
              <p:nvPr/>
            </p:nvSpPr>
            <p:spPr>
              <a:xfrm>
                <a:off x="2132550" y="4985800"/>
                <a:ext cx="9400" cy="10750"/>
              </a:xfrm>
              <a:custGeom>
                <a:rect b="b" l="l" r="r" t="t"/>
                <a:pathLst>
                  <a:path extrusionOk="0" h="430" w="376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27"/>
                      <a:pt x="86" y="420"/>
                      <a:pt x="198" y="430"/>
                    </a:cubicBezTo>
                    <a:cubicBezTo>
                      <a:pt x="205" y="416"/>
                      <a:pt x="212" y="406"/>
                      <a:pt x="215" y="395"/>
                    </a:cubicBezTo>
                    <a:cubicBezTo>
                      <a:pt x="249" y="334"/>
                      <a:pt x="283" y="277"/>
                      <a:pt x="314" y="215"/>
                    </a:cubicBezTo>
                    <a:cubicBezTo>
                      <a:pt x="338" y="170"/>
                      <a:pt x="355" y="120"/>
                      <a:pt x="375" y="72"/>
                    </a:cubicBezTo>
                    <a:cubicBezTo>
                      <a:pt x="338" y="27"/>
                      <a:pt x="280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24"/>
              <p:cNvSpPr/>
              <p:nvPr/>
            </p:nvSpPr>
            <p:spPr>
              <a:xfrm>
                <a:off x="211447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24"/>
              <p:cNvSpPr/>
              <p:nvPr/>
            </p:nvSpPr>
            <p:spPr>
              <a:xfrm>
                <a:off x="2078900" y="4434675"/>
                <a:ext cx="9900" cy="3425"/>
              </a:xfrm>
              <a:custGeom>
                <a:rect b="b" l="l" r="r" t="t"/>
                <a:pathLst>
                  <a:path extrusionOk="0" h="137" w="396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79"/>
                      <a:pt x="109" y="137"/>
                      <a:pt x="201" y="137"/>
                    </a:cubicBezTo>
                    <a:cubicBezTo>
                      <a:pt x="287" y="137"/>
                      <a:pt x="358" y="86"/>
                      <a:pt x="395" y="1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24"/>
              <p:cNvSpPr/>
              <p:nvPr/>
            </p:nvSpPr>
            <p:spPr>
              <a:xfrm>
                <a:off x="20784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24"/>
              <p:cNvSpPr/>
              <p:nvPr/>
            </p:nvSpPr>
            <p:spPr>
              <a:xfrm>
                <a:off x="20965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24"/>
              <p:cNvSpPr/>
              <p:nvPr/>
            </p:nvSpPr>
            <p:spPr>
              <a:xfrm>
                <a:off x="20784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24"/>
              <p:cNvSpPr/>
              <p:nvPr/>
            </p:nvSpPr>
            <p:spPr>
              <a:xfrm>
                <a:off x="20965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24"/>
              <p:cNvSpPr/>
              <p:nvPr/>
            </p:nvSpPr>
            <p:spPr>
              <a:xfrm>
                <a:off x="20965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24"/>
              <p:cNvSpPr/>
              <p:nvPr/>
            </p:nvSpPr>
            <p:spPr>
              <a:xfrm>
                <a:off x="20784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24"/>
              <p:cNvSpPr/>
              <p:nvPr/>
            </p:nvSpPr>
            <p:spPr>
              <a:xfrm>
                <a:off x="20784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24"/>
              <p:cNvSpPr/>
              <p:nvPr/>
            </p:nvSpPr>
            <p:spPr>
              <a:xfrm>
                <a:off x="20965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24"/>
              <p:cNvSpPr/>
              <p:nvPr/>
            </p:nvSpPr>
            <p:spPr>
              <a:xfrm>
                <a:off x="20784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24"/>
              <p:cNvSpPr/>
              <p:nvPr/>
            </p:nvSpPr>
            <p:spPr>
              <a:xfrm>
                <a:off x="20965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24"/>
              <p:cNvSpPr/>
              <p:nvPr/>
            </p:nvSpPr>
            <p:spPr>
              <a:xfrm>
                <a:off x="209652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24"/>
              <p:cNvSpPr/>
              <p:nvPr/>
            </p:nvSpPr>
            <p:spPr>
              <a:xfrm>
                <a:off x="2078475" y="46435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0"/>
                      <a:pt x="218" y="430"/>
                    </a:cubicBezTo>
                    <a:cubicBezTo>
                      <a:pt x="337" y="430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24"/>
              <p:cNvSpPr/>
              <p:nvPr/>
            </p:nvSpPr>
            <p:spPr>
              <a:xfrm>
                <a:off x="2078475" y="46795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24"/>
              <p:cNvSpPr/>
              <p:nvPr/>
            </p:nvSpPr>
            <p:spPr>
              <a:xfrm>
                <a:off x="2096525" y="46614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24"/>
              <p:cNvSpPr/>
              <p:nvPr/>
            </p:nvSpPr>
            <p:spPr>
              <a:xfrm>
                <a:off x="2096525" y="46975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24"/>
              <p:cNvSpPr/>
              <p:nvPr/>
            </p:nvSpPr>
            <p:spPr>
              <a:xfrm>
                <a:off x="2078475" y="4715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24"/>
              <p:cNvSpPr/>
              <p:nvPr/>
            </p:nvSpPr>
            <p:spPr>
              <a:xfrm>
                <a:off x="2078475" y="47516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24"/>
              <p:cNvSpPr/>
              <p:nvPr/>
            </p:nvSpPr>
            <p:spPr>
              <a:xfrm>
                <a:off x="2096525" y="47335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24"/>
              <p:cNvSpPr/>
              <p:nvPr/>
            </p:nvSpPr>
            <p:spPr>
              <a:xfrm>
                <a:off x="2096525" y="4769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24"/>
              <p:cNvSpPr/>
              <p:nvPr/>
            </p:nvSpPr>
            <p:spPr>
              <a:xfrm>
                <a:off x="2078475" y="47876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" name="Google Shape;1254;p24"/>
              <p:cNvSpPr/>
              <p:nvPr/>
            </p:nvSpPr>
            <p:spPr>
              <a:xfrm>
                <a:off x="2096525" y="48055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24"/>
              <p:cNvSpPr/>
              <p:nvPr/>
            </p:nvSpPr>
            <p:spPr>
              <a:xfrm>
                <a:off x="2078475" y="48236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24"/>
              <p:cNvSpPr/>
              <p:nvPr/>
            </p:nvSpPr>
            <p:spPr>
              <a:xfrm>
                <a:off x="2096525" y="48417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24"/>
              <p:cNvSpPr/>
              <p:nvPr/>
            </p:nvSpPr>
            <p:spPr>
              <a:xfrm>
                <a:off x="2078475" y="48596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24"/>
              <p:cNvSpPr/>
              <p:nvPr/>
            </p:nvSpPr>
            <p:spPr>
              <a:xfrm>
                <a:off x="2096525" y="48777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24"/>
              <p:cNvSpPr/>
              <p:nvPr/>
            </p:nvSpPr>
            <p:spPr>
              <a:xfrm>
                <a:off x="2078475" y="48957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24"/>
              <p:cNvSpPr/>
              <p:nvPr/>
            </p:nvSpPr>
            <p:spPr>
              <a:xfrm>
                <a:off x="2096525" y="4913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24"/>
              <p:cNvSpPr/>
              <p:nvPr/>
            </p:nvSpPr>
            <p:spPr>
              <a:xfrm>
                <a:off x="2078475" y="49317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24"/>
              <p:cNvSpPr/>
              <p:nvPr/>
            </p:nvSpPr>
            <p:spPr>
              <a:xfrm>
                <a:off x="2096525" y="49497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24"/>
              <p:cNvSpPr/>
              <p:nvPr/>
            </p:nvSpPr>
            <p:spPr>
              <a:xfrm>
                <a:off x="2078475" y="4967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24"/>
              <p:cNvSpPr/>
              <p:nvPr/>
            </p:nvSpPr>
            <p:spPr>
              <a:xfrm>
                <a:off x="2096525" y="49858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24"/>
              <p:cNvSpPr/>
              <p:nvPr/>
            </p:nvSpPr>
            <p:spPr>
              <a:xfrm>
                <a:off x="2078475" y="50037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24"/>
              <p:cNvSpPr/>
              <p:nvPr/>
            </p:nvSpPr>
            <p:spPr>
              <a:xfrm>
                <a:off x="2080950" y="5039875"/>
                <a:ext cx="3500" cy="975"/>
              </a:xfrm>
              <a:custGeom>
                <a:rect b="b" l="l" r="r" t="t"/>
                <a:pathLst>
                  <a:path extrusionOk="0" h="39" w="140">
                    <a:moveTo>
                      <a:pt x="119" y="1"/>
                    </a:moveTo>
                    <a:cubicBezTo>
                      <a:pt x="75" y="1"/>
                      <a:pt x="34" y="15"/>
                      <a:pt x="0" y="38"/>
                    </a:cubicBezTo>
                    <a:cubicBezTo>
                      <a:pt x="48" y="28"/>
                      <a:pt x="92" y="15"/>
                      <a:pt x="139" y="4"/>
                    </a:cubicBezTo>
                    <a:cubicBezTo>
                      <a:pt x="133" y="1"/>
                      <a:pt x="126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24"/>
              <p:cNvSpPr/>
              <p:nvPr/>
            </p:nvSpPr>
            <p:spPr>
              <a:xfrm>
                <a:off x="2096525" y="50218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228" y="433"/>
                      <a:pt x="242" y="426"/>
                      <a:pt x="252" y="426"/>
                    </a:cubicBezTo>
                    <a:cubicBezTo>
                      <a:pt x="297" y="399"/>
                      <a:pt x="341" y="375"/>
                      <a:pt x="382" y="348"/>
                    </a:cubicBezTo>
                    <a:cubicBezTo>
                      <a:pt x="412" y="311"/>
                      <a:pt x="433" y="266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24"/>
              <p:cNvSpPr/>
              <p:nvPr/>
            </p:nvSpPr>
            <p:spPr>
              <a:xfrm>
                <a:off x="2042625" y="4433550"/>
                <a:ext cx="10400" cy="4550"/>
              </a:xfrm>
              <a:custGeom>
                <a:rect b="b" l="l" r="r" t="t"/>
                <a:pathLst>
                  <a:path extrusionOk="0" h="182" w="416">
                    <a:moveTo>
                      <a:pt x="0" y="1"/>
                    </a:moveTo>
                    <a:cubicBezTo>
                      <a:pt x="21" y="103"/>
                      <a:pt x="102" y="182"/>
                      <a:pt x="211" y="182"/>
                    </a:cubicBezTo>
                    <a:cubicBezTo>
                      <a:pt x="313" y="182"/>
                      <a:pt x="395" y="110"/>
                      <a:pt x="416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24"/>
              <p:cNvSpPr/>
              <p:nvPr/>
            </p:nvSpPr>
            <p:spPr>
              <a:xfrm>
                <a:off x="20424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24"/>
              <p:cNvSpPr/>
              <p:nvPr/>
            </p:nvSpPr>
            <p:spPr>
              <a:xfrm>
                <a:off x="20605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24"/>
              <p:cNvSpPr/>
              <p:nvPr/>
            </p:nvSpPr>
            <p:spPr>
              <a:xfrm>
                <a:off x="20424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24"/>
              <p:cNvSpPr/>
              <p:nvPr/>
            </p:nvSpPr>
            <p:spPr>
              <a:xfrm>
                <a:off x="20605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24"/>
              <p:cNvSpPr/>
              <p:nvPr/>
            </p:nvSpPr>
            <p:spPr>
              <a:xfrm>
                <a:off x="20424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24"/>
              <p:cNvSpPr/>
              <p:nvPr/>
            </p:nvSpPr>
            <p:spPr>
              <a:xfrm>
                <a:off x="20605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24"/>
              <p:cNvSpPr/>
              <p:nvPr/>
            </p:nvSpPr>
            <p:spPr>
              <a:xfrm>
                <a:off x="20605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24"/>
              <p:cNvSpPr/>
              <p:nvPr/>
            </p:nvSpPr>
            <p:spPr>
              <a:xfrm>
                <a:off x="2024725" y="4589425"/>
                <a:ext cx="10575" cy="10850"/>
              </a:xfrm>
              <a:custGeom>
                <a:rect b="b" l="l" r="r" t="t"/>
                <a:pathLst>
                  <a:path extrusionOk="0" h="434" w="423">
                    <a:moveTo>
                      <a:pt x="205" y="0"/>
                    </a:moveTo>
                    <a:cubicBezTo>
                      <a:pt x="106" y="0"/>
                      <a:pt x="28" y="69"/>
                      <a:pt x="1" y="157"/>
                    </a:cubicBezTo>
                    <a:lnTo>
                      <a:pt x="1" y="215"/>
                    </a:lnTo>
                    <a:cubicBezTo>
                      <a:pt x="1" y="239"/>
                      <a:pt x="1" y="259"/>
                      <a:pt x="4" y="280"/>
                    </a:cubicBezTo>
                    <a:cubicBezTo>
                      <a:pt x="31" y="368"/>
                      <a:pt x="110" y="434"/>
                      <a:pt x="205" y="434"/>
                    </a:cubicBezTo>
                    <a:cubicBezTo>
                      <a:pt x="324" y="434"/>
                      <a:pt x="423" y="335"/>
                      <a:pt x="423" y="215"/>
                    </a:cubicBezTo>
                    <a:cubicBezTo>
                      <a:pt x="423" y="96"/>
                      <a:pt x="324" y="0"/>
                      <a:pt x="2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24"/>
              <p:cNvSpPr/>
              <p:nvPr/>
            </p:nvSpPr>
            <p:spPr>
              <a:xfrm>
                <a:off x="20424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24"/>
              <p:cNvSpPr/>
              <p:nvPr/>
            </p:nvSpPr>
            <p:spPr>
              <a:xfrm>
                <a:off x="20424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24"/>
              <p:cNvSpPr/>
              <p:nvPr/>
            </p:nvSpPr>
            <p:spPr>
              <a:xfrm>
                <a:off x="20605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24"/>
              <p:cNvSpPr/>
              <p:nvPr/>
            </p:nvSpPr>
            <p:spPr>
              <a:xfrm>
                <a:off x="2025050" y="4625450"/>
                <a:ext cx="10250" cy="10850"/>
              </a:xfrm>
              <a:custGeom>
                <a:rect b="b" l="l" r="r" t="t"/>
                <a:pathLst>
                  <a:path extrusionOk="0" h="434" w="410">
                    <a:moveTo>
                      <a:pt x="192" y="1"/>
                    </a:moveTo>
                    <a:cubicBezTo>
                      <a:pt x="106" y="1"/>
                      <a:pt x="35" y="51"/>
                      <a:pt x="1" y="123"/>
                    </a:cubicBezTo>
                    <a:lnTo>
                      <a:pt x="1" y="215"/>
                    </a:lnTo>
                    <a:lnTo>
                      <a:pt x="1" y="314"/>
                    </a:lnTo>
                    <a:cubicBezTo>
                      <a:pt x="39" y="382"/>
                      <a:pt x="110" y="433"/>
                      <a:pt x="192" y="433"/>
                    </a:cubicBezTo>
                    <a:cubicBezTo>
                      <a:pt x="311" y="433"/>
                      <a:pt x="410" y="338"/>
                      <a:pt x="410" y="215"/>
                    </a:cubicBezTo>
                    <a:cubicBezTo>
                      <a:pt x="410" y="96"/>
                      <a:pt x="311" y="1"/>
                      <a:pt x="1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24"/>
              <p:cNvSpPr/>
              <p:nvPr/>
            </p:nvSpPr>
            <p:spPr>
              <a:xfrm>
                <a:off x="204242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24"/>
              <p:cNvSpPr/>
              <p:nvPr/>
            </p:nvSpPr>
            <p:spPr>
              <a:xfrm>
                <a:off x="20605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24"/>
              <p:cNvSpPr/>
              <p:nvPr/>
            </p:nvSpPr>
            <p:spPr>
              <a:xfrm>
                <a:off x="2025325" y="4661475"/>
                <a:ext cx="9975" cy="10850"/>
              </a:xfrm>
              <a:custGeom>
                <a:rect b="b" l="l" r="r" t="t"/>
                <a:pathLst>
                  <a:path extrusionOk="0" h="434" w="399">
                    <a:moveTo>
                      <a:pt x="181" y="0"/>
                    </a:moveTo>
                    <a:cubicBezTo>
                      <a:pt x="106" y="0"/>
                      <a:pt x="41" y="45"/>
                      <a:pt x="1" y="102"/>
                    </a:cubicBezTo>
                    <a:cubicBezTo>
                      <a:pt x="1" y="140"/>
                      <a:pt x="4" y="181"/>
                      <a:pt x="4" y="219"/>
                    </a:cubicBezTo>
                    <a:lnTo>
                      <a:pt x="4" y="331"/>
                    </a:lnTo>
                    <a:cubicBezTo>
                      <a:pt x="41" y="393"/>
                      <a:pt x="106" y="434"/>
                      <a:pt x="181" y="434"/>
                    </a:cubicBezTo>
                    <a:cubicBezTo>
                      <a:pt x="300" y="434"/>
                      <a:pt x="399" y="338"/>
                      <a:pt x="399" y="219"/>
                    </a:cubicBezTo>
                    <a:cubicBezTo>
                      <a:pt x="399" y="96"/>
                      <a:pt x="300" y="0"/>
                      <a:pt x="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24"/>
              <p:cNvSpPr/>
              <p:nvPr/>
            </p:nvSpPr>
            <p:spPr>
              <a:xfrm>
                <a:off x="206050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24"/>
              <p:cNvSpPr/>
              <p:nvPr/>
            </p:nvSpPr>
            <p:spPr>
              <a:xfrm>
                <a:off x="2025650" y="4697500"/>
                <a:ext cx="9650" cy="10850"/>
              </a:xfrm>
              <a:custGeom>
                <a:rect b="b" l="l" r="r" t="t"/>
                <a:pathLst>
                  <a:path extrusionOk="0" h="434" w="386">
                    <a:moveTo>
                      <a:pt x="168" y="1"/>
                    </a:moveTo>
                    <a:cubicBezTo>
                      <a:pt x="100" y="1"/>
                      <a:pt x="42" y="35"/>
                      <a:pt x="1" y="86"/>
                    </a:cubicBezTo>
                    <a:lnTo>
                      <a:pt x="1" y="219"/>
                    </a:lnTo>
                    <a:cubicBezTo>
                      <a:pt x="1" y="263"/>
                      <a:pt x="5" y="307"/>
                      <a:pt x="5" y="351"/>
                    </a:cubicBezTo>
                    <a:cubicBezTo>
                      <a:pt x="42" y="399"/>
                      <a:pt x="100" y="433"/>
                      <a:pt x="168" y="433"/>
                    </a:cubicBezTo>
                    <a:cubicBezTo>
                      <a:pt x="287" y="433"/>
                      <a:pt x="386" y="338"/>
                      <a:pt x="386" y="219"/>
                    </a:cubicBezTo>
                    <a:cubicBezTo>
                      <a:pt x="386" y="100"/>
                      <a:pt x="287" y="1"/>
                      <a:pt x="1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24"/>
              <p:cNvSpPr/>
              <p:nvPr/>
            </p:nvSpPr>
            <p:spPr>
              <a:xfrm>
                <a:off x="204242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24"/>
              <p:cNvSpPr/>
              <p:nvPr/>
            </p:nvSpPr>
            <p:spPr>
              <a:xfrm>
                <a:off x="206050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24"/>
              <p:cNvSpPr/>
              <p:nvPr/>
            </p:nvSpPr>
            <p:spPr>
              <a:xfrm>
                <a:off x="2026000" y="4733525"/>
                <a:ext cx="9300" cy="10850"/>
              </a:xfrm>
              <a:custGeom>
                <a:rect b="b" l="l" r="r" t="t"/>
                <a:pathLst>
                  <a:path extrusionOk="0" h="434" w="372">
                    <a:moveTo>
                      <a:pt x="154" y="0"/>
                    </a:moveTo>
                    <a:cubicBezTo>
                      <a:pt x="93" y="0"/>
                      <a:pt x="38" y="28"/>
                      <a:pt x="1" y="69"/>
                    </a:cubicBezTo>
                    <a:lnTo>
                      <a:pt x="1" y="219"/>
                    </a:lnTo>
                    <a:lnTo>
                      <a:pt x="1" y="372"/>
                    </a:lnTo>
                    <a:cubicBezTo>
                      <a:pt x="41" y="409"/>
                      <a:pt x="96" y="434"/>
                      <a:pt x="154" y="434"/>
                    </a:cubicBezTo>
                    <a:cubicBezTo>
                      <a:pt x="273" y="434"/>
                      <a:pt x="372" y="338"/>
                      <a:pt x="372" y="219"/>
                    </a:cubicBezTo>
                    <a:cubicBezTo>
                      <a:pt x="372" y="99"/>
                      <a:pt x="273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24"/>
              <p:cNvSpPr/>
              <p:nvPr/>
            </p:nvSpPr>
            <p:spPr>
              <a:xfrm>
                <a:off x="204242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24"/>
              <p:cNvSpPr/>
              <p:nvPr/>
            </p:nvSpPr>
            <p:spPr>
              <a:xfrm>
                <a:off x="204242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24"/>
              <p:cNvSpPr/>
              <p:nvPr/>
            </p:nvSpPr>
            <p:spPr>
              <a:xfrm>
                <a:off x="2026275" y="4769550"/>
                <a:ext cx="9025" cy="10850"/>
              </a:xfrm>
              <a:custGeom>
                <a:rect b="b" l="l" r="r" t="t"/>
                <a:pathLst>
                  <a:path extrusionOk="0" h="434" w="361">
                    <a:moveTo>
                      <a:pt x="143" y="1"/>
                    </a:moveTo>
                    <a:cubicBezTo>
                      <a:pt x="88" y="1"/>
                      <a:pt x="37" y="25"/>
                      <a:pt x="0" y="59"/>
                    </a:cubicBezTo>
                    <a:cubicBezTo>
                      <a:pt x="0" y="113"/>
                      <a:pt x="0" y="164"/>
                      <a:pt x="3" y="219"/>
                    </a:cubicBezTo>
                    <a:lnTo>
                      <a:pt x="3" y="379"/>
                    </a:lnTo>
                    <a:cubicBezTo>
                      <a:pt x="41" y="413"/>
                      <a:pt x="88" y="433"/>
                      <a:pt x="143" y="433"/>
                    </a:cubicBezTo>
                    <a:cubicBezTo>
                      <a:pt x="262" y="433"/>
                      <a:pt x="361" y="338"/>
                      <a:pt x="361" y="219"/>
                    </a:cubicBezTo>
                    <a:cubicBezTo>
                      <a:pt x="361" y="100"/>
                      <a:pt x="262" y="1"/>
                      <a:pt x="1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24"/>
              <p:cNvSpPr/>
              <p:nvPr/>
            </p:nvSpPr>
            <p:spPr>
              <a:xfrm>
                <a:off x="2060500" y="47335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24"/>
              <p:cNvSpPr/>
              <p:nvPr/>
            </p:nvSpPr>
            <p:spPr>
              <a:xfrm>
                <a:off x="204242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24"/>
              <p:cNvSpPr/>
              <p:nvPr/>
            </p:nvSpPr>
            <p:spPr>
              <a:xfrm>
                <a:off x="2060500" y="4769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24"/>
              <p:cNvSpPr/>
              <p:nvPr/>
            </p:nvSpPr>
            <p:spPr>
              <a:xfrm>
                <a:off x="2026600" y="4805575"/>
                <a:ext cx="8700" cy="10850"/>
              </a:xfrm>
              <a:custGeom>
                <a:rect b="b" l="l" r="r" t="t"/>
                <a:pathLst>
                  <a:path extrusionOk="0" h="434" w="348">
                    <a:moveTo>
                      <a:pt x="130" y="0"/>
                    </a:moveTo>
                    <a:cubicBezTo>
                      <a:pt x="79" y="0"/>
                      <a:pt x="38" y="21"/>
                      <a:pt x="0" y="52"/>
                    </a:cubicBezTo>
                    <a:lnTo>
                      <a:pt x="0" y="219"/>
                    </a:lnTo>
                    <a:cubicBezTo>
                      <a:pt x="0" y="277"/>
                      <a:pt x="4" y="332"/>
                      <a:pt x="4" y="389"/>
                    </a:cubicBezTo>
                    <a:cubicBezTo>
                      <a:pt x="38" y="417"/>
                      <a:pt x="82" y="434"/>
                      <a:pt x="130" y="434"/>
                    </a:cubicBezTo>
                    <a:cubicBezTo>
                      <a:pt x="249" y="434"/>
                      <a:pt x="348" y="338"/>
                      <a:pt x="348" y="219"/>
                    </a:cubicBezTo>
                    <a:cubicBezTo>
                      <a:pt x="348" y="99"/>
                      <a:pt x="249" y="0"/>
                      <a:pt x="1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24"/>
              <p:cNvSpPr/>
              <p:nvPr/>
            </p:nvSpPr>
            <p:spPr>
              <a:xfrm>
                <a:off x="2060500" y="48055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24"/>
              <p:cNvSpPr/>
              <p:nvPr/>
            </p:nvSpPr>
            <p:spPr>
              <a:xfrm>
                <a:off x="2026850" y="4841700"/>
                <a:ext cx="8450" cy="10750"/>
              </a:xfrm>
              <a:custGeom>
                <a:rect b="b" l="l" r="r" t="t"/>
                <a:pathLst>
                  <a:path extrusionOk="0" h="430" w="338">
                    <a:moveTo>
                      <a:pt x="120" y="0"/>
                    </a:moveTo>
                    <a:cubicBezTo>
                      <a:pt x="75" y="0"/>
                      <a:pt x="38" y="14"/>
                      <a:pt x="1" y="38"/>
                    </a:cubicBezTo>
                    <a:cubicBezTo>
                      <a:pt x="4" y="96"/>
                      <a:pt x="4" y="157"/>
                      <a:pt x="4" y="215"/>
                    </a:cubicBezTo>
                    <a:lnTo>
                      <a:pt x="4" y="392"/>
                    </a:lnTo>
                    <a:cubicBezTo>
                      <a:pt x="38" y="415"/>
                      <a:pt x="75" y="429"/>
                      <a:pt x="120" y="429"/>
                    </a:cubicBezTo>
                    <a:cubicBezTo>
                      <a:pt x="239" y="429"/>
                      <a:pt x="338" y="334"/>
                      <a:pt x="338" y="215"/>
                    </a:cubicBezTo>
                    <a:cubicBezTo>
                      <a:pt x="338" y="96"/>
                      <a:pt x="239" y="0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24"/>
              <p:cNvSpPr/>
              <p:nvPr/>
            </p:nvSpPr>
            <p:spPr>
              <a:xfrm>
                <a:off x="204242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24"/>
              <p:cNvSpPr/>
              <p:nvPr/>
            </p:nvSpPr>
            <p:spPr>
              <a:xfrm>
                <a:off x="2027175" y="4877725"/>
                <a:ext cx="8125" cy="10850"/>
              </a:xfrm>
              <a:custGeom>
                <a:rect b="b" l="l" r="r" t="t"/>
                <a:pathLst>
                  <a:path extrusionOk="0" h="434" w="325">
                    <a:moveTo>
                      <a:pt x="107" y="1"/>
                    </a:moveTo>
                    <a:cubicBezTo>
                      <a:pt x="70" y="1"/>
                      <a:pt x="32" y="14"/>
                      <a:pt x="1" y="31"/>
                    </a:cubicBezTo>
                    <a:cubicBezTo>
                      <a:pt x="1" y="92"/>
                      <a:pt x="1" y="153"/>
                      <a:pt x="5" y="215"/>
                    </a:cubicBezTo>
                    <a:lnTo>
                      <a:pt x="5" y="402"/>
                    </a:lnTo>
                    <a:cubicBezTo>
                      <a:pt x="35" y="419"/>
                      <a:pt x="70" y="433"/>
                      <a:pt x="107" y="433"/>
                    </a:cubicBezTo>
                    <a:cubicBezTo>
                      <a:pt x="226" y="433"/>
                      <a:pt x="325" y="334"/>
                      <a:pt x="325" y="215"/>
                    </a:cubicBezTo>
                    <a:cubicBezTo>
                      <a:pt x="325" y="95"/>
                      <a:pt x="226" y="1"/>
                      <a:pt x="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24"/>
              <p:cNvSpPr/>
              <p:nvPr/>
            </p:nvSpPr>
            <p:spPr>
              <a:xfrm>
                <a:off x="204242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24"/>
              <p:cNvSpPr/>
              <p:nvPr/>
            </p:nvSpPr>
            <p:spPr>
              <a:xfrm>
                <a:off x="206050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24"/>
              <p:cNvSpPr/>
              <p:nvPr/>
            </p:nvSpPr>
            <p:spPr>
              <a:xfrm>
                <a:off x="206050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24"/>
              <p:cNvSpPr/>
              <p:nvPr/>
            </p:nvSpPr>
            <p:spPr>
              <a:xfrm>
                <a:off x="2027525" y="4913750"/>
                <a:ext cx="7775" cy="10825"/>
              </a:xfrm>
              <a:custGeom>
                <a:rect b="b" l="l" r="r" t="t"/>
                <a:pathLst>
                  <a:path extrusionOk="0" h="433" w="311">
                    <a:moveTo>
                      <a:pt x="93" y="0"/>
                    </a:moveTo>
                    <a:cubicBezTo>
                      <a:pt x="59" y="0"/>
                      <a:pt x="28" y="7"/>
                      <a:pt x="1" y="24"/>
                    </a:cubicBezTo>
                    <a:lnTo>
                      <a:pt x="1" y="215"/>
                    </a:lnTo>
                    <a:cubicBezTo>
                      <a:pt x="1" y="280"/>
                      <a:pt x="4" y="344"/>
                      <a:pt x="4" y="409"/>
                    </a:cubicBezTo>
                    <a:cubicBezTo>
                      <a:pt x="32" y="423"/>
                      <a:pt x="62" y="433"/>
                      <a:pt x="93" y="433"/>
                    </a:cubicBezTo>
                    <a:cubicBezTo>
                      <a:pt x="212" y="433"/>
                      <a:pt x="311" y="334"/>
                      <a:pt x="311" y="215"/>
                    </a:cubicBezTo>
                    <a:cubicBezTo>
                      <a:pt x="311" y="96"/>
                      <a:pt x="212" y="0"/>
                      <a:pt x="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24"/>
              <p:cNvSpPr/>
              <p:nvPr/>
            </p:nvSpPr>
            <p:spPr>
              <a:xfrm>
                <a:off x="204242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24"/>
              <p:cNvSpPr/>
              <p:nvPr/>
            </p:nvSpPr>
            <p:spPr>
              <a:xfrm>
                <a:off x="2027800" y="4949775"/>
                <a:ext cx="7500" cy="10850"/>
              </a:xfrm>
              <a:custGeom>
                <a:rect b="b" l="l" r="r" t="t"/>
                <a:pathLst>
                  <a:path extrusionOk="0" h="434" w="300">
                    <a:moveTo>
                      <a:pt x="82" y="1"/>
                    </a:moveTo>
                    <a:cubicBezTo>
                      <a:pt x="54" y="1"/>
                      <a:pt x="27" y="7"/>
                      <a:pt x="0" y="17"/>
                    </a:cubicBezTo>
                    <a:cubicBezTo>
                      <a:pt x="4" y="82"/>
                      <a:pt x="4" y="150"/>
                      <a:pt x="4" y="215"/>
                    </a:cubicBezTo>
                    <a:lnTo>
                      <a:pt x="4" y="416"/>
                    </a:lnTo>
                    <a:cubicBezTo>
                      <a:pt x="31" y="426"/>
                      <a:pt x="54" y="433"/>
                      <a:pt x="82" y="433"/>
                    </a:cubicBezTo>
                    <a:cubicBezTo>
                      <a:pt x="201" y="433"/>
                      <a:pt x="300" y="334"/>
                      <a:pt x="300" y="215"/>
                    </a:cubicBezTo>
                    <a:cubicBezTo>
                      <a:pt x="300" y="95"/>
                      <a:pt x="201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24"/>
              <p:cNvSpPr/>
              <p:nvPr/>
            </p:nvSpPr>
            <p:spPr>
              <a:xfrm>
                <a:off x="204242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24"/>
              <p:cNvSpPr/>
              <p:nvPr/>
            </p:nvSpPr>
            <p:spPr>
              <a:xfrm>
                <a:off x="206050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24"/>
              <p:cNvSpPr/>
              <p:nvPr/>
            </p:nvSpPr>
            <p:spPr>
              <a:xfrm>
                <a:off x="2028125" y="4985800"/>
                <a:ext cx="7175" cy="10825"/>
              </a:xfrm>
              <a:custGeom>
                <a:rect b="b" l="l" r="r" t="t"/>
                <a:pathLst>
                  <a:path extrusionOk="0" h="433" w="287">
                    <a:moveTo>
                      <a:pt x="69" y="0"/>
                    </a:moveTo>
                    <a:cubicBezTo>
                      <a:pt x="45" y="0"/>
                      <a:pt x="21" y="7"/>
                      <a:pt x="1" y="14"/>
                    </a:cubicBezTo>
                    <a:cubicBezTo>
                      <a:pt x="1" y="82"/>
                      <a:pt x="1" y="150"/>
                      <a:pt x="4" y="215"/>
                    </a:cubicBezTo>
                    <a:lnTo>
                      <a:pt x="4" y="420"/>
                    </a:lnTo>
                    <a:cubicBezTo>
                      <a:pt x="24" y="426"/>
                      <a:pt x="45" y="433"/>
                      <a:pt x="69" y="433"/>
                    </a:cubicBezTo>
                    <a:cubicBezTo>
                      <a:pt x="188" y="433"/>
                      <a:pt x="287" y="334"/>
                      <a:pt x="287" y="215"/>
                    </a:cubicBezTo>
                    <a:cubicBezTo>
                      <a:pt x="287" y="96"/>
                      <a:pt x="188" y="0"/>
                      <a:pt x="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24"/>
              <p:cNvSpPr/>
              <p:nvPr/>
            </p:nvSpPr>
            <p:spPr>
              <a:xfrm>
                <a:off x="206050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24"/>
              <p:cNvSpPr/>
              <p:nvPr/>
            </p:nvSpPr>
            <p:spPr>
              <a:xfrm>
                <a:off x="204242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24"/>
              <p:cNvSpPr/>
              <p:nvPr/>
            </p:nvSpPr>
            <p:spPr>
              <a:xfrm>
                <a:off x="2028475" y="5021825"/>
                <a:ext cx="6825" cy="10850"/>
              </a:xfrm>
              <a:custGeom>
                <a:rect b="b" l="l" r="r" t="t"/>
                <a:pathLst>
                  <a:path extrusionOk="0" h="434" w="273">
                    <a:moveTo>
                      <a:pt x="55" y="1"/>
                    </a:moveTo>
                    <a:cubicBezTo>
                      <a:pt x="35" y="1"/>
                      <a:pt x="18" y="7"/>
                      <a:pt x="0" y="11"/>
                    </a:cubicBezTo>
                    <a:lnTo>
                      <a:pt x="0" y="215"/>
                    </a:lnTo>
                    <a:cubicBezTo>
                      <a:pt x="0" y="287"/>
                      <a:pt x="4" y="355"/>
                      <a:pt x="4" y="423"/>
                    </a:cubicBezTo>
                    <a:cubicBezTo>
                      <a:pt x="21" y="426"/>
                      <a:pt x="38" y="433"/>
                      <a:pt x="55" y="433"/>
                    </a:cubicBezTo>
                    <a:cubicBezTo>
                      <a:pt x="174" y="433"/>
                      <a:pt x="273" y="334"/>
                      <a:pt x="273" y="215"/>
                    </a:cubicBezTo>
                    <a:cubicBezTo>
                      <a:pt x="273" y="96"/>
                      <a:pt x="174" y="1"/>
                      <a:pt x="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24"/>
              <p:cNvSpPr/>
              <p:nvPr/>
            </p:nvSpPr>
            <p:spPr>
              <a:xfrm>
                <a:off x="204242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24"/>
              <p:cNvSpPr/>
              <p:nvPr/>
            </p:nvSpPr>
            <p:spPr>
              <a:xfrm>
                <a:off x="2060500" y="49858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24"/>
              <p:cNvSpPr/>
              <p:nvPr/>
            </p:nvSpPr>
            <p:spPr>
              <a:xfrm>
                <a:off x="2045675" y="5039875"/>
                <a:ext cx="6250" cy="1900"/>
              </a:xfrm>
              <a:custGeom>
                <a:rect b="b" l="l" r="r" t="t"/>
                <a:pathLst>
                  <a:path extrusionOk="0" h="76" w="250">
                    <a:moveTo>
                      <a:pt x="89" y="1"/>
                    </a:moveTo>
                    <a:cubicBezTo>
                      <a:pt x="55" y="1"/>
                      <a:pt x="28" y="7"/>
                      <a:pt x="1" y="18"/>
                    </a:cubicBezTo>
                    <a:cubicBezTo>
                      <a:pt x="83" y="42"/>
                      <a:pt x="164" y="62"/>
                      <a:pt x="249" y="76"/>
                    </a:cubicBezTo>
                    <a:cubicBezTo>
                      <a:pt x="212" y="28"/>
                      <a:pt x="154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24"/>
              <p:cNvSpPr/>
              <p:nvPr/>
            </p:nvSpPr>
            <p:spPr>
              <a:xfrm>
                <a:off x="2060500" y="50218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24"/>
              <p:cNvSpPr/>
              <p:nvPr/>
            </p:nvSpPr>
            <p:spPr>
              <a:xfrm>
                <a:off x="20244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24"/>
              <p:cNvSpPr/>
              <p:nvPr/>
            </p:nvSpPr>
            <p:spPr>
              <a:xfrm>
                <a:off x="20244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24"/>
              <p:cNvSpPr/>
              <p:nvPr/>
            </p:nvSpPr>
            <p:spPr>
              <a:xfrm>
                <a:off x="20244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24"/>
              <p:cNvSpPr/>
              <p:nvPr/>
            </p:nvSpPr>
            <p:spPr>
              <a:xfrm>
                <a:off x="20244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20" name="Google Shape;1320;p24"/>
          <p:cNvSpPr txBox="1"/>
          <p:nvPr>
            <p:ph idx="15" type="subTitle"/>
          </p:nvPr>
        </p:nvSpPr>
        <p:spPr>
          <a:xfrm>
            <a:off x="1331509" y="175686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1">
    <p:bg>
      <p:bgPr>
        <a:solidFill>
          <a:schemeClr val="accent1"/>
        </a:solidFill>
      </p:bgPr>
    </p:bg>
    <p:spTree>
      <p:nvGrpSpPr>
        <p:cNvPr id="1321" name="Shape 1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" name="Google Shape;1322;p25"/>
          <p:cNvSpPr txBox="1"/>
          <p:nvPr>
            <p:ph type="ctrTitle"/>
          </p:nvPr>
        </p:nvSpPr>
        <p:spPr>
          <a:xfrm>
            <a:off x="914400" y="1126912"/>
            <a:ext cx="365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Font typeface="Staatliches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323" name="Google Shape;1323;p25"/>
          <p:cNvSpPr txBox="1"/>
          <p:nvPr>
            <p:ph idx="1" type="subTitle"/>
          </p:nvPr>
        </p:nvSpPr>
        <p:spPr>
          <a:xfrm>
            <a:off x="914400" y="2608180"/>
            <a:ext cx="3651600" cy="121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324" name="Google Shape;1324;p25"/>
          <p:cNvSpPr txBox="1"/>
          <p:nvPr/>
        </p:nvSpPr>
        <p:spPr>
          <a:xfrm>
            <a:off x="888381" y="3681550"/>
            <a:ext cx="3439500" cy="110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</a:t>
            </a:r>
            <a:r>
              <a:rPr b="1" lang="en" sz="1200">
                <a:solidFill>
                  <a:srgbClr val="FFFFFF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, including icons by </a:t>
            </a:r>
            <a:r>
              <a:rPr b="1" lang="en" sz="1200">
                <a:solidFill>
                  <a:srgbClr val="FFFFFF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, and infographics &amp; images by </a:t>
            </a:r>
            <a:r>
              <a:rPr b="1" lang="en" sz="1200">
                <a:solidFill>
                  <a:srgbClr val="FFFFFF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. </a:t>
            </a:r>
            <a:endParaRPr sz="12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325" name="Google Shape;1325;p25"/>
          <p:cNvSpPr/>
          <p:nvPr/>
        </p:nvSpPr>
        <p:spPr>
          <a:xfrm flipH="1" rot="10800000">
            <a:off x="4366399" y="335155"/>
            <a:ext cx="3758237" cy="4824215"/>
          </a:xfrm>
          <a:custGeom>
            <a:rect b="b" l="l" r="r" t="t"/>
            <a:pathLst>
              <a:path extrusionOk="0" h="56384" w="49457">
                <a:moveTo>
                  <a:pt x="26052" y="1"/>
                </a:moveTo>
                <a:cubicBezTo>
                  <a:pt x="26452" y="1670"/>
                  <a:pt x="26646" y="3363"/>
                  <a:pt x="26302" y="5033"/>
                </a:cubicBezTo>
                <a:cubicBezTo>
                  <a:pt x="25788" y="7540"/>
                  <a:pt x="23582" y="9869"/>
                  <a:pt x="21120" y="9869"/>
                </a:cubicBezTo>
                <a:cubicBezTo>
                  <a:pt x="20849" y="9869"/>
                  <a:pt x="20574" y="9841"/>
                  <a:pt x="20299" y="9782"/>
                </a:cubicBezTo>
                <a:cubicBezTo>
                  <a:pt x="18318" y="9357"/>
                  <a:pt x="16978" y="7566"/>
                  <a:pt x="15743" y="5957"/>
                </a:cubicBezTo>
                <a:cubicBezTo>
                  <a:pt x="14512" y="4345"/>
                  <a:pt x="12946" y="2661"/>
                  <a:pt x="10918" y="2610"/>
                </a:cubicBezTo>
                <a:cubicBezTo>
                  <a:pt x="10884" y="2609"/>
                  <a:pt x="10851" y="2608"/>
                  <a:pt x="10817" y="2608"/>
                </a:cubicBezTo>
                <a:cubicBezTo>
                  <a:pt x="8301" y="2608"/>
                  <a:pt x="6557" y="5052"/>
                  <a:pt x="4495" y="6523"/>
                </a:cubicBezTo>
                <a:cubicBezTo>
                  <a:pt x="3156" y="7481"/>
                  <a:pt x="1609" y="8014"/>
                  <a:pt x="1" y="8202"/>
                </a:cubicBezTo>
                <a:cubicBezTo>
                  <a:pt x="1307" y="14936"/>
                  <a:pt x="5566" y="21137"/>
                  <a:pt x="11645" y="24368"/>
                </a:cubicBezTo>
                <a:cubicBezTo>
                  <a:pt x="14611" y="25938"/>
                  <a:pt x="17888" y="26839"/>
                  <a:pt x="20906" y="28306"/>
                </a:cubicBezTo>
                <a:cubicBezTo>
                  <a:pt x="23929" y="29773"/>
                  <a:pt x="26816" y="31984"/>
                  <a:pt x="27952" y="35139"/>
                </a:cubicBezTo>
                <a:cubicBezTo>
                  <a:pt x="29456" y="39313"/>
                  <a:pt x="27580" y="44118"/>
                  <a:pt x="29014" y="48315"/>
                </a:cubicBezTo>
                <a:cubicBezTo>
                  <a:pt x="30163" y="51696"/>
                  <a:pt x="33276" y="54050"/>
                  <a:pt x="36534" y="55507"/>
                </a:cubicBezTo>
                <a:cubicBezTo>
                  <a:pt x="37276" y="55837"/>
                  <a:pt x="38034" y="56129"/>
                  <a:pt x="38804" y="56384"/>
                </a:cubicBezTo>
                <a:cubicBezTo>
                  <a:pt x="40256" y="54366"/>
                  <a:pt x="42058" y="52612"/>
                  <a:pt x="43741" y="50772"/>
                </a:cubicBezTo>
                <a:cubicBezTo>
                  <a:pt x="45645" y="48688"/>
                  <a:pt x="47443" y="46400"/>
                  <a:pt x="48277" y="43708"/>
                </a:cubicBezTo>
                <a:cubicBezTo>
                  <a:pt x="49456" y="39897"/>
                  <a:pt x="48551" y="35728"/>
                  <a:pt x="46985" y="32059"/>
                </a:cubicBezTo>
                <a:cubicBezTo>
                  <a:pt x="45419" y="28391"/>
                  <a:pt x="43207" y="25028"/>
                  <a:pt x="41614" y="21374"/>
                </a:cubicBezTo>
                <a:cubicBezTo>
                  <a:pt x="40015" y="17713"/>
                  <a:pt x="39048" y="13573"/>
                  <a:pt x="40138" y="9734"/>
                </a:cubicBezTo>
                <a:cubicBezTo>
                  <a:pt x="41397" y="5298"/>
                  <a:pt x="45151" y="2100"/>
                  <a:pt x="493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25"/>
          <p:cNvSpPr/>
          <p:nvPr/>
        </p:nvSpPr>
        <p:spPr>
          <a:xfrm flipH="1" rot="10800000">
            <a:off x="4323086" y="4314893"/>
            <a:ext cx="2068144" cy="844477"/>
          </a:xfrm>
          <a:custGeom>
            <a:rect b="b" l="l" r="r" t="t"/>
            <a:pathLst>
              <a:path extrusionOk="0" h="9870" w="27216">
                <a:moveTo>
                  <a:pt x="501" y="1"/>
                </a:moveTo>
                <a:cubicBezTo>
                  <a:pt x="1" y="2713"/>
                  <a:pt x="44" y="5500"/>
                  <a:pt x="571" y="8202"/>
                </a:cubicBezTo>
                <a:cubicBezTo>
                  <a:pt x="2179" y="8014"/>
                  <a:pt x="3726" y="7481"/>
                  <a:pt x="5065" y="6523"/>
                </a:cubicBezTo>
                <a:cubicBezTo>
                  <a:pt x="7127" y="5052"/>
                  <a:pt x="8871" y="2608"/>
                  <a:pt x="11387" y="2608"/>
                </a:cubicBezTo>
                <a:cubicBezTo>
                  <a:pt x="11421" y="2608"/>
                  <a:pt x="11454" y="2609"/>
                  <a:pt x="11488" y="2610"/>
                </a:cubicBezTo>
                <a:cubicBezTo>
                  <a:pt x="13516" y="2661"/>
                  <a:pt x="15082" y="4345"/>
                  <a:pt x="16313" y="5957"/>
                </a:cubicBezTo>
                <a:cubicBezTo>
                  <a:pt x="17548" y="7566"/>
                  <a:pt x="18888" y="9357"/>
                  <a:pt x="20869" y="9782"/>
                </a:cubicBezTo>
                <a:cubicBezTo>
                  <a:pt x="21144" y="9841"/>
                  <a:pt x="21419" y="9869"/>
                  <a:pt x="21690" y="9869"/>
                </a:cubicBezTo>
                <a:cubicBezTo>
                  <a:pt x="24152" y="9869"/>
                  <a:pt x="26358" y="7540"/>
                  <a:pt x="26872" y="5033"/>
                </a:cubicBezTo>
                <a:cubicBezTo>
                  <a:pt x="27216" y="3363"/>
                  <a:pt x="27022" y="1670"/>
                  <a:pt x="2662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25"/>
          <p:cNvSpPr/>
          <p:nvPr/>
        </p:nvSpPr>
        <p:spPr>
          <a:xfrm flipH="1" rot="10800000">
            <a:off x="3363131" y="-81230"/>
            <a:ext cx="2800232" cy="1123659"/>
          </a:xfrm>
          <a:custGeom>
            <a:rect b="b" l="l" r="r" t="t"/>
            <a:pathLst>
              <a:path extrusionOk="0" h="13133" w="36850">
                <a:moveTo>
                  <a:pt x="14044" y="0"/>
                </a:moveTo>
                <a:cubicBezTo>
                  <a:pt x="12205" y="0"/>
                  <a:pt x="10289" y="657"/>
                  <a:pt x="8668" y="1584"/>
                </a:cubicBezTo>
                <a:cubicBezTo>
                  <a:pt x="4371" y="4041"/>
                  <a:pt x="1189" y="8337"/>
                  <a:pt x="0" y="13133"/>
                </a:cubicBezTo>
                <a:lnTo>
                  <a:pt x="36850" y="13133"/>
                </a:lnTo>
                <a:cubicBezTo>
                  <a:pt x="36845" y="12656"/>
                  <a:pt x="36812" y="12180"/>
                  <a:pt x="36680" y="11722"/>
                </a:cubicBezTo>
                <a:cubicBezTo>
                  <a:pt x="36001" y="9374"/>
                  <a:pt x="33171" y="8431"/>
                  <a:pt x="30733" y="8327"/>
                </a:cubicBezTo>
                <a:cubicBezTo>
                  <a:pt x="28290" y="8224"/>
                  <a:pt x="25678" y="8553"/>
                  <a:pt x="23555" y="7341"/>
                </a:cubicBezTo>
                <a:cubicBezTo>
                  <a:pt x="20919" y="5837"/>
                  <a:pt x="19882" y="2400"/>
                  <a:pt x="17278" y="843"/>
                </a:cubicBezTo>
                <a:cubicBezTo>
                  <a:pt x="16288" y="251"/>
                  <a:pt x="15181" y="0"/>
                  <a:pt x="1404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25"/>
          <p:cNvSpPr/>
          <p:nvPr/>
        </p:nvSpPr>
        <p:spPr>
          <a:xfrm flipH="1" rot="10800000">
            <a:off x="7314957" y="222473"/>
            <a:ext cx="1969585" cy="4936898"/>
          </a:xfrm>
          <a:custGeom>
            <a:rect b="b" l="l" r="r" t="t"/>
            <a:pathLst>
              <a:path extrusionOk="0" h="57701" w="25919">
                <a:moveTo>
                  <a:pt x="10540" y="1"/>
                </a:moveTo>
                <a:cubicBezTo>
                  <a:pt x="6348" y="2100"/>
                  <a:pt x="2594" y="5298"/>
                  <a:pt x="1335" y="9734"/>
                </a:cubicBezTo>
                <a:cubicBezTo>
                  <a:pt x="245" y="13573"/>
                  <a:pt x="1212" y="17713"/>
                  <a:pt x="2811" y="21374"/>
                </a:cubicBezTo>
                <a:cubicBezTo>
                  <a:pt x="4404" y="25028"/>
                  <a:pt x="6616" y="28391"/>
                  <a:pt x="8182" y="32059"/>
                </a:cubicBezTo>
                <a:cubicBezTo>
                  <a:pt x="9748" y="35728"/>
                  <a:pt x="10653" y="39897"/>
                  <a:pt x="9474" y="43708"/>
                </a:cubicBezTo>
                <a:cubicBezTo>
                  <a:pt x="8640" y="46400"/>
                  <a:pt x="6842" y="48688"/>
                  <a:pt x="4938" y="50772"/>
                </a:cubicBezTo>
                <a:cubicBezTo>
                  <a:pt x="3255" y="52612"/>
                  <a:pt x="1453" y="54366"/>
                  <a:pt x="1" y="56384"/>
                </a:cubicBezTo>
                <a:cubicBezTo>
                  <a:pt x="2642" y="57263"/>
                  <a:pt x="5429" y="57701"/>
                  <a:pt x="8215" y="57701"/>
                </a:cubicBezTo>
                <a:cubicBezTo>
                  <a:pt x="12497" y="57701"/>
                  <a:pt x="16780" y="56668"/>
                  <a:pt x="20543" y="54620"/>
                </a:cubicBezTo>
                <a:cubicBezTo>
                  <a:pt x="22504" y="53554"/>
                  <a:pt x="24311" y="52224"/>
                  <a:pt x="25919" y="50683"/>
                </a:cubicBezTo>
                <a:lnTo>
                  <a:pt x="2591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25"/>
          <p:cNvSpPr/>
          <p:nvPr/>
        </p:nvSpPr>
        <p:spPr>
          <a:xfrm flipH="1" rot="10800000">
            <a:off x="2493374" y="-81232"/>
            <a:ext cx="3958471" cy="1281175"/>
          </a:xfrm>
          <a:custGeom>
            <a:rect b="b" l="l" r="r" t="t"/>
            <a:pathLst>
              <a:path extrusionOk="0" h="14974" w="52092">
                <a:moveTo>
                  <a:pt x="10073" y="5769"/>
                </a:moveTo>
                <a:cubicBezTo>
                  <a:pt x="7479" y="5769"/>
                  <a:pt x="4891" y="6731"/>
                  <a:pt x="3028" y="8466"/>
                </a:cubicBezTo>
                <a:cubicBezTo>
                  <a:pt x="1213" y="10159"/>
                  <a:pt x="137" y="12540"/>
                  <a:pt x="0" y="14974"/>
                </a:cubicBezTo>
                <a:lnTo>
                  <a:pt x="11446" y="14974"/>
                </a:lnTo>
                <a:cubicBezTo>
                  <a:pt x="12158" y="12102"/>
                  <a:pt x="13582" y="9408"/>
                  <a:pt x="15534" y="7183"/>
                </a:cubicBezTo>
                <a:cubicBezTo>
                  <a:pt x="14502" y="6711"/>
                  <a:pt x="13450" y="6278"/>
                  <a:pt x="12337" y="6023"/>
                </a:cubicBezTo>
                <a:cubicBezTo>
                  <a:pt x="11597" y="5853"/>
                  <a:pt x="10833" y="5769"/>
                  <a:pt x="10073" y="5769"/>
                </a:cubicBezTo>
                <a:close/>
                <a:moveTo>
                  <a:pt x="45074" y="1"/>
                </a:moveTo>
                <a:cubicBezTo>
                  <a:pt x="43566" y="1"/>
                  <a:pt x="41995" y="486"/>
                  <a:pt x="40619" y="1128"/>
                </a:cubicBezTo>
                <a:cubicBezTo>
                  <a:pt x="37595" y="2533"/>
                  <a:pt x="34973" y="4604"/>
                  <a:pt x="32144" y="6344"/>
                </a:cubicBezTo>
                <a:cubicBezTo>
                  <a:pt x="32964" y="7452"/>
                  <a:pt x="33822" y="8509"/>
                  <a:pt x="35001" y="9182"/>
                </a:cubicBezTo>
                <a:cubicBezTo>
                  <a:pt x="37124" y="10394"/>
                  <a:pt x="39736" y="10065"/>
                  <a:pt x="42179" y="10168"/>
                </a:cubicBezTo>
                <a:cubicBezTo>
                  <a:pt x="44617" y="10272"/>
                  <a:pt x="47447" y="11215"/>
                  <a:pt x="48126" y="13563"/>
                </a:cubicBezTo>
                <a:cubicBezTo>
                  <a:pt x="48258" y="14021"/>
                  <a:pt x="48291" y="14497"/>
                  <a:pt x="48296" y="14974"/>
                </a:cubicBezTo>
                <a:lnTo>
                  <a:pt x="51884" y="14974"/>
                </a:lnTo>
                <a:cubicBezTo>
                  <a:pt x="52092" y="11470"/>
                  <a:pt x="51993" y="7956"/>
                  <a:pt x="50790" y="4670"/>
                </a:cubicBezTo>
                <a:cubicBezTo>
                  <a:pt x="50211" y="3085"/>
                  <a:pt x="49299" y="1505"/>
                  <a:pt x="47791" y="661"/>
                </a:cubicBezTo>
                <a:cubicBezTo>
                  <a:pt x="46951" y="194"/>
                  <a:pt x="46027" y="1"/>
                  <a:pt x="45074" y="1"/>
                </a:cubicBez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25"/>
          <p:cNvSpPr/>
          <p:nvPr/>
        </p:nvSpPr>
        <p:spPr>
          <a:xfrm flipH="1" rot="10800000">
            <a:off x="3363131" y="-81227"/>
            <a:ext cx="2800232" cy="738468"/>
          </a:xfrm>
          <a:custGeom>
            <a:rect b="b" l="l" r="r" t="t"/>
            <a:pathLst>
              <a:path extrusionOk="0" h="8631" w="36850">
                <a:moveTo>
                  <a:pt x="20698" y="1"/>
                </a:moveTo>
                <a:cubicBezTo>
                  <a:pt x="20434" y="166"/>
                  <a:pt x="20169" y="321"/>
                  <a:pt x="19905" y="477"/>
                </a:cubicBezTo>
                <a:cubicBezTo>
                  <a:pt x="17354" y="1968"/>
                  <a:pt x="14431" y="3137"/>
                  <a:pt x="11488" y="3137"/>
                </a:cubicBezTo>
                <a:cubicBezTo>
                  <a:pt x="10814" y="3137"/>
                  <a:pt x="10134" y="3076"/>
                  <a:pt x="9460" y="2943"/>
                </a:cubicBezTo>
                <a:cubicBezTo>
                  <a:pt x="7564" y="2566"/>
                  <a:pt x="5847" y="1642"/>
                  <a:pt x="4088" y="840"/>
                </a:cubicBezTo>
                <a:cubicBezTo>
                  <a:pt x="2136" y="3065"/>
                  <a:pt x="712" y="5759"/>
                  <a:pt x="0" y="8631"/>
                </a:cubicBezTo>
                <a:lnTo>
                  <a:pt x="36850" y="8631"/>
                </a:lnTo>
                <a:cubicBezTo>
                  <a:pt x="36845" y="8154"/>
                  <a:pt x="36812" y="7678"/>
                  <a:pt x="36680" y="7220"/>
                </a:cubicBezTo>
                <a:cubicBezTo>
                  <a:pt x="36001" y="4872"/>
                  <a:pt x="33171" y="3929"/>
                  <a:pt x="30733" y="3825"/>
                </a:cubicBezTo>
                <a:cubicBezTo>
                  <a:pt x="28290" y="3722"/>
                  <a:pt x="25678" y="4051"/>
                  <a:pt x="23555" y="2839"/>
                </a:cubicBezTo>
                <a:cubicBezTo>
                  <a:pt x="22376" y="2166"/>
                  <a:pt x="21518" y="1109"/>
                  <a:pt x="20698" y="1"/>
                </a:cubicBez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25"/>
          <p:cNvSpPr/>
          <p:nvPr/>
        </p:nvSpPr>
        <p:spPr>
          <a:xfrm flipH="1" rot="10800000">
            <a:off x="6530534" y="703175"/>
            <a:ext cx="1115229" cy="1401387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32" name="Google Shape;1332;p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89400" y="2457450"/>
            <a:ext cx="5587997" cy="31432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3" name="Google Shape;1333;p2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905374" y="-152400"/>
            <a:ext cx="4467226" cy="2512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bg>
      <p:bgPr>
        <a:solidFill>
          <a:schemeClr val="accent2"/>
        </a:solidFill>
      </p:bgPr>
    </p:bg>
    <p:spTree>
      <p:nvGrpSpPr>
        <p:cNvPr id="1334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5" name="Google Shape;1335;p26"/>
          <p:cNvPicPr preferRelativeResize="0"/>
          <p:nvPr/>
        </p:nvPicPr>
        <p:blipFill rotWithShape="1">
          <a:blip r:embed="rId2">
            <a:alphaModFix/>
          </a:blip>
          <a:srcRect b="0" l="30159" r="11269" t="0"/>
          <a:stretch/>
        </p:blipFill>
        <p:spPr>
          <a:xfrm>
            <a:off x="6989200" y="-504825"/>
            <a:ext cx="2419373" cy="2323453"/>
          </a:xfrm>
          <a:prstGeom prst="rect">
            <a:avLst/>
          </a:prstGeom>
          <a:noFill/>
          <a:ln>
            <a:noFill/>
          </a:ln>
        </p:spPr>
      </p:pic>
      <p:sp>
        <p:nvSpPr>
          <p:cNvPr id="1336" name="Google Shape;1336;p26"/>
          <p:cNvSpPr txBox="1"/>
          <p:nvPr>
            <p:ph type="title"/>
          </p:nvPr>
        </p:nvSpPr>
        <p:spPr>
          <a:xfrm>
            <a:off x="1606114" y="1182607"/>
            <a:ext cx="5943600" cy="320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337" name="Google Shape;1337;p26"/>
          <p:cNvSpPr/>
          <p:nvPr/>
        </p:nvSpPr>
        <p:spPr>
          <a:xfrm rot="-1367296">
            <a:off x="-275194" y="4012351"/>
            <a:ext cx="1004493" cy="1183378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26"/>
          <p:cNvSpPr/>
          <p:nvPr/>
        </p:nvSpPr>
        <p:spPr>
          <a:xfrm flipH="1">
            <a:off x="-1028710" y="4433100"/>
            <a:ext cx="2293560" cy="786605"/>
          </a:xfrm>
          <a:custGeom>
            <a:rect b="b" l="l" r="r" t="t"/>
            <a:pathLst>
              <a:path extrusionOk="0" h="6095" w="21688">
                <a:moveTo>
                  <a:pt x="6915" y="1"/>
                </a:moveTo>
                <a:cubicBezTo>
                  <a:pt x="5690" y="1"/>
                  <a:pt x="4466" y="306"/>
                  <a:pt x="3406" y="923"/>
                </a:cubicBezTo>
                <a:cubicBezTo>
                  <a:pt x="1557" y="2000"/>
                  <a:pt x="287" y="3982"/>
                  <a:pt x="0" y="6094"/>
                </a:cubicBezTo>
                <a:lnTo>
                  <a:pt x="21687" y="6094"/>
                </a:lnTo>
                <a:cubicBezTo>
                  <a:pt x="21561" y="5767"/>
                  <a:pt x="21367" y="5468"/>
                  <a:pt x="21112" y="5236"/>
                </a:cubicBezTo>
                <a:cubicBezTo>
                  <a:pt x="20315" y="4524"/>
                  <a:pt x="19180" y="4357"/>
                  <a:pt x="18114" y="4330"/>
                </a:cubicBezTo>
                <a:cubicBezTo>
                  <a:pt x="17047" y="4303"/>
                  <a:pt x="15954" y="4385"/>
                  <a:pt x="14939" y="4058"/>
                </a:cubicBezTo>
                <a:cubicBezTo>
                  <a:pt x="13300" y="3526"/>
                  <a:pt x="12179" y="2044"/>
                  <a:pt x="10735" y="1103"/>
                </a:cubicBezTo>
                <a:cubicBezTo>
                  <a:pt x="9607" y="370"/>
                  <a:pt x="8261" y="1"/>
                  <a:pt x="691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26"/>
          <p:cNvSpPr/>
          <p:nvPr/>
        </p:nvSpPr>
        <p:spPr>
          <a:xfrm rot="-6757373">
            <a:off x="-455518" y="312304"/>
            <a:ext cx="1004486" cy="1183368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26"/>
          <p:cNvSpPr/>
          <p:nvPr/>
        </p:nvSpPr>
        <p:spPr>
          <a:xfrm rot="-9377702">
            <a:off x="-262311" y="-637304"/>
            <a:ext cx="2150190" cy="2278942"/>
          </a:xfrm>
          <a:custGeom>
            <a:rect b="b" l="l" r="r" t="t"/>
            <a:pathLst>
              <a:path extrusionOk="0" h="44554" w="37180">
                <a:moveTo>
                  <a:pt x="27786" y="0"/>
                </a:moveTo>
                <a:cubicBezTo>
                  <a:pt x="24969" y="3347"/>
                  <a:pt x="24958" y="8209"/>
                  <a:pt x="23557" y="12382"/>
                </a:cubicBezTo>
                <a:cubicBezTo>
                  <a:pt x="21980" y="17084"/>
                  <a:pt x="18515" y="21019"/>
                  <a:pt x="14327" y="23676"/>
                </a:cubicBezTo>
                <a:cubicBezTo>
                  <a:pt x="10400" y="26173"/>
                  <a:pt x="5653" y="27775"/>
                  <a:pt x="2944" y="31561"/>
                </a:cubicBezTo>
                <a:cubicBezTo>
                  <a:pt x="1949" y="32947"/>
                  <a:pt x="1294" y="34553"/>
                  <a:pt x="798" y="36188"/>
                </a:cubicBezTo>
                <a:cubicBezTo>
                  <a:pt x="336" y="37712"/>
                  <a:pt x="0" y="39289"/>
                  <a:pt x="38" y="40880"/>
                </a:cubicBezTo>
                <a:cubicBezTo>
                  <a:pt x="71" y="42154"/>
                  <a:pt x="347" y="43387"/>
                  <a:pt x="817" y="44553"/>
                </a:cubicBezTo>
                <a:lnTo>
                  <a:pt x="37179" y="44553"/>
                </a:lnTo>
                <a:lnTo>
                  <a:pt x="37179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26"/>
          <p:cNvSpPr/>
          <p:nvPr/>
        </p:nvSpPr>
        <p:spPr>
          <a:xfrm rot="-3371401">
            <a:off x="8078731" y="-548232"/>
            <a:ext cx="1004487" cy="1183374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26"/>
          <p:cNvSpPr/>
          <p:nvPr/>
        </p:nvSpPr>
        <p:spPr>
          <a:xfrm rot="-4335824">
            <a:off x="7567586" y="-1492275"/>
            <a:ext cx="2150167" cy="2278960"/>
          </a:xfrm>
          <a:custGeom>
            <a:rect b="b" l="l" r="r" t="t"/>
            <a:pathLst>
              <a:path extrusionOk="0" h="44554" w="37180">
                <a:moveTo>
                  <a:pt x="27786" y="0"/>
                </a:moveTo>
                <a:cubicBezTo>
                  <a:pt x="24969" y="3347"/>
                  <a:pt x="24958" y="8209"/>
                  <a:pt x="23557" y="12382"/>
                </a:cubicBezTo>
                <a:cubicBezTo>
                  <a:pt x="21980" y="17084"/>
                  <a:pt x="18515" y="21019"/>
                  <a:pt x="14327" y="23676"/>
                </a:cubicBezTo>
                <a:cubicBezTo>
                  <a:pt x="10400" y="26173"/>
                  <a:pt x="5653" y="27775"/>
                  <a:pt x="2944" y="31561"/>
                </a:cubicBezTo>
                <a:cubicBezTo>
                  <a:pt x="1949" y="32947"/>
                  <a:pt x="1294" y="34553"/>
                  <a:pt x="798" y="36188"/>
                </a:cubicBezTo>
                <a:cubicBezTo>
                  <a:pt x="336" y="37712"/>
                  <a:pt x="0" y="39289"/>
                  <a:pt x="38" y="40880"/>
                </a:cubicBezTo>
                <a:cubicBezTo>
                  <a:pt x="71" y="42154"/>
                  <a:pt x="347" y="43387"/>
                  <a:pt x="817" y="44553"/>
                </a:cubicBezTo>
                <a:lnTo>
                  <a:pt x="37179" y="44553"/>
                </a:lnTo>
                <a:lnTo>
                  <a:pt x="3717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26"/>
          <p:cNvSpPr/>
          <p:nvPr/>
        </p:nvSpPr>
        <p:spPr>
          <a:xfrm flipH="1">
            <a:off x="6993440" y="4290800"/>
            <a:ext cx="2293560" cy="786605"/>
          </a:xfrm>
          <a:custGeom>
            <a:rect b="b" l="l" r="r" t="t"/>
            <a:pathLst>
              <a:path extrusionOk="0" h="6095" w="21688">
                <a:moveTo>
                  <a:pt x="6915" y="1"/>
                </a:moveTo>
                <a:cubicBezTo>
                  <a:pt x="5690" y="1"/>
                  <a:pt x="4466" y="306"/>
                  <a:pt x="3406" y="923"/>
                </a:cubicBezTo>
                <a:cubicBezTo>
                  <a:pt x="1557" y="2000"/>
                  <a:pt x="287" y="3982"/>
                  <a:pt x="0" y="6094"/>
                </a:cubicBezTo>
                <a:lnTo>
                  <a:pt x="21687" y="6094"/>
                </a:lnTo>
                <a:cubicBezTo>
                  <a:pt x="21561" y="5767"/>
                  <a:pt x="21367" y="5468"/>
                  <a:pt x="21112" y="5236"/>
                </a:cubicBezTo>
                <a:cubicBezTo>
                  <a:pt x="20315" y="4524"/>
                  <a:pt x="19180" y="4357"/>
                  <a:pt x="18114" y="4330"/>
                </a:cubicBezTo>
                <a:cubicBezTo>
                  <a:pt x="17047" y="4303"/>
                  <a:pt x="15954" y="4385"/>
                  <a:pt x="14939" y="4058"/>
                </a:cubicBezTo>
                <a:cubicBezTo>
                  <a:pt x="13300" y="3526"/>
                  <a:pt x="12179" y="2044"/>
                  <a:pt x="10735" y="1103"/>
                </a:cubicBezTo>
                <a:cubicBezTo>
                  <a:pt x="9607" y="370"/>
                  <a:pt x="8261" y="1"/>
                  <a:pt x="691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26"/>
          <p:cNvSpPr/>
          <p:nvPr/>
        </p:nvSpPr>
        <p:spPr>
          <a:xfrm>
            <a:off x="6529813" y="4336457"/>
            <a:ext cx="2878771" cy="827501"/>
          </a:xfrm>
          <a:custGeom>
            <a:rect b="b" l="l" r="r" t="t"/>
            <a:pathLst>
              <a:path extrusionOk="0" h="10817" w="37631">
                <a:moveTo>
                  <a:pt x="7277" y="4167"/>
                </a:moveTo>
                <a:cubicBezTo>
                  <a:pt x="5403" y="4167"/>
                  <a:pt x="3533" y="4862"/>
                  <a:pt x="2187" y="6115"/>
                </a:cubicBezTo>
                <a:cubicBezTo>
                  <a:pt x="876" y="7338"/>
                  <a:pt x="99" y="9059"/>
                  <a:pt x="0" y="10817"/>
                </a:cubicBezTo>
                <a:lnTo>
                  <a:pt x="8269" y="10817"/>
                </a:lnTo>
                <a:cubicBezTo>
                  <a:pt x="8783" y="8742"/>
                  <a:pt x="9811" y="6796"/>
                  <a:pt x="11222" y="5189"/>
                </a:cubicBezTo>
                <a:cubicBezTo>
                  <a:pt x="10476" y="4848"/>
                  <a:pt x="9716" y="4535"/>
                  <a:pt x="8912" y="4351"/>
                </a:cubicBezTo>
                <a:cubicBezTo>
                  <a:pt x="8377" y="4228"/>
                  <a:pt x="7825" y="4167"/>
                  <a:pt x="7277" y="4167"/>
                </a:cubicBezTo>
                <a:close/>
                <a:moveTo>
                  <a:pt x="32561" y="0"/>
                </a:moveTo>
                <a:cubicBezTo>
                  <a:pt x="31471" y="0"/>
                  <a:pt x="30337" y="351"/>
                  <a:pt x="29342" y="815"/>
                </a:cubicBezTo>
                <a:cubicBezTo>
                  <a:pt x="27159" y="1829"/>
                  <a:pt x="25264" y="3326"/>
                  <a:pt x="23220" y="4582"/>
                </a:cubicBezTo>
                <a:cubicBezTo>
                  <a:pt x="23813" y="5383"/>
                  <a:pt x="24433" y="6146"/>
                  <a:pt x="25285" y="6633"/>
                </a:cubicBezTo>
                <a:cubicBezTo>
                  <a:pt x="26818" y="7508"/>
                  <a:pt x="28705" y="7271"/>
                  <a:pt x="30470" y="7345"/>
                </a:cubicBezTo>
                <a:cubicBezTo>
                  <a:pt x="32231" y="7420"/>
                  <a:pt x="34275" y="8101"/>
                  <a:pt x="34766" y="9798"/>
                </a:cubicBezTo>
                <a:cubicBezTo>
                  <a:pt x="34861" y="10128"/>
                  <a:pt x="34885" y="10472"/>
                  <a:pt x="34888" y="10817"/>
                </a:cubicBezTo>
                <a:lnTo>
                  <a:pt x="37481" y="10817"/>
                </a:lnTo>
                <a:cubicBezTo>
                  <a:pt x="37631" y="8285"/>
                  <a:pt x="37559" y="5747"/>
                  <a:pt x="36690" y="3373"/>
                </a:cubicBezTo>
                <a:cubicBezTo>
                  <a:pt x="36272" y="2228"/>
                  <a:pt x="35613" y="1087"/>
                  <a:pt x="34524" y="477"/>
                </a:cubicBezTo>
                <a:cubicBezTo>
                  <a:pt x="33917" y="140"/>
                  <a:pt x="33250" y="0"/>
                  <a:pt x="32561" y="0"/>
                </a:cubicBezTo>
                <a:close/>
              </a:path>
            </a:pathLst>
          </a:custGeom>
          <a:solidFill>
            <a:schemeClr val="accent5"/>
          </a:solidFill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26"/>
          <p:cNvSpPr/>
          <p:nvPr/>
        </p:nvSpPr>
        <p:spPr>
          <a:xfrm>
            <a:off x="7162315" y="4686980"/>
            <a:ext cx="2036507" cy="476978"/>
          </a:xfrm>
          <a:custGeom>
            <a:rect b="b" l="l" r="r" t="t"/>
            <a:pathLst>
              <a:path extrusionOk="0" h="6235" w="26621">
                <a:moveTo>
                  <a:pt x="14952" y="0"/>
                </a:moveTo>
                <a:cubicBezTo>
                  <a:pt x="14762" y="120"/>
                  <a:pt x="14570" y="232"/>
                  <a:pt x="14380" y="344"/>
                </a:cubicBezTo>
                <a:cubicBezTo>
                  <a:pt x="12537" y="1421"/>
                  <a:pt x="10425" y="2266"/>
                  <a:pt x="8299" y="2266"/>
                </a:cubicBezTo>
                <a:cubicBezTo>
                  <a:pt x="7812" y="2266"/>
                  <a:pt x="7321" y="2222"/>
                  <a:pt x="6834" y="2126"/>
                </a:cubicBezTo>
                <a:cubicBezTo>
                  <a:pt x="5465" y="1854"/>
                  <a:pt x="4224" y="1186"/>
                  <a:pt x="2954" y="607"/>
                </a:cubicBezTo>
                <a:cubicBezTo>
                  <a:pt x="1543" y="2214"/>
                  <a:pt x="515" y="4160"/>
                  <a:pt x="1" y="6235"/>
                </a:cubicBezTo>
                <a:lnTo>
                  <a:pt x="26620" y="6235"/>
                </a:lnTo>
                <a:cubicBezTo>
                  <a:pt x="26617" y="5890"/>
                  <a:pt x="26593" y="5546"/>
                  <a:pt x="26498" y="5216"/>
                </a:cubicBezTo>
                <a:cubicBezTo>
                  <a:pt x="26007" y="3519"/>
                  <a:pt x="23963" y="2838"/>
                  <a:pt x="22202" y="2763"/>
                </a:cubicBezTo>
                <a:cubicBezTo>
                  <a:pt x="20437" y="2689"/>
                  <a:pt x="18550" y="2926"/>
                  <a:pt x="17017" y="2051"/>
                </a:cubicBezTo>
                <a:cubicBezTo>
                  <a:pt x="16165" y="1564"/>
                  <a:pt x="15545" y="801"/>
                  <a:pt x="14952" y="0"/>
                </a:cubicBezTo>
                <a:close/>
              </a:path>
            </a:pathLst>
          </a:custGeom>
          <a:solidFill>
            <a:schemeClr val="accent5"/>
          </a:solidFill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46" name="Google Shape;1346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533400" y="-483400"/>
            <a:ext cx="3105101" cy="1746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7" name="Google Shape;1347;p26"/>
          <p:cNvPicPr preferRelativeResize="0"/>
          <p:nvPr/>
        </p:nvPicPr>
        <p:blipFill rotWithShape="1">
          <a:blip r:embed="rId4">
            <a:alphaModFix/>
          </a:blip>
          <a:srcRect b="0" l="0" r="46635" t="0"/>
          <a:stretch/>
        </p:blipFill>
        <p:spPr>
          <a:xfrm>
            <a:off x="-237075" y="3105150"/>
            <a:ext cx="2132554" cy="22479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8" name="Google Shape;1348;p2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625924" y="4475325"/>
            <a:ext cx="1594272" cy="89677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extLst>
    <p:ext uri="{DCECCB84-F9BA-43D5-87BE-67443E8EF086}">
      <p15:sldGuideLst>
        <p15:guide id="1" orient="horz" pos="316">
          <p15:clr>
            <a:srgbClr val="FA7B17"/>
          </p15:clr>
        </p15:guide>
        <p15:guide id="2" orient="horz" pos="2982">
          <p15:clr>
            <a:srgbClr val="FA7B17"/>
          </p15:clr>
        </p15:guide>
        <p15:guide id="3" pos="288">
          <p15:clr>
            <a:srgbClr val="FA7B17"/>
          </p15:clr>
        </p15:guide>
        <p15:guide id="4" pos="4554">
          <p15:clr>
            <a:srgbClr val="FA7B17"/>
          </p15:clr>
        </p15:guide>
        <p15:guide id="5" pos="5226">
          <p15:clr>
            <a:srgbClr val="FA7B17"/>
          </p15:clr>
        </p15:guide>
        <p15:guide id="6" pos="1421">
          <p15:clr>
            <a:srgbClr val="FA7B17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">
  <p:cSld name="TITLE_AND_BODY_1_1">
    <p:bg>
      <p:bgPr>
        <a:solidFill>
          <a:srgbClr val="FFFFFF"/>
        </a:solidFill>
      </p:bgPr>
    </p:bg>
    <p:spTree>
      <p:nvGrpSpPr>
        <p:cNvPr id="1349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p27"/>
          <p:cNvSpPr txBox="1"/>
          <p:nvPr>
            <p:ph type="title"/>
          </p:nvPr>
        </p:nvSpPr>
        <p:spPr>
          <a:xfrm>
            <a:off x="899550" y="503388"/>
            <a:ext cx="734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351" name="Google Shape;1351;p27"/>
          <p:cNvSpPr txBox="1"/>
          <p:nvPr>
            <p:ph idx="1" type="body"/>
          </p:nvPr>
        </p:nvSpPr>
        <p:spPr>
          <a:xfrm>
            <a:off x="720663" y="1832800"/>
            <a:ext cx="3851400" cy="26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marR="50800" rtl="0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 sz="1100" u="sng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/>
            </a:lvl9pPr>
          </a:lstStyle>
          <a:p/>
        </p:txBody>
      </p:sp>
      <p:grpSp>
        <p:nvGrpSpPr>
          <p:cNvPr id="1352" name="Google Shape;1352;p27"/>
          <p:cNvGrpSpPr/>
          <p:nvPr/>
        </p:nvGrpSpPr>
        <p:grpSpPr>
          <a:xfrm>
            <a:off x="-2255105" y="4433249"/>
            <a:ext cx="4477807" cy="839588"/>
            <a:chOff x="3098100" y="3849750"/>
            <a:chExt cx="940775" cy="270425"/>
          </a:xfrm>
        </p:grpSpPr>
        <p:sp>
          <p:nvSpPr>
            <p:cNvPr id="1353" name="Google Shape;1353;p27"/>
            <p:cNvSpPr/>
            <p:nvPr/>
          </p:nvSpPr>
          <p:spPr>
            <a:xfrm>
              <a:off x="3304800" y="3882975"/>
              <a:ext cx="665525" cy="237200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7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7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" name="Google Shape;1356;p27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1357" name="Google Shape;1357;p27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1358" name="Google Shape;1358;p27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27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27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361" name="Google Shape;1361;p2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2" name="Google Shape;1362;p2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3_2">
    <p:spTree>
      <p:nvGrpSpPr>
        <p:cNvPr id="1363" name="Shape 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4" name="Google Shape;1364;p28"/>
          <p:cNvSpPr txBox="1"/>
          <p:nvPr>
            <p:ph type="title"/>
          </p:nvPr>
        </p:nvSpPr>
        <p:spPr>
          <a:xfrm>
            <a:off x="914400" y="49970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365" name="Google Shape;1365;p28"/>
          <p:cNvGrpSpPr/>
          <p:nvPr/>
        </p:nvGrpSpPr>
        <p:grpSpPr>
          <a:xfrm>
            <a:off x="4340703" y="4855367"/>
            <a:ext cx="2740195" cy="335138"/>
            <a:chOff x="3731103" y="4808559"/>
            <a:chExt cx="2740195" cy="335138"/>
          </a:xfrm>
        </p:grpSpPr>
        <p:sp>
          <p:nvSpPr>
            <p:cNvPr id="1366" name="Google Shape;1366;p28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8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8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" name="Google Shape;1369;p28"/>
          <p:cNvGrpSpPr/>
          <p:nvPr/>
        </p:nvGrpSpPr>
        <p:grpSpPr>
          <a:xfrm>
            <a:off x="5345050" y="-1560054"/>
            <a:ext cx="4971049" cy="3954101"/>
            <a:chOff x="5345050" y="-1560054"/>
            <a:chExt cx="4971049" cy="3954101"/>
          </a:xfrm>
        </p:grpSpPr>
        <p:sp>
          <p:nvSpPr>
            <p:cNvPr id="1370" name="Google Shape;1370;p28"/>
            <p:cNvSpPr/>
            <p:nvPr/>
          </p:nvSpPr>
          <p:spPr>
            <a:xfrm rot="7712825">
              <a:off x="7528643" y="-1441460"/>
              <a:ext cx="1662997" cy="282192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8"/>
            <p:cNvSpPr/>
            <p:nvPr/>
          </p:nvSpPr>
          <p:spPr>
            <a:xfrm rot="10617885">
              <a:off x="8579541" y="-469927"/>
              <a:ext cx="1662996" cy="282192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2" name="Google Shape;1372;p2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5345050" y="-72575"/>
              <a:ext cx="4074470" cy="22919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73" name="Google Shape;1373;p28"/>
          <p:cNvGrpSpPr/>
          <p:nvPr/>
        </p:nvGrpSpPr>
        <p:grpSpPr>
          <a:xfrm>
            <a:off x="-601612" y="3343275"/>
            <a:ext cx="3894259" cy="3108268"/>
            <a:chOff x="-601612" y="3343275"/>
            <a:chExt cx="3894259" cy="3108268"/>
          </a:xfrm>
        </p:grpSpPr>
        <p:sp>
          <p:nvSpPr>
            <p:cNvPr id="1374" name="Google Shape;1374;p28"/>
            <p:cNvSpPr/>
            <p:nvPr/>
          </p:nvSpPr>
          <p:spPr>
            <a:xfrm flipH="1" rot="10800000">
              <a:off x="-350341" y="4191700"/>
              <a:ext cx="1115229" cy="140138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8"/>
            <p:cNvSpPr/>
            <p:nvPr/>
          </p:nvSpPr>
          <p:spPr>
            <a:xfrm rot="6129409">
              <a:off x="121333" y="3930606"/>
              <a:ext cx="1662990" cy="282194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6" name="Google Shape;1376;p28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82800" y="3343275"/>
              <a:ext cx="3375446" cy="189869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3_1_2">
    <p:spTree>
      <p:nvGrpSpPr>
        <p:cNvPr id="1377" name="Shape 1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" name="Google Shape;1378;p29"/>
          <p:cNvSpPr txBox="1"/>
          <p:nvPr>
            <p:ph type="title"/>
          </p:nvPr>
        </p:nvSpPr>
        <p:spPr>
          <a:xfrm>
            <a:off x="914400" y="50446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379" name="Google Shape;1379;p29"/>
          <p:cNvGrpSpPr/>
          <p:nvPr/>
        </p:nvGrpSpPr>
        <p:grpSpPr>
          <a:xfrm>
            <a:off x="6820200" y="-775628"/>
            <a:ext cx="2733576" cy="1948491"/>
            <a:chOff x="6820200" y="-775628"/>
            <a:chExt cx="2733576" cy="1948491"/>
          </a:xfrm>
        </p:grpSpPr>
        <p:pic>
          <p:nvPicPr>
            <p:cNvPr id="1380" name="Google Shape;1380;p2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820200" y="-775628"/>
              <a:ext cx="2733576" cy="1537624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1" name="Google Shape;1381;p29"/>
            <p:cNvGrpSpPr/>
            <p:nvPr/>
          </p:nvGrpSpPr>
          <p:grpSpPr>
            <a:xfrm>
              <a:off x="7971350" y="-76206"/>
              <a:ext cx="1248849" cy="1249070"/>
              <a:chOff x="4566375" y="4123125"/>
              <a:chExt cx="565525" cy="565625"/>
            </a:xfrm>
          </p:grpSpPr>
          <p:sp>
            <p:nvSpPr>
              <p:cNvPr id="1382" name="Google Shape;1382;p29"/>
              <p:cNvSpPr/>
              <p:nvPr/>
            </p:nvSpPr>
            <p:spPr>
              <a:xfrm>
                <a:off x="4566375" y="4123125"/>
                <a:ext cx="565525" cy="565625"/>
              </a:xfrm>
              <a:custGeom>
                <a:rect b="b" l="l" r="r" t="t"/>
                <a:pathLst>
                  <a:path extrusionOk="0" h="22625" w="22621">
                    <a:moveTo>
                      <a:pt x="0" y="1"/>
                    </a:moveTo>
                    <a:lnTo>
                      <a:pt x="0" y="5911"/>
                    </a:lnTo>
                    <a:cubicBezTo>
                      <a:pt x="511" y="8092"/>
                      <a:pt x="1547" y="10275"/>
                      <a:pt x="3540" y="11314"/>
                    </a:cubicBezTo>
                    <a:cubicBezTo>
                      <a:pt x="6922" y="13074"/>
                      <a:pt x="8863" y="13333"/>
                      <a:pt x="10258" y="13333"/>
                    </a:cubicBezTo>
                    <a:cubicBezTo>
                      <a:pt x="10645" y="13333"/>
                      <a:pt x="10989" y="13313"/>
                      <a:pt x="11311" y="13300"/>
                    </a:cubicBezTo>
                    <a:cubicBezTo>
                      <a:pt x="11443" y="13295"/>
                      <a:pt x="11572" y="13292"/>
                      <a:pt x="11699" y="13292"/>
                    </a:cubicBezTo>
                    <a:cubicBezTo>
                      <a:pt x="19177" y="13292"/>
                      <a:pt x="18328" y="22209"/>
                      <a:pt x="21544" y="22625"/>
                    </a:cubicBezTo>
                    <a:lnTo>
                      <a:pt x="22621" y="22625"/>
                    </a:lnTo>
                    <a:lnTo>
                      <a:pt x="2262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29"/>
              <p:cNvSpPr/>
              <p:nvPr/>
            </p:nvSpPr>
            <p:spPr>
              <a:xfrm>
                <a:off x="4575400" y="4123125"/>
                <a:ext cx="556500" cy="428500"/>
              </a:xfrm>
              <a:custGeom>
                <a:rect b="b" l="l" r="r" t="t"/>
                <a:pathLst>
                  <a:path extrusionOk="0" h="17140" w="22260">
                    <a:moveTo>
                      <a:pt x="982" y="1"/>
                    </a:moveTo>
                    <a:cubicBezTo>
                      <a:pt x="498" y="2099"/>
                      <a:pt x="1" y="6644"/>
                      <a:pt x="4004" y="8776"/>
                    </a:cubicBezTo>
                    <a:cubicBezTo>
                      <a:pt x="9307" y="11607"/>
                      <a:pt x="14728" y="9249"/>
                      <a:pt x="16376" y="12609"/>
                    </a:cubicBezTo>
                    <a:cubicBezTo>
                      <a:pt x="17722" y="15343"/>
                      <a:pt x="19573" y="17139"/>
                      <a:pt x="21583" y="17139"/>
                    </a:cubicBezTo>
                    <a:cubicBezTo>
                      <a:pt x="21807" y="17139"/>
                      <a:pt x="22033" y="17117"/>
                      <a:pt x="22260" y="17071"/>
                    </a:cubicBezTo>
                    <a:lnTo>
                      <a:pt x="2226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29"/>
              <p:cNvSpPr/>
              <p:nvPr/>
            </p:nvSpPr>
            <p:spPr>
              <a:xfrm>
                <a:off x="4932850" y="4123125"/>
                <a:ext cx="194025" cy="75100"/>
              </a:xfrm>
              <a:custGeom>
                <a:rect b="b" l="l" r="r" t="t"/>
                <a:pathLst>
                  <a:path extrusionOk="0" h="3004" w="7761">
                    <a:moveTo>
                      <a:pt x="324" y="1"/>
                    </a:moveTo>
                    <a:cubicBezTo>
                      <a:pt x="151" y="300"/>
                      <a:pt x="1" y="798"/>
                      <a:pt x="239" y="1489"/>
                    </a:cubicBezTo>
                    <a:cubicBezTo>
                      <a:pt x="536" y="2352"/>
                      <a:pt x="1622" y="3004"/>
                      <a:pt x="2776" y="3004"/>
                    </a:cubicBezTo>
                    <a:cubicBezTo>
                      <a:pt x="3239" y="3004"/>
                      <a:pt x="3712" y="2899"/>
                      <a:pt x="4150" y="2661"/>
                    </a:cubicBezTo>
                    <a:cubicBezTo>
                      <a:pt x="5676" y="1826"/>
                      <a:pt x="6292" y="1210"/>
                      <a:pt x="6947" y="1012"/>
                    </a:cubicBezTo>
                    <a:cubicBezTo>
                      <a:pt x="7359" y="886"/>
                      <a:pt x="7761" y="402"/>
                      <a:pt x="74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29"/>
              <p:cNvSpPr/>
              <p:nvPr/>
            </p:nvSpPr>
            <p:spPr>
              <a:xfrm>
                <a:off x="4836025" y="4582925"/>
                <a:ext cx="124500" cy="87550"/>
              </a:xfrm>
              <a:custGeom>
                <a:rect b="b" l="l" r="r" t="t"/>
                <a:pathLst>
                  <a:path extrusionOk="0" h="3502" w="4980">
                    <a:moveTo>
                      <a:pt x="2355" y="0"/>
                    </a:moveTo>
                    <a:cubicBezTo>
                      <a:pt x="1993" y="0"/>
                      <a:pt x="1597" y="92"/>
                      <a:pt x="1179" y="304"/>
                    </a:cubicBezTo>
                    <a:cubicBezTo>
                      <a:pt x="1179" y="304"/>
                      <a:pt x="0" y="965"/>
                      <a:pt x="395" y="2283"/>
                    </a:cubicBezTo>
                    <a:cubicBezTo>
                      <a:pt x="626" y="3060"/>
                      <a:pt x="1728" y="3502"/>
                      <a:pt x="2740" y="3502"/>
                    </a:cubicBezTo>
                    <a:cubicBezTo>
                      <a:pt x="3447" y="3502"/>
                      <a:pt x="4110" y="3286"/>
                      <a:pt x="4401" y="2818"/>
                    </a:cubicBezTo>
                    <a:cubicBezTo>
                      <a:pt x="4980" y="1883"/>
                      <a:pt x="4003" y="0"/>
                      <a:pt x="2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6" name="Google Shape;1386;p29"/>
          <p:cNvGrpSpPr/>
          <p:nvPr/>
        </p:nvGrpSpPr>
        <p:grpSpPr>
          <a:xfrm>
            <a:off x="-124850" y="3209925"/>
            <a:ext cx="2622160" cy="2514600"/>
            <a:chOff x="-124850" y="3209925"/>
            <a:chExt cx="2622160" cy="2514600"/>
          </a:xfrm>
        </p:grpSpPr>
        <p:grpSp>
          <p:nvGrpSpPr>
            <p:cNvPr id="1387" name="Google Shape;1387;p29"/>
            <p:cNvGrpSpPr/>
            <p:nvPr/>
          </p:nvGrpSpPr>
          <p:grpSpPr>
            <a:xfrm rot="5400000">
              <a:off x="380886" y="3067041"/>
              <a:ext cx="1659337" cy="2573510"/>
              <a:chOff x="5827590" y="0"/>
              <a:chExt cx="3316410" cy="5143508"/>
            </a:xfrm>
          </p:grpSpPr>
          <p:sp>
            <p:nvSpPr>
              <p:cNvPr id="1388" name="Google Shape;1388;p29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29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29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391" name="Google Shape;1391;p2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5400000">
              <a:off x="-1130338" y="4215413"/>
              <a:ext cx="2514600" cy="5036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3_1_1_1">
    <p:spTree>
      <p:nvGrpSpPr>
        <p:cNvPr id="1392" name="Shape 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" name="Google Shape;1393;p30"/>
          <p:cNvSpPr txBox="1"/>
          <p:nvPr>
            <p:ph type="title"/>
          </p:nvPr>
        </p:nvSpPr>
        <p:spPr>
          <a:xfrm>
            <a:off x="914400" y="51179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394" name="Google Shape;1394;p30"/>
          <p:cNvGrpSpPr/>
          <p:nvPr/>
        </p:nvGrpSpPr>
        <p:grpSpPr>
          <a:xfrm>
            <a:off x="6391275" y="-678989"/>
            <a:ext cx="3190877" cy="2248692"/>
            <a:chOff x="6391275" y="-678989"/>
            <a:chExt cx="3190877" cy="2248692"/>
          </a:xfrm>
        </p:grpSpPr>
        <p:sp>
          <p:nvSpPr>
            <p:cNvPr id="1395" name="Google Shape;1395;p30"/>
            <p:cNvSpPr/>
            <p:nvPr/>
          </p:nvSpPr>
          <p:spPr>
            <a:xfrm rot="9432676">
              <a:off x="7552803" y="-428059"/>
              <a:ext cx="1513587" cy="1081190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0"/>
            <p:cNvSpPr/>
            <p:nvPr/>
          </p:nvSpPr>
          <p:spPr>
            <a:xfrm>
              <a:off x="7734153" y="-225157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97" name="Google Shape;1397;p3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391275" y="-22514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98" name="Google Shape;1398;p30"/>
          <p:cNvGrpSpPr/>
          <p:nvPr/>
        </p:nvGrpSpPr>
        <p:grpSpPr>
          <a:xfrm>
            <a:off x="-895800" y="3667189"/>
            <a:ext cx="3610425" cy="1978317"/>
            <a:chOff x="-895800" y="3667189"/>
            <a:chExt cx="3610425" cy="1978317"/>
          </a:xfrm>
        </p:grpSpPr>
        <p:sp>
          <p:nvSpPr>
            <p:cNvPr id="1399" name="Google Shape;1399;p30"/>
            <p:cNvSpPr/>
            <p:nvPr/>
          </p:nvSpPr>
          <p:spPr>
            <a:xfrm rot="9097042">
              <a:off x="-663141" y="3964503"/>
              <a:ext cx="1600810" cy="1383689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0"/>
            <p:cNvSpPr/>
            <p:nvPr/>
          </p:nvSpPr>
          <p:spPr>
            <a:xfrm rot="10800000">
              <a:off x="-205900" y="4116925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01" name="Google Shape;1401;p30"/>
            <p:cNvPicPr preferRelativeResize="0"/>
            <p:nvPr/>
          </p:nvPicPr>
          <p:blipFill rotWithShape="1">
            <a:blip r:embed="rId3">
              <a:alphaModFix/>
            </a:blip>
            <a:srcRect b="0" l="0" r="19309" t="0"/>
            <a:stretch/>
          </p:blipFill>
          <p:spPr>
            <a:xfrm flipH="1">
              <a:off x="-205897" y="3864925"/>
              <a:ext cx="2920522" cy="138364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_ONLY_2_1">
    <p:bg>
      <p:bgPr>
        <a:solidFill>
          <a:srgbClr val="FFFFFF"/>
        </a:solidFill>
      </p:bgPr>
    </p:bg>
    <p:spTree>
      <p:nvGrpSpPr>
        <p:cNvPr id="1402" name="Shape 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Google Shape;1403;p31"/>
          <p:cNvSpPr txBox="1"/>
          <p:nvPr>
            <p:ph type="title"/>
          </p:nvPr>
        </p:nvSpPr>
        <p:spPr>
          <a:xfrm>
            <a:off x="914400" y="506399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404" name="Google Shape;1404;p31"/>
          <p:cNvSpPr txBox="1"/>
          <p:nvPr>
            <p:ph idx="1" type="subTitle"/>
          </p:nvPr>
        </p:nvSpPr>
        <p:spPr>
          <a:xfrm>
            <a:off x="2278575" y="2250767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5" name="Google Shape;1405;p31"/>
          <p:cNvSpPr txBox="1"/>
          <p:nvPr>
            <p:ph idx="2" type="subTitle"/>
          </p:nvPr>
        </p:nvSpPr>
        <p:spPr>
          <a:xfrm>
            <a:off x="4606500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6" name="Google Shape;1406;p31"/>
          <p:cNvSpPr txBox="1"/>
          <p:nvPr>
            <p:ph idx="3" type="subTitle"/>
          </p:nvPr>
        </p:nvSpPr>
        <p:spPr>
          <a:xfrm>
            <a:off x="7238755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7" name="Google Shape;1407;p31"/>
          <p:cNvSpPr txBox="1"/>
          <p:nvPr>
            <p:ph idx="4" type="subTitle"/>
          </p:nvPr>
        </p:nvSpPr>
        <p:spPr>
          <a:xfrm>
            <a:off x="1235357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8" name="Google Shape;1408;p31"/>
          <p:cNvSpPr txBox="1"/>
          <p:nvPr>
            <p:ph idx="5" type="subTitle"/>
          </p:nvPr>
        </p:nvSpPr>
        <p:spPr>
          <a:xfrm>
            <a:off x="3661898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9" name="Google Shape;1409;p31"/>
          <p:cNvSpPr txBox="1"/>
          <p:nvPr>
            <p:ph idx="6" type="subTitle"/>
          </p:nvPr>
        </p:nvSpPr>
        <p:spPr>
          <a:xfrm>
            <a:off x="6088439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10" name="Google Shape;1410;p31"/>
          <p:cNvSpPr txBox="1"/>
          <p:nvPr>
            <p:ph idx="7" type="subTitle"/>
          </p:nvPr>
        </p:nvSpPr>
        <p:spPr>
          <a:xfrm>
            <a:off x="1326857" y="3467290"/>
            <a:ext cx="1645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11" name="Google Shape;1411;p31"/>
          <p:cNvSpPr txBox="1"/>
          <p:nvPr>
            <p:ph idx="8" type="subTitle"/>
          </p:nvPr>
        </p:nvSpPr>
        <p:spPr>
          <a:xfrm>
            <a:off x="3753398" y="3467290"/>
            <a:ext cx="1645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12" name="Google Shape;1412;p31"/>
          <p:cNvSpPr txBox="1"/>
          <p:nvPr>
            <p:ph idx="9" type="subTitle"/>
          </p:nvPr>
        </p:nvSpPr>
        <p:spPr>
          <a:xfrm>
            <a:off x="6179939" y="3467290"/>
            <a:ext cx="1645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413" name="Google Shape;1413;p31"/>
          <p:cNvGrpSpPr/>
          <p:nvPr/>
        </p:nvGrpSpPr>
        <p:grpSpPr>
          <a:xfrm>
            <a:off x="6130725" y="-876298"/>
            <a:ext cx="4393354" cy="2471251"/>
            <a:chOff x="6130725" y="-876298"/>
            <a:chExt cx="4393354" cy="2471251"/>
          </a:xfrm>
        </p:grpSpPr>
        <p:grpSp>
          <p:nvGrpSpPr>
            <p:cNvPr id="1414" name="Google Shape;1414;p31"/>
            <p:cNvGrpSpPr/>
            <p:nvPr/>
          </p:nvGrpSpPr>
          <p:grpSpPr>
            <a:xfrm rot="-5400000">
              <a:off x="7712133" y="-113876"/>
              <a:ext cx="1317976" cy="1546047"/>
              <a:chOff x="5361850" y="4911470"/>
              <a:chExt cx="349800" cy="408780"/>
            </a:xfrm>
          </p:grpSpPr>
          <p:sp>
            <p:nvSpPr>
              <p:cNvPr id="1415" name="Google Shape;1415;p31"/>
              <p:cNvSpPr/>
              <p:nvPr/>
            </p:nvSpPr>
            <p:spPr>
              <a:xfrm>
                <a:off x="5361850" y="4931975"/>
                <a:ext cx="349800" cy="388275"/>
              </a:xfrm>
              <a:custGeom>
                <a:rect b="b" l="l" r="r" t="t"/>
                <a:pathLst>
                  <a:path extrusionOk="0" h="15531" w="13992">
                    <a:moveTo>
                      <a:pt x="10225" y="0"/>
                    </a:moveTo>
                    <a:cubicBezTo>
                      <a:pt x="7827" y="0"/>
                      <a:pt x="4994" y="1281"/>
                      <a:pt x="2395" y="5342"/>
                    </a:cubicBezTo>
                    <a:cubicBezTo>
                      <a:pt x="0" y="9089"/>
                      <a:pt x="1881" y="13115"/>
                      <a:pt x="4984" y="15531"/>
                    </a:cubicBezTo>
                    <a:lnTo>
                      <a:pt x="13992" y="15531"/>
                    </a:lnTo>
                    <a:lnTo>
                      <a:pt x="13992" y="1100"/>
                    </a:lnTo>
                    <a:cubicBezTo>
                      <a:pt x="13003" y="482"/>
                      <a:pt x="11696" y="0"/>
                      <a:pt x="102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31"/>
              <p:cNvSpPr/>
              <p:nvPr/>
            </p:nvSpPr>
            <p:spPr>
              <a:xfrm>
                <a:off x="5509608" y="4911470"/>
                <a:ext cx="94200" cy="64975"/>
              </a:xfrm>
              <a:custGeom>
                <a:rect b="b" l="l" r="r" t="t"/>
                <a:pathLst>
                  <a:path extrusionOk="0" h="2599" w="3768">
                    <a:moveTo>
                      <a:pt x="1869" y="1"/>
                    </a:moveTo>
                    <a:cubicBezTo>
                      <a:pt x="1535" y="1"/>
                      <a:pt x="1173" y="108"/>
                      <a:pt x="805" y="368"/>
                    </a:cubicBezTo>
                    <a:cubicBezTo>
                      <a:pt x="805" y="368"/>
                      <a:pt x="1" y="981"/>
                      <a:pt x="433" y="1918"/>
                    </a:cubicBezTo>
                    <a:cubicBezTo>
                      <a:pt x="645" y="2376"/>
                      <a:pt x="1278" y="2599"/>
                      <a:pt x="1916" y="2599"/>
                    </a:cubicBezTo>
                    <a:cubicBezTo>
                      <a:pt x="2582" y="2599"/>
                      <a:pt x="3253" y="2356"/>
                      <a:pt x="3459" y="1887"/>
                    </a:cubicBezTo>
                    <a:cubicBezTo>
                      <a:pt x="3768" y="1180"/>
                      <a:pt x="2974" y="1"/>
                      <a:pt x="18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17" name="Google Shape;1417;p31"/>
            <p:cNvSpPr/>
            <p:nvPr/>
          </p:nvSpPr>
          <p:spPr>
            <a:xfrm flipH="1" rot="-5400000">
              <a:off x="7684384" y="-520131"/>
              <a:ext cx="1080761" cy="2022672"/>
            </a:xfrm>
            <a:custGeom>
              <a:rect b="b" l="l" r="r" t="t"/>
              <a:pathLst>
                <a:path extrusionOk="0" h="20205" w="10796">
                  <a:moveTo>
                    <a:pt x="1011" y="0"/>
                  </a:moveTo>
                  <a:cubicBezTo>
                    <a:pt x="612" y="0"/>
                    <a:pt x="252" y="113"/>
                    <a:pt x="0" y="221"/>
                  </a:cubicBezTo>
                  <a:lnTo>
                    <a:pt x="0" y="20205"/>
                  </a:lnTo>
                  <a:lnTo>
                    <a:pt x="10557" y="20205"/>
                  </a:lnTo>
                  <a:cubicBezTo>
                    <a:pt x="10796" y="15023"/>
                    <a:pt x="5999" y="14475"/>
                    <a:pt x="4037" y="13947"/>
                  </a:cubicBezTo>
                  <a:cubicBezTo>
                    <a:pt x="1983" y="13398"/>
                    <a:pt x="1683" y="10993"/>
                    <a:pt x="2283" y="8537"/>
                  </a:cubicBezTo>
                  <a:cubicBezTo>
                    <a:pt x="2885" y="6085"/>
                    <a:pt x="4088" y="3478"/>
                    <a:pt x="2885" y="1267"/>
                  </a:cubicBezTo>
                  <a:cubicBezTo>
                    <a:pt x="2344" y="274"/>
                    <a:pt x="1632" y="0"/>
                    <a:pt x="10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18" name="Google Shape;1418;p3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30725" y="-876298"/>
              <a:ext cx="4393354" cy="24712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419" name="Google Shape;1419;p31"/>
          <p:cNvGrpSpPr/>
          <p:nvPr/>
        </p:nvGrpSpPr>
        <p:grpSpPr>
          <a:xfrm>
            <a:off x="-262476" y="3425575"/>
            <a:ext cx="3392746" cy="1908425"/>
            <a:chOff x="-262476" y="3425575"/>
            <a:chExt cx="3392746" cy="1908425"/>
          </a:xfrm>
        </p:grpSpPr>
        <p:grpSp>
          <p:nvGrpSpPr>
            <p:cNvPr id="1420" name="Google Shape;1420;p31"/>
            <p:cNvGrpSpPr/>
            <p:nvPr/>
          </p:nvGrpSpPr>
          <p:grpSpPr>
            <a:xfrm rot="10800000">
              <a:off x="-146133" y="3463523"/>
              <a:ext cx="1807022" cy="1717916"/>
              <a:chOff x="4566375" y="4123125"/>
              <a:chExt cx="565525" cy="565625"/>
            </a:xfrm>
          </p:grpSpPr>
          <p:sp>
            <p:nvSpPr>
              <p:cNvPr id="1421" name="Google Shape;1421;p31"/>
              <p:cNvSpPr/>
              <p:nvPr/>
            </p:nvSpPr>
            <p:spPr>
              <a:xfrm>
                <a:off x="4566375" y="4123125"/>
                <a:ext cx="565525" cy="565625"/>
              </a:xfrm>
              <a:custGeom>
                <a:rect b="b" l="l" r="r" t="t"/>
                <a:pathLst>
                  <a:path extrusionOk="0" h="22625" w="22621">
                    <a:moveTo>
                      <a:pt x="0" y="1"/>
                    </a:moveTo>
                    <a:lnTo>
                      <a:pt x="0" y="5911"/>
                    </a:lnTo>
                    <a:cubicBezTo>
                      <a:pt x="511" y="8092"/>
                      <a:pt x="1547" y="10275"/>
                      <a:pt x="3540" y="11314"/>
                    </a:cubicBezTo>
                    <a:cubicBezTo>
                      <a:pt x="6922" y="13074"/>
                      <a:pt x="8863" y="13333"/>
                      <a:pt x="10258" y="13333"/>
                    </a:cubicBezTo>
                    <a:cubicBezTo>
                      <a:pt x="10645" y="13333"/>
                      <a:pt x="10989" y="13313"/>
                      <a:pt x="11311" y="13300"/>
                    </a:cubicBezTo>
                    <a:cubicBezTo>
                      <a:pt x="11443" y="13295"/>
                      <a:pt x="11572" y="13292"/>
                      <a:pt x="11699" y="13292"/>
                    </a:cubicBezTo>
                    <a:cubicBezTo>
                      <a:pt x="19177" y="13292"/>
                      <a:pt x="18328" y="22209"/>
                      <a:pt x="21544" y="22625"/>
                    </a:cubicBezTo>
                    <a:lnTo>
                      <a:pt x="22621" y="22625"/>
                    </a:lnTo>
                    <a:lnTo>
                      <a:pt x="2262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1"/>
              <p:cNvSpPr/>
              <p:nvPr/>
            </p:nvSpPr>
            <p:spPr>
              <a:xfrm>
                <a:off x="4575400" y="4123125"/>
                <a:ext cx="556500" cy="428500"/>
              </a:xfrm>
              <a:custGeom>
                <a:rect b="b" l="l" r="r" t="t"/>
                <a:pathLst>
                  <a:path extrusionOk="0" h="17140" w="22260">
                    <a:moveTo>
                      <a:pt x="982" y="1"/>
                    </a:moveTo>
                    <a:cubicBezTo>
                      <a:pt x="498" y="2099"/>
                      <a:pt x="1" y="6644"/>
                      <a:pt x="4004" y="8776"/>
                    </a:cubicBezTo>
                    <a:cubicBezTo>
                      <a:pt x="9307" y="11607"/>
                      <a:pt x="14728" y="9249"/>
                      <a:pt x="16376" y="12609"/>
                    </a:cubicBezTo>
                    <a:cubicBezTo>
                      <a:pt x="17722" y="15343"/>
                      <a:pt x="19573" y="17139"/>
                      <a:pt x="21583" y="17139"/>
                    </a:cubicBezTo>
                    <a:cubicBezTo>
                      <a:pt x="21807" y="17139"/>
                      <a:pt x="22033" y="17117"/>
                      <a:pt x="22260" y="17071"/>
                    </a:cubicBezTo>
                    <a:lnTo>
                      <a:pt x="2226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1"/>
              <p:cNvSpPr/>
              <p:nvPr/>
            </p:nvSpPr>
            <p:spPr>
              <a:xfrm>
                <a:off x="4932850" y="4123125"/>
                <a:ext cx="194025" cy="75100"/>
              </a:xfrm>
              <a:custGeom>
                <a:rect b="b" l="l" r="r" t="t"/>
                <a:pathLst>
                  <a:path extrusionOk="0" h="3004" w="7761">
                    <a:moveTo>
                      <a:pt x="324" y="1"/>
                    </a:moveTo>
                    <a:cubicBezTo>
                      <a:pt x="151" y="300"/>
                      <a:pt x="1" y="798"/>
                      <a:pt x="239" y="1489"/>
                    </a:cubicBezTo>
                    <a:cubicBezTo>
                      <a:pt x="536" y="2352"/>
                      <a:pt x="1622" y="3004"/>
                      <a:pt x="2776" y="3004"/>
                    </a:cubicBezTo>
                    <a:cubicBezTo>
                      <a:pt x="3239" y="3004"/>
                      <a:pt x="3712" y="2899"/>
                      <a:pt x="4150" y="2661"/>
                    </a:cubicBezTo>
                    <a:cubicBezTo>
                      <a:pt x="5676" y="1826"/>
                      <a:pt x="6292" y="1210"/>
                      <a:pt x="6947" y="1012"/>
                    </a:cubicBezTo>
                    <a:cubicBezTo>
                      <a:pt x="7359" y="886"/>
                      <a:pt x="7761" y="402"/>
                      <a:pt x="74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1"/>
              <p:cNvSpPr/>
              <p:nvPr/>
            </p:nvSpPr>
            <p:spPr>
              <a:xfrm>
                <a:off x="4836025" y="4582925"/>
                <a:ext cx="124500" cy="87550"/>
              </a:xfrm>
              <a:custGeom>
                <a:rect b="b" l="l" r="r" t="t"/>
                <a:pathLst>
                  <a:path extrusionOk="0" h="3502" w="4980">
                    <a:moveTo>
                      <a:pt x="2355" y="0"/>
                    </a:moveTo>
                    <a:cubicBezTo>
                      <a:pt x="1993" y="0"/>
                      <a:pt x="1597" y="92"/>
                      <a:pt x="1179" y="304"/>
                    </a:cubicBezTo>
                    <a:cubicBezTo>
                      <a:pt x="1179" y="304"/>
                      <a:pt x="0" y="965"/>
                      <a:pt x="395" y="2283"/>
                    </a:cubicBezTo>
                    <a:cubicBezTo>
                      <a:pt x="626" y="3060"/>
                      <a:pt x="1728" y="3502"/>
                      <a:pt x="2740" y="3502"/>
                    </a:cubicBezTo>
                    <a:cubicBezTo>
                      <a:pt x="3447" y="3502"/>
                      <a:pt x="4110" y="3286"/>
                      <a:pt x="4401" y="2818"/>
                    </a:cubicBezTo>
                    <a:cubicBezTo>
                      <a:pt x="4980" y="1883"/>
                      <a:pt x="4003" y="0"/>
                      <a:pt x="23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425" name="Google Shape;1425;p3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262476" y="3425575"/>
              <a:ext cx="3392746" cy="19084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ONLY_1_1">
    <p:bg>
      <p:bgPr>
        <a:solidFill>
          <a:srgbClr val="FFFFFF"/>
        </a:solidFill>
      </p:bgPr>
    </p:bg>
    <p:spTree>
      <p:nvGrpSpPr>
        <p:cNvPr id="1426" name="Shape 1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" name="Google Shape;1427;p32"/>
          <p:cNvSpPr txBox="1"/>
          <p:nvPr>
            <p:ph type="title"/>
          </p:nvPr>
        </p:nvSpPr>
        <p:spPr>
          <a:xfrm>
            <a:off x="914400" y="50248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428" name="Google Shape;1428;p32"/>
          <p:cNvSpPr/>
          <p:nvPr/>
        </p:nvSpPr>
        <p:spPr>
          <a:xfrm rot="9432608">
            <a:off x="7960777" y="-398872"/>
            <a:ext cx="938669" cy="1081190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" name="Google Shape;1429;p32"/>
          <p:cNvSpPr/>
          <p:nvPr/>
        </p:nvSpPr>
        <p:spPr>
          <a:xfrm rot="9432653">
            <a:off x="7848993" y="-97641"/>
            <a:ext cx="2075495" cy="1081190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0" name="Google Shape;1430;p32"/>
          <p:cNvGrpSpPr/>
          <p:nvPr/>
        </p:nvGrpSpPr>
        <p:grpSpPr>
          <a:xfrm>
            <a:off x="6529813" y="3757661"/>
            <a:ext cx="3264035" cy="1583051"/>
            <a:chOff x="6529813" y="3757661"/>
            <a:chExt cx="3264035" cy="1583051"/>
          </a:xfrm>
        </p:grpSpPr>
        <p:sp>
          <p:nvSpPr>
            <p:cNvPr id="1431" name="Google Shape;1431;p32"/>
            <p:cNvSpPr/>
            <p:nvPr/>
          </p:nvSpPr>
          <p:spPr>
            <a:xfrm rot="9432676">
              <a:off x="8129941" y="4008591"/>
              <a:ext cx="1513587" cy="1081190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2" name="Google Shape;1432;p32"/>
            <p:cNvGrpSpPr/>
            <p:nvPr/>
          </p:nvGrpSpPr>
          <p:grpSpPr>
            <a:xfrm>
              <a:off x="6529813" y="4336457"/>
              <a:ext cx="2878771" cy="827500"/>
              <a:chOff x="3098100" y="3849750"/>
              <a:chExt cx="940775" cy="270425"/>
            </a:xfrm>
          </p:grpSpPr>
          <p:sp>
            <p:nvSpPr>
              <p:cNvPr id="1433" name="Google Shape;1433;p32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2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5" name="Google Shape;1435;p32"/>
          <p:cNvGrpSpPr/>
          <p:nvPr/>
        </p:nvGrpSpPr>
        <p:grpSpPr>
          <a:xfrm>
            <a:off x="-1028710" y="3879719"/>
            <a:ext cx="2293560" cy="1480066"/>
            <a:chOff x="-1028710" y="3879719"/>
            <a:chExt cx="2293560" cy="1480066"/>
          </a:xfrm>
        </p:grpSpPr>
        <p:sp>
          <p:nvSpPr>
            <p:cNvPr id="1436" name="Google Shape;1436;p32"/>
            <p:cNvSpPr/>
            <p:nvPr/>
          </p:nvSpPr>
          <p:spPr>
            <a:xfrm rot="9432704">
              <a:off x="-384173" y="4028063"/>
              <a:ext cx="1004493" cy="118337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2"/>
            <p:cNvSpPr/>
            <p:nvPr/>
          </p:nvSpPr>
          <p:spPr>
            <a:xfrm flipH="1">
              <a:off x="-1028710" y="4433100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8" name="Google Shape;1438;p32"/>
          <p:cNvSpPr txBox="1"/>
          <p:nvPr>
            <p:ph hasCustomPrompt="1" idx="2" type="title"/>
          </p:nvPr>
        </p:nvSpPr>
        <p:spPr>
          <a:xfrm>
            <a:off x="2700408" y="1638393"/>
            <a:ext cx="188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39" name="Google Shape;1439;p32"/>
          <p:cNvSpPr txBox="1"/>
          <p:nvPr>
            <p:ph hasCustomPrompt="1" idx="3" type="title"/>
          </p:nvPr>
        </p:nvSpPr>
        <p:spPr>
          <a:xfrm>
            <a:off x="922135" y="1638393"/>
            <a:ext cx="177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40" name="Google Shape;1440;p32"/>
          <p:cNvSpPr txBox="1"/>
          <p:nvPr>
            <p:ph hasCustomPrompt="1" idx="4" type="title"/>
          </p:nvPr>
        </p:nvSpPr>
        <p:spPr>
          <a:xfrm>
            <a:off x="6441309" y="1638394"/>
            <a:ext cx="1799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41" name="Google Shape;1441;p32"/>
          <p:cNvSpPr txBox="1"/>
          <p:nvPr>
            <p:ph hasCustomPrompt="1" idx="5" type="title"/>
          </p:nvPr>
        </p:nvSpPr>
        <p:spPr>
          <a:xfrm>
            <a:off x="4575208" y="1638393"/>
            <a:ext cx="184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42" name="Google Shape;1442;p32"/>
          <p:cNvSpPr txBox="1"/>
          <p:nvPr>
            <p:ph idx="1" type="subTitle"/>
          </p:nvPr>
        </p:nvSpPr>
        <p:spPr>
          <a:xfrm>
            <a:off x="896185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3" name="Google Shape;1443;p32"/>
          <p:cNvSpPr txBox="1"/>
          <p:nvPr>
            <p:ph idx="6" type="subTitle"/>
          </p:nvPr>
        </p:nvSpPr>
        <p:spPr>
          <a:xfrm>
            <a:off x="2739609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4" name="Google Shape;1444;p32"/>
          <p:cNvSpPr txBox="1"/>
          <p:nvPr>
            <p:ph idx="7" type="subTitle"/>
          </p:nvPr>
        </p:nvSpPr>
        <p:spPr>
          <a:xfrm>
            <a:off x="4583034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5" name="Google Shape;1445;p32"/>
          <p:cNvSpPr txBox="1"/>
          <p:nvPr>
            <p:ph idx="8" type="subTitle"/>
          </p:nvPr>
        </p:nvSpPr>
        <p:spPr>
          <a:xfrm>
            <a:off x="6426459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6" name="Google Shape;1446;p32"/>
          <p:cNvSpPr txBox="1"/>
          <p:nvPr>
            <p:ph idx="9" type="subTitle"/>
          </p:nvPr>
        </p:nvSpPr>
        <p:spPr>
          <a:xfrm>
            <a:off x="941935" y="2910668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47" name="Google Shape;1447;p32"/>
          <p:cNvSpPr txBox="1"/>
          <p:nvPr>
            <p:ph idx="13" type="subTitle"/>
          </p:nvPr>
        </p:nvSpPr>
        <p:spPr>
          <a:xfrm>
            <a:off x="2785359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48" name="Google Shape;1448;p32"/>
          <p:cNvSpPr txBox="1"/>
          <p:nvPr>
            <p:ph idx="14" type="subTitle"/>
          </p:nvPr>
        </p:nvSpPr>
        <p:spPr>
          <a:xfrm>
            <a:off x="4628784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49" name="Google Shape;1449;p32"/>
          <p:cNvSpPr txBox="1"/>
          <p:nvPr>
            <p:ph idx="15" type="subTitle"/>
          </p:nvPr>
        </p:nvSpPr>
        <p:spPr>
          <a:xfrm>
            <a:off x="6472209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pic>
        <p:nvPicPr>
          <p:cNvPr id="1450" name="Google Shape;1450;p3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421050" y="-317876"/>
            <a:ext cx="1964802" cy="15084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2">
  <p:cSld name="ONE_COLUMN_TEXT_2_2">
    <p:spTree>
      <p:nvGrpSpPr>
        <p:cNvPr id="1451" name="Shape 1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" name="Google Shape;1452;p33"/>
          <p:cNvSpPr txBox="1"/>
          <p:nvPr>
            <p:ph type="title"/>
          </p:nvPr>
        </p:nvSpPr>
        <p:spPr>
          <a:xfrm>
            <a:off x="4579962" y="1665460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53" name="Google Shape;1453;p33"/>
          <p:cNvSpPr txBox="1"/>
          <p:nvPr>
            <p:ph idx="1" type="subTitle"/>
          </p:nvPr>
        </p:nvSpPr>
        <p:spPr>
          <a:xfrm>
            <a:off x="4572000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454" name="Google Shape;1454;p33"/>
          <p:cNvGrpSpPr/>
          <p:nvPr/>
        </p:nvGrpSpPr>
        <p:grpSpPr>
          <a:xfrm>
            <a:off x="6912145" y="4433249"/>
            <a:ext cx="4477807" cy="839588"/>
            <a:chOff x="3098100" y="3849750"/>
            <a:chExt cx="940775" cy="270425"/>
          </a:xfrm>
        </p:grpSpPr>
        <p:sp>
          <p:nvSpPr>
            <p:cNvPr id="1455" name="Google Shape;1455;p33"/>
            <p:cNvSpPr/>
            <p:nvPr/>
          </p:nvSpPr>
          <p:spPr>
            <a:xfrm>
              <a:off x="3304800" y="3882975"/>
              <a:ext cx="665525" cy="237200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3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3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" name="Google Shape;1458;p33"/>
          <p:cNvGrpSpPr/>
          <p:nvPr/>
        </p:nvGrpSpPr>
        <p:grpSpPr>
          <a:xfrm>
            <a:off x="-731964" y="-152400"/>
            <a:ext cx="4770701" cy="5600699"/>
            <a:chOff x="-731964" y="-152400"/>
            <a:chExt cx="4770701" cy="5600699"/>
          </a:xfrm>
        </p:grpSpPr>
        <p:sp>
          <p:nvSpPr>
            <p:cNvPr id="1459" name="Google Shape;1459;p33"/>
            <p:cNvSpPr/>
            <p:nvPr/>
          </p:nvSpPr>
          <p:spPr>
            <a:xfrm rot="10800000">
              <a:off x="-731964" y="433244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38" y="3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3"/>
            <p:cNvSpPr/>
            <p:nvPr/>
          </p:nvSpPr>
          <p:spPr>
            <a:xfrm rot="10800000">
              <a:off x="-729152" y="4335697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1" name="Google Shape;1461;p33"/>
            <p:cNvGrpSpPr/>
            <p:nvPr/>
          </p:nvGrpSpPr>
          <p:grpSpPr>
            <a:xfrm flipH="1">
              <a:off x="-597508" y="-49993"/>
              <a:ext cx="4636245" cy="5256773"/>
              <a:chOff x="3268325" y="3013975"/>
              <a:chExt cx="1443800" cy="1106200"/>
            </a:xfrm>
          </p:grpSpPr>
          <p:sp>
            <p:nvSpPr>
              <p:cNvPr id="1462" name="Google Shape;1462;p33"/>
              <p:cNvSpPr/>
              <p:nvPr/>
            </p:nvSpPr>
            <p:spPr>
              <a:xfrm>
                <a:off x="3268325" y="3013975"/>
                <a:ext cx="274950" cy="149575"/>
              </a:xfrm>
              <a:custGeom>
                <a:rect b="b" l="l" r="r" t="t"/>
                <a:pathLst>
                  <a:path extrusionOk="0" h="5983" w="10998">
                    <a:moveTo>
                      <a:pt x="1" y="1"/>
                    </a:moveTo>
                    <a:cubicBezTo>
                      <a:pt x="1367" y="1752"/>
                      <a:pt x="2900" y="3353"/>
                      <a:pt x="4795" y="4495"/>
                    </a:cubicBezTo>
                    <a:cubicBezTo>
                      <a:pt x="6348" y="5429"/>
                      <a:pt x="8202" y="5983"/>
                      <a:pt x="10007" y="5983"/>
                    </a:cubicBezTo>
                    <a:cubicBezTo>
                      <a:pt x="10340" y="5983"/>
                      <a:pt x="10671" y="5964"/>
                      <a:pt x="10998" y="5925"/>
                    </a:cubicBezTo>
                    <a:cubicBezTo>
                      <a:pt x="10617" y="3974"/>
                      <a:pt x="10586" y="1960"/>
                      <a:pt x="109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3"/>
              <p:cNvSpPr/>
              <p:nvPr/>
            </p:nvSpPr>
            <p:spPr>
              <a:xfrm>
                <a:off x="3543250" y="3013975"/>
                <a:ext cx="893200" cy="1018300"/>
              </a:xfrm>
              <a:custGeom>
                <a:rect b="b" l="l" r="r" t="t"/>
                <a:pathLst>
                  <a:path extrusionOk="0" h="40732" w="35728">
                    <a:moveTo>
                      <a:pt x="18820" y="1"/>
                    </a:moveTo>
                    <a:cubicBezTo>
                      <a:pt x="19109" y="1207"/>
                      <a:pt x="19249" y="2430"/>
                      <a:pt x="19000" y="3636"/>
                    </a:cubicBezTo>
                    <a:cubicBezTo>
                      <a:pt x="18629" y="5447"/>
                      <a:pt x="17036" y="7130"/>
                      <a:pt x="15257" y="7130"/>
                    </a:cubicBezTo>
                    <a:cubicBezTo>
                      <a:pt x="15061" y="7130"/>
                      <a:pt x="14863" y="7110"/>
                      <a:pt x="14664" y="7067"/>
                    </a:cubicBezTo>
                    <a:cubicBezTo>
                      <a:pt x="13233" y="6760"/>
                      <a:pt x="12265" y="5466"/>
                      <a:pt x="11373" y="4304"/>
                    </a:cubicBezTo>
                    <a:cubicBezTo>
                      <a:pt x="10483" y="3139"/>
                      <a:pt x="9353" y="1922"/>
                      <a:pt x="7887" y="1886"/>
                    </a:cubicBezTo>
                    <a:cubicBezTo>
                      <a:pt x="7863" y="1885"/>
                      <a:pt x="7839" y="1885"/>
                      <a:pt x="7814" y="1885"/>
                    </a:cubicBezTo>
                    <a:cubicBezTo>
                      <a:pt x="5997" y="1885"/>
                      <a:pt x="4737" y="3650"/>
                      <a:pt x="3248" y="4713"/>
                    </a:cubicBezTo>
                    <a:cubicBezTo>
                      <a:pt x="2280" y="5405"/>
                      <a:pt x="1163" y="5790"/>
                      <a:pt x="1" y="5925"/>
                    </a:cubicBezTo>
                    <a:cubicBezTo>
                      <a:pt x="944" y="10790"/>
                      <a:pt x="4021" y="15270"/>
                      <a:pt x="8412" y="17604"/>
                    </a:cubicBezTo>
                    <a:cubicBezTo>
                      <a:pt x="10555" y="18738"/>
                      <a:pt x="12922" y="19389"/>
                      <a:pt x="15103" y="20449"/>
                    </a:cubicBezTo>
                    <a:cubicBezTo>
                      <a:pt x="17287" y="21508"/>
                      <a:pt x="19372" y="23106"/>
                      <a:pt x="20192" y="25384"/>
                    </a:cubicBezTo>
                    <a:cubicBezTo>
                      <a:pt x="21279" y="28400"/>
                      <a:pt x="19923" y="31871"/>
                      <a:pt x="20959" y="34903"/>
                    </a:cubicBezTo>
                    <a:cubicBezTo>
                      <a:pt x="21790" y="37345"/>
                      <a:pt x="24038" y="39046"/>
                      <a:pt x="26392" y="40098"/>
                    </a:cubicBezTo>
                    <a:cubicBezTo>
                      <a:pt x="26928" y="40337"/>
                      <a:pt x="27476" y="40548"/>
                      <a:pt x="28032" y="40732"/>
                    </a:cubicBezTo>
                    <a:cubicBezTo>
                      <a:pt x="29081" y="39274"/>
                      <a:pt x="30382" y="38007"/>
                      <a:pt x="31598" y="36678"/>
                    </a:cubicBezTo>
                    <a:cubicBezTo>
                      <a:pt x="32974" y="35172"/>
                      <a:pt x="34273" y="33520"/>
                      <a:pt x="34875" y="31575"/>
                    </a:cubicBezTo>
                    <a:cubicBezTo>
                      <a:pt x="35727" y="28822"/>
                      <a:pt x="35073" y="25810"/>
                      <a:pt x="33942" y="23160"/>
                    </a:cubicBezTo>
                    <a:cubicBezTo>
                      <a:pt x="32811" y="20510"/>
                      <a:pt x="31213" y="18081"/>
                      <a:pt x="30062" y="15441"/>
                    </a:cubicBezTo>
                    <a:cubicBezTo>
                      <a:pt x="28907" y="12797"/>
                      <a:pt x="28208" y="9806"/>
                      <a:pt x="28996" y="7032"/>
                    </a:cubicBezTo>
                    <a:cubicBezTo>
                      <a:pt x="29905" y="3827"/>
                      <a:pt x="32617" y="1518"/>
                      <a:pt x="35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3"/>
              <p:cNvSpPr/>
              <p:nvPr/>
            </p:nvSpPr>
            <p:spPr>
              <a:xfrm>
                <a:off x="3532950" y="3013975"/>
                <a:ext cx="491525" cy="178275"/>
              </a:xfrm>
              <a:custGeom>
                <a:rect b="b" l="l" r="r" t="t"/>
                <a:pathLst>
                  <a:path extrusionOk="0" h="7131" w="19661">
                    <a:moveTo>
                      <a:pt x="362" y="1"/>
                    </a:moveTo>
                    <a:cubicBezTo>
                      <a:pt x="1" y="1960"/>
                      <a:pt x="32" y="3974"/>
                      <a:pt x="413" y="5925"/>
                    </a:cubicBezTo>
                    <a:cubicBezTo>
                      <a:pt x="1575" y="5790"/>
                      <a:pt x="2692" y="5405"/>
                      <a:pt x="3660" y="4713"/>
                    </a:cubicBezTo>
                    <a:cubicBezTo>
                      <a:pt x="5149" y="3650"/>
                      <a:pt x="6409" y="1885"/>
                      <a:pt x="8226" y="1885"/>
                    </a:cubicBezTo>
                    <a:cubicBezTo>
                      <a:pt x="8251" y="1885"/>
                      <a:pt x="8275" y="1885"/>
                      <a:pt x="8299" y="1886"/>
                    </a:cubicBezTo>
                    <a:cubicBezTo>
                      <a:pt x="9765" y="1922"/>
                      <a:pt x="10895" y="3139"/>
                      <a:pt x="11785" y="4304"/>
                    </a:cubicBezTo>
                    <a:cubicBezTo>
                      <a:pt x="12677" y="5466"/>
                      <a:pt x="13645" y="6760"/>
                      <a:pt x="15076" y="7067"/>
                    </a:cubicBezTo>
                    <a:cubicBezTo>
                      <a:pt x="15275" y="7110"/>
                      <a:pt x="15473" y="7130"/>
                      <a:pt x="15669" y="7130"/>
                    </a:cubicBezTo>
                    <a:cubicBezTo>
                      <a:pt x="17448" y="7130"/>
                      <a:pt x="19041" y="5447"/>
                      <a:pt x="19412" y="3636"/>
                    </a:cubicBezTo>
                    <a:cubicBezTo>
                      <a:pt x="19661" y="2430"/>
                      <a:pt x="19521" y="1207"/>
                      <a:pt x="19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3"/>
              <p:cNvSpPr/>
              <p:nvPr/>
            </p:nvSpPr>
            <p:spPr>
              <a:xfrm>
                <a:off x="4244025" y="3013975"/>
                <a:ext cx="468100" cy="1042100"/>
              </a:xfrm>
              <a:custGeom>
                <a:rect b="b" l="l" r="r" t="t"/>
                <a:pathLst>
                  <a:path extrusionOk="0" h="41684" w="18724">
                    <a:moveTo>
                      <a:pt x="7614" y="1"/>
                    </a:moveTo>
                    <a:cubicBezTo>
                      <a:pt x="4586" y="1518"/>
                      <a:pt x="1874" y="3827"/>
                      <a:pt x="965" y="7032"/>
                    </a:cubicBezTo>
                    <a:cubicBezTo>
                      <a:pt x="177" y="9806"/>
                      <a:pt x="876" y="12797"/>
                      <a:pt x="2031" y="15441"/>
                    </a:cubicBezTo>
                    <a:cubicBezTo>
                      <a:pt x="3182" y="18081"/>
                      <a:pt x="4780" y="20510"/>
                      <a:pt x="5911" y="23160"/>
                    </a:cubicBezTo>
                    <a:cubicBezTo>
                      <a:pt x="7042" y="25810"/>
                      <a:pt x="7696" y="28822"/>
                      <a:pt x="6844" y="31575"/>
                    </a:cubicBezTo>
                    <a:cubicBezTo>
                      <a:pt x="6242" y="33520"/>
                      <a:pt x="4943" y="35172"/>
                      <a:pt x="3567" y="36678"/>
                    </a:cubicBezTo>
                    <a:cubicBezTo>
                      <a:pt x="2351" y="38007"/>
                      <a:pt x="1050" y="39274"/>
                      <a:pt x="1" y="40732"/>
                    </a:cubicBezTo>
                    <a:cubicBezTo>
                      <a:pt x="1909" y="41367"/>
                      <a:pt x="3922" y="41683"/>
                      <a:pt x="5935" y="41683"/>
                    </a:cubicBezTo>
                    <a:cubicBezTo>
                      <a:pt x="9028" y="41683"/>
                      <a:pt x="12122" y="40937"/>
                      <a:pt x="14840" y="39458"/>
                    </a:cubicBezTo>
                    <a:cubicBezTo>
                      <a:pt x="16257" y="38688"/>
                      <a:pt x="17562" y="37727"/>
                      <a:pt x="18724" y="36614"/>
                    </a:cubicBezTo>
                    <a:lnTo>
                      <a:pt x="1872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3"/>
              <p:cNvSpPr/>
              <p:nvPr/>
            </p:nvSpPr>
            <p:spPr>
              <a:xfrm>
                <a:off x="4201350" y="3929300"/>
                <a:ext cx="510775" cy="190875"/>
              </a:xfrm>
              <a:custGeom>
                <a:rect b="b" l="l" r="r" t="t"/>
                <a:pathLst>
                  <a:path extrusionOk="0" h="7635" w="20431">
                    <a:moveTo>
                      <a:pt x="20431" y="1"/>
                    </a:moveTo>
                    <a:cubicBezTo>
                      <a:pt x="19269" y="1114"/>
                      <a:pt x="17964" y="2075"/>
                      <a:pt x="16547" y="2845"/>
                    </a:cubicBezTo>
                    <a:cubicBezTo>
                      <a:pt x="13829" y="4324"/>
                      <a:pt x="10735" y="5070"/>
                      <a:pt x="7642" y="5070"/>
                    </a:cubicBezTo>
                    <a:cubicBezTo>
                      <a:pt x="5629" y="5070"/>
                      <a:pt x="3616" y="4754"/>
                      <a:pt x="1708" y="4119"/>
                    </a:cubicBezTo>
                    <a:cubicBezTo>
                      <a:pt x="1568" y="4309"/>
                      <a:pt x="1435" y="4504"/>
                      <a:pt x="1305" y="4705"/>
                    </a:cubicBezTo>
                    <a:cubicBezTo>
                      <a:pt x="727" y="5601"/>
                      <a:pt x="260" y="6599"/>
                      <a:pt x="1" y="7635"/>
                    </a:cubicBezTo>
                    <a:lnTo>
                      <a:pt x="20431" y="7635"/>
                    </a:lnTo>
                    <a:lnTo>
                      <a:pt x="204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33"/>
              <p:cNvSpPr/>
              <p:nvPr/>
            </p:nvSpPr>
            <p:spPr>
              <a:xfrm>
                <a:off x="4057600" y="3658800"/>
                <a:ext cx="265050" cy="295800"/>
              </a:xfrm>
              <a:custGeom>
                <a:rect b="b" l="l" r="r" t="t"/>
                <a:pathLst>
                  <a:path extrusionOk="0" h="11832" w="10602">
                    <a:moveTo>
                      <a:pt x="5461" y="0"/>
                    </a:moveTo>
                    <a:cubicBezTo>
                      <a:pt x="2371" y="0"/>
                      <a:pt x="0" y="5907"/>
                      <a:pt x="1788" y="9382"/>
                    </a:cubicBezTo>
                    <a:cubicBezTo>
                      <a:pt x="2675" y="11107"/>
                      <a:pt x="4340" y="11832"/>
                      <a:pt x="5925" y="11832"/>
                    </a:cubicBezTo>
                    <a:cubicBezTo>
                      <a:pt x="7628" y="11832"/>
                      <a:pt x="9239" y="10997"/>
                      <a:pt x="9702" y="9655"/>
                    </a:cubicBezTo>
                    <a:cubicBezTo>
                      <a:pt x="10601" y="7063"/>
                      <a:pt x="9546" y="412"/>
                      <a:pt x="5713" y="14"/>
                    </a:cubicBezTo>
                    <a:cubicBezTo>
                      <a:pt x="5628" y="4"/>
                      <a:pt x="5546" y="0"/>
                      <a:pt x="54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468" name="Google Shape;1468;p33"/>
            <p:cNvPicPr preferRelativeResize="0"/>
            <p:nvPr/>
          </p:nvPicPr>
          <p:blipFill rotWithShape="1">
            <a:blip r:embed="rId2">
              <a:alphaModFix/>
            </a:blip>
            <a:srcRect b="0" l="0" r="41660" t="0"/>
            <a:stretch/>
          </p:blipFill>
          <p:spPr>
            <a:xfrm>
              <a:off x="-627150" y="-152400"/>
              <a:ext cx="2884579" cy="278130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69" name="Google Shape;1469;p33"/>
            <p:cNvPicPr preferRelativeResize="0"/>
            <p:nvPr/>
          </p:nvPicPr>
          <p:blipFill rotWithShape="1">
            <a:blip r:embed="rId3">
              <a:alphaModFix/>
            </a:blip>
            <a:srcRect b="0" l="49480" r="0" t="0"/>
            <a:stretch/>
          </p:blipFill>
          <p:spPr>
            <a:xfrm>
              <a:off x="-587773" y="3690950"/>
              <a:ext cx="1578374" cy="175734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3">
  <p:cSld name="ONE_COLUMN_TEXT_2_1_1">
    <p:spTree>
      <p:nvGrpSpPr>
        <p:cNvPr id="1470" name="Shape 1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" name="Google Shape;1471;p34"/>
          <p:cNvSpPr txBox="1"/>
          <p:nvPr>
            <p:ph type="title"/>
          </p:nvPr>
        </p:nvSpPr>
        <p:spPr>
          <a:xfrm>
            <a:off x="909458" y="1664014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72" name="Google Shape;1472;p34"/>
          <p:cNvSpPr txBox="1"/>
          <p:nvPr>
            <p:ph idx="1" type="subTitle"/>
          </p:nvPr>
        </p:nvSpPr>
        <p:spPr>
          <a:xfrm>
            <a:off x="909138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473" name="Google Shape;1473;p34"/>
          <p:cNvGrpSpPr/>
          <p:nvPr/>
        </p:nvGrpSpPr>
        <p:grpSpPr>
          <a:xfrm>
            <a:off x="-2255105" y="4433249"/>
            <a:ext cx="4477807" cy="839588"/>
            <a:chOff x="3098100" y="3849750"/>
            <a:chExt cx="940775" cy="270425"/>
          </a:xfrm>
        </p:grpSpPr>
        <p:sp>
          <p:nvSpPr>
            <p:cNvPr id="1474" name="Google Shape;1474;p34"/>
            <p:cNvSpPr/>
            <p:nvPr/>
          </p:nvSpPr>
          <p:spPr>
            <a:xfrm>
              <a:off x="3304800" y="3882975"/>
              <a:ext cx="665525" cy="237200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4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4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" name="Google Shape;1477;p34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1478" name="Google Shape;1478;p34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1479" name="Google Shape;1479;p34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34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34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482" name="Google Shape;1482;p3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83" name="Google Shape;1483;p3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APTION_ONLY_1">
    <p:bg>
      <p:bgPr>
        <a:noFill/>
      </p:bgPr>
    </p:bg>
    <p:spTree>
      <p:nvGrpSpPr>
        <p:cNvPr id="1484" name="Shape 1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Google Shape;1485;p35"/>
          <p:cNvSpPr/>
          <p:nvPr/>
        </p:nvSpPr>
        <p:spPr>
          <a:xfrm>
            <a:off x="0" y="-94075"/>
            <a:ext cx="5010300" cy="5284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" name="Google Shape;1486;p35"/>
          <p:cNvSpPr txBox="1"/>
          <p:nvPr>
            <p:ph type="title"/>
          </p:nvPr>
        </p:nvSpPr>
        <p:spPr>
          <a:xfrm>
            <a:off x="914400" y="989590"/>
            <a:ext cx="2743200" cy="15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87" name="Google Shape;1487;p35"/>
          <p:cNvSpPr txBox="1"/>
          <p:nvPr>
            <p:ph idx="1" type="subTitle"/>
          </p:nvPr>
        </p:nvSpPr>
        <p:spPr>
          <a:xfrm>
            <a:off x="914400" y="2602412"/>
            <a:ext cx="3657600" cy="186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1488" name="Google Shape;1488;p35"/>
          <p:cNvGrpSpPr/>
          <p:nvPr/>
        </p:nvGrpSpPr>
        <p:grpSpPr>
          <a:xfrm>
            <a:off x="-665807" y="3431744"/>
            <a:ext cx="2280393" cy="2280580"/>
            <a:chOff x="-665807" y="3431744"/>
            <a:chExt cx="2280393" cy="2280580"/>
          </a:xfrm>
        </p:grpSpPr>
        <p:sp>
          <p:nvSpPr>
            <p:cNvPr id="1489" name="Google Shape;1489;p35"/>
            <p:cNvSpPr/>
            <p:nvPr/>
          </p:nvSpPr>
          <p:spPr>
            <a:xfrm flipH="1" rot="6847533">
              <a:off x="-356027" y="4216323"/>
              <a:ext cx="1115230" cy="140137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90" name="Google Shape;1490;p35"/>
            <p:cNvGrpSpPr/>
            <p:nvPr/>
          </p:nvGrpSpPr>
          <p:grpSpPr>
            <a:xfrm rot="-5400000">
              <a:off x="-171875" y="3453684"/>
              <a:ext cx="1808401" cy="1764522"/>
              <a:chOff x="2024475" y="4433550"/>
              <a:chExt cx="623350" cy="608225"/>
            </a:xfrm>
          </p:grpSpPr>
          <p:sp>
            <p:nvSpPr>
              <p:cNvPr id="1491" name="Google Shape;1491;p35"/>
              <p:cNvSpPr/>
              <p:nvPr/>
            </p:nvSpPr>
            <p:spPr>
              <a:xfrm>
                <a:off x="2637250" y="4451875"/>
                <a:ext cx="7875" cy="4200"/>
              </a:xfrm>
              <a:custGeom>
                <a:rect b="b" l="l" r="r" t="t"/>
                <a:pathLst>
                  <a:path extrusionOk="0" h="168" w="315">
                    <a:moveTo>
                      <a:pt x="0" y="1"/>
                    </a:moveTo>
                    <a:lnTo>
                      <a:pt x="0" y="1"/>
                    </a:lnTo>
                    <a:cubicBezTo>
                      <a:pt x="24" y="96"/>
                      <a:pt x="106" y="167"/>
                      <a:pt x="208" y="167"/>
                    </a:cubicBezTo>
                    <a:cubicBezTo>
                      <a:pt x="246" y="167"/>
                      <a:pt x="283" y="154"/>
                      <a:pt x="314" y="137"/>
                    </a:cubicBezTo>
                    <a:cubicBezTo>
                      <a:pt x="297" y="93"/>
                      <a:pt x="283" y="52"/>
                      <a:pt x="263" y="8"/>
                    </a:cubicBezTo>
                    <a:lnTo>
                      <a:pt x="208" y="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5"/>
              <p:cNvSpPr/>
              <p:nvPr/>
            </p:nvSpPr>
            <p:spPr>
              <a:xfrm>
                <a:off x="26190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5"/>
              <p:cNvSpPr/>
              <p:nvPr/>
            </p:nvSpPr>
            <p:spPr>
              <a:xfrm>
                <a:off x="26190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35"/>
              <p:cNvSpPr/>
              <p:nvPr/>
            </p:nvSpPr>
            <p:spPr>
              <a:xfrm>
                <a:off x="26370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5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5"/>
              <p:cNvSpPr/>
              <p:nvPr/>
            </p:nvSpPr>
            <p:spPr>
              <a:xfrm>
                <a:off x="26370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5"/>
                    </a:cubicBezTo>
                    <a:cubicBezTo>
                      <a:pt x="433" y="96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5"/>
              <p:cNvSpPr/>
              <p:nvPr/>
            </p:nvSpPr>
            <p:spPr>
              <a:xfrm>
                <a:off x="26190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5"/>
              <p:cNvSpPr/>
              <p:nvPr/>
            </p:nvSpPr>
            <p:spPr>
              <a:xfrm>
                <a:off x="2619025" y="4571375"/>
                <a:ext cx="7425" cy="8450"/>
              </a:xfrm>
              <a:custGeom>
                <a:rect b="b" l="l" r="r" t="t"/>
                <a:pathLst>
                  <a:path extrusionOk="0" h="338" w="297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263"/>
                      <a:pt x="17" y="304"/>
                      <a:pt x="42" y="338"/>
                    </a:cubicBezTo>
                    <a:cubicBezTo>
                      <a:pt x="130" y="236"/>
                      <a:pt x="215" y="126"/>
                      <a:pt x="297" y="17"/>
                    </a:cubicBezTo>
                    <a:cubicBezTo>
                      <a:pt x="273" y="7"/>
                      <a:pt x="246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35"/>
              <p:cNvSpPr/>
              <p:nvPr/>
            </p:nvSpPr>
            <p:spPr>
              <a:xfrm>
                <a:off x="2600975" y="4450775"/>
                <a:ext cx="10750" cy="5300"/>
              </a:xfrm>
              <a:custGeom>
                <a:rect b="b" l="l" r="r" t="t"/>
                <a:pathLst>
                  <a:path extrusionOk="0" h="212" w="43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20"/>
                      <a:pt x="99" y="211"/>
                      <a:pt x="218" y="211"/>
                    </a:cubicBezTo>
                    <a:cubicBezTo>
                      <a:pt x="330" y="211"/>
                      <a:pt x="419" y="123"/>
                      <a:pt x="429" y="14"/>
                    </a:cubicBezTo>
                    <a:lnTo>
                      <a:pt x="218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5"/>
              <p:cNvSpPr/>
              <p:nvPr/>
            </p:nvSpPr>
            <p:spPr>
              <a:xfrm>
                <a:off x="25830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35"/>
              <p:cNvSpPr/>
              <p:nvPr/>
            </p:nvSpPr>
            <p:spPr>
              <a:xfrm>
                <a:off x="26009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35"/>
              <p:cNvSpPr/>
              <p:nvPr/>
            </p:nvSpPr>
            <p:spPr>
              <a:xfrm>
                <a:off x="25830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35"/>
              <p:cNvSpPr/>
              <p:nvPr/>
            </p:nvSpPr>
            <p:spPr>
              <a:xfrm>
                <a:off x="25830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35"/>
              <p:cNvSpPr/>
              <p:nvPr/>
            </p:nvSpPr>
            <p:spPr>
              <a:xfrm>
                <a:off x="26009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5"/>
              <p:cNvSpPr/>
              <p:nvPr/>
            </p:nvSpPr>
            <p:spPr>
              <a:xfrm>
                <a:off x="26009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5"/>
              <p:cNvSpPr/>
              <p:nvPr/>
            </p:nvSpPr>
            <p:spPr>
              <a:xfrm>
                <a:off x="25830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35"/>
              <p:cNvSpPr/>
              <p:nvPr/>
            </p:nvSpPr>
            <p:spPr>
              <a:xfrm>
                <a:off x="2600975" y="4589425"/>
                <a:ext cx="8525" cy="7875"/>
              </a:xfrm>
              <a:custGeom>
                <a:rect b="b" l="l" r="r" t="t"/>
                <a:pathLst>
                  <a:path extrusionOk="0" h="315" w="341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253"/>
                      <a:pt x="11" y="283"/>
                      <a:pt x="28" y="314"/>
                    </a:cubicBezTo>
                    <a:cubicBezTo>
                      <a:pt x="65" y="283"/>
                      <a:pt x="102" y="250"/>
                      <a:pt x="140" y="215"/>
                    </a:cubicBezTo>
                    <a:cubicBezTo>
                      <a:pt x="167" y="195"/>
                      <a:pt x="191" y="174"/>
                      <a:pt x="218" y="151"/>
                    </a:cubicBezTo>
                    <a:cubicBezTo>
                      <a:pt x="259" y="116"/>
                      <a:pt x="300" y="82"/>
                      <a:pt x="341" y="45"/>
                    </a:cubicBezTo>
                    <a:cubicBezTo>
                      <a:pt x="307" y="17"/>
                      <a:pt x="262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35"/>
              <p:cNvSpPr/>
              <p:nvPr/>
            </p:nvSpPr>
            <p:spPr>
              <a:xfrm>
                <a:off x="2584275" y="4607650"/>
                <a:ext cx="3000" cy="1825"/>
              </a:xfrm>
              <a:custGeom>
                <a:rect b="b" l="l" r="r" t="t"/>
                <a:pathLst>
                  <a:path extrusionOk="0" h="73" w="120">
                    <a:moveTo>
                      <a:pt x="119" y="1"/>
                    </a:moveTo>
                    <a:lnTo>
                      <a:pt x="119" y="1"/>
                    </a:lnTo>
                    <a:cubicBezTo>
                      <a:pt x="72" y="11"/>
                      <a:pt x="31" y="35"/>
                      <a:pt x="1" y="72"/>
                    </a:cubicBezTo>
                    <a:cubicBezTo>
                      <a:pt x="38" y="48"/>
                      <a:pt x="83" y="24"/>
                      <a:pt x="1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5"/>
              <p:cNvSpPr/>
              <p:nvPr/>
            </p:nvSpPr>
            <p:spPr>
              <a:xfrm>
                <a:off x="25468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5"/>
              <p:cNvSpPr/>
              <p:nvPr/>
            </p:nvSpPr>
            <p:spPr>
              <a:xfrm>
                <a:off x="2564950" y="4449675"/>
                <a:ext cx="10825" cy="6400"/>
              </a:xfrm>
              <a:custGeom>
                <a:rect b="b" l="l" r="r" t="t"/>
                <a:pathLst>
                  <a:path extrusionOk="0" h="256" w="433">
                    <a:moveTo>
                      <a:pt x="7" y="0"/>
                    </a:moveTo>
                    <a:cubicBezTo>
                      <a:pt x="7" y="14"/>
                      <a:pt x="0" y="27"/>
                      <a:pt x="0" y="41"/>
                    </a:cubicBezTo>
                    <a:cubicBezTo>
                      <a:pt x="0" y="160"/>
                      <a:pt x="95" y="255"/>
                      <a:pt x="215" y="255"/>
                    </a:cubicBezTo>
                    <a:cubicBezTo>
                      <a:pt x="334" y="255"/>
                      <a:pt x="433" y="160"/>
                      <a:pt x="433" y="41"/>
                    </a:cubicBezTo>
                    <a:cubicBezTo>
                      <a:pt x="433" y="30"/>
                      <a:pt x="430" y="24"/>
                      <a:pt x="426" y="14"/>
                    </a:cubicBezTo>
                    <a:lnTo>
                      <a:pt x="215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35"/>
              <p:cNvSpPr/>
              <p:nvPr/>
            </p:nvSpPr>
            <p:spPr>
              <a:xfrm>
                <a:off x="25468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35"/>
              <p:cNvSpPr/>
              <p:nvPr/>
            </p:nvSpPr>
            <p:spPr>
              <a:xfrm>
                <a:off x="25649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5"/>
              <p:cNvSpPr/>
              <p:nvPr/>
            </p:nvSpPr>
            <p:spPr>
              <a:xfrm>
                <a:off x="25468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5"/>
              <p:cNvSpPr/>
              <p:nvPr/>
            </p:nvSpPr>
            <p:spPr>
              <a:xfrm>
                <a:off x="25649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5"/>
              <p:cNvSpPr/>
              <p:nvPr/>
            </p:nvSpPr>
            <p:spPr>
              <a:xfrm>
                <a:off x="25649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35"/>
              <p:cNvSpPr/>
              <p:nvPr/>
            </p:nvSpPr>
            <p:spPr>
              <a:xfrm>
                <a:off x="25468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35"/>
              <p:cNvSpPr/>
              <p:nvPr/>
            </p:nvSpPr>
            <p:spPr>
              <a:xfrm>
                <a:off x="25468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5"/>
              <p:cNvSpPr/>
              <p:nvPr/>
            </p:nvSpPr>
            <p:spPr>
              <a:xfrm>
                <a:off x="25649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5"/>
              <p:cNvSpPr/>
              <p:nvPr/>
            </p:nvSpPr>
            <p:spPr>
              <a:xfrm>
                <a:off x="2528900" y="4448575"/>
                <a:ext cx="10850" cy="7500"/>
              </a:xfrm>
              <a:custGeom>
                <a:rect b="b" l="l" r="r" t="t"/>
                <a:pathLst>
                  <a:path extrusionOk="0" h="300" w="434">
                    <a:moveTo>
                      <a:pt x="18" y="0"/>
                    </a:moveTo>
                    <a:cubicBezTo>
                      <a:pt x="8" y="27"/>
                      <a:pt x="1" y="54"/>
                      <a:pt x="1" y="85"/>
                    </a:cubicBezTo>
                    <a:cubicBezTo>
                      <a:pt x="1" y="204"/>
                      <a:pt x="97" y="299"/>
                      <a:pt x="216" y="299"/>
                    </a:cubicBezTo>
                    <a:cubicBezTo>
                      <a:pt x="335" y="299"/>
                      <a:pt x="433" y="204"/>
                      <a:pt x="433" y="85"/>
                    </a:cubicBezTo>
                    <a:cubicBezTo>
                      <a:pt x="433" y="58"/>
                      <a:pt x="427" y="34"/>
                      <a:pt x="420" y="13"/>
                    </a:cubicBezTo>
                    <a:lnTo>
                      <a:pt x="216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35"/>
              <p:cNvSpPr/>
              <p:nvPr/>
            </p:nvSpPr>
            <p:spPr>
              <a:xfrm>
                <a:off x="25108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35"/>
              <p:cNvSpPr/>
              <p:nvPr/>
            </p:nvSpPr>
            <p:spPr>
              <a:xfrm>
                <a:off x="25289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35"/>
              <p:cNvSpPr/>
              <p:nvPr/>
            </p:nvSpPr>
            <p:spPr>
              <a:xfrm>
                <a:off x="25108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35"/>
              <p:cNvSpPr/>
              <p:nvPr/>
            </p:nvSpPr>
            <p:spPr>
              <a:xfrm>
                <a:off x="25289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35"/>
              <p:cNvSpPr/>
              <p:nvPr/>
            </p:nvSpPr>
            <p:spPr>
              <a:xfrm>
                <a:off x="25108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35"/>
              <p:cNvSpPr/>
              <p:nvPr/>
            </p:nvSpPr>
            <p:spPr>
              <a:xfrm>
                <a:off x="25108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35"/>
              <p:cNvSpPr/>
              <p:nvPr/>
            </p:nvSpPr>
            <p:spPr>
              <a:xfrm>
                <a:off x="25289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35"/>
              <p:cNvSpPr/>
              <p:nvPr/>
            </p:nvSpPr>
            <p:spPr>
              <a:xfrm>
                <a:off x="25289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35"/>
              <p:cNvSpPr/>
              <p:nvPr/>
            </p:nvSpPr>
            <p:spPr>
              <a:xfrm>
                <a:off x="25108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35"/>
              <p:cNvSpPr/>
              <p:nvPr/>
            </p:nvSpPr>
            <p:spPr>
              <a:xfrm>
                <a:off x="2528900" y="4625450"/>
                <a:ext cx="10525" cy="6500"/>
              </a:xfrm>
              <a:custGeom>
                <a:rect b="b" l="l" r="r" t="t"/>
                <a:pathLst>
                  <a:path extrusionOk="0" h="260" w="421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232"/>
                      <a:pt x="8" y="246"/>
                      <a:pt x="8" y="260"/>
                    </a:cubicBezTo>
                    <a:cubicBezTo>
                      <a:pt x="39" y="252"/>
                      <a:pt x="70" y="249"/>
                      <a:pt x="100" y="239"/>
                    </a:cubicBezTo>
                    <a:cubicBezTo>
                      <a:pt x="127" y="232"/>
                      <a:pt x="155" y="225"/>
                      <a:pt x="182" y="215"/>
                    </a:cubicBezTo>
                    <a:cubicBezTo>
                      <a:pt x="192" y="215"/>
                      <a:pt x="205" y="208"/>
                      <a:pt x="216" y="205"/>
                    </a:cubicBezTo>
                    <a:cubicBezTo>
                      <a:pt x="284" y="188"/>
                      <a:pt x="352" y="167"/>
                      <a:pt x="420" y="147"/>
                    </a:cubicBezTo>
                    <a:cubicBezTo>
                      <a:pt x="389" y="62"/>
                      <a:pt x="311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35"/>
              <p:cNvSpPr/>
              <p:nvPr/>
            </p:nvSpPr>
            <p:spPr>
              <a:xfrm>
                <a:off x="24748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35"/>
              <p:cNvSpPr/>
              <p:nvPr/>
            </p:nvSpPr>
            <p:spPr>
              <a:xfrm>
                <a:off x="2492900" y="4447450"/>
                <a:ext cx="10825" cy="8625"/>
              </a:xfrm>
              <a:custGeom>
                <a:rect b="b" l="l" r="r" t="t"/>
                <a:pathLst>
                  <a:path extrusionOk="0" h="345" w="433">
                    <a:moveTo>
                      <a:pt x="48" y="1"/>
                    </a:moveTo>
                    <a:cubicBezTo>
                      <a:pt x="18" y="38"/>
                      <a:pt x="0" y="83"/>
                      <a:pt x="0" y="130"/>
                    </a:cubicBezTo>
                    <a:cubicBezTo>
                      <a:pt x="0" y="249"/>
                      <a:pt x="95" y="344"/>
                      <a:pt x="215" y="344"/>
                    </a:cubicBezTo>
                    <a:cubicBezTo>
                      <a:pt x="334" y="344"/>
                      <a:pt x="433" y="249"/>
                      <a:pt x="433" y="130"/>
                    </a:cubicBezTo>
                    <a:cubicBezTo>
                      <a:pt x="433" y="86"/>
                      <a:pt x="416" y="45"/>
                      <a:pt x="392" y="11"/>
                    </a:cubicBezTo>
                    <a:lnTo>
                      <a:pt x="215" y="7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35"/>
              <p:cNvSpPr/>
              <p:nvPr/>
            </p:nvSpPr>
            <p:spPr>
              <a:xfrm>
                <a:off x="24929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35"/>
              <p:cNvSpPr/>
              <p:nvPr/>
            </p:nvSpPr>
            <p:spPr>
              <a:xfrm>
                <a:off x="24748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35"/>
              <p:cNvSpPr/>
              <p:nvPr/>
            </p:nvSpPr>
            <p:spPr>
              <a:xfrm>
                <a:off x="24748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35"/>
              <p:cNvSpPr/>
              <p:nvPr/>
            </p:nvSpPr>
            <p:spPr>
              <a:xfrm>
                <a:off x="24929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35"/>
              <p:cNvSpPr/>
              <p:nvPr/>
            </p:nvSpPr>
            <p:spPr>
              <a:xfrm>
                <a:off x="24748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35"/>
              <p:cNvSpPr/>
              <p:nvPr/>
            </p:nvSpPr>
            <p:spPr>
              <a:xfrm>
                <a:off x="249290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35"/>
              <p:cNvSpPr/>
              <p:nvPr/>
            </p:nvSpPr>
            <p:spPr>
              <a:xfrm>
                <a:off x="24748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35"/>
              <p:cNvSpPr/>
              <p:nvPr/>
            </p:nvSpPr>
            <p:spPr>
              <a:xfrm>
                <a:off x="249290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35"/>
              <p:cNvSpPr/>
              <p:nvPr/>
            </p:nvSpPr>
            <p:spPr>
              <a:xfrm>
                <a:off x="2492900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35"/>
              <p:cNvSpPr/>
              <p:nvPr/>
            </p:nvSpPr>
            <p:spPr>
              <a:xfrm>
                <a:off x="2456850" y="4446450"/>
                <a:ext cx="10850" cy="9625"/>
              </a:xfrm>
              <a:custGeom>
                <a:rect b="b" l="l" r="r" t="t"/>
                <a:pathLst>
                  <a:path extrusionOk="0" h="385" w="434">
                    <a:moveTo>
                      <a:pt x="90" y="0"/>
                    </a:moveTo>
                    <a:cubicBezTo>
                      <a:pt x="39" y="37"/>
                      <a:pt x="1" y="98"/>
                      <a:pt x="1" y="170"/>
                    </a:cubicBezTo>
                    <a:cubicBezTo>
                      <a:pt x="1" y="289"/>
                      <a:pt x="97" y="384"/>
                      <a:pt x="216" y="384"/>
                    </a:cubicBezTo>
                    <a:cubicBezTo>
                      <a:pt x="335" y="384"/>
                      <a:pt x="433" y="289"/>
                      <a:pt x="433" y="170"/>
                    </a:cubicBezTo>
                    <a:cubicBezTo>
                      <a:pt x="433" y="102"/>
                      <a:pt x="400" y="47"/>
                      <a:pt x="352" y="7"/>
                    </a:cubicBezTo>
                    <a:lnTo>
                      <a:pt x="216" y="3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35"/>
              <p:cNvSpPr/>
              <p:nvPr/>
            </p:nvSpPr>
            <p:spPr>
              <a:xfrm>
                <a:off x="24388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35"/>
              <p:cNvSpPr/>
              <p:nvPr/>
            </p:nvSpPr>
            <p:spPr>
              <a:xfrm>
                <a:off x="24388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35"/>
              <p:cNvSpPr/>
              <p:nvPr/>
            </p:nvSpPr>
            <p:spPr>
              <a:xfrm>
                <a:off x="24568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35"/>
              <p:cNvSpPr/>
              <p:nvPr/>
            </p:nvSpPr>
            <p:spPr>
              <a:xfrm>
                <a:off x="24388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35"/>
              <p:cNvSpPr/>
              <p:nvPr/>
            </p:nvSpPr>
            <p:spPr>
              <a:xfrm>
                <a:off x="24568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35"/>
              <p:cNvSpPr/>
              <p:nvPr/>
            </p:nvSpPr>
            <p:spPr>
              <a:xfrm>
                <a:off x="24568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35"/>
              <p:cNvSpPr/>
              <p:nvPr/>
            </p:nvSpPr>
            <p:spPr>
              <a:xfrm>
                <a:off x="24388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35"/>
              <p:cNvSpPr/>
              <p:nvPr/>
            </p:nvSpPr>
            <p:spPr>
              <a:xfrm>
                <a:off x="24568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35"/>
              <p:cNvSpPr/>
              <p:nvPr/>
            </p:nvSpPr>
            <p:spPr>
              <a:xfrm>
                <a:off x="243880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35"/>
              <p:cNvSpPr/>
              <p:nvPr/>
            </p:nvSpPr>
            <p:spPr>
              <a:xfrm>
                <a:off x="24568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8"/>
                      <a:pt x="97" y="433"/>
                      <a:pt x="216" y="433"/>
                    </a:cubicBezTo>
                    <a:cubicBezTo>
                      <a:pt x="335" y="433"/>
                      <a:pt x="433" y="338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35"/>
              <p:cNvSpPr/>
              <p:nvPr/>
            </p:nvSpPr>
            <p:spPr>
              <a:xfrm>
                <a:off x="2420850" y="4445425"/>
                <a:ext cx="10825" cy="10650"/>
              </a:xfrm>
              <a:custGeom>
                <a:rect b="b" l="l" r="r" t="t"/>
                <a:pathLst>
                  <a:path extrusionOk="0" h="426" w="433">
                    <a:moveTo>
                      <a:pt x="197" y="0"/>
                    </a:moveTo>
                    <a:cubicBezTo>
                      <a:pt x="85" y="7"/>
                      <a:pt x="0" y="98"/>
                      <a:pt x="0" y="211"/>
                    </a:cubicBezTo>
                    <a:cubicBezTo>
                      <a:pt x="0" y="330"/>
                      <a:pt x="95" y="425"/>
                      <a:pt x="214" y="425"/>
                    </a:cubicBezTo>
                    <a:cubicBezTo>
                      <a:pt x="334" y="425"/>
                      <a:pt x="433" y="330"/>
                      <a:pt x="433" y="211"/>
                    </a:cubicBezTo>
                    <a:cubicBezTo>
                      <a:pt x="433" y="98"/>
                      <a:pt x="348" y="13"/>
                      <a:pt x="2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35"/>
              <p:cNvSpPr/>
              <p:nvPr/>
            </p:nvSpPr>
            <p:spPr>
              <a:xfrm>
                <a:off x="24027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35"/>
              <p:cNvSpPr/>
              <p:nvPr/>
            </p:nvSpPr>
            <p:spPr>
              <a:xfrm>
                <a:off x="24208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35"/>
              <p:cNvSpPr/>
              <p:nvPr/>
            </p:nvSpPr>
            <p:spPr>
              <a:xfrm>
                <a:off x="24027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35"/>
              <p:cNvSpPr/>
              <p:nvPr/>
            </p:nvSpPr>
            <p:spPr>
              <a:xfrm>
                <a:off x="24027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35"/>
              <p:cNvSpPr/>
              <p:nvPr/>
            </p:nvSpPr>
            <p:spPr>
              <a:xfrm>
                <a:off x="24208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4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35"/>
              <p:cNvSpPr/>
              <p:nvPr/>
            </p:nvSpPr>
            <p:spPr>
              <a:xfrm>
                <a:off x="24208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35"/>
              <p:cNvSpPr/>
              <p:nvPr/>
            </p:nvSpPr>
            <p:spPr>
              <a:xfrm>
                <a:off x="24027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9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35"/>
              <p:cNvSpPr/>
              <p:nvPr/>
            </p:nvSpPr>
            <p:spPr>
              <a:xfrm>
                <a:off x="24208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4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35"/>
              <p:cNvSpPr/>
              <p:nvPr/>
            </p:nvSpPr>
            <p:spPr>
              <a:xfrm>
                <a:off x="2386025" y="4625450"/>
                <a:ext cx="9300" cy="4125"/>
              </a:xfrm>
              <a:custGeom>
                <a:rect b="b" l="l" r="r" t="t"/>
                <a:pathLst>
                  <a:path extrusionOk="0" h="165" w="372">
                    <a:moveTo>
                      <a:pt x="167" y="1"/>
                    </a:moveTo>
                    <a:cubicBezTo>
                      <a:pt x="98" y="1"/>
                      <a:pt x="37" y="35"/>
                      <a:pt x="0" y="86"/>
                    </a:cubicBezTo>
                    <a:cubicBezTo>
                      <a:pt x="54" y="100"/>
                      <a:pt x="112" y="109"/>
                      <a:pt x="167" y="120"/>
                    </a:cubicBezTo>
                    <a:cubicBezTo>
                      <a:pt x="235" y="137"/>
                      <a:pt x="303" y="150"/>
                      <a:pt x="371" y="164"/>
                    </a:cubicBezTo>
                    <a:cubicBezTo>
                      <a:pt x="348" y="69"/>
                      <a:pt x="266" y="1"/>
                      <a:pt x="1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35"/>
              <p:cNvSpPr/>
              <p:nvPr/>
            </p:nvSpPr>
            <p:spPr>
              <a:xfrm>
                <a:off x="24027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35"/>
              <p:cNvSpPr/>
              <p:nvPr/>
            </p:nvSpPr>
            <p:spPr>
              <a:xfrm>
                <a:off x="2420850" y="4625450"/>
                <a:ext cx="10825" cy="9825"/>
              </a:xfrm>
              <a:custGeom>
                <a:rect b="b" l="l" r="r" t="t"/>
                <a:pathLst>
                  <a:path extrusionOk="0" h="393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270"/>
                      <a:pt x="21" y="314"/>
                      <a:pt x="51" y="351"/>
                    </a:cubicBezTo>
                    <a:cubicBezTo>
                      <a:pt x="106" y="362"/>
                      <a:pt x="161" y="372"/>
                      <a:pt x="214" y="378"/>
                    </a:cubicBezTo>
                    <a:cubicBezTo>
                      <a:pt x="255" y="386"/>
                      <a:pt x="293" y="389"/>
                      <a:pt x="334" y="392"/>
                    </a:cubicBezTo>
                    <a:cubicBezTo>
                      <a:pt x="392" y="355"/>
                      <a:pt x="433" y="290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35"/>
              <p:cNvSpPr/>
              <p:nvPr/>
            </p:nvSpPr>
            <p:spPr>
              <a:xfrm>
                <a:off x="2384800" y="4445325"/>
                <a:ext cx="10775" cy="10750"/>
              </a:xfrm>
              <a:custGeom>
                <a:rect b="b" l="l" r="r" t="t"/>
                <a:pathLst>
                  <a:path extrusionOk="0" h="430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6" y="429"/>
                    </a:cubicBezTo>
                    <a:cubicBezTo>
                      <a:pt x="335" y="429"/>
                      <a:pt x="430" y="334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35"/>
              <p:cNvSpPr/>
              <p:nvPr/>
            </p:nvSpPr>
            <p:spPr>
              <a:xfrm>
                <a:off x="23667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35"/>
              <p:cNvSpPr/>
              <p:nvPr/>
            </p:nvSpPr>
            <p:spPr>
              <a:xfrm>
                <a:off x="2384800" y="448135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35"/>
              <p:cNvSpPr/>
              <p:nvPr/>
            </p:nvSpPr>
            <p:spPr>
              <a:xfrm>
                <a:off x="23667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35"/>
              <p:cNvSpPr/>
              <p:nvPr/>
            </p:nvSpPr>
            <p:spPr>
              <a:xfrm>
                <a:off x="2384800" y="451737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6" y="433"/>
                    </a:cubicBezTo>
                    <a:cubicBezTo>
                      <a:pt x="335" y="433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35"/>
              <p:cNvSpPr/>
              <p:nvPr/>
            </p:nvSpPr>
            <p:spPr>
              <a:xfrm>
                <a:off x="23667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35"/>
              <p:cNvSpPr/>
              <p:nvPr/>
            </p:nvSpPr>
            <p:spPr>
              <a:xfrm>
                <a:off x="2384800" y="455340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35"/>
              <p:cNvSpPr/>
              <p:nvPr/>
            </p:nvSpPr>
            <p:spPr>
              <a:xfrm>
                <a:off x="23667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9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35"/>
              <p:cNvSpPr/>
              <p:nvPr/>
            </p:nvSpPr>
            <p:spPr>
              <a:xfrm>
                <a:off x="23667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35"/>
              <p:cNvSpPr/>
              <p:nvPr/>
            </p:nvSpPr>
            <p:spPr>
              <a:xfrm>
                <a:off x="2384800" y="458942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6" y="434"/>
                    </a:cubicBezTo>
                    <a:cubicBezTo>
                      <a:pt x="335" y="434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35"/>
              <p:cNvSpPr/>
              <p:nvPr/>
            </p:nvSpPr>
            <p:spPr>
              <a:xfrm>
                <a:off x="23487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35"/>
              <p:cNvSpPr/>
              <p:nvPr/>
            </p:nvSpPr>
            <p:spPr>
              <a:xfrm>
                <a:off x="23307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35"/>
              <p:cNvSpPr/>
              <p:nvPr/>
            </p:nvSpPr>
            <p:spPr>
              <a:xfrm>
                <a:off x="23307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35"/>
              <p:cNvSpPr/>
              <p:nvPr/>
            </p:nvSpPr>
            <p:spPr>
              <a:xfrm>
                <a:off x="23487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35"/>
              <p:cNvSpPr/>
              <p:nvPr/>
            </p:nvSpPr>
            <p:spPr>
              <a:xfrm>
                <a:off x="23487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35"/>
              <p:cNvSpPr/>
              <p:nvPr/>
            </p:nvSpPr>
            <p:spPr>
              <a:xfrm>
                <a:off x="23307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35"/>
              <p:cNvSpPr/>
              <p:nvPr/>
            </p:nvSpPr>
            <p:spPr>
              <a:xfrm>
                <a:off x="23307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35"/>
              <p:cNvSpPr/>
              <p:nvPr/>
            </p:nvSpPr>
            <p:spPr>
              <a:xfrm>
                <a:off x="23487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35"/>
              <p:cNvSpPr/>
              <p:nvPr/>
            </p:nvSpPr>
            <p:spPr>
              <a:xfrm>
                <a:off x="23487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35"/>
              <p:cNvSpPr/>
              <p:nvPr/>
            </p:nvSpPr>
            <p:spPr>
              <a:xfrm>
                <a:off x="2330725" y="4607400"/>
                <a:ext cx="10850" cy="10500"/>
              </a:xfrm>
              <a:custGeom>
                <a:rect b="b" l="l" r="r" t="t"/>
                <a:pathLst>
                  <a:path extrusionOk="0" h="420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90"/>
                      <a:pt x="38" y="351"/>
                      <a:pt x="90" y="389"/>
                    </a:cubicBezTo>
                    <a:cubicBezTo>
                      <a:pt x="154" y="399"/>
                      <a:pt x="219" y="410"/>
                      <a:pt x="283" y="419"/>
                    </a:cubicBezTo>
                    <a:cubicBezTo>
                      <a:pt x="368" y="392"/>
                      <a:pt x="434" y="314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35"/>
              <p:cNvSpPr/>
              <p:nvPr/>
            </p:nvSpPr>
            <p:spPr>
              <a:xfrm>
                <a:off x="23126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35"/>
              <p:cNvSpPr/>
              <p:nvPr/>
            </p:nvSpPr>
            <p:spPr>
              <a:xfrm>
                <a:off x="22947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35"/>
              <p:cNvSpPr/>
              <p:nvPr/>
            </p:nvSpPr>
            <p:spPr>
              <a:xfrm>
                <a:off x="23126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35"/>
              <p:cNvSpPr/>
              <p:nvPr/>
            </p:nvSpPr>
            <p:spPr>
              <a:xfrm>
                <a:off x="22947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35"/>
              <p:cNvSpPr/>
              <p:nvPr/>
            </p:nvSpPr>
            <p:spPr>
              <a:xfrm>
                <a:off x="23126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35"/>
              <p:cNvSpPr/>
              <p:nvPr/>
            </p:nvSpPr>
            <p:spPr>
              <a:xfrm>
                <a:off x="22947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35"/>
              <p:cNvSpPr/>
              <p:nvPr/>
            </p:nvSpPr>
            <p:spPr>
              <a:xfrm>
                <a:off x="23126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35"/>
              <p:cNvSpPr/>
              <p:nvPr/>
            </p:nvSpPr>
            <p:spPr>
              <a:xfrm>
                <a:off x="22947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35"/>
              <p:cNvSpPr/>
              <p:nvPr/>
            </p:nvSpPr>
            <p:spPr>
              <a:xfrm>
                <a:off x="2294700" y="4607400"/>
                <a:ext cx="10850" cy="6675"/>
              </a:xfrm>
              <a:custGeom>
                <a:rect b="b" l="l" r="r" t="t"/>
                <a:pathLst>
                  <a:path extrusionOk="0" h="267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232"/>
                      <a:pt x="4" y="242"/>
                      <a:pt x="7" y="256"/>
                    </a:cubicBezTo>
                    <a:cubicBezTo>
                      <a:pt x="147" y="256"/>
                      <a:pt x="284" y="259"/>
                      <a:pt x="424" y="266"/>
                    </a:cubicBezTo>
                    <a:cubicBezTo>
                      <a:pt x="427" y="249"/>
                      <a:pt x="433" y="235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35"/>
              <p:cNvSpPr/>
              <p:nvPr/>
            </p:nvSpPr>
            <p:spPr>
              <a:xfrm>
                <a:off x="23126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35"/>
              <p:cNvSpPr/>
              <p:nvPr/>
            </p:nvSpPr>
            <p:spPr>
              <a:xfrm>
                <a:off x="22766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35"/>
              <p:cNvSpPr/>
              <p:nvPr/>
            </p:nvSpPr>
            <p:spPr>
              <a:xfrm>
                <a:off x="22586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35"/>
              <p:cNvSpPr/>
              <p:nvPr/>
            </p:nvSpPr>
            <p:spPr>
              <a:xfrm>
                <a:off x="22586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35"/>
              <p:cNvSpPr/>
              <p:nvPr/>
            </p:nvSpPr>
            <p:spPr>
              <a:xfrm>
                <a:off x="22766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35"/>
              <p:cNvSpPr/>
              <p:nvPr/>
            </p:nvSpPr>
            <p:spPr>
              <a:xfrm>
                <a:off x="22586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35"/>
              <p:cNvSpPr/>
              <p:nvPr/>
            </p:nvSpPr>
            <p:spPr>
              <a:xfrm>
                <a:off x="22766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5"/>
              <p:cNvSpPr/>
              <p:nvPr/>
            </p:nvSpPr>
            <p:spPr>
              <a:xfrm>
                <a:off x="22586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35"/>
              <p:cNvSpPr/>
              <p:nvPr/>
            </p:nvSpPr>
            <p:spPr>
              <a:xfrm>
                <a:off x="22766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35"/>
              <p:cNvSpPr/>
              <p:nvPr/>
            </p:nvSpPr>
            <p:spPr>
              <a:xfrm>
                <a:off x="22766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35"/>
              <p:cNvSpPr/>
              <p:nvPr/>
            </p:nvSpPr>
            <p:spPr>
              <a:xfrm>
                <a:off x="2258675" y="4607400"/>
                <a:ext cx="10850" cy="9550"/>
              </a:xfrm>
              <a:custGeom>
                <a:rect b="b" l="l" r="r" t="t"/>
                <a:pathLst>
                  <a:path extrusionOk="0" h="382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87"/>
                      <a:pt x="31" y="344"/>
                      <a:pt x="79" y="382"/>
                    </a:cubicBezTo>
                    <a:cubicBezTo>
                      <a:pt x="188" y="361"/>
                      <a:pt x="294" y="341"/>
                      <a:pt x="399" y="324"/>
                    </a:cubicBezTo>
                    <a:cubicBezTo>
                      <a:pt x="420" y="293"/>
                      <a:pt x="434" y="256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35"/>
              <p:cNvSpPr/>
              <p:nvPr/>
            </p:nvSpPr>
            <p:spPr>
              <a:xfrm>
                <a:off x="22226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35"/>
              <p:cNvSpPr/>
              <p:nvPr/>
            </p:nvSpPr>
            <p:spPr>
              <a:xfrm>
                <a:off x="22406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35"/>
              <p:cNvSpPr/>
              <p:nvPr/>
            </p:nvSpPr>
            <p:spPr>
              <a:xfrm>
                <a:off x="22226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35"/>
              <p:cNvSpPr/>
              <p:nvPr/>
            </p:nvSpPr>
            <p:spPr>
              <a:xfrm>
                <a:off x="22406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35"/>
              <p:cNvSpPr/>
              <p:nvPr/>
            </p:nvSpPr>
            <p:spPr>
              <a:xfrm>
                <a:off x="22226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5"/>
              <p:cNvSpPr/>
              <p:nvPr/>
            </p:nvSpPr>
            <p:spPr>
              <a:xfrm>
                <a:off x="22406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35"/>
              <p:cNvSpPr/>
              <p:nvPr/>
            </p:nvSpPr>
            <p:spPr>
              <a:xfrm>
                <a:off x="22226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35"/>
              <p:cNvSpPr/>
              <p:nvPr/>
            </p:nvSpPr>
            <p:spPr>
              <a:xfrm>
                <a:off x="22406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35"/>
              <p:cNvSpPr/>
              <p:nvPr/>
            </p:nvSpPr>
            <p:spPr>
              <a:xfrm>
                <a:off x="22406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5"/>
              <p:cNvSpPr/>
              <p:nvPr/>
            </p:nvSpPr>
            <p:spPr>
              <a:xfrm>
                <a:off x="22226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35"/>
              <p:cNvSpPr/>
              <p:nvPr/>
            </p:nvSpPr>
            <p:spPr>
              <a:xfrm>
                <a:off x="21866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35"/>
              <p:cNvSpPr/>
              <p:nvPr/>
            </p:nvSpPr>
            <p:spPr>
              <a:xfrm>
                <a:off x="22046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5"/>
              <p:cNvSpPr/>
              <p:nvPr/>
            </p:nvSpPr>
            <p:spPr>
              <a:xfrm>
                <a:off x="22046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5"/>
              <p:cNvSpPr/>
              <p:nvPr/>
            </p:nvSpPr>
            <p:spPr>
              <a:xfrm>
                <a:off x="2204588" y="4481313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35"/>
              <p:cNvSpPr/>
              <p:nvPr/>
            </p:nvSpPr>
            <p:spPr>
              <a:xfrm>
                <a:off x="21866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35"/>
              <p:cNvSpPr/>
              <p:nvPr/>
            </p:nvSpPr>
            <p:spPr>
              <a:xfrm>
                <a:off x="22046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35"/>
              <p:cNvSpPr/>
              <p:nvPr/>
            </p:nvSpPr>
            <p:spPr>
              <a:xfrm>
                <a:off x="22046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5"/>
              <p:cNvSpPr/>
              <p:nvPr/>
            </p:nvSpPr>
            <p:spPr>
              <a:xfrm>
                <a:off x="21866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5"/>
              <p:cNvSpPr/>
              <p:nvPr/>
            </p:nvSpPr>
            <p:spPr>
              <a:xfrm>
                <a:off x="22046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35"/>
              <p:cNvSpPr/>
              <p:nvPr/>
            </p:nvSpPr>
            <p:spPr>
              <a:xfrm>
                <a:off x="21866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35"/>
              <p:cNvSpPr/>
              <p:nvPr/>
            </p:nvSpPr>
            <p:spPr>
              <a:xfrm>
                <a:off x="22046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8"/>
                      <a:pt x="99" y="433"/>
                      <a:pt x="218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5"/>
              <p:cNvSpPr/>
              <p:nvPr/>
            </p:nvSpPr>
            <p:spPr>
              <a:xfrm>
                <a:off x="2186625" y="4643500"/>
                <a:ext cx="10425" cy="10075"/>
              </a:xfrm>
              <a:custGeom>
                <a:rect b="b" l="l" r="r" t="t"/>
                <a:pathLst>
                  <a:path extrusionOk="0" h="403" w="417">
                    <a:moveTo>
                      <a:pt x="215" y="1"/>
                    </a:moveTo>
                    <a:cubicBezTo>
                      <a:pt x="96" y="1"/>
                      <a:pt x="0" y="96"/>
                      <a:pt x="0" y="216"/>
                    </a:cubicBezTo>
                    <a:cubicBezTo>
                      <a:pt x="0" y="297"/>
                      <a:pt x="49" y="365"/>
                      <a:pt x="113" y="403"/>
                    </a:cubicBezTo>
                    <a:cubicBezTo>
                      <a:pt x="212" y="315"/>
                      <a:pt x="314" y="229"/>
                      <a:pt x="416" y="147"/>
                    </a:cubicBezTo>
                    <a:cubicBezTo>
                      <a:pt x="389" y="62"/>
                      <a:pt x="311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5"/>
              <p:cNvSpPr/>
              <p:nvPr/>
            </p:nvSpPr>
            <p:spPr>
              <a:xfrm>
                <a:off x="2152800" y="4436975"/>
                <a:ext cx="6000" cy="1125"/>
              </a:xfrm>
              <a:custGeom>
                <a:rect b="b" l="l" r="r" t="t"/>
                <a:pathLst>
                  <a:path extrusionOk="0" h="45" w="24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27"/>
                      <a:pt x="79" y="45"/>
                      <a:pt x="127" y="45"/>
                    </a:cubicBezTo>
                    <a:cubicBezTo>
                      <a:pt x="172" y="45"/>
                      <a:pt x="209" y="27"/>
                      <a:pt x="240" y="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35"/>
              <p:cNvSpPr/>
              <p:nvPr/>
            </p:nvSpPr>
            <p:spPr>
              <a:xfrm>
                <a:off x="21506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35"/>
              <p:cNvSpPr/>
              <p:nvPr/>
            </p:nvSpPr>
            <p:spPr>
              <a:xfrm>
                <a:off x="21685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35"/>
              <p:cNvSpPr/>
              <p:nvPr/>
            </p:nvSpPr>
            <p:spPr>
              <a:xfrm>
                <a:off x="21685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5"/>
              <p:cNvSpPr/>
              <p:nvPr/>
            </p:nvSpPr>
            <p:spPr>
              <a:xfrm>
                <a:off x="21506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35"/>
              <p:cNvSpPr/>
              <p:nvPr/>
            </p:nvSpPr>
            <p:spPr>
              <a:xfrm>
                <a:off x="21506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35"/>
              <p:cNvSpPr/>
              <p:nvPr/>
            </p:nvSpPr>
            <p:spPr>
              <a:xfrm>
                <a:off x="21685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35"/>
              <p:cNvSpPr/>
              <p:nvPr/>
            </p:nvSpPr>
            <p:spPr>
              <a:xfrm>
                <a:off x="21506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5"/>
              <p:cNvSpPr/>
              <p:nvPr/>
            </p:nvSpPr>
            <p:spPr>
              <a:xfrm>
                <a:off x="21685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35"/>
              <p:cNvSpPr/>
              <p:nvPr/>
            </p:nvSpPr>
            <p:spPr>
              <a:xfrm>
                <a:off x="2150600" y="46074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35"/>
              <p:cNvSpPr/>
              <p:nvPr/>
            </p:nvSpPr>
            <p:spPr>
              <a:xfrm>
                <a:off x="21685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35"/>
              <p:cNvSpPr/>
              <p:nvPr/>
            </p:nvSpPr>
            <p:spPr>
              <a:xfrm>
                <a:off x="216857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9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35"/>
              <p:cNvSpPr/>
              <p:nvPr/>
            </p:nvSpPr>
            <p:spPr>
              <a:xfrm>
                <a:off x="2150600" y="4643500"/>
                <a:ext cx="10750" cy="10750"/>
              </a:xfrm>
              <a:custGeom>
                <a:rect b="b" l="l" r="r" t="t"/>
                <a:pathLst>
                  <a:path extrusionOk="0" h="430" w="430">
                    <a:moveTo>
                      <a:pt x="215" y="1"/>
                    </a:moveTo>
                    <a:cubicBezTo>
                      <a:pt x="96" y="1"/>
                      <a:pt x="1" y="96"/>
                      <a:pt x="1" y="216"/>
                    </a:cubicBezTo>
                    <a:cubicBezTo>
                      <a:pt x="1" y="335"/>
                      <a:pt x="96" y="430"/>
                      <a:pt x="215" y="430"/>
                    </a:cubicBezTo>
                    <a:cubicBezTo>
                      <a:pt x="334" y="430"/>
                      <a:pt x="430" y="335"/>
                      <a:pt x="430" y="216"/>
                    </a:cubicBezTo>
                    <a:cubicBezTo>
                      <a:pt x="430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35"/>
              <p:cNvSpPr/>
              <p:nvPr/>
            </p:nvSpPr>
            <p:spPr>
              <a:xfrm>
                <a:off x="2150600" y="4679550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5"/>
                      <a:pt x="1" y="214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0" y="334"/>
                      <a:pt x="430" y="214"/>
                    </a:cubicBezTo>
                    <a:cubicBezTo>
                      <a:pt x="430" y="95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35"/>
              <p:cNvSpPr/>
              <p:nvPr/>
            </p:nvSpPr>
            <p:spPr>
              <a:xfrm>
                <a:off x="2168575" y="4661475"/>
                <a:ext cx="10075" cy="10425"/>
              </a:xfrm>
              <a:custGeom>
                <a:rect b="b" l="l" r="r" t="t"/>
                <a:pathLst>
                  <a:path extrusionOk="0" h="417" w="403">
                    <a:moveTo>
                      <a:pt x="219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07"/>
                      <a:pt x="58" y="385"/>
                      <a:pt x="137" y="416"/>
                    </a:cubicBezTo>
                    <a:cubicBezTo>
                      <a:pt x="164" y="385"/>
                      <a:pt x="191" y="355"/>
                      <a:pt x="219" y="321"/>
                    </a:cubicBezTo>
                    <a:cubicBezTo>
                      <a:pt x="246" y="286"/>
                      <a:pt x="277" y="253"/>
                      <a:pt x="307" y="219"/>
                    </a:cubicBezTo>
                    <a:cubicBezTo>
                      <a:pt x="338" y="181"/>
                      <a:pt x="368" y="147"/>
                      <a:pt x="403" y="110"/>
                    </a:cubicBezTo>
                    <a:cubicBezTo>
                      <a:pt x="365" y="45"/>
                      <a:pt x="297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35"/>
              <p:cNvSpPr/>
              <p:nvPr/>
            </p:nvSpPr>
            <p:spPr>
              <a:xfrm>
                <a:off x="2150600" y="4896525"/>
                <a:ext cx="3450" cy="9575"/>
              </a:xfrm>
              <a:custGeom>
                <a:rect b="b" l="l" r="r" t="t"/>
                <a:pathLst>
                  <a:path extrusionOk="0" h="383" w="138">
                    <a:moveTo>
                      <a:pt x="103" y="1"/>
                    </a:moveTo>
                    <a:cubicBezTo>
                      <a:pt x="42" y="42"/>
                      <a:pt x="1" y="107"/>
                      <a:pt x="1" y="185"/>
                    </a:cubicBezTo>
                    <a:cubicBezTo>
                      <a:pt x="1" y="274"/>
                      <a:pt x="55" y="352"/>
                      <a:pt x="137" y="383"/>
                    </a:cubicBezTo>
                    <a:cubicBezTo>
                      <a:pt x="127" y="257"/>
                      <a:pt x="117" y="131"/>
                      <a:pt x="1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35"/>
              <p:cNvSpPr/>
              <p:nvPr/>
            </p:nvSpPr>
            <p:spPr>
              <a:xfrm>
                <a:off x="2150600" y="4932050"/>
                <a:ext cx="3850" cy="9975"/>
              </a:xfrm>
              <a:custGeom>
                <a:rect b="b" l="l" r="r" t="t"/>
                <a:pathLst>
                  <a:path extrusionOk="0" h="399" w="154">
                    <a:moveTo>
                      <a:pt x="154" y="1"/>
                    </a:moveTo>
                    <a:cubicBezTo>
                      <a:pt x="65" y="28"/>
                      <a:pt x="1" y="106"/>
                      <a:pt x="1" y="205"/>
                    </a:cubicBezTo>
                    <a:cubicBezTo>
                      <a:pt x="1" y="290"/>
                      <a:pt x="51" y="365"/>
                      <a:pt x="123" y="399"/>
                    </a:cubicBezTo>
                    <a:cubicBezTo>
                      <a:pt x="137" y="276"/>
                      <a:pt x="147" y="150"/>
                      <a:pt x="154" y="28"/>
                    </a:cubicBez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35"/>
              <p:cNvSpPr/>
              <p:nvPr/>
            </p:nvSpPr>
            <p:spPr>
              <a:xfrm>
                <a:off x="2115700" y="4435800"/>
                <a:ext cx="8350" cy="2300"/>
              </a:xfrm>
              <a:custGeom>
                <a:rect b="b" l="l" r="r" t="t"/>
                <a:pathLst>
                  <a:path extrusionOk="0" h="92" w="334">
                    <a:moveTo>
                      <a:pt x="0" y="0"/>
                    </a:moveTo>
                    <a:cubicBezTo>
                      <a:pt x="37" y="54"/>
                      <a:pt x="98" y="92"/>
                      <a:pt x="170" y="92"/>
                    </a:cubicBezTo>
                    <a:cubicBezTo>
                      <a:pt x="238" y="92"/>
                      <a:pt x="293" y="58"/>
                      <a:pt x="334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35"/>
              <p:cNvSpPr/>
              <p:nvPr/>
            </p:nvSpPr>
            <p:spPr>
              <a:xfrm>
                <a:off x="21144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35"/>
              <p:cNvSpPr/>
              <p:nvPr/>
            </p:nvSpPr>
            <p:spPr>
              <a:xfrm>
                <a:off x="21325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5"/>
              <p:cNvSpPr/>
              <p:nvPr/>
            </p:nvSpPr>
            <p:spPr>
              <a:xfrm>
                <a:off x="21144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35"/>
              <p:cNvSpPr/>
              <p:nvPr/>
            </p:nvSpPr>
            <p:spPr>
              <a:xfrm>
                <a:off x="21325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35"/>
              <p:cNvSpPr/>
              <p:nvPr/>
            </p:nvSpPr>
            <p:spPr>
              <a:xfrm>
                <a:off x="21325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35"/>
              <p:cNvSpPr/>
              <p:nvPr/>
            </p:nvSpPr>
            <p:spPr>
              <a:xfrm>
                <a:off x="21144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5"/>
              <p:cNvSpPr/>
              <p:nvPr/>
            </p:nvSpPr>
            <p:spPr>
              <a:xfrm>
                <a:off x="21325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35"/>
              <p:cNvSpPr/>
              <p:nvPr/>
            </p:nvSpPr>
            <p:spPr>
              <a:xfrm>
                <a:off x="21144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35"/>
              <p:cNvSpPr/>
              <p:nvPr/>
            </p:nvSpPr>
            <p:spPr>
              <a:xfrm>
                <a:off x="21325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35"/>
              <p:cNvSpPr/>
              <p:nvPr/>
            </p:nvSpPr>
            <p:spPr>
              <a:xfrm>
                <a:off x="21144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35"/>
              <p:cNvSpPr/>
              <p:nvPr/>
            </p:nvSpPr>
            <p:spPr>
              <a:xfrm>
                <a:off x="211447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35"/>
              <p:cNvSpPr/>
              <p:nvPr/>
            </p:nvSpPr>
            <p:spPr>
              <a:xfrm>
                <a:off x="21325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35"/>
              <p:cNvSpPr/>
              <p:nvPr/>
            </p:nvSpPr>
            <p:spPr>
              <a:xfrm>
                <a:off x="213255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35"/>
              <p:cNvSpPr/>
              <p:nvPr/>
            </p:nvSpPr>
            <p:spPr>
              <a:xfrm>
                <a:off x="211447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35"/>
              <p:cNvSpPr/>
              <p:nvPr/>
            </p:nvSpPr>
            <p:spPr>
              <a:xfrm>
                <a:off x="211447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35"/>
              <p:cNvSpPr/>
              <p:nvPr/>
            </p:nvSpPr>
            <p:spPr>
              <a:xfrm>
                <a:off x="213255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100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35"/>
              <p:cNvSpPr/>
              <p:nvPr/>
            </p:nvSpPr>
            <p:spPr>
              <a:xfrm>
                <a:off x="211447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35"/>
              <p:cNvSpPr/>
              <p:nvPr/>
            </p:nvSpPr>
            <p:spPr>
              <a:xfrm>
                <a:off x="2132550" y="4733525"/>
                <a:ext cx="8725" cy="10850"/>
              </a:xfrm>
              <a:custGeom>
                <a:rect b="b" l="l" r="r" t="t"/>
                <a:pathLst>
                  <a:path extrusionOk="0" h="434" w="349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39" y="434"/>
                      <a:pt x="259" y="426"/>
                      <a:pt x="280" y="420"/>
                    </a:cubicBezTo>
                    <a:cubicBezTo>
                      <a:pt x="290" y="355"/>
                      <a:pt x="297" y="287"/>
                      <a:pt x="311" y="219"/>
                    </a:cubicBezTo>
                    <a:cubicBezTo>
                      <a:pt x="311" y="209"/>
                      <a:pt x="314" y="198"/>
                      <a:pt x="314" y="192"/>
                    </a:cubicBezTo>
                    <a:cubicBezTo>
                      <a:pt x="324" y="143"/>
                      <a:pt x="338" y="96"/>
                      <a:pt x="348" y="49"/>
                    </a:cubicBezTo>
                    <a:cubicBezTo>
                      <a:pt x="311" y="21"/>
                      <a:pt x="266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5"/>
              <p:cNvSpPr/>
              <p:nvPr/>
            </p:nvSpPr>
            <p:spPr>
              <a:xfrm>
                <a:off x="211447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35"/>
              <p:cNvSpPr/>
              <p:nvPr/>
            </p:nvSpPr>
            <p:spPr>
              <a:xfrm>
                <a:off x="2132550" y="4769725"/>
                <a:ext cx="5050" cy="10600"/>
              </a:xfrm>
              <a:custGeom>
                <a:rect b="b" l="l" r="r" t="t"/>
                <a:pathLst>
                  <a:path extrusionOk="0" h="424" w="202">
                    <a:moveTo>
                      <a:pt x="198" y="0"/>
                    </a:moveTo>
                    <a:lnTo>
                      <a:pt x="198" y="0"/>
                    </a:lnTo>
                    <a:cubicBezTo>
                      <a:pt x="86" y="11"/>
                      <a:pt x="1" y="99"/>
                      <a:pt x="1" y="212"/>
                    </a:cubicBezTo>
                    <a:cubicBezTo>
                      <a:pt x="1" y="324"/>
                      <a:pt x="89" y="416"/>
                      <a:pt x="201" y="423"/>
                    </a:cubicBezTo>
                    <a:cubicBezTo>
                      <a:pt x="198" y="355"/>
                      <a:pt x="194" y="283"/>
                      <a:pt x="194" y="212"/>
                    </a:cubicBezTo>
                    <a:cubicBezTo>
                      <a:pt x="194" y="140"/>
                      <a:pt x="194" y="69"/>
                      <a:pt x="1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35"/>
              <p:cNvSpPr/>
              <p:nvPr/>
            </p:nvSpPr>
            <p:spPr>
              <a:xfrm>
                <a:off x="2132550" y="4805575"/>
                <a:ext cx="8300" cy="10850"/>
              </a:xfrm>
              <a:custGeom>
                <a:rect b="b" l="l" r="r" t="t"/>
                <a:pathLst>
                  <a:path extrusionOk="0" h="434" w="332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59" y="434"/>
                      <a:pt x="297" y="420"/>
                      <a:pt x="331" y="396"/>
                    </a:cubicBezTo>
                    <a:cubicBezTo>
                      <a:pt x="320" y="338"/>
                      <a:pt x="314" y="277"/>
                      <a:pt x="303" y="219"/>
                    </a:cubicBezTo>
                    <a:cubicBezTo>
                      <a:pt x="297" y="151"/>
                      <a:pt x="290" y="82"/>
                      <a:pt x="283" y="14"/>
                    </a:cubicBezTo>
                    <a:cubicBezTo>
                      <a:pt x="259" y="8"/>
                      <a:pt x="239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35"/>
              <p:cNvSpPr/>
              <p:nvPr/>
            </p:nvSpPr>
            <p:spPr>
              <a:xfrm>
                <a:off x="211447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5"/>
              <p:cNvSpPr/>
              <p:nvPr/>
            </p:nvSpPr>
            <p:spPr>
              <a:xfrm>
                <a:off x="213255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35"/>
              <p:cNvSpPr/>
              <p:nvPr/>
            </p:nvSpPr>
            <p:spPr>
              <a:xfrm>
                <a:off x="211447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35"/>
              <p:cNvSpPr/>
              <p:nvPr/>
            </p:nvSpPr>
            <p:spPr>
              <a:xfrm>
                <a:off x="211447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5"/>
              <p:cNvSpPr/>
              <p:nvPr/>
            </p:nvSpPr>
            <p:spPr>
              <a:xfrm>
                <a:off x="213255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5"/>
              <p:cNvSpPr/>
              <p:nvPr/>
            </p:nvSpPr>
            <p:spPr>
              <a:xfrm>
                <a:off x="211447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5"/>
              <p:cNvSpPr/>
              <p:nvPr/>
            </p:nvSpPr>
            <p:spPr>
              <a:xfrm>
                <a:off x="213255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5"/>
              <p:cNvSpPr/>
              <p:nvPr/>
            </p:nvSpPr>
            <p:spPr>
              <a:xfrm>
                <a:off x="211447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35"/>
              <p:cNvSpPr/>
              <p:nvPr/>
            </p:nvSpPr>
            <p:spPr>
              <a:xfrm>
                <a:off x="213255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5"/>
              <p:cNvSpPr/>
              <p:nvPr/>
            </p:nvSpPr>
            <p:spPr>
              <a:xfrm>
                <a:off x="2132550" y="4985800"/>
                <a:ext cx="9400" cy="10750"/>
              </a:xfrm>
              <a:custGeom>
                <a:rect b="b" l="l" r="r" t="t"/>
                <a:pathLst>
                  <a:path extrusionOk="0" h="430" w="376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27"/>
                      <a:pt x="86" y="420"/>
                      <a:pt x="198" y="430"/>
                    </a:cubicBezTo>
                    <a:cubicBezTo>
                      <a:pt x="205" y="416"/>
                      <a:pt x="212" y="406"/>
                      <a:pt x="215" y="395"/>
                    </a:cubicBezTo>
                    <a:cubicBezTo>
                      <a:pt x="249" y="334"/>
                      <a:pt x="283" y="277"/>
                      <a:pt x="314" y="215"/>
                    </a:cubicBezTo>
                    <a:cubicBezTo>
                      <a:pt x="338" y="170"/>
                      <a:pt x="355" y="120"/>
                      <a:pt x="375" y="72"/>
                    </a:cubicBezTo>
                    <a:cubicBezTo>
                      <a:pt x="338" y="27"/>
                      <a:pt x="280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5"/>
              <p:cNvSpPr/>
              <p:nvPr/>
            </p:nvSpPr>
            <p:spPr>
              <a:xfrm>
                <a:off x="211447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35"/>
              <p:cNvSpPr/>
              <p:nvPr/>
            </p:nvSpPr>
            <p:spPr>
              <a:xfrm>
                <a:off x="2078900" y="4434675"/>
                <a:ext cx="9900" cy="3425"/>
              </a:xfrm>
              <a:custGeom>
                <a:rect b="b" l="l" r="r" t="t"/>
                <a:pathLst>
                  <a:path extrusionOk="0" h="137" w="396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79"/>
                      <a:pt x="109" y="137"/>
                      <a:pt x="201" y="137"/>
                    </a:cubicBezTo>
                    <a:cubicBezTo>
                      <a:pt x="287" y="137"/>
                      <a:pt x="358" y="86"/>
                      <a:pt x="395" y="1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35"/>
              <p:cNvSpPr/>
              <p:nvPr/>
            </p:nvSpPr>
            <p:spPr>
              <a:xfrm>
                <a:off x="20784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5"/>
              <p:cNvSpPr/>
              <p:nvPr/>
            </p:nvSpPr>
            <p:spPr>
              <a:xfrm>
                <a:off x="20965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35"/>
              <p:cNvSpPr/>
              <p:nvPr/>
            </p:nvSpPr>
            <p:spPr>
              <a:xfrm>
                <a:off x="20784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35"/>
              <p:cNvSpPr/>
              <p:nvPr/>
            </p:nvSpPr>
            <p:spPr>
              <a:xfrm>
                <a:off x="20965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35"/>
              <p:cNvSpPr/>
              <p:nvPr/>
            </p:nvSpPr>
            <p:spPr>
              <a:xfrm>
                <a:off x="20965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5"/>
              <p:cNvSpPr/>
              <p:nvPr/>
            </p:nvSpPr>
            <p:spPr>
              <a:xfrm>
                <a:off x="20784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35"/>
              <p:cNvSpPr/>
              <p:nvPr/>
            </p:nvSpPr>
            <p:spPr>
              <a:xfrm>
                <a:off x="20784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35"/>
              <p:cNvSpPr/>
              <p:nvPr/>
            </p:nvSpPr>
            <p:spPr>
              <a:xfrm>
                <a:off x="20965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35"/>
              <p:cNvSpPr/>
              <p:nvPr/>
            </p:nvSpPr>
            <p:spPr>
              <a:xfrm>
                <a:off x="20784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35"/>
              <p:cNvSpPr/>
              <p:nvPr/>
            </p:nvSpPr>
            <p:spPr>
              <a:xfrm>
                <a:off x="20965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35"/>
              <p:cNvSpPr/>
              <p:nvPr/>
            </p:nvSpPr>
            <p:spPr>
              <a:xfrm>
                <a:off x="209652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35"/>
              <p:cNvSpPr/>
              <p:nvPr/>
            </p:nvSpPr>
            <p:spPr>
              <a:xfrm>
                <a:off x="2078475" y="46435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0"/>
                      <a:pt x="218" y="430"/>
                    </a:cubicBezTo>
                    <a:cubicBezTo>
                      <a:pt x="337" y="430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35"/>
              <p:cNvSpPr/>
              <p:nvPr/>
            </p:nvSpPr>
            <p:spPr>
              <a:xfrm>
                <a:off x="2078475" y="46795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35"/>
              <p:cNvSpPr/>
              <p:nvPr/>
            </p:nvSpPr>
            <p:spPr>
              <a:xfrm>
                <a:off x="2096525" y="46614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35"/>
              <p:cNvSpPr/>
              <p:nvPr/>
            </p:nvSpPr>
            <p:spPr>
              <a:xfrm>
                <a:off x="2096525" y="46975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35"/>
              <p:cNvSpPr/>
              <p:nvPr/>
            </p:nvSpPr>
            <p:spPr>
              <a:xfrm>
                <a:off x="2078475" y="4715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35"/>
              <p:cNvSpPr/>
              <p:nvPr/>
            </p:nvSpPr>
            <p:spPr>
              <a:xfrm>
                <a:off x="2078475" y="47516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35"/>
              <p:cNvSpPr/>
              <p:nvPr/>
            </p:nvSpPr>
            <p:spPr>
              <a:xfrm>
                <a:off x="2096525" y="47335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35"/>
              <p:cNvSpPr/>
              <p:nvPr/>
            </p:nvSpPr>
            <p:spPr>
              <a:xfrm>
                <a:off x="2096525" y="4769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35"/>
              <p:cNvSpPr/>
              <p:nvPr/>
            </p:nvSpPr>
            <p:spPr>
              <a:xfrm>
                <a:off x="2078475" y="47876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35"/>
              <p:cNvSpPr/>
              <p:nvPr/>
            </p:nvSpPr>
            <p:spPr>
              <a:xfrm>
                <a:off x="2096525" y="48055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35"/>
              <p:cNvSpPr/>
              <p:nvPr/>
            </p:nvSpPr>
            <p:spPr>
              <a:xfrm>
                <a:off x="2078475" y="48236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35"/>
              <p:cNvSpPr/>
              <p:nvPr/>
            </p:nvSpPr>
            <p:spPr>
              <a:xfrm>
                <a:off x="2096525" y="48417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35"/>
              <p:cNvSpPr/>
              <p:nvPr/>
            </p:nvSpPr>
            <p:spPr>
              <a:xfrm>
                <a:off x="2078475" y="48596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35"/>
              <p:cNvSpPr/>
              <p:nvPr/>
            </p:nvSpPr>
            <p:spPr>
              <a:xfrm>
                <a:off x="2096525" y="48777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35"/>
              <p:cNvSpPr/>
              <p:nvPr/>
            </p:nvSpPr>
            <p:spPr>
              <a:xfrm>
                <a:off x="2078475" y="48957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35"/>
              <p:cNvSpPr/>
              <p:nvPr/>
            </p:nvSpPr>
            <p:spPr>
              <a:xfrm>
                <a:off x="2096525" y="4913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35"/>
              <p:cNvSpPr/>
              <p:nvPr/>
            </p:nvSpPr>
            <p:spPr>
              <a:xfrm>
                <a:off x="2078475" y="49317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35"/>
              <p:cNvSpPr/>
              <p:nvPr/>
            </p:nvSpPr>
            <p:spPr>
              <a:xfrm>
                <a:off x="2096525" y="49497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35"/>
              <p:cNvSpPr/>
              <p:nvPr/>
            </p:nvSpPr>
            <p:spPr>
              <a:xfrm>
                <a:off x="2078475" y="4967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35"/>
              <p:cNvSpPr/>
              <p:nvPr/>
            </p:nvSpPr>
            <p:spPr>
              <a:xfrm>
                <a:off x="2096525" y="49858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35"/>
              <p:cNvSpPr/>
              <p:nvPr/>
            </p:nvSpPr>
            <p:spPr>
              <a:xfrm>
                <a:off x="2078475" y="50037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35"/>
              <p:cNvSpPr/>
              <p:nvPr/>
            </p:nvSpPr>
            <p:spPr>
              <a:xfrm>
                <a:off x="2080950" y="5039875"/>
                <a:ext cx="3500" cy="975"/>
              </a:xfrm>
              <a:custGeom>
                <a:rect b="b" l="l" r="r" t="t"/>
                <a:pathLst>
                  <a:path extrusionOk="0" h="39" w="140">
                    <a:moveTo>
                      <a:pt x="119" y="1"/>
                    </a:moveTo>
                    <a:cubicBezTo>
                      <a:pt x="75" y="1"/>
                      <a:pt x="34" y="15"/>
                      <a:pt x="0" y="38"/>
                    </a:cubicBezTo>
                    <a:cubicBezTo>
                      <a:pt x="48" y="28"/>
                      <a:pt x="92" y="15"/>
                      <a:pt x="139" y="4"/>
                    </a:cubicBezTo>
                    <a:cubicBezTo>
                      <a:pt x="133" y="1"/>
                      <a:pt x="126" y="1"/>
                      <a:pt x="1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35"/>
              <p:cNvSpPr/>
              <p:nvPr/>
            </p:nvSpPr>
            <p:spPr>
              <a:xfrm>
                <a:off x="2096525" y="50218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228" y="433"/>
                      <a:pt x="242" y="426"/>
                      <a:pt x="252" y="426"/>
                    </a:cubicBezTo>
                    <a:cubicBezTo>
                      <a:pt x="297" y="399"/>
                      <a:pt x="341" y="375"/>
                      <a:pt x="382" y="348"/>
                    </a:cubicBezTo>
                    <a:cubicBezTo>
                      <a:pt x="412" y="311"/>
                      <a:pt x="433" y="266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35"/>
              <p:cNvSpPr/>
              <p:nvPr/>
            </p:nvSpPr>
            <p:spPr>
              <a:xfrm>
                <a:off x="2042625" y="4433550"/>
                <a:ext cx="10400" cy="4550"/>
              </a:xfrm>
              <a:custGeom>
                <a:rect b="b" l="l" r="r" t="t"/>
                <a:pathLst>
                  <a:path extrusionOk="0" h="182" w="416">
                    <a:moveTo>
                      <a:pt x="0" y="1"/>
                    </a:moveTo>
                    <a:cubicBezTo>
                      <a:pt x="21" y="103"/>
                      <a:pt x="102" y="182"/>
                      <a:pt x="211" y="182"/>
                    </a:cubicBezTo>
                    <a:cubicBezTo>
                      <a:pt x="313" y="182"/>
                      <a:pt x="395" y="110"/>
                      <a:pt x="416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35"/>
              <p:cNvSpPr/>
              <p:nvPr/>
            </p:nvSpPr>
            <p:spPr>
              <a:xfrm>
                <a:off x="20424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35"/>
              <p:cNvSpPr/>
              <p:nvPr/>
            </p:nvSpPr>
            <p:spPr>
              <a:xfrm>
                <a:off x="20605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35"/>
              <p:cNvSpPr/>
              <p:nvPr/>
            </p:nvSpPr>
            <p:spPr>
              <a:xfrm>
                <a:off x="20424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35"/>
              <p:cNvSpPr/>
              <p:nvPr/>
            </p:nvSpPr>
            <p:spPr>
              <a:xfrm>
                <a:off x="20605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35"/>
              <p:cNvSpPr/>
              <p:nvPr/>
            </p:nvSpPr>
            <p:spPr>
              <a:xfrm>
                <a:off x="20424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35"/>
              <p:cNvSpPr/>
              <p:nvPr/>
            </p:nvSpPr>
            <p:spPr>
              <a:xfrm>
                <a:off x="20605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35"/>
              <p:cNvSpPr/>
              <p:nvPr/>
            </p:nvSpPr>
            <p:spPr>
              <a:xfrm>
                <a:off x="20605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35"/>
              <p:cNvSpPr/>
              <p:nvPr/>
            </p:nvSpPr>
            <p:spPr>
              <a:xfrm>
                <a:off x="2024725" y="4589425"/>
                <a:ext cx="10575" cy="10850"/>
              </a:xfrm>
              <a:custGeom>
                <a:rect b="b" l="l" r="r" t="t"/>
                <a:pathLst>
                  <a:path extrusionOk="0" h="434" w="423">
                    <a:moveTo>
                      <a:pt x="205" y="0"/>
                    </a:moveTo>
                    <a:cubicBezTo>
                      <a:pt x="106" y="0"/>
                      <a:pt x="28" y="69"/>
                      <a:pt x="1" y="157"/>
                    </a:cubicBezTo>
                    <a:lnTo>
                      <a:pt x="1" y="215"/>
                    </a:lnTo>
                    <a:cubicBezTo>
                      <a:pt x="1" y="239"/>
                      <a:pt x="1" y="259"/>
                      <a:pt x="4" y="280"/>
                    </a:cubicBezTo>
                    <a:cubicBezTo>
                      <a:pt x="31" y="368"/>
                      <a:pt x="110" y="434"/>
                      <a:pt x="205" y="434"/>
                    </a:cubicBezTo>
                    <a:cubicBezTo>
                      <a:pt x="324" y="434"/>
                      <a:pt x="423" y="335"/>
                      <a:pt x="423" y="215"/>
                    </a:cubicBezTo>
                    <a:cubicBezTo>
                      <a:pt x="423" y="96"/>
                      <a:pt x="324" y="0"/>
                      <a:pt x="2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35"/>
              <p:cNvSpPr/>
              <p:nvPr/>
            </p:nvSpPr>
            <p:spPr>
              <a:xfrm>
                <a:off x="20424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35"/>
              <p:cNvSpPr/>
              <p:nvPr/>
            </p:nvSpPr>
            <p:spPr>
              <a:xfrm>
                <a:off x="20424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35"/>
              <p:cNvSpPr/>
              <p:nvPr/>
            </p:nvSpPr>
            <p:spPr>
              <a:xfrm>
                <a:off x="20605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35"/>
              <p:cNvSpPr/>
              <p:nvPr/>
            </p:nvSpPr>
            <p:spPr>
              <a:xfrm>
                <a:off x="2025050" y="4625450"/>
                <a:ext cx="10250" cy="10850"/>
              </a:xfrm>
              <a:custGeom>
                <a:rect b="b" l="l" r="r" t="t"/>
                <a:pathLst>
                  <a:path extrusionOk="0" h="434" w="410">
                    <a:moveTo>
                      <a:pt x="192" y="1"/>
                    </a:moveTo>
                    <a:cubicBezTo>
                      <a:pt x="106" y="1"/>
                      <a:pt x="35" y="51"/>
                      <a:pt x="1" y="123"/>
                    </a:cubicBezTo>
                    <a:lnTo>
                      <a:pt x="1" y="215"/>
                    </a:lnTo>
                    <a:lnTo>
                      <a:pt x="1" y="314"/>
                    </a:lnTo>
                    <a:cubicBezTo>
                      <a:pt x="39" y="382"/>
                      <a:pt x="110" y="433"/>
                      <a:pt x="192" y="433"/>
                    </a:cubicBezTo>
                    <a:cubicBezTo>
                      <a:pt x="311" y="433"/>
                      <a:pt x="410" y="338"/>
                      <a:pt x="410" y="215"/>
                    </a:cubicBezTo>
                    <a:cubicBezTo>
                      <a:pt x="410" y="96"/>
                      <a:pt x="311" y="1"/>
                      <a:pt x="1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35"/>
              <p:cNvSpPr/>
              <p:nvPr/>
            </p:nvSpPr>
            <p:spPr>
              <a:xfrm>
                <a:off x="204242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35"/>
              <p:cNvSpPr/>
              <p:nvPr/>
            </p:nvSpPr>
            <p:spPr>
              <a:xfrm>
                <a:off x="20605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35"/>
              <p:cNvSpPr/>
              <p:nvPr/>
            </p:nvSpPr>
            <p:spPr>
              <a:xfrm>
                <a:off x="2025325" y="4661475"/>
                <a:ext cx="9975" cy="10850"/>
              </a:xfrm>
              <a:custGeom>
                <a:rect b="b" l="l" r="r" t="t"/>
                <a:pathLst>
                  <a:path extrusionOk="0" h="434" w="399">
                    <a:moveTo>
                      <a:pt x="181" y="0"/>
                    </a:moveTo>
                    <a:cubicBezTo>
                      <a:pt x="106" y="0"/>
                      <a:pt x="41" y="45"/>
                      <a:pt x="1" y="102"/>
                    </a:cubicBezTo>
                    <a:cubicBezTo>
                      <a:pt x="1" y="140"/>
                      <a:pt x="4" y="181"/>
                      <a:pt x="4" y="219"/>
                    </a:cubicBezTo>
                    <a:lnTo>
                      <a:pt x="4" y="331"/>
                    </a:lnTo>
                    <a:cubicBezTo>
                      <a:pt x="41" y="393"/>
                      <a:pt x="106" y="434"/>
                      <a:pt x="181" y="434"/>
                    </a:cubicBezTo>
                    <a:cubicBezTo>
                      <a:pt x="300" y="434"/>
                      <a:pt x="399" y="338"/>
                      <a:pt x="399" y="219"/>
                    </a:cubicBezTo>
                    <a:cubicBezTo>
                      <a:pt x="399" y="96"/>
                      <a:pt x="300" y="0"/>
                      <a:pt x="1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35"/>
              <p:cNvSpPr/>
              <p:nvPr/>
            </p:nvSpPr>
            <p:spPr>
              <a:xfrm>
                <a:off x="206050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35"/>
              <p:cNvSpPr/>
              <p:nvPr/>
            </p:nvSpPr>
            <p:spPr>
              <a:xfrm>
                <a:off x="2025650" y="4697500"/>
                <a:ext cx="9650" cy="10850"/>
              </a:xfrm>
              <a:custGeom>
                <a:rect b="b" l="l" r="r" t="t"/>
                <a:pathLst>
                  <a:path extrusionOk="0" h="434" w="386">
                    <a:moveTo>
                      <a:pt x="168" y="1"/>
                    </a:moveTo>
                    <a:cubicBezTo>
                      <a:pt x="100" y="1"/>
                      <a:pt x="42" y="35"/>
                      <a:pt x="1" y="86"/>
                    </a:cubicBezTo>
                    <a:lnTo>
                      <a:pt x="1" y="219"/>
                    </a:lnTo>
                    <a:cubicBezTo>
                      <a:pt x="1" y="263"/>
                      <a:pt x="5" y="307"/>
                      <a:pt x="5" y="351"/>
                    </a:cubicBezTo>
                    <a:cubicBezTo>
                      <a:pt x="42" y="399"/>
                      <a:pt x="100" y="433"/>
                      <a:pt x="168" y="433"/>
                    </a:cubicBezTo>
                    <a:cubicBezTo>
                      <a:pt x="287" y="433"/>
                      <a:pt x="386" y="338"/>
                      <a:pt x="386" y="219"/>
                    </a:cubicBezTo>
                    <a:cubicBezTo>
                      <a:pt x="386" y="100"/>
                      <a:pt x="287" y="1"/>
                      <a:pt x="1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35"/>
              <p:cNvSpPr/>
              <p:nvPr/>
            </p:nvSpPr>
            <p:spPr>
              <a:xfrm>
                <a:off x="204242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35"/>
              <p:cNvSpPr/>
              <p:nvPr/>
            </p:nvSpPr>
            <p:spPr>
              <a:xfrm>
                <a:off x="206050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35"/>
              <p:cNvSpPr/>
              <p:nvPr/>
            </p:nvSpPr>
            <p:spPr>
              <a:xfrm>
                <a:off x="2026000" y="4733525"/>
                <a:ext cx="9300" cy="10850"/>
              </a:xfrm>
              <a:custGeom>
                <a:rect b="b" l="l" r="r" t="t"/>
                <a:pathLst>
                  <a:path extrusionOk="0" h="434" w="372">
                    <a:moveTo>
                      <a:pt x="154" y="0"/>
                    </a:moveTo>
                    <a:cubicBezTo>
                      <a:pt x="93" y="0"/>
                      <a:pt x="38" y="28"/>
                      <a:pt x="1" y="69"/>
                    </a:cubicBezTo>
                    <a:lnTo>
                      <a:pt x="1" y="219"/>
                    </a:lnTo>
                    <a:lnTo>
                      <a:pt x="1" y="372"/>
                    </a:lnTo>
                    <a:cubicBezTo>
                      <a:pt x="41" y="409"/>
                      <a:pt x="96" y="434"/>
                      <a:pt x="154" y="434"/>
                    </a:cubicBezTo>
                    <a:cubicBezTo>
                      <a:pt x="273" y="434"/>
                      <a:pt x="372" y="338"/>
                      <a:pt x="372" y="219"/>
                    </a:cubicBezTo>
                    <a:cubicBezTo>
                      <a:pt x="372" y="99"/>
                      <a:pt x="273" y="0"/>
                      <a:pt x="1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35"/>
              <p:cNvSpPr/>
              <p:nvPr/>
            </p:nvSpPr>
            <p:spPr>
              <a:xfrm>
                <a:off x="204242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35"/>
              <p:cNvSpPr/>
              <p:nvPr/>
            </p:nvSpPr>
            <p:spPr>
              <a:xfrm>
                <a:off x="204242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35"/>
              <p:cNvSpPr/>
              <p:nvPr/>
            </p:nvSpPr>
            <p:spPr>
              <a:xfrm>
                <a:off x="2026275" y="4769550"/>
                <a:ext cx="9025" cy="10850"/>
              </a:xfrm>
              <a:custGeom>
                <a:rect b="b" l="l" r="r" t="t"/>
                <a:pathLst>
                  <a:path extrusionOk="0" h="434" w="361">
                    <a:moveTo>
                      <a:pt x="143" y="1"/>
                    </a:moveTo>
                    <a:cubicBezTo>
                      <a:pt x="88" y="1"/>
                      <a:pt x="37" y="25"/>
                      <a:pt x="0" y="59"/>
                    </a:cubicBezTo>
                    <a:cubicBezTo>
                      <a:pt x="0" y="113"/>
                      <a:pt x="0" y="164"/>
                      <a:pt x="3" y="219"/>
                    </a:cubicBezTo>
                    <a:lnTo>
                      <a:pt x="3" y="379"/>
                    </a:lnTo>
                    <a:cubicBezTo>
                      <a:pt x="41" y="413"/>
                      <a:pt x="88" y="433"/>
                      <a:pt x="143" y="433"/>
                    </a:cubicBezTo>
                    <a:cubicBezTo>
                      <a:pt x="262" y="433"/>
                      <a:pt x="361" y="338"/>
                      <a:pt x="361" y="219"/>
                    </a:cubicBezTo>
                    <a:cubicBezTo>
                      <a:pt x="361" y="100"/>
                      <a:pt x="262" y="1"/>
                      <a:pt x="1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35"/>
              <p:cNvSpPr/>
              <p:nvPr/>
            </p:nvSpPr>
            <p:spPr>
              <a:xfrm>
                <a:off x="2060500" y="47335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35"/>
              <p:cNvSpPr/>
              <p:nvPr/>
            </p:nvSpPr>
            <p:spPr>
              <a:xfrm>
                <a:off x="204242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35"/>
              <p:cNvSpPr/>
              <p:nvPr/>
            </p:nvSpPr>
            <p:spPr>
              <a:xfrm>
                <a:off x="2060500" y="4769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35"/>
              <p:cNvSpPr/>
              <p:nvPr/>
            </p:nvSpPr>
            <p:spPr>
              <a:xfrm>
                <a:off x="2026600" y="4805575"/>
                <a:ext cx="8700" cy="10850"/>
              </a:xfrm>
              <a:custGeom>
                <a:rect b="b" l="l" r="r" t="t"/>
                <a:pathLst>
                  <a:path extrusionOk="0" h="434" w="348">
                    <a:moveTo>
                      <a:pt x="130" y="0"/>
                    </a:moveTo>
                    <a:cubicBezTo>
                      <a:pt x="79" y="0"/>
                      <a:pt x="38" y="21"/>
                      <a:pt x="0" y="52"/>
                    </a:cubicBezTo>
                    <a:lnTo>
                      <a:pt x="0" y="219"/>
                    </a:lnTo>
                    <a:cubicBezTo>
                      <a:pt x="0" y="277"/>
                      <a:pt x="4" y="332"/>
                      <a:pt x="4" y="389"/>
                    </a:cubicBezTo>
                    <a:cubicBezTo>
                      <a:pt x="38" y="417"/>
                      <a:pt x="82" y="434"/>
                      <a:pt x="130" y="434"/>
                    </a:cubicBezTo>
                    <a:cubicBezTo>
                      <a:pt x="249" y="434"/>
                      <a:pt x="348" y="338"/>
                      <a:pt x="348" y="219"/>
                    </a:cubicBezTo>
                    <a:cubicBezTo>
                      <a:pt x="348" y="99"/>
                      <a:pt x="249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35"/>
              <p:cNvSpPr/>
              <p:nvPr/>
            </p:nvSpPr>
            <p:spPr>
              <a:xfrm>
                <a:off x="2060500" y="48055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35"/>
              <p:cNvSpPr/>
              <p:nvPr/>
            </p:nvSpPr>
            <p:spPr>
              <a:xfrm>
                <a:off x="2026850" y="4841700"/>
                <a:ext cx="8450" cy="10750"/>
              </a:xfrm>
              <a:custGeom>
                <a:rect b="b" l="l" r="r" t="t"/>
                <a:pathLst>
                  <a:path extrusionOk="0" h="430" w="338">
                    <a:moveTo>
                      <a:pt x="120" y="0"/>
                    </a:moveTo>
                    <a:cubicBezTo>
                      <a:pt x="75" y="0"/>
                      <a:pt x="38" y="14"/>
                      <a:pt x="1" y="38"/>
                    </a:cubicBezTo>
                    <a:cubicBezTo>
                      <a:pt x="4" y="96"/>
                      <a:pt x="4" y="157"/>
                      <a:pt x="4" y="215"/>
                    </a:cubicBezTo>
                    <a:lnTo>
                      <a:pt x="4" y="392"/>
                    </a:lnTo>
                    <a:cubicBezTo>
                      <a:pt x="38" y="415"/>
                      <a:pt x="75" y="429"/>
                      <a:pt x="120" y="429"/>
                    </a:cubicBezTo>
                    <a:cubicBezTo>
                      <a:pt x="239" y="429"/>
                      <a:pt x="338" y="334"/>
                      <a:pt x="338" y="215"/>
                    </a:cubicBezTo>
                    <a:cubicBezTo>
                      <a:pt x="338" y="96"/>
                      <a:pt x="239" y="0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35"/>
              <p:cNvSpPr/>
              <p:nvPr/>
            </p:nvSpPr>
            <p:spPr>
              <a:xfrm>
                <a:off x="204242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35"/>
              <p:cNvSpPr/>
              <p:nvPr/>
            </p:nvSpPr>
            <p:spPr>
              <a:xfrm>
                <a:off x="2027175" y="4877725"/>
                <a:ext cx="8125" cy="10850"/>
              </a:xfrm>
              <a:custGeom>
                <a:rect b="b" l="l" r="r" t="t"/>
                <a:pathLst>
                  <a:path extrusionOk="0" h="434" w="325">
                    <a:moveTo>
                      <a:pt x="107" y="1"/>
                    </a:moveTo>
                    <a:cubicBezTo>
                      <a:pt x="70" y="1"/>
                      <a:pt x="32" y="14"/>
                      <a:pt x="1" y="31"/>
                    </a:cubicBezTo>
                    <a:cubicBezTo>
                      <a:pt x="1" y="92"/>
                      <a:pt x="1" y="153"/>
                      <a:pt x="5" y="215"/>
                    </a:cubicBezTo>
                    <a:lnTo>
                      <a:pt x="5" y="402"/>
                    </a:lnTo>
                    <a:cubicBezTo>
                      <a:pt x="35" y="419"/>
                      <a:pt x="70" y="433"/>
                      <a:pt x="107" y="433"/>
                    </a:cubicBezTo>
                    <a:cubicBezTo>
                      <a:pt x="226" y="433"/>
                      <a:pt x="325" y="334"/>
                      <a:pt x="325" y="215"/>
                    </a:cubicBezTo>
                    <a:cubicBezTo>
                      <a:pt x="325" y="95"/>
                      <a:pt x="226" y="1"/>
                      <a:pt x="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35"/>
              <p:cNvSpPr/>
              <p:nvPr/>
            </p:nvSpPr>
            <p:spPr>
              <a:xfrm>
                <a:off x="204242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35"/>
              <p:cNvSpPr/>
              <p:nvPr/>
            </p:nvSpPr>
            <p:spPr>
              <a:xfrm>
                <a:off x="206050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35"/>
              <p:cNvSpPr/>
              <p:nvPr/>
            </p:nvSpPr>
            <p:spPr>
              <a:xfrm>
                <a:off x="206050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35"/>
              <p:cNvSpPr/>
              <p:nvPr/>
            </p:nvSpPr>
            <p:spPr>
              <a:xfrm>
                <a:off x="2027525" y="4913750"/>
                <a:ext cx="7775" cy="10825"/>
              </a:xfrm>
              <a:custGeom>
                <a:rect b="b" l="l" r="r" t="t"/>
                <a:pathLst>
                  <a:path extrusionOk="0" h="433" w="311">
                    <a:moveTo>
                      <a:pt x="93" y="0"/>
                    </a:moveTo>
                    <a:cubicBezTo>
                      <a:pt x="59" y="0"/>
                      <a:pt x="28" y="7"/>
                      <a:pt x="1" y="24"/>
                    </a:cubicBezTo>
                    <a:lnTo>
                      <a:pt x="1" y="215"/>
                    </a:lnTo>
                    <a:cubicBezTo>
                      <a:pt x="1" y="280"/>
                      <a:pt x="4" y="344"/>
                      <a:pt x="4" y="409"/>
                    </a:cubicBezTo>
                    <a:cubicBezTo>
                      <a:pt x="32" y="423"/>
                      <a:pt x="62" y="433"/>
                      <a:pt x="93" y="433"/>
                    </a:cubicBezTo>
                    <a:cubicBezTo>
                      <a:pt x="212" y="433"/>
                      <a:pt x="311" y="334"/>
                      <a:pt x="311" y="215"/>
                    </a:cubicBezTo>
                    <a:cubicBezTo>
                      <a:pt x="311" y="96"/>
                      <a:pt x="212" y="0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35"/>
              <p:cNvSpPr/>
              <p:nvPr/>
            </p:nvSpPr>
            <p:spPr>
              <a:xfrm>
                <a:off x="204242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35"/>
              <p:cNvSpPr/>
              <p:nvPr/>
            </p:nvSpPr>
            <p:spPr>
              <a:xfrm>
                <a:off x="2027800" y="4949775"/>
                <a:ext cx="7500" cy="10850"/>
              </a:xfrm>
              <a:custGeom>
                <a:rect b="b" l="l" r="r" t="t"/>
                <a:pathLst>
                  <a:path extrusionOk="0" h="434" w="300">
                    <a:moveTo>
                      <a:pt x="82" y="1"/>
                    </a:moveTo>
                    <a:cubicBezTo>
                      <a:pt x="54" y="1"/>
                      <a:pt x="27" y="7"/>
                      <a:pt x="0" y="17"/>
                    </a:cubicBezTo>
                    <a:cubicBezTo>
                      <a:pt x="4" y="82"/>
                      <a:pt x="4" y="150"/>
                      <a:pt x="4" y="215"/>
                    </a:cubicBezTo>
                    <a:lnTo>
                      <a:pt x="4" y="416"/>
                    </a:lnTo>
                    <a:cubicBezTo>
                      <a:pt x="31" y="426"/>
                      <a:pt x="54" y="433"/>
                      <a:pt x="82" y="433"/>
                    </a:cubicBezTo>
                    <a:cubicBezTo>
                      <a:pt x="201" y="433"/>
                      <a:pt x="300" y="334"/>
                      <a:pt x="300" y="215"/>
                    </a:cubicBezTo>
                    <a:cubicBezTo>
                      <a:pt x="300" y="95"/>
                      <a:pt x="201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35"/>
              <p:cNvSpPr/>
              <p:nvPr/>
            </p:nvSpPr>
            <p:spPr>
              <a:xfrm>
                <a:off x="204242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35"/>
              <p:cNvSpPr/>
              <p:nvPr/>
            </p:nvSpPr>
            <p:spPr>
              <a:xfrm>
                <a:off x="206050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35"/>
              <p:cNvSpPr/>
              <p:nvPr/>
            </p:nvSpPr>
            <p:spPr>
              <a:xfrm>
                <a:off x="2028125" y="4985800"/>
                <a:ext cx="7175" cy="10825"/>
              </a:xfrm>
              <a:custGeom>
                <a:rect b="b" l="l" r="r" t="t"/>
                <a:pathLst>
                  <a:path extrusionOk="0" h="433" w="287">
                    <a:moveTo>
                      <a:pt x="69" y="0"/>
                    </a:moveTo>
                    <a:cubicBezTo>
                      <a:pt x="45" y="0"/>
                      <a:pt x="21" y="7"/>
                      <a:pt x="1" y="14"/>
                    </a:cubicBezTo>
                    <a:cubicBezTo>
                      <a:pt x="1" y="82"/>
                      <a:pt x="1" y="150"/>
                      <a:pt x="4" y="215"/>
                    </a:cubicBezTo>
                    <a:lnTo>
                      <a:pt x="4" y="420"/>
                    </a:lnTo>
                    <a:cubicBezTo>
                      <a:pt x="24" y="426"/>
                      <a:pt x="45" y="433"/>
                      <a:pt x="69" y="433"/>
                    </a:cubicBezTo>
                    <a:cubicBezTo>
                      <a:pt x="188" y="433"/>
                      <a:pt x="287" y="334"/>
                      <a:pt x="287" y="215"/>
                    </a:cubicBezTo>
                    <a:cubicBezTo>
                      <a:pt x="287" y="96"/>
                      <a:pt x="188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35"/>
              <p:cNvSpPr/>
              <p:nvPr/>
            </p:nvSpPr>
            <p:spPr>
              <a:xfrm>
                <a:off x="206050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35"/>
              <p:cNvSpPr/>
              <p:nvPr/>
            </p:nvSpPr>
            <p:spPr>
              <a:xfrm>
                <a:off x="204242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35"/>
              <p:cNvSpPr/>
              <p:nvPr/>
            </p:nvSpPr>
            <p:spPr>
              <a:xfrm>
                <a:off x="2028475" y="5021825"/>
                <a:ext cx="6825" cy="10850"/>
              </a:xfrm>
              <a:custGeom>
                <a:rect b="b" l="l" r="r" t="t"/>
                <a:pathLst>
                  <a:path extrusionOk="0" h="434" w="273">
                    <a:moveTo>
                      <a:pt x="55" y="1"/>
                    </a:moveTo>
                    <a:cubicBezTo>
                      <a:pt x="35" y="1"/>
                      <a:pt x="18" y="7"/>
                      <a:pt x="0" y="11"/>
                    </a:cubicBezTo>
                    <a:lnTo>
                      <a:pt x="0" y="215"/>
                    </a:lnTo>
                    <a:cubicBezTo>
                      <a:pt x="0" y="287"/>
                      <a:pt x="4" y="355"/>
                      <a:pt x="4" y="423"/>
                    </a:cubicBezTo>
                    <a:cubicBezTo>
                      <a:pt x="21" y="426"/>
                      <a:pt x="38" y="433"/>
                      <a:pt x="55" y="433"/>
                    </a:cubicBezTo>
                    <a:cubicBezTo>
                      <a:pt x="174" y="433"/>
                      <a:pt x="273" y="334"/>
                      <a:pt x="273" y="215"/>
                    </a:cubicBezTo>
                    <a:cubicBezTo>
                      <a:pt x="273" y="96"/>
                      <a:pt x="174" y="1"/>
                      <a:pt x="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35"/>
              <p:cNvSpPr/>
              <p:nvPr/>
            </p:nvSpPr>
            <p:spPr>
              <a:xfrm>
                <a:off x="204242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35"/>
              <p:cNvSpPr/>
              <p:nvPr/>
            </p:nvSpPr>
            <p:spPr>
              <a:xfrm>
                <a:off x="2060500" y="49858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35"/>
              <p:cNvSpPr/>
              <p:nvPr/>
            </p:nvSpPr>
            <p:spPr>
              <a:xfrm>
                <a:off x="2045675" y="5039875"/>
                <a:ext cx="6250" cy="1900"/>
              </a:xfrm>
              <a:custGeom>
                <a:rect b="b" l="l" r="r" t="t"/>
                <a:pathLst>
                  <a:path extrusionOk="0" h="76" w="250">
                    <a:moveTo>
                      <a:pt x="89" y="1"/>
                    </a:moveTo>
                    <a:cubicBezTo>
                      <a:pt x="55" y="1"/>
                      <a:pt x="28" y="7"/>
                      <a:pt x="1" y="18"/>
                    </a:cubicBezTo>
                    <a:cubicBezTo>
                      <a:pt x="83" y="42"/>
                      <a:pt x="164" y="62"/>
                      <a:pt x="249" y="76"/>
                    </a:cubicBezTo>
                    <a:cubicBezTo>
                      <a:pt x="212" y="28"/>
                      <a:pt x="154" y="1"/>
                      <a:pt x="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35"/>
              <p:cNvSpPr/>
              <p:nvPr/>
            </p:nvSpPr>
            <p:spPr>
              <a:xfrm>
                <a:off x="2060500" y="50218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35"/>
              <p:cNvSpPr/>
              <p:nvPr/>
            </p:nvSpPr>
            <p:spPr>
              <a:xfrm>
                <a:off x="20244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35"/>
              <p:cNvSpPr/>
              <p:nvPr/>
            </p:nvSpPr>
            <p:spPr>
              <a:xfrm>
                <a:off x="20244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35"/>
              <p:cNvSpPr/>
              <p:nvPr/>
            </p:nvSpPr>
            <p:spPr>
              <a:xfrm>
                <a:off x="20244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35"/>
              <p:cNvSpPr/>
              <p:nvPr/>
            </p:nvSpPr>
            <p:spPr>
              <a:xfrm>
                <a:off x="20244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62" name="Google Shape;1762;p35"/>
          <p:cNvSpPr/>
          <p:nvPr/>
        </p:nvSpPr>
        <p:spPr>
          <a:xfrm rot="-4421961">
            <a:off x="2756334" y="1581448"/>
            <a:ext cx="5541644" cy="2735785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3" name="Google Shape;1763;p35"/>
          <p:cNvGrpSpPr/>
          <p:nvPr/>
        </p:nvGrpSpPr>
        <p:grpSpPr>
          <a:xfrm>
            <a:off x="6539446" y="-344139"/>
            <a:ext cx="2878067" cy="5824284"/>
            <a:chOff x="5883539" y="-344156"/>
            <a:chExt cx="3534407" cy="5824284"/>
          </a:xfrm>
        </p:grpSpPr>
        <p:sp>
          <p:nvSpPr>
            <p:cNvPr id="1764" name="Google Shape;1764;p35"/>
            <p:cNvSpPr/>
            <p:nvPr/>
          </p:nvSpPr>
          <p:spPr>
            <a:xfrm rot="5400000">
              <a:off x="6900504" y="863896"/>
              <a:ext cx="3234092" cy="138320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5"/>
            <p:cNvSpPr/>
            <p:nvPr/>
          </p:nvSpPr>
          <p:spPr>
            <a:xfrm rot="5400000">
              <a:off x="4775506" y="1046483"/>
              <a:ext cx="5541677" cy="3325611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5"/>
            <p:cNvSpPr/>
            <p:nvPr/>
          </p:nvSpPr>
          <p:spPr>
            <a:xfrm rot="5400000">
              <a:off x="8150941" y="3716902"/>
              <a:ext cx="789976" cy="451130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5"/>
            <p:cNvSpPr/>
            <p:nvPr/>
          </p:nvSpPr>
          <p:spPr>
            <a:xfrm rot="5400000">
              <a:off x="8024895" y="1980397"/>
              <a:ext cx="1785149" cy="530118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5"/>
            <p:cNvSpPr/>
            <p:nvPr/>
          </p:nvSpPr>
          <p:spPr>
            <a:xfrm rot="5400000">
              <a:off x="7621400" y="2799386"/>
              <a:ext cx="2407783" cy="714476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69" name="Google Shape;1769;p35"/>
            <p:cNvGrpSpPr/>
            <p:nvPr/>
          </p:nvGrpSpPr>
          <p:grpSpPr>
            <a:xfrm flipH="1">
              <a:off x="6930507" y="-344156"/>
              <a:ext cx="2487438" cy="2254471"/>
              <a:chOff x="4895725" y="2485200"/>
              <a:chExt cx="464525" cy="744050"/>
            </a:xfrm>
          </p:grpSpPr>
          <p:sp>
            <p:nvSpPr>
              <p:cNvPr id="1770" name="Google Shape;1770;p35"/>
              <p:cNvSpPr/>
              <p:nvPr/>
            </p:nvSpPr>
            <p:spPr>
              <a:xfrm>
                <a:off x="4896150" y="2564650"/>
                <a:ext cx="407475" cy="415225"/>
              </a:xfrm>
              <a:custGeom>
                <a:rect b="b" l="l" r="r" t="t"/>
                <a:pathLst>
                  <a:path extrusionOk="0" h="16609" w="16299">
                    <a:moveTo>
                      <a:pt x="1" y="0"/>
                    </a:moveTo>
                    <a:lnTo>
                      <a:pt x="4" y="314"/>
                    </a:lnTo>
                    <a:lnTo>
                      <a:pt x="6817" y="7128"/>
                    </a:lnTo>
                    <a:lnTo>
                      <a:pt x="6845" y="7155"/>
                    </a:lnTo>
                    <a:lnTo>
                      <a:pt x="6872" y="7182"/>
                    </a:lnTo>
                    <a:lnTo>
                      <a:pt x="14619" y="14928"/>
                    </a:lnTo>
                    <a:lnTo>
                      <a:pt x="14646" y="14956"/>
                    </a:lnTo>
                    <a:lnTo>
                      <a:pt x="16298" y="16609"/>
                    </a:lnTo>
                    <a:cubicBezTo>
                      <a:pt x="16298" y="16506"/>
                      <a:pt x="16298" y="16400"/>
                      <a:pt x="16295" y="16295"/>
                    </a:cubicBezTo>
                    <a:lnTo>
                      <a:pt x="14826" y="14826"/>
                    </a:lnTo>
                    <a:lnTo>
                      <a:pt x="14799" y="14799"/>
                    </a:lnTo>
                    <a:lnTo>
                      <a:pt x="7029" y="7025"/>
                    </a:lnTo>
                    <a:lnTo>
                      <a:pt x="7001" y="6998"/>
                    </a:lnTo>
                    <a:lnTo>
                      <a:pt x="6974" y="697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35"/>
              <p:cNvSpPr/>
              <p:nvPr/>
            </p:nvSpPr>
            <p:spPr>
              <a:xfrm>
                <a:off x="4896675" y="2643100"/>
                <a:ext cx="398000" cy="404125"/>
              </a:xfrm>
              <a:custGeom>
                <a:rect b="b" l="l" r="r" t="t"/>
                <a:pathLst>
                  <a:path extrusionOk="0" h="16165" w="15920">
                    <a:moveTo>
                      <a:pt x="0" y="0"/>
                    </a:moveTo>
                    <a:lnTo>
                      <a:pt x="0" y="314"/>
                    </a:lnTo>
                    <a:lnTo>
                      <a:pt x="5236" y="5550"/>
                    </a:lnTo>
                    <a:lnTo>
                      <a:pt x="5263" y="5577"/>
                    </a:lnTo>
                    <a:lnTo>
                      <a:pt x="5291" y="5604"/>
                    </a:lnTo>
                    <a:lnTo>
                      <a:pt x="13038" y="13351"/>
                    </a:lnTo>
                    <a:lnTo>
                      <a:pt x="13065" y="13378"/>
                    </a:lnTo>
                    <a:lnTo>
                      <a:pt x="13092" y="13405"/>
                    </a:lnTo>
                    <a:lnTo>
                      <a:pt x="15848" y="16165"/>
                    </a:lnTo>
                    <a:cubicBezTo>
                      <a:pt x="15875" y="16083"/>
                      <a:pt x="15899" y="16005"/>
                      <a:pt x="15920" y="15923"/>
                    </a:cubicBezTo>
                    <a:lnTo>
                      <a:pt x="13245" y="13249"/>
                    </a:lnTo>
                    <a:lnTo>
                      <a:pt x="13218" y="13221"/>
                    </a:lnTo>
                    <a:lnTo>
                      <a:pt x="13194" y="13194"/>
                    </a:lnTo>
                    <a:lnTo>
                      <a:pt x="5447" y="5447"/>
                    </a:lnTo>
                    <a:lnTo>
                      <a:pt x="5420" y="5420"/>
                    </a:lnTo>
                    <a:lnTo>
                      <a:pt x="5393" y="53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35"/>
              <p:cNvSpPr/>
              <p:nvPr/>
            </p:nvSpPr>
            <p:spPr>
              <a:xfrm>
                <a:off x="4896400" y="2603925"/>
                <a:ext cx="405100" cy="411800"/>
              </a:xfrm>
              <a:custGeom>
                <a:rect b="b" l="l" r="r" t="t"/>
                <a:pathLst>
                  <a:path extrusionOk="0" h="16472" w="16204">
                    <a:moveTo>
                      <a:pt x="0" y="0"/>
                    </a:moveTo>
                    <a:lnTo>
                      <a:pt x="4" y="313"/>
                    </a:lnTo>
                    <a:lnTo>
                      <a:pt x="6054" y="6364"/>
                    </a:lnTo>
                    <a:lnTo>
                      <a:pt x="6082" y="6391"/>
                    </a:lnTo>
                    <a:lnTo>
                      <a:pt x="13829" y="14138"/>
                    </a:lnTo>
                    <a:lnTo>
                      <a:pt x="13856" y="14165"/>
                    </a:lnTo>
                    <a:lnTo>
                      <a:pt x="16162" y="16472"/>
                    </a:lnTo>
                    <a:cubicBezTo>
                      <a:pt x="16176" y="16383"/>
                      <a:pt x="16189" y="16291"/>
                      <a:pt x="16203" y="16199"/>
                    </a:cubicBezTo>
                    <a:lnTo>
                      <a:pt x="14036" y="14036"/>
                    </a:lnTo>
                    <a:lnTo>
                      <a:pt x="14009" y="14008"/>
                    </a:lnTo>
                    <a:lnTo>
                      <a:pt x="13982" y="13981"/>
                    </a:lnTo>
                    <a:lnTo>
                      <a:pt x="6211" y="6207"/>
                    </a:lnTo>
                    <a:lnTo>
                      <a:pt x="6184" y="6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35"/>
              <p:cNvSpPr/>
              <p:nvPr/>
            </p:nvSpPr>
            <p:spPr>
              <a:xfrm>
                <a:off x="4898950" y="3035450"/>
                <a:ext cx="189175" cy="190300"/>
              </a:xfrm>
              <a:custGeom>
                <a:rect b="b" l="l" r="r" t="t"/>
                <a:pathLst>
                  <a:path extrusionOk="0" h="7612" w="7567">
                    <a:moveTo>
                      <a:pt x="1" y="0"/>
                    </a:moveTo>
                    <a:lnTo>
                      <a:pt x="1" y="314"/>
                    </a:lnTo>
                    <a:lnTo>
                      <a:pt x="5145" y="5458"/>
                    </a:lnTo>
                    <a:lnTo>
                      <a:pt x="5172" y="5486"/>
                    </a:lnTo>
                    <a:lnTo>
                      <a:pt x="5200" y="5513"/>
                    </a:lnTo>
                    <a:lnTo>
                      <a:pt x="7298" y="7612"/>
                    </a:lnTo>
                    <a:cubicBezTo>
                      <a:pt x="7390" y="7598"/>
                      <a:pt x="7479" y="7584"/>
                      <a:pt x="7567" y="7567"/>
                    </a:cubicBezTo>
                    <a:lnTo>
                      <a:pt x="5356" y="5356"/>
                    </a:lnTo>
                    <a:lnTo>
                      <a:pt x="5329" y="5329"/>
                    </a:lnTo>
                    <a:lnTo>
                      <a:pt x="5302" y="530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35"/>
              <p:cNvSpPr/>
              <p:nvPr/>
            </p:nvSpPr>
            <p:spPr>
              <a:xfrm>
                <a:off x="4898025" y="2878500"/>
                <a:ext cx="300475" cy="303725"/>
              </a:xfrm>
              <a:custGeom>
                <a:rect b="b" l="l" r="r" t="t"/>
                <a:pathLst>
                  <a:path extrusionOk="0" h="12149" w="12019">
                    <a:moveTo>
                      <a:pt x="0" y="0"/>
                    </a:moveTo>
                    <a:lnTo>
                      <a:pt x="4" y="314"/>
                    </a:lnTo>
                    <a:lnTo>
                      <a:pt x="528" y="841"/>
                    </a:lnTo>
                    <a:lnTo>
                      <a:pt x="556" y="869"/>
                    </a:lnTo>
                    <a:lnTo>
                      <a:pt x="8303" y="8616"/>
                    </a:lnTo>
                    <a:lnTo>
                      <a:pt x="8330" y="8643"/>
                    </a:lnTo>
                    <a:lnTo>
                      <a:pt x="8357" y="8670"/>
                    </a:lnTo>
                    <a:lnTo>
                      <a:pt x="11835" y="12149"/>
                    </a:lnTo>
                    <a:cubicBezTo>
                      <a:pt x="11896" y="12108"/>
                      <a:pt x="11962" y="12063"/>
                      <a:pt x="12019" y="12022"/>
                    </a:cubicBezTo>
                    <a:lnTo>
                      <a:pt x="8514" y="8514"/>
                    </a:lnTo>
                    <a:lnTo>
                      <a:pt x="8487" y="8486"/>
                    </a:lnTo>
                    <a:lnTo>
                      <a:pt x="8459" y="8459"/>
                    </a:lnTo>
                    <a:lnTo>
                      <a:pt x="712" y="712"/>
                    </a:lnTo>
                    <a:lnTo>
                      <a:pt x="685" y="685"/>
                    </a:lnTo>
                    <a:lnTo>
                      <a:pt x="658" y="6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35"/>
              <p:cNvSpPr/>
              <p:nvPr/>
            </p:nvSpPr>
            <p:spPr>
              <a:xfrm>
                <a:off x="4897600" y="2800050"/>
                <a:ext cx="341900" cy="345975"/>
              </a:xfrm>
              <a:custGeom>
                <a:rect b="b" l="l" r="r" t="t"/>
                <a:pathLst>
                  <a:path extrusionOk="0" h="13839" w="13676">
                    <a:moveTo>
                      <a:pt x="1" y="1"/>
                    </a:moveTo>
                    <a:lnTo>
                      <a:pt x="1" y="314"/>
                    </a:lnTo>
                    <a:lnTo>
                      <a:pt x="2078" y="2392"/>
                    </a:lnTo>
                    <a:lnTo>
                      <a:pt x="2106" y="2419"/>
                    </a:lnTo>
                    <a:lnTo>
                      <a:pt x="2133" y="2446"/>
                    </a:lnTo>
                    <a:lnTo>
                      <a:pt x="9880" y="10193"/>
                    </a:lnTo>
                    <a:lnTo>
                      <a:pt x="9907" y="10221"/>
                    </a:lnTo>
                    <a:lnTo>
                      <a:pt x="13525" y="13839"/>
                    </a:lnTo>
                    <a:cubicBezTo>
                      <a:pt x="13576" y="13787"/>
                      <a:pt x="13627" y="13733"/>
                      <a:pt x="13675" y="13679"/>
                    </a:cubicBezTo>
                    <a:lnTo>
                      <a:pt x="10091" y="10091"/>
                    </a:lnTo>
                    <a:lnTo>
                      <a:pt x="10064" y="10064"/>
                    </a:lnTo>
                    <a:lnTo>
                      <a:pt x="2290" y="2290"/>
                    </a:lnTo>
                    <a:lnTo>
                      <a:pt x="2262" y="2262"/>
                    </a:lnTo>
                    <a:lnTo>
                      <a:pt x="2235" y="22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35"/>
              <p:cNvSpPr/>
              <p:nvPr/>
            </p:nvSpPr>
            <p:spPr>
              <a:xfrm>
                <a:off x="4897100" y="2721600"/>
                <a:ext cx="374750" cy="379700"/>
              </a:xfrm>
              <a:custGeom>
                <a:rect b="b" l="l" r="r" t="t"/>
                <a:pathLst>
                  <a:path extrusionOk="0" h="15188" w="14990">
                    <a:moveTo>
                      <a:pt x="0" y="1"/>
                    </a:moveTo>
                    <a:lnTo>
                      <a:pt x="4" y="315"/>
                    </a:lnTo>
                    <a:lnTo>
                      <a:pt x="3659" y="3970"/>
                    </a:lnTo>
                    <a:lnTo>
                      <a:pt x="3686" y="3997"/>
                    </a:lnTo>
                    <a:lnTo>
                      <a:pt x="11460" y="11771"/>
                    </a:lnTo>
                    <a:lnTo>
                      <a:pt x="11488" y="11798"/>
                    </a:lnTo>
                    <a:lnTo>
                      <a:pt x="11515" y="11826"/>
                    </a:lnTo>
                    <a:lnTo>
                      <a:pt x="14877" y="15188"/>
                    </a:lnTo>
                    <a:cubicBezTo>
                      <a:pt x="14914" y="15120"/>
                      <a:pt x="14952" y="15056"/>
                      <a:pt x="14990" y="14991"/>
                    </a:cubicBezTo>
                    <a:lnTo>
                      <a:pt x="11672" y="11669"/>
                    </a:lnTo>
                    <a:lnTo>
                      <a:pt x="11644" y="11642"/>
                    </a:lnTo>
                    <a:lnTo>
                      <a:pt x="11617" y="11614"/>
                    </a:lnTo>
                    <a:lnTo>
                      <a:pt x="3870" y="3867"/>
                    </a:lnTo>
                    <a:lnTo>
                      <a:pt x="3843" y="38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35"/>
              <p:cNvSpPr/>
              <p:nvPr/>
            </p:nvSpPr>
            <p:spPr>
              <a:xfrm>
                <a:off x="4898700" y="2996200"/>
                <a:ext cx="220950" cy="222650"/>
              </a:xfrm>
              <a:custGeom>
                <a:rect b="b" l="l" r="r" t="t"/>
                <a:pathLst>
                  <a:path extrusionOk="0" h="8906" w="8838">
                    <a:moveTo>
                      <a:pt x="1" y="1"/>
                    </a:moveTo>
                    <a:lnTo>
                      <a:pt x="4" y="314"/>
                    </a:lnTo>
                    <a:lnTo>
                      <a:pt x="5935" y="6248"/>
                    </a:lnTo>
                    <a:lnTo>
                      <a:pt x="5962" y="6276"/>
                    </a:lnTo>
                    <a:lnTo>
                      <a:pt x="5990" y="6303"/>
                    </a:lnTo>
                    <a:lnTo>
                      <a:pt x="8592" y="8905"/>
                    </a:lnTo>
                    <a:cubicBezTo>
                      <a:pt x="8674" y="8882"/>
                      <a:pt x="8756" y="8861"/>
                      <a:pt x="8838" y="8837"/>
                    </a:cubicBezTo>
                    <a:lnTo>
                      <a:pt x="6146" y="6146"/>
                    </a:lnTo>
                    <a:lnTo>
                      <a:pt x="6119" y="6119"/>
                    </a:lnTo>
                    <a:lnTo>
                      <a:pt x="6092" y="609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35"/>
              <p:cNvSpPr/>
              <p:nvPr/>
            </p:nvSpPr>
            <p:spPr>
              <a:xfrm>
                <a:off x="4898275" y="2917750"/>
                <a:ext cx="276400" cy="279050"/>
              </a:xfrm>
              <a:custGeom>
                <a:rect b="b" l="l" r="r" t="t"/>
                <a:pathLst>
                  <a:path extrusionOk="0" h="11162" w="11056">
                    <a:moveTo>
                      <a:pt x="1" y="1"/>
                    </a:moveTo>
                    <a:lnTo>
                      <a:pt x="1" y="314"/>
                    </a:lnTo>
                    <a:lnTo>
                      <a:pt x="7512" y="7826"/>
                    </a:lnTo>
                    <a:lnTo>
                      <a:pt x="7540" y="7853"/>
                    </a:lnTo>
                    <a:lnTo>
                      <a:pt x="7567" y="7881"/>
                    </a:lnTo>
                    <a:lnTo>
                      <a:pt x="10851" y="11161"/>
                    </a:lnTo>
                    <a:cubicBezTo>
                      <a:pt x="10919" y="11127"/>
                      <a:pt x="10987" y="11093"/>
                      <a:pt x="11056" y="11056"/>
                    </a:cubicBezTo>
                    <a:lnTo>
                      <a:pt x="7724" y="7724"/>
                    </a:lnTo>
                    <a:lnTo>
                      <a:pt x="7696" y="7697"/>
                    </a:lnTo>
                    <a:lnTo>
                      <a:pt x="7669" y="76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35"/>
              <p:cNvSpPr/>
              <p:nvPr/>
            </p:nvSpPr>
            <p:spPr>
              <a:xfrm>
                <a:off x="4897775" y="2839325"/>
                <a:ext cx="322375" cy="325950"/>
              </a:xfrm>
              <a:custGeom>
                <a:rect b="b" l="l" r="r" t="t"/>
                <a:pathLst>
                  <a:path extrusionOk="0" h="13038" w="12895">
                    <a:moveTo>
                      <a:pt x="0" y="0"/>
                    </a:moveTo>
                    <a:lnTo>
                      <a:pt x="4" y="314"/>
                    </a:lnTo>
                    <a:lnTo>
                      <a:pt x="1291" y="1601"/>
                    </a:lnTo>
                    <a:lnTo>
                      <a:pt x="1318" y="1628"/>
                    </a:lnTo>
                    <a:lnTo>
                      <a:pt x="1346" y="1656"/>
                    </a:lnTo>
                    <a:lnTo>
                      <a:pt x="9093" y="9403"/>
                    </a:lnTo>
                    <a:lnTo>
                      <a:pt x="9120" y="9430"/>
                    </a:lnTo>
                    <a:lnTo>
                      <a:pt x="12728" y="13037"/>
                    </a:lnTo>
                    <a:cubicBezTo>
                      <a:pt x="12782" y="12990"/>
                      <a:pt x="12840" y="12939"/>
                      <a:pt x="12895" y="12891"/>
                    </a:cubicBezTo>
                    <a:lnTo>
                      <a:pt x="9304" y="9301"/>
                    </a:lnTo>
                    <a:lnTo>
                      <a:pt x="9277" y="9273"/>
                    </a:lnTo>
                    <a:lnTo>
                      <a:pt x="1475" y="1472"/>
                    </a:lnTo>
                    <a:lnTo>
                      <a:pt x="1448" y="14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35"/>
              <p:cNvSpPr/>
              <p:nvPr/>
            </p:nvSpPr>
            <p:spPr>
              <a:xfrm>
                <a:off x="4897350" y="2760800"/>
                <a:ext cx="359425" cy="363925"/>
              </a:xfrm>
              <a:custGeom>
                <a:rect b="b" l="l" r="r" t="t"/>
                <a:pathLst>
                  <a:path extrusionOk="0" h="14557" w="14377">
                    <a:moveTo>
                      <a:pt x="0" y="0"/>
                    </a:moveTo>
                    <a:lnTo>
                      <a:pt x="0" y="313"/>
                    </a:lnTo>
                    <a:lnTo>
                      <a:pt x="2868" y="3182"/>
                    </a:lnTo>
                    <a:lnTo>
                      <a:pt x="2896" y="3209"/>
                    </a:lnTo>
                    <a:lnTo>
                      <a:pt x="2923" y="3236"/>
                    </a:lnTo>
                    <a:lnTo>
                      <a:pt x="10670" y="10983"/>
                    </a:lnTo>
                    <a:lnTo>
                      <a:pt x="10697" y="11011"/>
                    </a:lnTo>
                    <a:lnTo>
                      <a:pt x="10725" y="11038"/>
                    </a:lnTo>
                    <a:lnTo>
                      <a:pt x="14244" y="14557"/>
                    </a:lnTo>
                    <a:cubicBezTo>
                      <a:pt x="14288" y="14499"/>
                      <a:pt x="14332" y="14438"/>
                      <a:pt x="14376" y="14376"/>
                    </a:cubicBezTo>
                    <a:lnTo>
                      <a:pt x="10881" y="10881"/>
                    </a:lnTo>
                    <a:lnTo>
                      <a:pt x="10854" y="10854"/>
                    </a:lnTo>
                    <a:lnTo>
                      <a:pt x="10827" y="10827"/>
                    </a:lnTo>
                    <a:lnTo>
                      <a:pt x="3080" y="3080"/>
                    </a:lnTo>
                    <a:lnTo>
                      <a:pt x="3052" y="3052"/>
                    </a:lnTo>
                    <a:lnTo>
                      <a:pt x="3025" y="30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35"/>
              <p:cNvSpPr/>
              <p:nvPr/>
            </p:nvSpPr>
            <p:spPr>
              <a:xfrm>
                <a:off x="4899375" y="3113900"/>
                <a:ext cx="115000" cy="115000"/>
              </a:xfrm>
              <a:custGeom>
                <a:rect b="b" l="l" r="r" t="t"/>
                <a:pathLst>
                  <a:path extrusionOk="0" h="4600" w="4600">
                    <a:moveTo>
                      <a:pt x="1" y="0"/>
                    </a:moveTo>
                    <a:lnTo>
                      <a:pt x="4" y="314"/>
                    </a:lnTo>
                    <a:lnTo>
                      <a:pt x="3568" y="3878"/>
                    </a:lnTo>
                    <a:lnTo>
                      <a:pt x="3595" y="3905"/>
                    </a:lnTo>
                    <a:lnTo>
                      <a:pt x="3622" y="3931"/>
                    </a:lnTo>
                    <a:lnTo>
                      <a:pt x="4266" y="4576"/>
                    </a:lnTo>
                    <a:cubicBezTo>
                      <a:pt x="4378" y="4586"/>
                      <a:pt x="4491" y="4593"/>
                      <a:pt x="4600" y="4599"/>
                    </a:cubicBezTo>
                    <a:lnTo>
                      <a:pt x="3779" y="3779"/>
                    </a:lnTo>
                    <a:lnTo>
                      <a:pt x="3752" y="3751"/>
                    </a:lnTo>
                    <a:lnTo>
                      <a:pt x="3724" y="372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35"/>
              <p:cNvSpPr/>
              <p:nvPr/>
            </p:nvSpPr>
            <p:spPr>
              <a:xfrm>
                <a:off x="4899225" y="3074625"/>
                <a:ext cx="154075" cy="154625"/>
              </a:xfrm>
              <a:custGeom>
                <a:rect b="b" l="l" r="r" t="t"/>
                <a:pathLst>
                  <a:path extrusionOk="0" h="6185" w="6163">
                    <a:moveTo>
                      <a:pt x="0" y="1"/>
                    </a:moveTo>
                    <a:lnTo>
                      <a:pt x="0" y="318"/>
                    </a:lnTo>
                    <a:lnTo>
                      <a:pt x="4354" y="4672"/>
                    </a:lnTo>
                    <a:lnTo>
                      <a:pt x="4381" y="4699"/>
                    </a:lnTo>
                    <a:lnTo>
                      <a:pt x="5870" y="6184"/>
                    </a:lnTo>
                    <a:cubicBezTo>
                      <a:pt x="5969" y="6180"/>
                      <a:pt x="6064" y="6174"/>
                      <a:pt x="6163" y="6167"/>
                    </a:cubicBezTo>
                    <a:lnTo>
                      <a:pt x="4565" y="4570"/>
                    </a:lnTo>
                    <a:lnTo>
                      <a:pt x="4538" y="454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35"/>
              <p:cNvSpPr/>
              <p:nvPr/>
            </p:nvSpPr>
            <p:spPr>
              <a:xfrm>
                <a:off x="5198925" y="2485200"/>
                <a:ext cx="135175" cy="131750"/>
              </a:xfrm>
              <a:custGeom>
                <a:rect b="b" l="l" r="r" t="t"/>
                <a:pathLst>
                  <a:path extrusionOk="0" h="5270" w="5407">
                    <a:moveTo>
                      <a:pt x="0" y="0"/>
                    </a:moveTo>
                    <a:lnTo>
                      <a:pt x="2508" y="2507"/>
                    </a:lnTo>
                    <a:lnTo>
                      <a:pt x="2535" y="2535"/>
                    </a:lnTo>
                    <a:lnTo>
                      <a:pt x="2562" y="2562"/>
                    </a:lnTo>
                    <a:lnTo>
                      <a:pt x="5270" y="5270"/>
                    </a:lnTo>
                    <a:cubicBezTo>
                      <a:pt x="5315" y="5213"/>
                      <a:pt x="5363" y="5155"/>
                      <a:pt x="5407" y="5093"/>
                    </a:cubicBezTo>
                    <a:lnTo>
                      <a:pt x="2715" y="2405"/>
                    </a:lnTo>
                    <a:lnTo>
                      <a:pt x="2688" y="2378"/>
                    </a:lnTo>
                    <a:lnTo>
                      <a:pt x="2661" y="235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35"/>
              <p:cNvSpPr/>
              <p:nvPr/>
            </p:nvSpPr>
            <p:spPr>
              <a:xfrm>
                <a:off x="5159925" y="2485200"/>
                <a:ext cx="156300" cy="152550"/>
              </a:xfrm>
              <a:custGeom>
                <a:rect b="b" l="l" r="r" t="t"/>
                <a:pathLst>
                  <a:path extrusionOk="0" h="6102" w="6252">
                    <a:moveTo>
                      <a:pt x="0" y="0"/>
                    </a:moveTo>
                    <a:lnTo>
                      <a:pt x="3288" y="3287"/>
                    </a:lnTo>
                    <a:lnTo>
                      <a:pt x="3315" y="3315"/>
                    </a:lnTo>
                    <a:lnTo>
                      <a:pt x="6101" y="6101"/>
                    </a:lnTo>
                    <a:cubicBezTo>
                      <a:pt x="6153" y="6047"/>
                      <a:pt x="6203" y="5996"/>
                      <a:pt x="6252" y="5941"/>
                    </a:cubicBezTo>
                    <a:lnTo>
                      <a:pt x="3495" y="3185"/>
                    </a:lnTo>
                    <a:lnTo>
                      <a:pt x="3468" y="3158"/>
                    </a:lnTo>
                    <a:lnTo>
                      <a:pt x="3441" y="313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35"/>
              <p:cNvSpPr/>
              <p:nvPr/>
            </p:nvSpPr>
            <p:spPr>
              <a:xfrm>
                <a:off x="5003900" y="2485200"/>
                <a:ext cx="246225" cy="244175"/>
              </a:xfrm>
              <a:custGeom>
                <a:rect b="b" l="l" r="r" t="t"/>
                <a:pathLst>
                  <a:path extrusionOk="0" h="9767" w="9849">
                    <a:moveTo>
                      <a:pt x="0" y="0"/>
                    </a:moveTo>
                    <a:lnTo>
                      <a:pt x="6435" y="6432"/>
                    </a:lnTo>
                    <a:lnTo>
                      <a:pt x="6463" y="6460"/>
                    </a:lnTo>
                    <a:lnTo>
                      <a:pt x="9771" y="9767"/>
                    </a:lnTo>
                    <a:cubicBezTo>
                      <a:pt x="9791" y="9689"/>
                      <a:pt x="9821" y="9611"/>
                      <a:pt x="9848" y="9535"/>
                    </a:cubicBezTo>
                    <a:lnTo>
                      <a:pt x="6592" y="6279"/>
                    </a:lnTo>
                    <a:lnTo>
                      <a:pt x="6565" y="625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35"/>
              <p:cNvSpPr/>
              <p:nvPr/>
            </p:nvSpPr>
            <p:spPr>
              <a:xfrm>
                <a:off x="4898450" y="2956950"/>
                <a:ext cx="249900" cy="252175"/>
              </a:xfrm>
              <a:custGeom>
                <a:rect b="b" l="l" r="r" t="t"/>
                <a:pathLst>
                  <a:path extrusionOk="0" h="10087" w="9996">
                    <a:moveTo>
                      <a:pt x="0" y="0"/>
                    </a:moveTo>
                    <a:lnTo>
                      <a:pt x="4" y="316"/>
                    </a:lnTo>
                    <a:lnTo>
                      <a:pt x="6753" y="7065"/>
                    </a:lnTo>
                    <a:lnTo>
                      <a:pt x="6780" y="7093"/>
                    </a:lnTo>
                    <a:lnTo>
                      <a:pt x="9774" y="10087"/>
                    </a:lnTo>
                    <a:cubicBezTo>
                      <a:pt x="9849" y="10057"/>
                      <a:pt x="9921" y="10026"/>
                      <a:pt x="9996" y="9995"/>
                    </a:cubicBezTo>
                    <a:lnTo>
                      <a:pt x="6909" y="6909"/>
                    </a:lnTo>
                    <a:lnTo>
                      <a:pt x="6882" y="68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35"/>
              <p:cNvSpPr/>
              <p:nvPr/>
            </p:nvSpPr>
            <p:spPr>
              <a:xfrm>
                <a:off x="4896825" y="2682350"/>
                <a:ext cx="387800" cy="393175"/>
              </a:xfrm>
              <a:custGeom>
                <a:rect b="b" l="l" r="r" t="t"/>
                <a:pathLst>
                  <a:path extrusionOk="0" h="15727" w="15512">
                    <a:moveTo>
                      <a:pt x="1" y="0"/>
                    </a:moveTo>
                    <a:lnTo>
                      <a:pt x="4" y="314"/>
                    </a:lnTo>
                    <a:lnTo>
                      <a:pt x="4450" y="4760"/>
                    </a:lnTo>
                    <a:lnTo>
                      <a:pt x="4477" y="4787"/>
                    </a:lnTo>
                    <a:lnTo>
                      <a:pt x="12279" y="12588"/>
                    </a:lnTo>
                    <a:lnTo>
                      <a:pt x="12306" y="12616"/>
                    </a:lnTo>
                    <a:lnTo>
                      <a:pt x="15416" y="15726"/>
                    </a:lnTo>
                    <a:cubicBezTo>
                      <a:pt x="15450" y="15654"/>
                      <a:pt x="15480" y="15583"/>
                      <a:pt x="15512" y="15511"/>
                    </a:cubicBezTo>
                    <a:lnTo>
                      <a:pt x="12435" y="12432"/>
                    </a:lnTo>
                    <a:lnTo>
                      <a:pt x="12408" y="12404"/>
                    </a:lnTo>
                    <a:lnTo>
                      <a:pt x="4661" y="4657"/>
                    </a:lnTo>
                    <a:lnTo>
                      <a:pt x="4634" y="463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35"/>
              <p:cNvSpPr/>
              <p:nvPr/>
            </p:nvSpPr>
            <p:spPr>
              <a:xfrm>
                <a:off x="4899900" y="3192325"/>
                <a:ext cx="14925" cy="15025"/>
              </a:xfrm>
              <a:custGeom>
                <a:rect b="b" l="l" r="r" t="t"/>
                <a:pathLst>
                  <a:path extrusionOk="0" h="601" w="597">
                    <a:moveTo>
                      <a:pt x="0" y="1"/>
                    </a:moveTo>
                    <a:lnTo>
                      <a:pt x="0" y="315"/>
                    </a:lnTo>
                    <a:lnTo>
                      <a:pt x="65" y="382"/>
                    </a:lnTo>
                    <a:cubicBezTo>
                      <a:pt x="242" y="458"/>
                      <a:pt x="420" y="532"/>
                      <a:pt x="596" y="60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35"/>
              <p:cNvSpPr/>
              <p:nvPr/>
            </p:nvSpPr>
            <p:spPr>
              <a:xfrm>
                <a:off x="4899650" y="3153175"/>
                <a:ext cx="70125" cy="70100"/>
              </a:xfrm>
              <a:custGeom>
                <a:rect b="b" l="l" r="r" t="t"/>
                <a:pathLst>
                  <a:path extrusionOk="0" h="2804" w="2805">
                    <a:moveTo>
                      <a:pt x="0" y="0"/>
                    </a:moveTo>
                    <a:lnTo>
                      <a:pt x="0" y="313"/>
                    </a:lnTo>
                    <a:lnTo>
                      <a:pt x="2405" y="2715"/>
                    </a:lnTo>
                    <a:cubicBezTo>
                      <a:pt x="2538" y="2746"/>
                      <a:pt x="2671" y="2777"/>
                      <a:pt x="2804" y="280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35"/>
              <p:cNvSpPr/>
              <p:nvPr/>
            </p:nvSpPr>
            <p:spPr>
              <a:xfrm>
                <a:off x="5276925" y="2485200"/>
                <a:ext cx="83325" cy="81775"/>
              </a:xfrm>
              <a:custGeom>
                <a:rect b="b" l="l" r="r" t="t"/>
                <a:pathLst>
                  <a:path extrusionOk="0" h="3271" w="3333">
                    <a:moveTo>
                      <a:pt x="1" y="0"/>
                    </a:moveTo>
                    <a:lnTo>
                      <a:pt x="975" y="974"/>
                    </a:lnTo>
                    <a:lnTo>
                      <a:pt x="1002" y="1002"/>
                    </a:lnTo>
                    <a:lnTo>
                      <a:pt x="3271" y="3271"/>
                    </a:lnTo>
                    <a:cubicBezTo>
                      <a:pt x="3295" y="3189"/>
                      <a:pt x="3315" y="3103"/>
                      <a:pt x="3333" y="3021"/>
                    </a:cubicBezTo>
                    <a:lnTo>
                      <a:pt x="1128" y="818"/>
                    </a:lnTo>
                    <a:lnTo>
                      <a:pt x="1101" y="79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35"/>
              <p:cNvSpPr/>
              <p:nvPr/>
            </p:nvSpPr>
            <p:spPr>
              <a:xfrm>
                <a:off x="5237925" y="2485200"/>
                <a:ext cx="111600" cy="108875"/>
              </a:xfrm>
              <a:custGeom>
                <a:rect b="b" l="l" r="r" t="t"/>
                <a:pathLst>
                  <a:path extrusionOk="0" h="4355" w="4464">
                    <a:moveTo>
                      <a:pt x="1" y="0"/>
                    </a:moveTo>
                    <a:lnTo>
                      <a:pt x="1755" y="1754"/>
                    </a:lnTo>
                    <a:lnTo>
                      <a:pt x="1782" y="1782"/>
                    </a:lnTo>
                    <a:lnTo>
                      <a:pt x="4355" y="4354"/>
                    </a:lnTo>
                    <a:cubicBezTo>
                      <a:pt x="4391" y="4285"/>
                      <a:pt x="4426" y="4218"/>
                      <a:pt x="4463" y="4150"/>
                    </a:cubicBezTo>
                    <a:lnTo>
                      <a:pt x="1908" y="1598"/>
                    </a:lnTo>
                    <a:lnTo>
                      <a:pt x="1885" y="1570"/>
                    </a:lnTo>
                    <a:lnTo>
                      <a:pt x="1881" y="157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35"/>
              <p:cNvSpPr/>
              <p:nvPr/>
            </p:nvSpPr>
            <p:spPr>
              <a:xfrm>
                <a:off x="5120925" y="2485200"/>
                <a:ext cx="176475" cy="172750"/>
              </a:xfrm>
              <a:custGeom>
                <a:rect b="b" l="l" r="r" t="t"/>
                <a:pathLst>
                  <a:path extrusionOk="0" h="6910" w="7059">
                    <a:moveTo>
                      <a:pt x="0" y="0"/>
                    </a:moveTo>
                    <a:lnTo>
                      <a:pt x="4068" y="4068"/>
                    </a:lnTo>
                    <a:lnTo>
                      <a:pt x="4095" y="4092"/>
                    </a:lnTo>
                    <a:lnTo>
                      <a:pt x="4122" y="4119"/>
                    </a:lnTo>
                    <a:lnTo>
                      <a:pt x="6909" y="6909"/>
                    </a:lnTo>
                    <a:cubicBezTo>
                      <a:pt x="6960" y="6854"/>
                      <a:pt x="7011" y="6800"/>
                      <a:pt x="7059" y="6746"/>
                    </a:cubicBezTo>
                    <a:lnTo>
                      <a:pt x="4275" y="3966"/>
                    </a:lnTo>
                    <a:lnTo>
                      <a:pt x="4248" y="3938"/>
                    </a:lnTo>
                    <a:lnTo>
                      <a:pt x="4224" y="391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35"/>
              <p:cNvSpPr/>
              <p:nvPr/>
            </p:nvSpPr>
            <p:spPr>
              <a:xfrm>
                <a:off x="4964875" y="2485200"/>
                <a:ext cx="279450" cy="279450"/>
              </a:xfrm>
              <a:custGeom>
                <a:rect b="b" l="l" r="r" t="t"/>
                <a:pathLst>
                  <a:path extrusionOk="0" h="11178" w="11178">
                    <a:moveTo>
                      <a:pt x="0" y="0"/>
                    </a:moveTo>
                    <a:lnTo>
                      <a:pt x="7189" y="7185"/>
                    </a:lnTo>
                    <a:lnTo>
                      <a:pt x="7216" y="7212"/>
                    </a:lnTo>
                    <a:lnTo>
                      <a:pt x="7244" y="7240"/>
                    </a:lnTo>
                    <a:lnTo>
                      <a:pt x="11178" y="11177"/>
                    </a:lnTo>
                    <a:cubicBezTo>
                      <a:pt x="11175" y="11072"/>
                      <a:pt x="11175" y="10966"/>
                      <a:pt x="11178" y="10861"/>
                    </a:cubicBezTo>
                    <a:lnTo>
                      <a:pt x="7400" y="7086"/>
                    </a:lnTo>
                    <a:lnTo>
                      <a:pt x="7373" y="7059"/>
                    </a:lnTo>
                    <a:lnTo>
                      <a:pt x="7346" y="7032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35"/>
              <p:cNvSpPr/>
              <p:nvPr/>
            </p:nvSpPr>
            <p:spPr>
              <a:xfrm>
                <a:off x="5042900" y="2485200"/>
                <a:ext cx="219750" cy="216850"/>
              </a:xfrm>
              <a:custGeom>
                <a:rect b="b" l="l" r="r" t="t"/>
                <a:pathLst>
                  <a:path extrusionOk="0" h="8674" w="8790">
                    <a:moveTo>
                      <a:pt x="0" y="0"/>
                    </a:moveTo>
                    <a:lnTo>
                      <a:pt x="5628" y="5625"/>
                    </a:lnTo>
                    <a:lnTo>
                      <a:pt x="5656" y="5652"/>
                    </a:lnTo>
                    <a:lnTo>
                      <a:pt x="5683" y="5679"/>
                    </a:lnTo>
                    <a:lnTo>
                      <a:pt x="8677" y="8674"/>
                    </a:lnTo>
                    <a:cubicBezTo>
                      <a:pt x="8714" y="8609"/>
                      <a:pt x="8749" y="8540"/>
                      <a:pt x="8790" y="8476"/>
                    </a:cubicBezTo>
                    <a:lnTo>
                      <a:pt x="5840" y="5526"/>
                    </a:lnTo>
                    <a:lnTo>
                      <a:pt x="5812" y="5499"/>
                    </a:lnTo>
                    <a:lnTo>
                      <a:pt x="5785" y="547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35"/>
              <p:cNvSpPr/>
              <p:nvPr/>
            </p:nvSpPr>
            <p:spPr>
              <a:xfrm>
                <a:off x="4895975" y="2525375"/>
                <a:ext cx="403625" cy="411475"/>
              </a:xfrm>
              <a:custGeom>
                <a:rect b="b" l="l" r="r" t="t"/>
                <a:pathLst>
                  <a:path extrusionOk="0" h="16459" w="16145">
                    <a:moveTo>
                      <a:pt x="0" y="1"/>
                    </a:moveTo>
                    <a:lnTo>
                      <a:pt x="0" y="32"/>
                    </a:lnTo>
                    <a:lnTo>
                      <a:pt x="0" y="318"/>
                    </a:lnTo>
                    <a:lnTo>
                      <a:pt x="7604" y="7919"/>
                    </a:lnTo>
                    <a:lnTo>
                      <a:pt x="7632" y="7946"/>
                    </a:lnTo>
                    <a:lnTo>
                      <a:pt x="7659" y="7973"/>
                    </a:lnTo>
                    <a:lnTo>
                      <a:pt x="15406" y="15719"/>
                    </a:lnTo>
                    <a:lnTo>
                      <a:pt x="15433" y="15747"/>
                    </a:lnTo>
                    <a:lnTo>
                      <a:pt x="15460" y="15774"/>
                    </a:lnTo>
                    <a:lnTo>
                      <a:pt x="16145" y="16458"/>
                    </a:lnTo>
                    <a:cubicBezTo>
                      <a:pt x="16118" y="16326"/>
                      <a:pt x="16087" y="16189"/>
                      <a:pt x="16053" y="16057"/>
                    </a:cubicBezTo>
                    <a:lnTo>
                      <a:pt x="15613" y="15617"/>
                    </a:lnTo>
                    <a:lnTo>
                      <a:pt x="15586" y="15590"/>
                    </a:lnTo>
                    <a:lnTo>
                      <a:pt x="15559" y="15563"/>
                    </a:lnTo>
                    <a:lnTo>
                      <a:pt x="7816" y="7816"/>
                    </a:lnTo>
                    <a:lnTo>
                      <a:pt x="7788" y="7789"/>
                    </a:lnTo>
                    <a:lnTo>
                      <a:pt x="7761" y="7762"/>
                    </a:lnTo>
                    <a:lnTo>
                      <a:pt x="14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35"/>
              <p:cNvSpPr/>
              <p:nvPr/>
            </p:nvSpPr>
            <p:spPr>
              <a:xfrm>
                <a:off x="5081900" y="2485200"/>
                <a:ext cx="197175" cy="193700"/>
              </a:xfrm>
              <a:custGeom>
                <a:rect b="b" l="l" r="r" t="t"/>
                <a:pathLst>
                  <a:path extrusionOk="0" h="7748" w="7887">
                    <a:moveTo>
                      <a:pt x="0" y="0"/>
                    </a:moveTo>
                    <a:lnTo>
                      <a:pt x="4848" y="4845"/>
                    </a:lnTo>
                    <a:lnTo>
                      <a:pt x="4876" y="4872"/>
                    </a:lnTo>
                    <a:lnTo>
                      <a:pt x="4903" y="4899"/>
                    </a:lnTo>
                    <a:lnTo>
                      <a:pt x="7747" y="7747"/>
                    </a:lnTo>
                    <a:cubicBezTo>
                      <a:pt x="7795" y="7689"/>
                      <a:pt x="7840" y="7631"/>
                      <a:pt x="7887" y="7573"/>
                    </a:cubicBezTo>
                    <a:lnTo>
                      <a:pt x="5056" y="4746"/>
                    </a:lnTo>
                    <a:lnTo>
                      <a:pt x="5032" y="4718"/>
                    </a:lnTo>
                    <a:lnTo>
                      <a:pt x="5005" y="469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35"/>
              <p:cNvSpPr/>
              <p:nvPr/>
            </p:nvSpPr>
            <p:spPr>
              <a:xfrm>
                <a:off x="4895725" y="2486225"/>
                <a:ext cx="384475" cy="392300"/>
              </a:xfrm>
              <a:custGeom>
                <a:rect b="b" l="l" r="r" t="t"/>
                <a:pathLst>
                  <a:path extrusionOk="0" h="15692" w="15379">
                    <a:moveTo>
                      <a:pt x="1" y="0"/>
                    </a:moveTo>
                    <a:lnTo>
                      <a:pt x="4" y="313"/>
                    </a:lnTo>
                    <a:lnTo>
                      <a:pt x="620" y="933"/>
                    </a:lnTo>
                    <a:lnTo>
                      <a:pt x="648" y="961"/>
                    </a:lnTo>
                    <a:lnTo>
                      <a:pt x="8395" y="8704"/>
                    </a:lnTo>
                    <a:lnTo>
                      <a:pt x="8422" y="8732"/>
                    </a:lnTo>
                    <a:lnTo>
                      <a:pt x="8449" y="8759"/>
                    </a:lnTo>
                    <a:lnTo>
                      <a:pt x="15378" y="15691"/>
                    </a:lnTo>
                    <a:cubicBezTo>
                      <a:pt x="15300" y="15507"/>
                      <a:pt x="15222" y="15323"/>
                      <a:pt x="15140" y="15139"/>
                    </a:cubicBezTo>
                    <a:lnTo>
                      <a:pt x="8606" y="8602"/>
                    </a:lnTo>
                    <a:lnTo>
                      <a:pt x="8579" y="8578"/>
                    </a:lnTo>
                    <a:lnTo>
                      <a:pt x="8551" y="8551"/>
                    </a:lnTo>
                    <a:lnTo>
                      <a:pt x="804" y="804"/>
                    </a:lnTo>
                    <a:lnTo>
                      <a:pt x="777" y="777"/>
                    </a:lnTo>
                    <a:lnTo>
                      <a:pt x="750" y="7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35"/>
              <p:cNvSpPr/>
              <p:nvPr/>
            </p:nvSpPr>
            <p:spPr>
              <a:xfrm>
                <a:off x="4925875" y="2485200"/>
                <a:ext cx="327650" cy="327575"/>
              </a:xfrm>
              <a:custGeom>
                <a:rect b="b" l="l" r="r" t="t"/>
                <a:pathLst>
                  <a:path extrusionOk="0" h="13103" w="13106">
                    <a:moveTo>
                      <a:pt x="0" y="0"/>
                    </a:moveTo>
                    <a:lnTo>
                      <a:pt x="167" y="167"/>
                    </a:lnTo>
                    <a:lnTo>
                      <a:pt x="194" y="194"/>
                    </a:lnTo>
                    <a:lnTo>
                      <a:pt x="222" y="221"/>
                    </a:lnTo>
                    <a:lnTo>
                      <a:pt x="7969" y="7965"/>
                    </a:lnTo>
                    <a:lnTo>
                      <a:pt x="7996" y="7993"/>
                    </a:lnTo>
                    <a:lnTo>
                      <a:pt x="13106" y="13103"/>
                    </a:lnTo>
                    <a:cubicBezTo>
                      <a:pt x="13059" y="12955"/>
                      <a:pt x="13018" y="12809"/>
                      <a:pt x="12977" y="12663"/>
                    </a:cubicBezTo>
                    <a:lnTo>
                      <a:pt x="8180" y="7866"/>
                    </a:lnTo>
                    <a:lnTo>
                      <a:pt x="8153" y="7839"/>
                    </a:lnTo>
                    <a:lnTo>
                      <a:pt x="378" y="65"/>
                    </a:lnTo>
                    <a:lnTo>
                      <a:pt x="351" y="37"/>
                    </a:lnTo>
                    <a:lnTo>
                      <a:pt x="324" y="10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9" name="Google Shape;1799;p35"/>
          <p:cNvGrpSpPr/>
          <p:nvPr/>
        </p:nvGrpSpPr>
        <p:grpSpPr>
          <a:xfrm>
            <a:off x="4340703" y="4855367"/>
            <a:ext cx="2740195" cy="335138"/>
            <a:chOff x="3731103" y="4808559"/>
            <a:chExt cx="2740195" cy="335138"/>
          </a:xfrm>
        </p:grpSpPr>
        <p:sp>
          <p:nvSpPr>
            <p:cNvPr id="1800" name="Google Shape;1800;p35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5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5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806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35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34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FFFFF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 ExtraBold"/>
              <a:buNone/>
              <a:defRPr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●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○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■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●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○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■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●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ato"/>
              <a:buChar char="○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Lato"/>
              <a:buChar char="■"/>
              <a:defRPr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803" name="Shape 1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" name="Google Shape;1804;p3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05" name="Google Shape;1805;p3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2.xml"/><Relationship Id="rId7" Type="http://schemas.openxmlformats.org/officeDocument/2006/relationships/slide" Target="/ppt/slides/slide31.xml"/><Relationship Id="rId8" Type="http://schemas.openxmlformats.org/officeDocument/2006/relationships/slide" Target="/ppt/slides/slide33.xml"/><Relationship Id="rId11" Type="http://schemas.openxmlformats.org/officeDocument/2006/relationships/slide" Target="/ppt/slides/slide37.xml"/><Relationship Id="rId10" Type="http://schemas.openxmlformats.org/officeDocument/2006/relationships/slide" Target="/ppt/slides/slide36.xml"/><Relationship Id="rId12" Type="http://schemas.openxmlformats.org/officeDocument/2006/relationships/slide" Target="/ppt/slides/slide43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3.jpg"/><Relationship Id="rId4" Type="http://schemas.openxmlformats.org/officeDocument/2006/relationships/image" Target="../media/image41.png"/><Relationship Id="rId5" Type="http://schemas.openxmlformats.org/officeDocument/2006/relationships/image" Target="../media/image44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45.jpg"/><Relationship Id="rId4" Type="http://schemas.openxmlformats.org/officeDocument/2006/relationships/image" Target="../media/image4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47.jpg"/><Relationship Id="rId4" Type="http://schemas.openxmlformats.org/officeDocument/2006/relationships/image" Target="../media/image52.jpg"/><Relationship Id="rId5" Type="http://schemas.openxmlformats.org/officeDocument/2006/relationships/image" Target="../media/image50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54.jpg"/><Relationship Id="rId4" Type="http://schemas.openxmlformats.org/officeDocument/2006/relationships/image" Target="../media/image51.png"/><Relationship Id="rId5" Type="http://schemas.openxmlformats.org/officeDocument/2006/relationships/image" Target="../media/image53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5.jpg"/><Relationship Id="rId4" Type="http://schemas.openxmlformats.org/officeDocument/2006/relationships/image" Target="../media/image58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0.jpg"/><Relationship Id="rId4" Type="http://schemas.openxmlformats.org/officeDocument/2006/relationships/image" Target="../media/image57.png"/><Relationship Id="rId5" Type="http://schemas.openxmlformats.org/officeDocument/2006/relationships/image" Target="../media/image59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64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69.png"/><Relationship Id="rId4" Type="http://schemas.openxmlformats.org/officeDocument/2006/relationships/image" Target="../media/image63.jpg"/><Relationship Id="rId5" Type="http://schemas.openxmlformats.org/officeDocument/2006/relationships/image" Target="../media/image62.png"/><Relationship Id="rId6" Type="http://schemas.openxmlformats.org/officeDocument/2006/relationships/image" Target="../media/image65.jpg"/><Relationship Id="rId7" Type="http://schemas.openxmlformats.org/officeDocument/2006/relationships/image" Target="../media/image67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5.jpg"/><Relationship Id="rId4" Type="http://schemas.openxmlformats.org/officeDocument/2006/relationships/image" Target="../media/image70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76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docs.google.com/spreadsheets/d/1fFsb09rmceAIxnbrfo1ZFtWNS9UrNxEEND7KVh_7hwM/copy" TargetMode="External"/><Relationship Id="rId4" Type="http://schemas.openxmlformats.org/officeDocument/2006/relationships/image" Target="../media/image71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72.jpg"/><Relationship Id="rId4" Type="http://schemas.openxmlformats.org/officeDocument/2006/relationships/image" Target="../media/image75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docs.google.com/spreadsheets/d/1fFsb09rmceAIxnbrfo1ZFtWNS9UrNxEEND7KVh_7hwM/copy" TargetMode="External"/><Relationship Id="rId4" Type="http://schemas.openxmlformats.org/officeDocument/2006/relationships/image" Target="../media/image73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reepik.com/free-vector/gradient-abstract-shape-infographic_684917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retro-colored-infographic-template_641219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flat-infographic-elements-collection_364723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abstract-shape-gradient-infographic_6404130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infographic-elements-pack_772624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gradient-abstract-shape-infographic_658415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infographic-with-retro-colors-design_6522918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gradient-abstract-shape-infographic_6647485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gradient-abstract-shape-infographic_6600280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abstract-organic-shapes-banners_3946163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realistic-iphone-with-wallpaper_6081157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abstract-fluid-banner-template_3951059.htm/?utm_source=slidesgo_template&amp;utm_medium=referral-link&amp;utm_campaign=sg_resources&amp;utm_content=freepik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freepik.com/free-photo/overhead-view-man-s-hand-using-social-media-app-mobile_257999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factory-high-mountains_3074357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hand-holding-instant-photo-frame-against-blue-sky_2475465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hand-holding-light-bulbs_2169902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portrait-modern-man_3431175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lifestyle-young-friends-outdoors_4345715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kyscrapers-clear-blue-sky_4821878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office-mirrored-tall-buildings_4800848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group-happy-friends-sharing-smiley-emoji-mobile-phone_2602369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busy-junction-full-cars-people_482188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motion-blur-bridge-with-cars-night_5510836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glass-building-sunrise_4821876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low-angle-buildings-sunny-day_5253547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handsome-young-man-white-background_5000061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close-up-businesswoman-touching-chart-virtual-screen_3329261.htm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smiling-woman-with-arms-crossed_2390373.htm/?utm_source=slidesgo_template&amp;utm_medium=referral-link&amp;utm_campaign=sg_resources&amp;utm_content=freepik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1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fonts.google.com/specimen/Montserrat" TargetMode="External"/><Relationship Id="rId4" Type="http://schemas.openxmlformats.org/officeDocument/2006/relationships/hyperlink" Target="https://fonts.google.com/specimen/Lato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7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10" name="Shape 1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1" name="Google Shape;1811;p38"/>
          <p:cNvSpPr txBox="1"/>
          <p:nvPr>
            <p:ph type="ctrTitle"/>
          </p:nvPr>
        </p:nvSpPr>
        <p:spPr>
          <a:xfrm>
            <a:off x="911200" y="1538065"/>
            <a:ext cx="4724400" cy="205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Freesia </a:t>
            </a:r>
            <a:r>
              <a:rPr lang="en"/>
              <a:t>Pitch Deck</a:t>
            </a:r>
            <a:endParaRPr/>
          </a:p>
        </p:txBody>
      </p:sp>
      <p:sp>
        <p:nvSpPr>
          <p:cNvPr id="1812" name="Google Shape;1812;p38"/>
          <p:cNvSpPr txBox="1"/>
          <p:nvPr>
            <p:ph idx="1" type="subTitle"/>
          </p:nvPr>
        </p:nvSpPr>
        <p:spPr>
          <a:xfrm>
            <a:off x="911200" y="3592475"/>
            <a:ext cx="3660900" cy="84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begins!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16" name="Shape 1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" name="Google Shape;1817;p39"/>
          <p:cNvSpPr txBox="1"/>
          <p:nvPr>
            <p:ph type="title"/>
          </p:nvPr>
        </p:nvSpPr>
        <p:spPr>
          <a:xfrm>
            <a:off x="912058" y="50427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818" name="Google Shape;1818;p39"/>
          <p:cNvSpPr txBox="1"/>
          <p:nvPr>
            <p:ph idx="1" type="body"/>
          </p:nvPr>
        </p:nvSpPr>
        <p:spPr>
          <a:xfrm>
            <a:off x="914400" y="1281475"/>
            <a:ext cx="7299900" cy="314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1"/>
                </a:solidFill>
              </a:rPr>
              <a:t> template: </a:t>
            </a:r>
            <a:br>
              <a:rPr lang="en">
                <a:solidFill>
                  <a:schemeClr val="dk1"/>
                </a:solidFill>
              </a:rPr>
            </a:b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slide structure based on a pitch deck, which you can easily adapt to your needs. For more info on how to edit the template, please visit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</a:rPr>
              <a:t> or read our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An assortment of shapes and patterns that are suitable for use in the presentation can be found in the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>
                <a:solidFill>
                  <a:schemeClr val="dk1"/>
                </a:solidFill>
              </a:rPr>
              <a:t>. 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dk1"/>
                </a:solidFill>
              </a:rPr>
              <a:t>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dk1"/>
                </a:solidFill>
              </a:rPr>
              <a:t>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Final slides with: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dk1"/>
                </a:solidFill>
              </a:rPr>
              <a:t>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More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Sets of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1822" name="Shape 1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3" name="Google Shape;1823;p40"/>
          <p:cNvGrpSpPr/>
          <p:nvPr/>
        </p:nvGrpSpPr>
        <p:grpSpPr>
          <a:xfrm>
            <a:off x="6808298" y="1810008"/>
            <a:ext cx="1114593" cy="938680"/>
            <a:chOff x="6808298" y="1782685"/>
            <a:chExt cx="1114593" cy="938680"/>
          </a:xfrm>
        </p:grpSpPr>
        <p:sp>
          <p:nvSpPr>
            <p:cNvPr id="1824" name="Google Shape;1824;p40"/>
            <p:cNvSpPr/>
            <p:nvPr/>
          </p:nvSpPr>
          <p:spPr>
            <a:xfrm>
              <a:off x="6878730" y="1782685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0"/>
            <p:cNvSpPr/>
            <p:nvPr/>
          </p:nvSpPr>
          <p:spPr>
            <a:xfrm>
              <a:off x="6808298" y="1782685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6" name="Google Shape;1826;p40"/>
          <p:cNvSpPr txBox="1"/>
          <p:nvPr>
            <p:ph type="title"/>
          </p:nvPr>
        </p:nvSpPr>
        <p:spPr>
          <a:xfrm>
            <a:off x="914400" y="505910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TABLE OF CONTENTS 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827" name="Google Shape;1827;p40"/>
          <p:cNvGrpSpPr/>
          <p:nvPr/>
        </p:nvGrpSpPr>
        <p:grpSpPr>
          <a:xfrm>
            <a:off x="4804635" y="1629089"/>
            <a:ext cx="1450354" cy="1399636"/>
            <a:chOff x="4804635" y="1629089"/>
            <a:chExt cx="1450354" cy="1399636"/>
          </a:xfrm>
        </p:grpSpPr>
        <p:sp>
          <p:nvSpPr>
            <p:cNvPr id="1828" name="Google Shape;1828;p40"/>
            <p:cNvSpPr/>
            <p:nvPr/>
          </p:nvSpPr>
          <p:spPr>
            <a:xfrm rot="-7643915">
              <a:off x="5042940" y="1859560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829" name="Google Shape;1829;p40"/>
            <p:cNvSpPr/>
            <p:nvPr/>
          </p:nvSpPr>
          <p:spPr>
            <a:xfrm rot="-7643915">
              <a:off x="4972508" y="1859560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1830" name="Google Shape;1830;p40"/>
          <p:cNvGrpSpPr/>
          <p:nvPr/>
        </p:nvGrpSpPr>
        <p:grpSpPr>
          <a:xfrm>
            <a:off x="3034480" y="1665965"/>
            <a:ext cx="1319098" cy="1173478"/>
            <a:chOff x="3034480" y="1665965"/>
            <a:chExt cx="1319098" cy="1173478"/>
          </a:xfrm>
        </p:grpSpPr>
        <p:sp>
          <p:nvSpPr>
            <p:cNvPr id="1831" name="Google Shape;1831;p40"/>
            <p:cNvSpPr/>
            <p:nvPr/>
          </p:nvSpPr>
          <p:spPr>
            <a:xfrm rot="884392">
              <a:off x="3207154" y="1783354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0"/>
            <p:cNvSpPr/>
            <p:nvPr/>
          </p:nvSpPr>
          <p:spPr>
            <a:xfrm rot="884392">
              <a:off x="3136722" y="1783354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3" name="Google Shape;1833;p40"/>
          <p:cNvGrpSpPr/>
          <p:nvPr/>
        </p:nvGrpSpPr>
        <p:grpSpPr>
          <a:xfrm>
            <a:off x="1300950" y="1803381"/>
            <a:ext cx="1114593" cy="945970"/>
            <a:chOff x="1300950" y="1776058"/>
            <a:chExt cx="1114593" cy="945970"/>
          </a:xfrm>
        </p:grpSpPr>
        <p:sp>
          <p:nvSpPr>
            <p:cNvPr id="1834" name="Google Shape;1834;p40"/>
            <p:cNvSpPr/>
            <p:nvPr/>
          </p:nvSpPr>
          <p:spPr>
            <a:xfrm>
              <a:off x="1371381" y="1776058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0"/>
            <p:cNvSpPr/>
            <p:nvPr/>
          </p:nvSpPr>
          <p:spPr>
            <a:xfrm>
              <a:off x="1300950" y="1783348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6" name="Google Shape;1836;p40"/>
          <p:cNvSpPr txBox="1"/>
          <p:nvPr>
            <p:ph idx="15" type="subTitle"/>
          </p:nvPr>
        </p:nvSpPr>
        <p:spPr>
          <a:xfrm>
            <a:off x="6507479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Here you could describe the topic of the section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37" name="Google Shape;1837;p40"/>
          <p:cNvSpPr txBox="1"/>
          <p:nvPr>
            <p:ph idx="8" type="subTitle"/>
          </p:nvPr>
        </p:nvSpPr>
        <p:spPr>
          <a:xfrm>
            <a:off x="6507479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BUSINESS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38" name="Google Shape;1838;p40"/>
          <p:cNvSpPr txBox="1"/>
          <p:nvPr>
            <p:ph idx="6" type="subTitle"/>
          </p:nvPr>
        </p:nvSpPr>
        <p:spPr>
          <a:xfrm>
            <a:off x="2835913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PRODUCT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39" name="Google Shape;1839;p40"/>
          <p:cNvSpPr txBox="1"/>
          <p:nvPr>
            <p:ph idx="1" type="subTitle"/>
          </p:nvPr>
        </p:nvSpPr>
        <p:spPr>
          <a:xfrm>
            <a:off x="1000130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PROBLEM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40" name="Google Shape;1840;p40"/>
          <p:cNvSpPr txBox="1"/>
          <p:nvPr>
            <p:ph idx="7" type="subTitle"/>
          </p:nvPr>
        </p:nvSpPr>
        <p:spPr>
          <a:xfrm>
            <a:off x="4671696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MARKET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41" name="Google Shape;1841;p40"/>
          <p:cNvSpPr txBox="1"/>
          <p:nvPr>
            <p:ph idx="2" type="title"/>
          </p:nvPr>
        </p:nvSpPr>
        <p:spPr>
          <a:xfrm>
            <a:off x="2973013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42" name="Google Shape;1842;p40"/>
          <p:cNvSpPr txBox="1"/>
          <p:nvPr>
            <p:ph idx="5" type="title"/>
          </p:nvPr>
        </p:nvSpPr>
        <p:spPr>
          <a:xfrm>
            <a:off x="4808796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843" name="Google Shape;1843;p40"/>
          <p:cNvSpPr txBox="1"/>
          <p:nvPr>
            <p:ph idx="3" type="title"/>
          </p:nvPr>
        </p:nvSpPr>
        <p:spPr>
          <a:xfrm>
            <a:off x="1137230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844" name="Google Shape;1844;p40"/>
          <p:cNvSpPr txBox="1"/>
          <p:nvPr>
            <p:ph idx="4" type="title"/>
          </p:nvPr>
        </p:nvSpPr>
        <p:spPr>
          <a:xfrm>
            <a:off x="6644579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845" name="Google Shape;1845;p40"/>
          <p:cNvSpPr txBox="1"/>
          <p:nvPr>
            <p:ph idx="9" type="subTitle"/>
          </p:nvPr>
        </p:nvSpPr>
        <p:spPr>
          <a:xfrm>
            <a:off x="1000130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Here you could describe the topic of the section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46" name="Google Shape;1846;p40"/>
          <p:cNvSpPr txBox="1"/>
          <p:nvPr>
            <p:ph idx="13" type="subTitle"/>
          </p:nvPr>
        </p:nvSpPr>
        <p:spPr>
          <a:xfrm>
            <a:off x="2835913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Here you could describe the topic of the section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47" name="Google Shape;1847;p40"/>
          <p:cNvSpPr txBox="1"/>
          <p:nvPr>
            <p:ph idx="14" type="subTitle"/>
          </p:nvPr>
        </p:nvSpPr>
        <p:spPr>
          <a:xfrm>
            <a:off x="4671696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Here you could describe the topic of the section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5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41"/>
          <p:cNvSpPr txBox="1"/>
          <p:nvPr>
            <p:ph idx="2" type="title"/>
          </p:nvPr>
        </p:nvSpPr>
        <p:spPr>
          <a:xfrm>
            <a:off x="2691300" y="1948575"/>
            <a:ext cx="37341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853" name="Google Shape;1853;p41"/>
          <p:cNvSpPr txBox="1"/>
          <p:nvPr>
            <p:ph idx="1" type="subTitle"/>
          </p:nvPr>
        </p:nvSpPr>
        <p:spPr>
          <a:xfrm flipH="1">
            <a:off x="914550" y="3099195"/>
            <a:ext cx="7299900" cy="3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1854" name="Google Shape;1854;p41"/>
          <p:cNvSpPr txBox="1"/>
          <p:nvPr>
            <p:ph type="ctrTitle"/>
          </p:nvPr>
        </p:nvSpPr>
        <p:spPr>
          <a:xfrm flipH="1">
            <a:off x="914250" y="2579950"/>
            <a:ext cx="7299900" cy="5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58" name="Shape 1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9" name="Google Shape;1859;p42"/>
          <p:cNvPicPr preferRelativeResize="0"/>
          <p:nvPr/>
        </p:nvPicPr>
        <p:blipFill rotWithShape="1">
          <a:blip r:embed="rId3">
            <a:alphaModFix/>
          </a:blip>
          <a:srcRect b="0" l="16534" r="16527" t="0"/>
          <a:stretch/>
        </p:blipFill>
        <p:spPr>
          <a:xfrm>
            <a:off x="326233" y="919766"/>
            <a:ext cx="3660900" cy="36525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860" name="Google Shape;1860;p42"/>
          <p:cNvSpPr txBox="1"/>
          <p:nvPr>
            <p:ph type="title"/>
          </p:nvPr>
        </p:nvSpPr>
        <p:spPr>
          <a:xfrm>
            <a:off x="4572000" y="1697008"/>
            <a:ext cx="36609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861" name="Google Shape;1861;p42"/>
          <p:cNvSpPr txBox="1"/>
          <p:nvPr>
            <p:ph idx="1" type="subTitle"/>
          </p:nvPr>
        </p:nvSpPr>
        <p:spPr>
          <a:xfrm>
            <a:off x="4573650" y="2589965"/>
            <a:ext cx="3657600" cy="18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it was named after the Roman messenger god, Mercury</a:t>
            </a:r>
            <a:endParaRPr/>
          </a:p>
        </p:txBody>
      </p:sp>
      <p:grpSp>
        <p:nvGrpSpPr>
          <p:cNvPr id="1862" name="Google Shape;1862;p42"/>
          <p:cNvGrpSpPr/>
          <p:nvPr/>
        </p:nvGrpSpPr>
        <p:grpSpPr>
          <a:xfrm>
            <a:off x="-1204808" y="-74100"/>
            <a:ext cx="4711079" cy="5464048"/>
            <a:chOff x="-1204808" y="-74100"/>
            <a:chExt cx="4711079" cy="5464048"/>
          </a:xfrm>
        </p:grpSpPr>
        <p:sp>
          <p:nvSpPr>
            <p:cNvPr id="1863" name="Google Shape;1863;p42"/>
            <p:cNvSpPr/>
            <p:nvPr/>
          </p:nvSpPr>
          <p:spPr>
            <a:xfrm rot="10800000">
              <a:off x="-764693" y="248660"/>
              <a:ext cx="1969585" cy="4936898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64" name="Google Shape;1864;p42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-1204808" y="1697000"/>
              <a:ext cx="4162461" cy="36929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65" name="Google Shape;1865;p4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-1068798" y="-74100"/>
              <a:ext cx="4575068" cy="12811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1869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0" name="Google Shape;1870;p43"/>
          <p:cNvPicPr preferRelativeResize="0"/>
          <p:nvPr/>
        </p:nvPicPr>
        <p:blipFill rotWithShape="1">
          <a:blip r:embed="rId3">
            <a:alphaModFix/>
          </a:blip>
          <a:srcRect b="0" l="0" r="55437" t="0"/>
          <a:stretch/>
        </p:blipFill>
        <p:spPr>
          <a:xfrm>
            <a:off x="5031350" y="-5200"/>
            <a:ext cx="4138500" cy="5225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71" name="Google Shape;1871;p43"/>
          <p:cNvGrpSpPr/>
          <p:nvPr/>
        </p:nvGrpSpPr>
        <p:grpSpPr>
          <a:xfrm>
            <a:off x="2288000" y="-49525"/>
            <a:ext cx="5329733" cy="6118420"/>
            <a:chOff x="2288000" y="-49525"/>
            <a:chExt cx="5329733" cy="6118420"/>
          </a:xfrm>
        </p:grpSpPr>
        <p:sp>
          <p:nvSpPr>
            <p:cNvPr id="1872" name="Google Shape;1872;p43"/>
            <p:cNvSpPr/>
            <p:nvPr/>
          </p:nvSpPr>
          <p:spPr>
            <a:xfrm rot="-4421961">
              <a:off x="2777637" y="1686086"/>
              <a:ext cx="5541644" cy="2691324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3"/>
            <p:cNvSpPr/>
            <p:nvPr/>
          </p:nvSpPr>
          <p:spPr>
            <a:xfrm>
              <a:off x="2288000" y="-49525"/>
              <a:ext cx="2743200" cy="56466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4" name="Google Shape;1874;p43"/>
          <p:cNvSpPr txBox="1"/>
          <p:nvPr>
            <p:ph type="title"/>
          </p:nvPr>
        </p:nvSpPr>
        <p:spPr>
          <a:xfrm>
            <a:off x="914400" y="989590"/>
            <a:ext cx="2743200" cy="15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OUR COMPANY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75" name="Google Shape;1875;p43"/>
          <p:cNvSpPr txBox="1"/>
          <p:nvPr>
            <p:ph idx="1" type="subTitle"/>
          </p:nvPr>
        </p:nvSpPr>
        <p:spPr>
          <a:xfrm>
            <a:off x="914400" y="2602412"/>
            <a:ext cx="3657600" cy="1861500"/>
          </a:xfrm>
          <a:prstGeom prst="rect">
            <a:avLst/>
          </a:prstGeom>
        </p:spPr>
        <p:txBody>
          <a:bodyPr anchorCtr="0" anchor="ctr" bIns="0" lIns="91425" spcFirstLastPara="1" rIns="91425" wrap="square" tIns="180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Jupiter is a gas giant, the biggest planet in the Solar System and the fourth-brightest object in the night sky. It was named after the Roman god of the skies and lightning. This planet is composed mainly of hydrogen and helium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876" name="Google Shape;1876;p43"/>
          <p:cNvGrpSpPr/>
          <p:nvPr/>
        </p:nvGrpSpPr>
        <p:grpSpPr>
          <a:xfrm>
            <a:off x="4340695" y="4859500"/>
            <a:ext cx="2740195" cy="411348"/>
            <a:chOff x="3731103" y="4808559"/>
            <a:chExt cx="2740195" cy="335138"/>
          </a:xfrm>
        </p:grpSpPr>
        <p:sp>
          <p:nvSpPr>
            <p:cNvPr id="1877" name="Google Shape;1877;p43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3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3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0" name="Google Shape;1880;p43"/>
          <p:cNvGrpSpPr/>
          <p:nvPr/>
        </p:nvGrpSpPr>
        <p:grpSpPr>
          <a:xfrm>
            <a:off x="5536150" y="-152400"/>
            <a:ext cx="3785654" cy="5632544"/>
            <a:chOff x="5536150" y="-152400"/>
            <a:chExt cx="3785654" cy="5632544"/>
          </a:xfrm>
        </p:grpSpPr>
        <p:sp>
          <p:nvSpPr>
            <p:cNvPr id="1881" name="Google Shape;1881;p43"/>
            <p:cNvSpPr/>
            <p:nvPr/>
          </p:nvSpPr>
          <p:spPr>
            <a:xfrm rot="5400000">
              <a:off x="7067275" y="992343"/>
              <a:ext cx="3234092" cy="1126340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3"/>
            <p:cNvSpPr/>
            <p:nvPr/>
          </p:nvSpPr>
          <p:spPr>
            <a:xfrm rot="5400000">
              <a:off x="5122630" y="1355283"/>
              <a:ext cx="5541677" cy="270804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3"/>
            <p:cNvSpPr/>
            <p:nvPr/>
          </p:nvSpPr>
          <p:spPr>
            <a:xfrm rot="5400000">
              <a:off x="8312443" y="3758806"/>
              <a:ext cx="789976" cy="367355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3"/>
            <p:cNvSpPr/>
            <p:nvPr/>
          </p:nvSpPr>
          <p:spPr>
            <a:xfrm rot="5400000">
              <a:off x="8117401" y="2029636"/>
              <a:ext cx="1785149" cy="431675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3"/>
            <p:cNvSpPr/>
            <p:nvPr/>
          </p:nvSpPr>
          <p:spPr>
            <a:xfrm rot="5400000">
              <a:off x="7731024" y="2865742"/>
              <a:ext cx="2407783" cy="581797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86" name="Google Shape;1886;p43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5536150" y="-152400"/>
              <a:ext cx="3785654" cy="21294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noFill/>
      </p:bgPr>
    </p:bg>
    <p:spTree>
      <p:nvGrpSpPr>
        <p:cNvPr id="1890" name="Shape 1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91" name="Google Shape;1891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03539" y="1353057"/>
            <a:ext cx="1398600" cy="1398900"/>
          </a:xfrm>
          <a:prstGeom prst="flowChartConnector">
            <a:avLst/>
          </a:prstGeom>
          <a:noFill/>
          <a:ln>
            <a:noFill/>
          </a:ln>
        </p:spPr>
      </p:pic>
      <p:pic>
        <p:nvPicPr>
          <p:cNvPr id="1892" name="Google Shape;1892;p4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50457" y="1353057"/>
            <a:ext cx="1398600" cy="1398900"/>
          </a:xfrm>
          <a:prstGeom prst="flowChartConnector">
            <a:avLst/>
          </a:prstGeom>
          <a:noFill/>
          <a:ln>
            <a:noFill/>
          </a:ln>
        </p:spPr>
      </p:pic>
      <p:pic>
        <p:nvPicPr>
          <p:cNvPr id="1893" name="Google Shape;1893;p4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76998" y="1353057"/>
            <a:ext cx="1398600" cy="1398900"/>
          </a:xfrm>
          <a:prstGeom prst="flowChartConnector">
            <a:avLst/>
          </a:prstGeom>
          <a:noFill/>
          <a:ln>
            <a:noFill/>
          </a:ln>
        </p:spPr>
      </p:pic>
      <p:sp>
        <p:nvSpPr>
          <p:cNvPr id="1894" name="Google Shape;1894;p44"/>
          <p:cNvSpPr txBox="1"/>
          <p:nvPr>
            <p:ph type="title"/>
          </p:nvPr>
        </p:nvSpPr>
        <p:spPr>
          <a:xfrm>
            <a:off x="914400" y="506399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grpSp>
        <p:nvGrpSpPr>
          <p:cNvPr id="1895" name="Google Shape;1895;p44"/>
          <p:cNvGrpSpPr/>
          <p:nvPr/>
        </p:nvGrpSpPr>
        <p:grpSpPr>
          <a:xfrm>
            <a:off x="2440454" y="2198518"/>
            <a:ext cx="670711" cy="572733"/>
            <a:chOff x="2329725" y="1188750"/>
            <a:chExt cx="1083365" cy="925105"/>
          </a:xfrm>
        </p:grpSpPr>
        <p:sp>
          <p:nvSpPr>
            <p:cNvPr id="1896" name="Google Shape;1896;p44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4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8" name="Google Shape;1898;p44"/>
          <p:cNvGrpSpPr/>
          <p:nvPr/>
        </p:nvGrpSpPr>
        <p:grpSpPr>
          <a:xfrm>
            <a:off x="4767440" y="2198518"/>
            <a:ext cx="670711" cy="572733"/>
            <a:chOff x="2329725" y="1188750"/>
            <a:chExt cx="1083365" cy="925105"/>
          </a:xfrm>
        </p:grpSpPr>
        <p:sp>
          <p:nvSpPr>
            <p:cNvPr id="1899" name="Google Shape;1899;p44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4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1" name="Google Shape;1901;p44"/>
          <p:cNvGrpSpPr/>
          <p:nvPr/>
        </p:nvGrpSpPr>
        <p:grpSpPr>
          <a:xfrm>
            <a:off x="7399341" y="2198518"/>
            <a:ext cx="670711" cy="572733"/>
            <a:chOff x="2329725" y="1188750"/>
            <a:chExt cx="1083365" cy="925105"/>
          </a:xfrm>
        </p:grpSpPr>
        <p:sp>
          <p:nvSpPr>
            <p:cNvPr id="1902" name="Google Shape;1902;p44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4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4" name="Google Shape;1904;p44"/>
          <p:cNvSpPr txBox="1"/>
          <p:nvPr>
            <p:ph idx="1" type="subTitle"/>
          </p:nvPr>
        </p:nvSpPr>
        <p:spPr>
          <a:xfrm>
            <a:off x="2278575" y="2250767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H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05" name="Google Shape;1905;p44"/>
          <p:cNvSpPr txBox="1"/>
          <p:nvPr>
            <p:ph idx="2" type="subTitle"/>
          </p:nvPr>
        </p:nvSpPr>
        <p:spPr>
          <a:xfrm>
            <a:off x="4606500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J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06" name="Google Shape;1906;p44"/>
          <p:cNvSpPr txBox="1"/>
          <p:nvPr>
            <p:ph idx="3" type="subTitle"/>
          </p:nvPr>
        </p:nvSpPr>
        <p:spPr>
          <a:xfrm>
            <a:off x="7238755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07" name="Google Shape;1907;p44"/>
          <p:cNvSpPr txBox="1"/>
          <p:nvPr>
            <p:ph idx="4" type="subTitle"/>
          </p:nvPr>
        </p:nvSpPr>
        <p:spPr>
          <a:xfrm>
            <a:off x="1235357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 PATTERSON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908" name="Google Shape;1908;p44"/>
          <p:cNvSpPr txBox="1"/>
          <p:nvPr>
            <p:ph idx="5" type="subTitle"/>
          </p:nvPr>
        </p:nvSpPr>
        <p:spPr>
          <a:xfrm>
            <a:off x="3661898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JOHN 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DOE</a:t>
            </a:r>
            <a:endParaRPr/>
          </a:p>
        </p:txBody>
      </p:sp>
      <p:sp>
        <p:nvSpPr>
          <p:cNvPr id="1909" name="Google Shape;1909;p44"/>
          <p:cNvSpPr txBox="1"/>
          <p:nvPr>
            <p:ph idx="6" type="subTitle"/>
          </p:nvPr>
        </p:nvSpPr>
        <p:spPr>
          <a:xfrm>
            <a:off x="6088439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MARTHA RAMIREZ</a:t>
            </a:r>
            <a:endParaRPr/>
          </a:p>
        </p:txBody>
      </p:sp>
      <p:sp>
        <p:nvSpPr>
          <p:cNvPr id="1910" name="Google Shape;1910;p44"/>
          <p:cNvSpPr txBox="1"/>
          <p:nvPr>
            <p:ph idx="7" type="subTitle"/>
          </p:nvPr>
        </p:nvSpPr>
        <p:spPr>
          <a:xfrm>
            <a:off x="1326857" y="3467290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talk a bit about this person</a:t>
            </a:r>
            <a:endParaRPr/>
          </a:p>
        </p:txBody>
      </p:sp>
      <p:sp>
        <p:nvSpPr>
          <p:cNvPr id="1911" name="Google Shape;1911;p44"/>
          <p:cNvSpPr txBox="1"/>
          <p:nvPr>
            <p:ph idx="8" type="subTitle"/>
          </p:nvPr>
        </p:nvSpPr>
        <p:spPr>
          <a:xfrm>
            <a:off x="3753398" y="3467290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talk a bit about this person</a:t>
            </a:r>
            <a:endParaRPr/>
          </a:p>
        </p:txBody>
      </p:sp>
      <p:sp>
        <p:nvSpPr>
          <p:cNvPr id="1912" name="Google Shape;1912;p44"/>
          <p:cNvSpPr txBox="1"/>
          <p:nvPr>
            <p:ph idx="9" type="subTitle"/>
          </p:nvPr>
        </p:nvSpPr>
        <p:spPr>
          <a:xfrm>
            <a:off x="6179939" y="3467290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talk a bit about this person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16" name="Shape 1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7" name="Google Shape;1917;p45"/>
          <p:cNvPicPr preferRelativeResize="0"/>
          <p:nvPr/>
        </p:nvPicPr>
        <p:blipFill rotWithShape="1">
          <a:blip r:embed="rId3">
            <a:alphaModFix/>
          </a:blip>
          <a:srcRect b="0" l="16591" r="16591" t="0"/>
          <a:stretch/>
        </p:blipFill>
        <p:spPr>
          <a:xfrm flipH="1">
            <a:off x="-527700" y="455750"/>
            <a:ext cx="4794900" cy="47841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1918" name="Google Shape;1918;p45"/>
          <p:cNvGrpSpPr/>
          <p:nvPr/>
        </p:nvGrpSpPr>
        <p:grpSpPr>
          <a:xfrm>
            <a:off x="6701594" y="619710"/>
            <a:ext cx="919887" cy="1140444"/>
            <a:chOff x="6701594" y="619710"/>
            <a:chExt cx="919887" cy="1140444"/>
          </a:xfrm>
        </p:grpSpPr>
        <p:sp>
          <p:nvSpPr>
            <p:cNvPr id="1919" name="Google Shape;1919;p45"/>
            <p:cNvSpPr/>
            <p:nvPr/>
          </p:nvSpPr>
          <p:spPr>
            <a:xfrm rot="-5400000">
              <a:off x="6768192" y="665105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5"/>
            <p:cNvSpPr/>
            <p:nvPr/>
          </p:nvSpPr>
          <p:spPr>
            <a:xfrm rot="-5400000">
              <a:off x="6656199" y="906864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1" name="Google Shape;1921;p45"/>
          <p:cNvSpPr txBox="1"/>
          <p:nvPr>
            <p:ph type="title"/>
          </p:nvPr>
        </p:nvSpPr>
        <p:spPr>
          <a:xfrm>
            <a:off x="4579962" y="1665460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1922" name="Google Shape;1922;p45"/>
          <p:cNvSpPr txBox="1"/>
          <p:nvPr>
            <p:ph idx="1" type="subTitle"/>
          </p:nvPr>
        </p:nvSpPr>
        <p:spPr>
          <a:xfrm>
            <a:off x="4572000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Sun. It’s terribly hot—even hotter than Mercury—and its atmosphere is extremely poisonous. It’s the second-brightest natural object in the sky after the Moon</a:t>
            </a:r>
            <a:endParaRPr/>
          </a:p>
        </p:txBody>
      </p:sp>
      <p:grpSp>
        <p:nvGrpSpPr>
          <p:cNvPr id="1923" name="Google Shape;1923;p45"/>
          <p:cNvGrpSpPr/>
          <p:nvPr/>
        </p:nvGrpSpPr>
        <p:grpSpPr>
          <a:xfrm flipH="1">
            <a:off x="-597508" y="-49993"/>
            <a:ext cx="4636245" cy="5256773"/>
            <a:chOff x="3268325" y="3013975"/>
            <a:chExt cx="1443800" cy="1106200"/>
          </a:xfrm>
        </p:grpSpPr>
        <p:sp>
          <p:nvSpPr>
            <p:cNvPr id="1924" name="Google Shape;1924;p45"/>
            <p:cNvSpPr/>
            <p:nvPr/>
          </p:nvSpPr>
          <p:spPr>
            <a:xfrm>
              <a:off x="3268325" y="3013975"/>
              <a:ext cx="274950" cy="149575"/>
            </a:xfrm>
            <a:custGeom>
              <a:rect b="b" l="l" r="r" t="t"/>
              <a:pathLst>
                <a:path extrusionOk="0" h="5983" w="10998">
                  <a:moveTo>
                    <a:pt x="1" y="1"/>
                  </a:moveTo>
                  <a:cubicBezTo>
                    <a:pt x="1367" y="1752"/>
                    <a:pt x="2900" y="3353"/>
                    <a:pt x="4795" y="4495"/>
                  </a:cubicBezTo>
                  <a:cubicBezTo>
                    <a:pt x="6348" y="5429"/>
                    <a:pt x="8202" y="5983"/>
                    <a:pt x="10007" y="5983"/>
                  </a:cubicBezTo>
                  <a:cubicBezTo>
                    <a:pt x="10340" y="5983"/>
                    <a:pt x="10671" y="5964"/>
                    <a:pt x="10998" y="5925"/>
                  </a:cubicBezTo>
                  <a:cubicBezTo>
                    <a:pt x="10617" y="3974"/>
                    <a:pt x="10586" y="1960"/>
                    <a:pt x="109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5"/>
            <p:cNvSpPr/>
            <p:nvPr/>
          </p:nvSpPr>
          <p:spPr>
            <a:xfrm>
              <a:off x="3543250" y="3013975"/>
              <a:ext cx="893200" cy="1018300"/>
            </a:xfrm>
            <a:custGeom>
              <a:rect b="b" l="l" r="r" t="t"/>
              <a:pathLst>
                <a:path extrusionOk="0" h="40732" w="35728">
                  <a:moveTo>
                    <a:pt x="18820" y="1"/>
                  </a:moveTo>
                  <a:cubicBezTo>
                    <a:pt x="19109" y="1207"/>
                    <a:pt x="19249" y="2430"/>
                    <a:pt x="19000" y="3636"/>
                  </a:cubicBezTo>
                  <a:cubicBezTo>
                    <a:pt x="18629" y="5447"/>
                    <a:pt x="17036" y="7130"/>
                    <a:pt x="15257" y="7130"/>
                  </a:cubicBezTo>
                  <a:cubicBezTo>
                    <a:pt x="15061" y="7130"/>
                    <a:pt x="14863" y="7110"/>
                    <a:pt x="14664" y="7067"/>
                  </a:cubicBezTo>
                  <a:cubicBezTo>
                    <a:pt x="13233" y="6760"/>
                    <a:pt x="12265" y="5466"/>
                    <a:pt x="11373" y="4304"/>
                  </a:cubicBezTo>
                  <a:cubicBezTo>
                    <a:pt x="10483" y="3139"/>
                    <a:pt x="9353" y="1922"/>
                    <a:pt x="7887" y="1886"/>
                  </a:cubicBezTo>
                  <a:cubicBezTo>
                    <a:pt x="7863" y="1885"/>
                    <a:pt x="7839" y="1885"/>
                    <a:pt x="7814" y="1885"/>
                  </a:cubicBezTo>
                  <a:cubicBezTo>
                    <a:pt x="5997" y="1885"/>
                    <a:pt x="4737" y="3650"/>
                    <a:pt x="3248" y="4713"/>
                  </a:cubicBezTo>
                  <a:cubicBezTo>
                    <a:pt x="2280" y="5405"/>
                    <a:pt x="1163" y="5790"/>
                    <a:pt x="1" y="5925"/>
                  </a:cubicBezTo>
                  <a:cubicBezTo>
                    <a:pt x="944" y="10790"/>
                    <a:pt x="4021" y="15270"/>
                    <a:pt x="8412" y="17604"/>
                  </a:cubicBezTo>
                  <a:cubicBezTo>
                    <a:pt x="10555" y="18738"/>
                    <a:pt x="12922" y="19389"/>
                    <a:pt x="15103" y="20449"/>
                  </a:cubicBezTo>
                  <a:cubicBezTo>
                    <a:pt x="17287" y="21508"/>
                    <a:pt x="19372" y="23106"/>
                    <a:pt x="20192" y="25384"/>
                  </a:cubicBezTo>
                  <a:cubicBezTo>
                    <a:pt x="21279" y="28400"/>
                    <a:pt x="19923" y="31871"/>
                    <a:pt x="20959" y="34903"/>
                  </a:cubicBezTo>
                  <a:cubicBezTo>
                    <a:pt x="21790" y="37345"/>
                    <a:pt x="24038" y="39046"/>
                    <a:pt x="26392" y="40098"/>
                  </a:cubicBezTo>
                  <a:cubicBezTo>
                    <a:pt x="26928" y="40337"/>
                    <a:pt x="27476" y="40548"/>
                    <a:pt x="28032" y="40732"/>
                  </a:cubicBezTo>
                  <a:cubicBezTo>
                    <a:pt x="29081" y="39274"/>
                    <a:pt x="30382" y="38007"/>
                    <a:pt x="31598" y="36678"/>
                  </a:cubicBezTo>
                  <a:cubicBezTo>
                    <a:pt x="32974" y="35172"/>
                    <a:pt x="34273" y="33520"/>
                    <a:pt x="34875" y="31575"/>
                  </a:cubicBezTo>
                  <a:cubicBezTo>
                    <a:pt x="35727" y="28822"/>
                    <a:pt x="35073" y="25810"/>
                    <a:pt x="33942" y="23160"/>
                  </a:cubicBezTo>
                  <a:cubicBezTo>
                    <a:pt x="32811" y="20510"/>
                    <a:pt x="31213" y="18081"/>
                    <a:pt x="30062" y="15441"/>
                  </a:cubicBezTo>
                  <a:cubicBezTo>
                    <a:pt x="28907" y="12797"/>
                    <a:pt x="28208" y="9806"/>
                    <a:pt x="28996" y="7032"/>
                  </a:cubicBezTo>
                  <a:cubicBezTo>
                    <a:pt x="29905" y="3827"/>
                    <a:pt x="32617" y="1518"/>
                    <a:pt x="35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5"/>
            <p:cNvSpPr/>
            <p:nvPr/>
          </p:nvSpPr>
          <p:spPr>
            <a:xfrm>
              <a:off x="3532950" y="3013975"/>
              <a:ext cx="491525" cy="178275"/>
            </a:xfrm>
            <a:custGeom>
              <a:rect b="b" l="l" r="r" t="t"/>
              <a:pathLst>
                <a:path extrusionOk="0" h="7131" w="19661">
                  <a:moveTo>
                    <a:pt x="362" y="1"/>
                  </a:moveTo>
                  <a:cubicBezTo>
                    <a:pt x="1" y="1960"/>
                    <a:pt x="32" y="3974"/>
                    <a:pt x="413" y="5925"/>
                  </a:cubicBezTo>
                  <a:cubicBezTo>
                    <a:pt x="1575" y="5790"/>
                    <a:pt x="2692" y="5405"/>
                    <a:pt x="3660" y="4713"/>
                  </a:cubicBezTo>
                  <a:cubicBezTo>
                    <a:pt x="5149" y="3650"/>
                    <a:pt x="6409" y="1885"/>
                    <a:pt x="8226" y="1885"/>
                  </a:cubicBezTo>
                  <a:cubicBezTo>
                    <a:pt x="8251" y="1885"/>
                    <a:pt x="8275" y="1885"/>
                    <a:pt x="8299" y="1886"/>
                  </a:cubicBezTo>
                  <a:cubicBezTo>
                    <a:pt x="9765" y="1922"/>
                    <a:pt x="10895" y="3139"/>
                    <a:pt x="11785" y="4304"/>
                  </a:cubicBezTo>
                  <a:cubicBezTo>
                    <a:pt x="12677" y="5466"/>
                    <a:pt x="13645" y="6760"/>
                    <a:pt x="15076" y="7067"/>
                  </a:cubicBezTo>
                  <a:cubicBezTo>
                    <a:pt x="15275" y="7110"/>
                    <a:pt x="15473" y="7130"/>
                    <a:pt x="15669" y="7130"/>
                  </a:cubicBezTo>
                  <a:cubicBezTo>
                    <a:pt x="17448" y="7130"/>
                    <a:pt x="19041" y="5447"/>
                    <a:pt x="19412" y="3636"/>
                  </a:cubicBezTo>
                  <a:cubicBezTo>
                    <a:pt x="19661" y="2430"/>
                    <a:pt x="19521" y="1207"/>
                    <a:pt x="19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5"/>
            <p:cNvSpPr/>
            <p:nvPr/>
          </p:nvSpPr>
          <p:spPr>
            <a:xfrm>
              <a:off x="4244025" y="3013975"/>
              <a:ext cx="468100" cy="1042100"/>
            </a:xfrm>
            <a:custGeom>
              <a:rect b="b" l="l" r="r" t="t"/>
              <a:pathLst>
                <a:path extrusionOk="0" h="41684" w="18724">
                  <a:moveTo>
                    <a:pt x="7614" y="1"/>
                  </a:moveTo>
                  <a:cubicBezTo>
                    <a:pt x="4586" y="1518"/>
                    <a:pt x="1874" y="3827"/>
                    <a:pt x="965" y="7032"/>
                  </a:cubicBezTo>
                  <a:cubicBezTo>
                    <a:pt x="177" y="9806"/>
                    <a:pt x="876" y="12797"/>
                    <a:pt x="2031" y="15441"/>
                  </a:cubicBezTo>
                  <a:cubicBezTo>
                    <a:pt x="3182" y="18081"/>
                    <a:pt x="4780" y="20510"/>
                    <a:pt x="5911" y="23160"/>
                  </a:cubicBezTo>
                  <a:cubicBezTo>
                    <a:pt x="7042" y="25810"/>
                    <a:pt x="7696" y="28822"/>
                    <a:pt x="6844" y="31575"/>
                  </a:cubicBezTo>
                  <a:cubicBezTo>
                    <a:pt x="6242" y="33520"/>
                    <a:pt x="4943" y="35172"/>
                    <a:pt x="3567" y="36678"/>
                  </a:cubicBezTo>
                  <a:cubicBezTo>
                    <a:pt x="2351" y="38007"/>
                    <a:pt x="1050" y="39274"/>
                    <a:pt x="1" y="40732"/>
                  </a:cubicBezTo>
                  <a:cubicBezTo>
                    <a:pt x="1909" y="41367"/>
                    <a:pt x="3922" y="41683"/>
                    <a:pt x="5935" y="41683"/>
                  </a:cubicBezTo>
                  <a:cubicBezTo>
                    <a:pt x="9028" y="41683"/>
                    <a:pt x="12122" y="40937"/>
                    <a:pt x="14840" y="39458"/>
                  </a:cubicBezTo>
                  <a:cubicBezTo>
                    <a:pt x="16257" y="38688"/>
                    <a:pt x="17562" y="37727"/>
                    <a:pt x="18724" y="36614"/>
                  </a:cubicBezTo>
                  <a:lnTo>
                    <a:pt x="187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5"/>
            <p:cNvSpPr/>
            <p:nvPr/>
          </p:nvSpPr>
          <p:spPr>
            <a:xfrm>
              <a:off x="4201350" y="3929300"/>
              <a:ext cx="510775" cy="190875"/>
            </a:xfrm>
            <a:custGeom>
              <a:rect b="b" l="l" r="r" t="t"/>
              <a:pathLst>
                <a:path extrusionOk="0" h="7635" w="20431">
                  <a:moveTo>
                    <a:pt x="20431" y="1"/>
                  </a:moveTo>
                  <a:cubicBezTo>
                    <a:pt x="19269" y="1114"/>
                    <a:pt x="17964" y="2075"/>
                    <a:pt x="16547" y="2845"/>
                  </a:cubicBezTo>
                  <a:cubicBezTo>
                    <a:pt x="13829" y="4324"/>
                    <a:pt x="10735" y="5070"/>
                    <a:pt x="7642" y="5070"/>
                  </a:cubicBezTo>
                  <a:cubicBezTo>
                    <a:pt x="5629" y="5070"/>
                    <a:pt x="3616" y="4754"/>
                    <a:pt x="1708" y="4119"/>
                  </a:cubicBezTo>
                  <a:cubicBezTo>
                    <a:pt x="1568" y="4309"/>
                    <a:pt x="1435" y="4504"/>
                    <a:pt x="1305" y="4705"/>
                  </a:cubicBezTo>
                  <a:cubicBezTo>
                    <a:pt x="727" y="5601"/>
                    <a:pt x="260" y="6599"/>
                    <a:pt x="1" y="7635"/>
                  </a:cubicBezTo>
                  <a:lnTo>
                    <a:pt x="20431" y="763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5"/>
            <p:cNvSpPr/>
            <p:nvPr/>
          </p:nvSpPr>
          <p:spPr>
            <a:xfrm>
              <a:off x="4057600" y="3658800"/>
              <a:ext cx="265050" cy="295800"/>
            </a:xfrm>
            <a:custGeom>
              <a:rect b="b" l="l" r="r" t="t"/>
              <a:pathLst>
                <a:path extrusionOk="0" h="11832" w="10602">
                  <a:moveTo>
                    <a:pt x="5461" y="0"/>
                  </a:moveTo>
                  <a:cubicBezTo>
                    <a:pt x="2371" y="0"/>
                    <a:pt x="0" y="5907"/>
                    <a:pt x="1788" y="9382"/>
                  </a:cubicBezTo>
                  <a:cubicBezTo>
                    <a:pt x="2675" y="11107"/>
                    <a:pt x="4340" y="11832"/>
                    <a:pt x="5925" y="11832"/>
                  </a:cubicBezTo>
                  <a:cubicBezTo>
                    <a:pt x="7628" y="11832"/>
                    <a:pt x="9239" y="10997"/>
                    <a:pt x="9702" y="9655"/>
                  </a:cubicBezTo>
                  <a:cubicBezTo>
                    <a:pt x="10601" y="7063"/>
                    <a:pt x="9546" y="412"/>
                    <a:pt x="5713" y="14"/>
                  </a:cubicBezTo>
                  <a:cubicBezTo>
                    <a:pt x="5628" y="4"/>
                    <a:pt x="5546" y="0"/>
                    <a:pt x="5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30" name="Google Shape;1930;p45"/>
          <p:cNvPicPr preferRelativeResize="0"/>
          <p:nvPr/>
        </p:nvPicPr>
        <p:blipFill rotWithShape="1">
          <a:blip r:embed="rId4">
            <a:alphaModFix/>
          </a:blip>
          <a:srcRect b="0" l="0" r="41660" t="0"/>
          <a:stretch/>
        </p:blipFill>
        <p:spPr>
          <a:xfrm>
            <a:off x="-627150" y="-152400"/>
            <a:ext cx="2884579" cy="2781302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1" name="Google Shape;1931;p45"/>
          <p:cNvPicPr preferRelativeResize="0"/>
          <p:nvPr/>
        </p:nvPicPr>
        <p:blipFill rotWithShape="1">
          <a:blip r:embed="rId5">
            <a:alphaModFix/>
          </a:blip>
          <a:srcRect b="0" l="49480" r="0" t="0"/>
          <a:stretch/>
        </p:blipFill>
        <p:spPr>
          <a:xfrm>
            <a:off x="-587773" y="3690950"/>
            <a:ext cx="1578374" cy="17573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35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6" name="Google Shape;1936;p46"/>
          <p:cNvSpPr/>
          <p:nvPr/>
        </p:nvSpPr>
        <p:spPr>
          <a:xfrm>
            <a:off x="1568653" y="2063099"/>
            <a:ext cx="1093558" cy="462597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46"/>
          <p:cNvSpPr/>
          <p:nvPr/>
        </p:nvSpPr>
        <p:spPr>
          <a:xfrm rot="10800000">
            <a:off x="6525118" y="2109148"/>
            <a:ext cx="1054951" cy="462597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38" name="Google Shape;1938;p46"/>
          <p:cNvPicPr preferRelativeResize="0"/>
          <p:nvPr/>
        </p:nvPicPr>
        <p:blipFill rotWithShape="1">
          <a:blip r:embed="rId3">
            <a:alphaModFix/>
          </a:blip>
          <a:srcRect b="15952" l="681" r="41606" t="0"/>
          <a:stretch/>
        </p:blipFill>
        <p:spPr>
          <a:xfrm flipH="1">
            <a:off x="5822039" y="1697298"/>
            <a:ext cx="1185000" cy="11505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939" name="Google Shape;1939;p46"/>
          <p:cNvSpPr/>
          <p:nvPr/>
        </p:nvSpPr>
        <p:spPr>
          <a:xfrm>
            <a:off x="6424465" y="2407313"/>
            <a:ext cx="1383768" cy="697423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40" name="Google Shape;1940;p46"/>
          <p:cNvPicPr preferRelativeResize="0"/>
          <p:nvPr/>
        </p:nvPicPr>
        <p:blipFill rotWithShape="1">
          <a:blip r:embed="rId4">
            <a:alphaModFix/>
          </a:blip>
          <a:srcRect b="0" l="13882" r="25287" t="11410"/>
          <a:stretch/>
        </p:blipFill>
        <p:spPr>
          <a:xfrm flipH="1">
            <a:off x="2138989" y="1719148"/>
            <a:ext cx="1185000" cy="11505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941" name="Google Shape;1941;p46"/>
          <p:cNvSpPr txBox="1"/>
          <p:nvPr>
            <p:ph idx="2" type="title"/>
          </p:nvPr>
        </p:nvSpPr>
        <p:spPr>
          <a:xfrm>
            <a:off x="914238" y="50714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COMPETITIVE ADVANTAGE</a:t>
            </a:r>
            <a:endParaRPr/>
          </a:p>
        </p:txBody>
      </p:sp>
      <p:sp>
        <p:nvSpPr>
          <p:cNvPr id="1942" name="Google Shape;1942;p46"/>
          <p:cNvSpPr txBox="1"/>
          <p:nvPr>
            <p:ph idx="4" type="subTitle"/>
          </p:nvPr>
        </p:nvSpPr>
        <p:spPr>
          <a:xfrm>
            <a:off x="1359900" y="3118599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1943" name="Google Shape;1943;p46"/>
          <p:cNvSpPr txBox="1"/>
          <p:nvPr>
            <p:ph idx="1" type="subTitle"/>
          </p:nvPr>
        </p:nvSpPr>
        <p:spPr>
          <a:xfrm>
            <a:off x="5042950" y="3122523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 and the farthest one from the Sun</a:t>
            </a:r>
            <a:endParaRPr/>
          </a:p>
        </p:txBody>
      </p:sp>
      <p:sp>
        <p:nvSpPr>
          <p:cNvPr id="1944" name="Google Shape;1944;p46"/>
          <p:cNvSpPr/>
          <p:nvPr/>
        </p:nvSpPr>
        <p:spPr>
          <a:xfrm>
            <a:off x="1241990" y="2407313"/>
            <a:ext cx="1383768" cy="697423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5" name="Google Shape;1945;p46"/>
          <p:cNvSpPr txBox="1"/>
          <p:nvPr>
            <p:ph idx="3" type="ctrTitle"/>
          </p:nvPr>
        </p:nvSpPr>
        <p:spPr>
          <a:xfrm>
            <a:off x="1221943" y="2628993"/>
            <a:ext cx="13716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THEM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46" name="Google Shape;1946;p46"/>
          <p:cNvSpPr txBox="1"/>
          <p:nvPr>
            <p:ph type="ctrTitle"/>
          </p:nvPr>
        </p:nvSpPr>
        <p:spPr>
          <a:xfrm>
            <a:off x="6430548" y="2628993"/>
            <a:ext cx="13716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US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50" name="Shape 1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1" name="Google Shape;1951;p47"/>
          <p:cNvSpPr txBox="1"/>
          <p:nvPr>
            <p:ph type="title"/>
          </p:nvPr>
        </p:nvSpPr>
        <p:spPr>
          <a:xfrm>
            <a:off x="909458" y="1664014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1952" name="Google Shape;1952;p47"/>
          <p:cNvSpPr txBox="1"/>
          <p:nvPr>
            <p:ph idx="1" type="subTitle"/>
          </p:nvPr>
        </p:nvSpPr>
        <p:spPr>
          <a:xfrm>
            <a:off x="909138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it was named after the Roman messenger god, Mercury</a:t>
            </a:r>
            <a:endParaRPr/>
          </a:p>
        </p:txBody>
      </p:sp>
      <p:pic>
        <p:nvPicPr>
          <p:cNvPr id="1953" name="Google Shape;1953;p47"/>
          <p:cNvPicPr preferRelativeResize="0"/>
          <p:nvPr/>
        </p:nvPicPr>
        <p:blipFill rotWithShape="1">
          <a:blip r:embed="rId3">
            <a:alphaModFix/>
          </a:blip>
          <a:srcRect b="0" l="16565" r="16559" t="0"/>
          <a:stretch/>
        </p:blipFill>
        <p:spPr>
          <a:xfrm>
            <a:off x="5000421" y="-384200"/>
            <a:ext cx="4341300" cy="43314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1954" name="Google Shape;1954;p47"/>
          <p:cNvGrpSpPr/>
          <p:nvPr/>
        </p:nvGrpSpPr>
        <p:grpSpPr>
          <a:xfrm>
            <a:off x="1458519" y="619710"/>
            <a:ext cx="919887" cy="1140444"/>
            <a:chOff x="6701594" y="619710"/>
            <a:chExt cx="919887" cy="1140444"/>
          </a:xfrm>
        </p:grpSpPr>
        <p:sp>
          <p:nvSpPr>
            <p:cNvPr id="1955" name="Google Shape;1955;p47"/>
            <p:cNvSpPr/>
            <p:nvPr/>
          </p:nvSpPr>
          <p:spPr>
            <a:xfrm rot="-5400000">
              <a:off x="6768192" y="665105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7"/>
            <p:cNvSpPr/>
            <p:nvPr/>
          </p:nvSpPr>
          <p:spPr>
            <a:xfrm rot="-5400000">
              <a:off x="6656199" y="906864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7" name="Google Shape;1957;p47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1958" name="Google Shape;1958;p47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1959" name="Google Shape;1959;p47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47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47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962" name="Google Shape;1962;p47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63" name="Google Shape;1963;p47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1967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p48"/>
          <p:cNvSpPr txBox="1"/>
          <p:nvPr>
            <p:ph idx="1" type="subTitle"/>
          </p:nvPr>
        </p:nvSpPr>
        <p:spPr>
          <a:xfrm>
            <a:off x="914400" y="965610"/>
            <a:ext cx="3651600" cy="231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“This is a quote. Words full of wisdom that someone important said and can make the reader get inspired.”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69" name="Google Shape;1969;p48"/>
          <p:cNvSpPr txBox="1"/>
          <p:nvPr>
            <p:ph type="ctrTitle"/>
          </p:nvPr>
        </p:nvSpPr>
        <p:spPr>
          <a:xfrm>
            <a:off x="914400" y="3284873"/>
            <a:ext cx="3651600" cy="5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—</a:t>
            </a:r>
            <a:r>
              <a:rPr lang="en">
                <a:solidFill>
                  <a:srgbClr val="FFFFFF"/>
                </a:solidFill>
              </a:rPr>
              <a:t>SOMEONE FAMOUS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70" name="Google Shape;1970;p48"/>
          <p:cNvSpPr/>
          <p:nvPr/>
        </p:nvSpPr>
        <p:spPr>
          <a:xfrm flipH="1" rot="10800000">
            <a:off x="3209712" y="4450762"/>
            <a:ext cx="1156796" cy="708608"/>
          </a:xfrm>
          <a:custGeom>
            <a:rect b="b" l="l" r="r" t="t"/>
            <a:pathLst>
              <a:path extrusionOk="0" h="8282" w="15223">
                <a:moveTo>
                  <a:pt x="0" y="1"/>
                </a:moveTo>
                <a:cubicBezTo>
                  <a:pt x="1891" y="2425"/>
                  <a:pt x="4014" y="4641"/>
                  <a:pt x="6636" y="6221"/>
                </a:cubicBezTo>
                <a:cubicBezTo>
                  <a:pt x="8786" y="7515"/>
                  <a:pt x="11353" y="8281"/>
                  <a:pt x="13851" y="8281"/>
                </a:cubicBezTo>
                <a:cubicBezTo>
                  <a:pt x="14312" y="8281"/>
                  <a:pt x="14770" y="8255"/>
                  <a:pt x="15223" y="8202"/>
                </a:cubicBezTo>
                <a:cubicBezTo>
                  <a:pt x="14696" y="5500"/>
                  <a:pt x="14653" y="2713"/>
                  <a:pt x="15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974" name="Shape 1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5" name="Google Shape;1975;p49"/>
          <p:cNvSpPr txBox="1"/>
          <p:nvPr>
            <p:ph type="title"/>
          </p:nvPr>
        </p:nvSpPr>
        <p:spPr>
          <a:xfrm>
            <a:off x="1606114" y="1182607"/>
            <a:ext cx="5943600" cy="320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AWESOME WORDS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79" name="Shape 1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0" name="Google Shape;1980;p50"/>
          <p:cNvSpPr/>
          <p:nvPr/>
        </p:nvSpPr>
        <p:spPr>
          <a:xfrm rot="-1394067">
            <a:off x="3262963" y="2020408"/>
            <a:ext cx="2285693" cy="1605953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1" name="Google Shape;1981;p50"/>
          <p:cNvGrpSpPr/>
          <p:nvPr/>
        </p:nvGrpSpPr>
        <p:grpSpPr>
          <a:xfrm>
            <a:off x="4669939" y="2956374"/>
            <a:ext cx="1024682" cy="858517"/>
            <a:chOff x="4706560" y="2956374"/>
            <a:chExt cx="1024682" cy="858517"/>
          </a:xfrm>
        </p:grpSpPr>
        <p:sp>
          <p:nvSpPr>
            <p:cNvPr id="1982" name="Google Shape;1982;p50"/>
            <p:cNvSpPr/>
            <p:nvPr/>
          </p:nvSpPr>
          <p:spPr>
            <a:xfrm>
              <a:off x="4776252" y="2956374"/>
              <a:ext cx="954989" cy="85851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0"/>
            <p:cNvSpPr/>
            <p:nvPr/>
          </p:nvSpPr>
          <p:spPr>
            <a:xfrm>
              <a:off x="4706560" y="2956374"/>
              <a:ext cx="955004" cy="858505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4" name="Google Shape;1984;p50"/>
          <p:cNvGrpSpPr/>
          <p:nvPr/>
        </p:nvGrpSpPr>
        <p:grpSpPr>
          <a:xfrm>
            <a:off x="3251786" y="2876695"/>
            <a:ext cx="1285726" cy="1221476"/>
            <a:chOff x="3300663" y="2876695"/>
            <a:chExt cx="1285726" cy="1221476"/>
          </a:xfrm>
        </p:grpSpPr>
        <p:sp>
          <p:nvSpPr>
            <p:cNvPr id="1985" name="Google Shape;1985;p50"/>
            <p:cNvSpPr/>
            <p:nvPr/>
          </p:nvSpPr>
          <p:spPr>
            <a:xfrm rot="-7643915">
              <a:off x="3532997" y="3076996"/>
              <a:ext cx="907493" cy="81582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0"/>
            <p:cNvSpPr/>
            <p:nvPr/>
          </p:nvSpPr>
          <p:spPr>
            <a:xfrm rot="-7643915">
              <a:off x="3446562" y="3082049"/>
              <a:ext cx="907493" cy="81582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7" name="Google Shape;1987;p50"/>
          <p:cNvGrpSpPr/>
          <p:nvPr/>
        </p:nvGrpSpPr>
        <p:grpSpPr>
          <a:xfrm>
            <a:off x="4606513" y="1689005"/>
            <a:ext cx="1151534" cy="1010130"/>
            <a:chOff x="4655390" y="1689005"/>
            <a:chExt cx="1151534" cy="1010130"/>
          </a:xfrm>
        </p:grpSpPr>
        <p:sp>
          <p:nvSpPr>
            <p:cNvPr id="1988" name="Google Shape;1988;p50"/>
            <p:cNvSpPr/>
            <p:nvPr/>
          </p:nvSpPr>
          <p:spPr>
            <a:xfrm rot="865628">
              <a:off x="4798380" y="1789454"/>
              <a:ext cx="917889" cy="80923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0"/>
            <p:cNvSpPr/>
            <p:nvPr/>
          </p:nvSpPr>
          <p:spPr>
            <a:xfrm rot="865628">
              <a:off x="4746046" y="1789454"/>
              <a:ext cx="917889" cy="80923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0" name="Google Shape;1990;p50"/>
          <p:cNvGrpSpPr/>
          <p:nvPr/>
        </p:nvGrpSpPr>
        <p:grpSpPr>
          <a:xfrm>
            <a:off x="3381403" y="1818505"/>
            <a:ext cx="1026493" cy="876613"/>
            <a:chOff x="3385881" y="1818505"/>
            <a:chExt cx="1026493" cy="876613"/>
          </a:xfrm>
        </p:grpSpPr>
        <p:sp>
          <p:nvSpPr>
            <p:cNvPr id="1991" name="Google Shape;1991;p50"/>
            <p:cNvSpPr/>
            <p:nvPr/>
          </p:nvSpPr>
          <p:spPr>
            <a:xfrm>
              <a:off x="3478723" y="1855694"/>
              <a:ext cx="933650" cy="83942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0"/>
            <p:cNvSpPr/>
            <p:nvPr/>
          </p:nvSpPr>
          <p:spPr>
            <a:xfrm>
              <a:off x="3385881" y="1818505"/>
              <a:ext cx="933650" cy="83942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3" name="Google Shape;1993;p50"/>
          <p:cNvSpPr txBox="1"/>
          <p:nvPr>
            <p:ph type="title"/>
          </p:nvPr>
        </p:nvSpPr>
        <p:spPr>
          <a:xfrm>
            <a:off x="922200" y="50380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SWOT ANALYSIS</a:t>
            </a:r>
            <a:endParaRPr/>
          </a:p>
        </p:txBody>
      </p:sp>
      <p:sp>
        <p:nvSpPr>
          <p:cNvPr id="1994" name="Google Shape;1994;p50"/>
          <p:cNvSpPr txBox="1"/>
          <p:nvPr>
            <p:ph idx="1" type="subTitle"/>
          </p:nvPr>
        </p:nvSpPr>
        <p:spPr>
          <a:xfrm>
            <a:off x="922199" y="3107030"/>
            <a:ext cx="19929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in the Solar System</a:t>
            </a:r>
            <a:endParaRPr/>
          </a:p>
        </p:txBody>
      </p:sp>
      <p:sp>
        <p:nvSpPr>
          <p:cNvPr id="1995" name="Google Shape;1995;p50"/>
          <p:cNvSpPr txBox="1"/>
          <p:nvPr>
            <p:ph idx="2" type="subTitle"/>
          </p:nvPr>
        </p:nvSpPr>
        <p:spPr>
          <a:xfrm>
            <a:off x="3523076" y="3132379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0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96" name="Google Shape;1996;p50"/>
          <p:cNvSpPr txBox="1"/>
          <p:nvPr>
            <p:ph idx="3" type="subTitle"/>
          </p:nvPr>
        </p:nvSpPr>
        <p:spPr>
          <a:xfrm>
            <a:off x="6310123" y="3107020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1997" name="Google Shape;1997;p50"/>
          <p:cNvSpPr txBox="1"/>
          <p:nvPr>
            <p:ph idx="4" type="subTitle"/>
          </p:nvPr>
        </p:nvSpPr>
        <p:spPr>
          <a:xfrm>
            <a:off x="4844925" y="3132379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98" name="Google Shape;1998;p50"/>
          <p:cNvSpPr txBox="1"/>
          <p:nvPr>
            <p:ph idx="5" type="subTitle"/>
          </p:nvPr>
        </p:nvSpPr>
        <p:spPr>
          <a:xfrm>
            <a:off x="922199" y="1715603"/>
            <a:ext cx="19956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its atmosphere is extremely poisonous</a:t>
            </a:r>
            <a:endParaRPr/>
          </a:p>
        </p:txBody>
      </p:sp>
      <p:sp>
        <p:nvSpPr>
          <p:cNvPr id="1999" name="Google Shape;1999;p50"/>
          <p:cNvSpPr txBox="1"/>
          <p:nvPr>
            <p:ph idx="6" type="subTitle"/>
          </p:nvPr>
        </p:nvSpPr>
        <p:spPr>
          <a:xfrm>
            <a:off x="3523076" y="1946661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00" name="Google Shape;2000;p50"/>
          <p:cNvSpPr txBox="1"/>
          <p:nvPr>
            <p:ph idx="7" type="subTitle"/>
          </p:nvPr>
        </p:nvSpPr>
        <p:spPr>
          <a:xfrm>
            <a:off x="6303700" y="1715147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one. It’s a gas giant, composed mostly of hydrogen and helium</a:t>
            </a:r>
            <a:endParaRPr/>
          </a:p>
        </p:txBody>
      </p:sp>
      <p:sp>
        <p:nvSpPr>
          <p:cNvPr id="2001" name="Google Shape;2001;p50"/>
          <p:cNvSpPr txBox="1"/>
          <p:nvPr>
            <p:ph idx="8" type="subTitle"/>
          </p:nvPr>
        </p:nvSpPr>
        <p:spPr>
          <a:xfrm>
            <a:off x="4844925" y="1946661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W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005" name="Shape 2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6" name="Google Shape;2006;p51"/>
          <p:cNvPicPr preferRelativeResize="0"/>
          <p:nvPr/>
        </p:nvPicPr>
        <p:blipFill rotWithShape="1">
          <a:blip r:embed="rId3">
            <a:alphaModFix/>
          </a:blip>
          <a:srcRect b="0" l="21667" r="11667" t="0"/>
          <a:stretch/>
        </p:blipFill>
        <p:spPr>
          <a:xfrm>
            <a:off x="5687255" y="1222593"/>
            <a:ext cx="5070900" cy="5070900"/>
          </a:xfrm>
          <a:prstGeom prst="ellipse">
            <a:avLst/>
          </a:prstGeom>
          <a:noFill/>
          <a:ln>
            <a:noFill/>
          </a:ln>
        </p:spPr>
      </p:pic>
      <p:cxnSp>
        <p:nvCxnSpPr>
          <p:cNvPr id="2007" name="Google Shape;2007;p51"/>
          <p:cNvCxnSpPr/>
          <p:nvPr/>
        </p:nvCxnSpPr>
        <p:spPr>
          <a:xfrm>
            <a:off x="5595675" y="1920341"/>
            <a:ext cx="2014500" cy="6471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008" name="Google Shape;2008;p51"/>
          <p:cNvSpPr txBox="1"/>
          <p:nvPr>
            <p:ph idx="4294967295" type="subTitle"/>
          </p:nvPr>
        </p:nvSpPr>
        <p:spPr>
          <a:xfrm>
            <a:off x="1392714" y="3527976"/>
            <a:ext cx="2743200" cy="914400"/>
          </a:xfrm>
          <a:prstGeom prst="rect">
            <a:avLst/>
          </a:prstGeom>
        </p:spPr>
        <p:txBody>
          <a:bodyPr anchorCtr="0" anchor="t" bIns="0" lIns="91425" spcFirstLastPara="1" rIns="91425" wrap="square" tIns="2340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Neptune is the eighth and farthest planet from the Sun</a:t>
            </a:r>
            <a:endParaRPr sz="120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009" name="Google Shape;2009;p51"/>
          <p:cNvSpPr txBox="1"/>
          <p:nvPr>
            <p:ph type="title"/>
          </p:nvPr>
        </p:nvSpPr>
        <p:spPr>
          <a:xfrm>
            <a:off x="914400" y="50547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OVERVIEW</a:t>
            </a:r>
            <a:endParaRPr/>
          </a:p>
        </p:txBody>
      </p:sp>
      <p:sp>
        <p:nvSpPr>
          <p:cNvPr id="2010" name="Google Shape;2010;p51"/>
          <p:cNvSpPr txBox="1"/>
          <p:nvPr>
            <p:ph idx="4294967295" type="subTitle"/>
          </p:nvPr>
        </p:nvSpPr>
        <p:spPr>
          <a:xfrm>
            <a:off x="1537236" y="2471278"/>
            <a:ext cx="2743200" cy="9144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Lato"/>
                <a:ea typeface="Lato"/>
                <a:cs typeface="Lato"/>
                <a:sym typeface="Lato"/>
              </a:rPr>
              <a:t>Mercury is the closest planet to the Sun and the smallest one</a:t>
            </a:r>
            <a:endParaRPr sz="120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011" name="Google Shape;2011;p51"/>
          <p:cNvSpPr txBox="1"/>
          <p:nvPr>
            <p:ph idx="4294967295" type="subTitle"/>
          </p:nvPr>
        </p:nvSpPr>
        <p:spPr>
          <a:xfrm>
            <a:off x="2103212" y="1476958"/>
            <a:ext cx="2743200" cy="9144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Lato"/>
                <a:ea typeface="Lato"/>
                <a:cs typeface="Lato"/>
                <a:sym typeface="Lato"/>
              </a:rPr>
              <a:t>Venus has a beautiful name and is the second planet from the Sun </a:t>
            </a:r>
            <a:endParaRPr sz="1200"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2012" name="Google Shape;2012;p51"/>
          <p:cNvGrpSpPr/>
          <p:nvPr/>
        </p:nvGrpSpPr>
        <p:grpSpPr>
          <a:xfrm rot="1476395">
            <a:off x="5193497" y="1525742"/>
            <a:ext cx="757158" cy="681988"/>
            <a:chOff x="5616371" y="1673946"/>
            <a:chExt cx="1138980" cy="1025902"/>
          </a:xfrm>
        </p:grpSpPr>
        <p:sp>
          <p:nvSpPr>
            <p:cNvPr id="2013" name="Google Shape;2013;p51"/>
            <p:cNvSpPr/>
            <p:nvPr/>
          </p:nvSpPr>
          <p:spPr>
            <a:xfrm rot="537978">
              <a:off x="5761992" y="1792776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1"/>
            <p:cNvSpPr/>
            <p:nvPr/>
          </p:nvSpPr>
          <p:spPr>
            <a:xfrm rot="537978">
              <a:off x="5676080" y="1741573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015" name="Google Shape;2015;p51"/>
          <p:cNvCxnSpPr/>
          <p:nvPr/>
        </p:nvCxnSpPr>
        <p:spPr>
          <a:xfrm>
            <a:off x="5147325" y="2900621"/>
            <a:ext cx="2472600" cy="237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016" name="Google Shape;2016;p51"/>
          <p:cNvCxnSpPr/>
          <p:nvPr/>
        </p:nvCxnSpPr>
        <p:spPr>
          <a:xfrm flipH="1" rot="10800000">
            <a:off x="4895725" y="3279461"/>
            <a:ext cx="3189900" cy="6264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2017" name="Google Shape;2017;p51"/>
          <p:cNvGrpSpPr/>
          <p:nvPr/>
        </p:nvGrpSpPr>
        <p:grpSpPr>
          <a:xfrm rot="1476395">
            <a:off x="4662722" y="2515997"/>
            <a:ext cx="757158" cy="681988"/>
            <a:chOff x="5616371" y="1673946"/>
            <a:chExt cx="1138980" cy="1025902"/>
          </a:xfrm>
        </p:grpSpPr>
        <p:sp>
          <p:nvSpPr>
            <p:cNvPr id="2018" name="Google Shape;2018;p51"/>
            <p:cNvSpPr/>
            <p:nvPr/>
          </p:nvSpPr>
          <p:spPr>
            <a:xfrm rot="537978">
              <a:off x="5761992" y="1792776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1"/>
            <p:cNvSpPr/>
            <p:nvPr/>
          </p:nvSpPr>
          <p:spPr>
            <a:xfrm rot="537978">
              <a:off x="5676080" y="1741573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0" name="Google Shape;2020;p51"/>
          <p:cNvGrpSpPr/>
          <p:nvPr/>
        </p:nvGrpSpPr>
        <p:grpSpPr>
          <a:xfrm rot="1476395">
            <a:off x="4501772" y="3535862"/>
            <a:ext cx="757158" cy="681988"/>
            <a:chOff x="5616371" y="1673946"/>
            <a:chExt cx="1138980" cy="1025902"/>
          </a:xfrm>
        </p:grpSpPr>
        <p:sp>
          <p:nvSpPr>
            <p:cNvPr id="2021" name="Google Shape;2021;p51"/>
            <p:cNvSpPr/>
            <p:nvPr/>
          </p:nvSpPr>
          <p:spPr>
            <a:xfrm rot="537978">
              <a:off x="5761992" y="1792776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1"/>
            <p:cNvSpPr/>
            <p:nvPr/>
          </p:nvSpPr>
          <p:spPr>
            <a:xfrm rot="537978">
              <a:off x="5676080" y="1741573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3" name="Google Shape;2023;p51"/>
          <p:cNvSpPr txBox="1"/>
          <p:nvPr>
            <p:ph idx="4294967295" type="title"/>
          </p:nvPr>
        </p:nvSpPr>
        <p:spPr>
          <a:xfrm>
            <a:off x="5262475" y="1552699"/>
            <a:ext cx="619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24" name="Google Shape;2024;p51"/>
          <p:cNvSpPr txBox="1"/>
          <p:nvPr>
            <p:ph idx="4294967295" type="title"/>
          </p:nvPr>
        </p:nvSpPr>
        <p:spPr>
          <a:xfrm>
            <a:off x="4731700" y="2546757"/>
            <a:ext cx="619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25" name="Google Shape;2025;p51"/>
          <p:cNvSpPr txBox="1"/>
          <p:nvPr>
            <p:ph idx="4294967295" type="title"/>
          </p:nvPr>
        </p:nvSpPr>
        <p:spPr>
          <a:xfrm>
            <a:off x="4578151" y="3556156"/>
            <a:ext cx="619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26" name="Google Shape;2026;p51"/>
          <p:cNvSpPr txBox="1"/>
          <p:nvPr>
            <p:ph idx="4294967295" type="ctrTitle"/>
          </p:nvPr>
        </p:nvSpPr>
        <p:spPr>
          <a:xfrm>
            <a:off x="3474812" y="1482145"/>
            <a:ext cx="13716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2027" name="Google Shape;2027;p51"/>
          <p:cNvSpPr txBox="1"/>
          <p:nvPr>
            <p:ph idx="4294967295" type="ctrTitle"/>
          </p:nvPr>
        </p:nvSpPr>
        <p:spPr>
          <a:xfrm>
            <a:off x="2678789" y="2476500"/>
            <a:ext cx="16017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sp>
        <p:nvSpPr>
          <p:cNvPr id="2028" name="Google Shape;2028;p51"/>
          <p:cNvSpPr txBox="1"/>
          <p:nvPr>
            <p:ph idx="4294967295" type="ctrTitle"/>
          </p:nvPr>
        </p:nvSpPr>
        <p:spPr>
          <a:xfrm>
            <a:off x="2534214" y="3478154"/>
            <a:ext cx="16017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032" name="Shape 2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3" name="Google Shape;2033;p52"/>
          <p:cNvGrpSpPr/>
          <p:nvPr/>
        </p:nvGrpSpPr>
        <p:grpSpPr>
          <a:xfrm>
            <a:off x="635764" y="1695702"/>
            <a:ext cx="8068926" cy="2641194"/>
            <a:chOff x="635764" y="1695702"/>
            <a:chExt cx="8068926" cy="2641194"/>
          </a:xfrm>
        </p:grpSpPr>
        <p:sp>
          <p:nvSpPr>
            <p:cNvPr id="2034" name="Google Shape;2034;p52"/>
            <p:cNvSpPr/>
            <p:nvPr/>
          </p:nvSpPr>
          <p:spPr>
            <a:xfrm rot="-7798543">
              <a:off x="774426" y="2830554"/>
              <a:ext cx="1028236" cy="687349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2"/>
            <p:cNvSpPr/>
            <p:nvPr/>
          </p:nvSpPr>
          <p:spPr>
            <a:xfrm rot="6744165">
              <a:off x="7330371" y="2046883"/>
              <a:ext cx="1374931" cy="91906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2"/>
            <p:cNvSpPr/>
            <p:nvPr/>
          </p:nvSpPr>
          <p:spPr>
            <a:xfrm rot="2700000">
              <a:off x="5025613" y="3066318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2"/>
            <p:cNvSpPr/>
            <p:nvPr/>
          </p:nvSpPr>
          <p:spPr>
            <a:xfrm rot="2700000">
              <a:off x="4854160" y="2714689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2"/>
            <p:cNvSpPr/>
            <p:nvPr/>
          </p:nvSpPr>
          <p:spPr>
            <a:xfrm rot="-5400000">
              <a:off x="2781375" y="2063418"/>
              <a:ext cx="1374921" cy="91906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2"/>
            <p:cNvSpPr/>
            <p:nvPr/>
          </p:nvSpPr>
          <p:spPr>
            <a:xfrm rot="-5400000">
              <a:off x="2653971" y="2433294"/>
              <a:ext cx="1374921" cy="91906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2"/>
            <p:cNvSpPr/>
            <p:nvPr/>
          </p:nvSpPr>
          <p:spPr>
            <a:xfrm rot="6744261">
              <a:off x="8019196" y="3178340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2"/>
            <p:cNvSpPr/>
            <p:nvPr/>
          </p:nvSpPr>
          <p:spPr>
            <a:xfrm rot="6744261">
              <a:off x="635521" y="2201365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2" name="Google Shape;2042;p52"/>
          <p:cNvGrpSpPr/>
          <p:nvPr/>
        </p:nvGrpSpPr>
        <p:grpSpPr>
          <a:xfrm>
            <a:off x="1331667" y="1694775"/>
            <a:ext cx="2030290" cy="2327605"/>
            <a:chOff x="1340775" y="1694775"/>
            <a:chExt cx="2030290" cy="2327605"/>
          </a:xfrm>
        </p:grpSpPr>
        <p:sp>
          <p:nvSpPr>
            <p:cNvPr id="2043" name="Google Shape;2043;p52"/>
            <p:cNvSpPr/>
            <p:nvPr/>
          </p:nvSpPr>
          <p:spPr>
            <a:xfrm>
              <a:off x="1389565" y="1746580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2"/>
            <p:cNvSpPr/>
            <p:nvPr/>
          </p:nvSpPr>
          <p:spPr>
            <a:xfrm>
              <a:off x="1340775" y="1694775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5" name="Google Shape;2045;p52"/>
          <p:cNvGrpSpPr/>
          <p:nvPr/>
        </p:nvGrpSpPr>
        <p:grpSpPr>
          <a:xfrm>
            <a:off x="3579658" y="1694775"/>
            <a:ext cx="2030290" cy="2327605"/>
            <a:chOff x="3588766" y="1694775"/>
            <a:chExt cx="2030290" cy="2327605"/>
          </a:xfrm>
        </p:grpSpPr>
        <p:sp>
          <p:nvSpPr>
            <p:cNvPr id="2046" name="Google Shape;2046;p52"/>
            <p:cNvSpPr/>
            <p:nvPr/>
          </p:nvSpPr>
          <p:spPr>
            <a:xfrm>
              <a:off x="3637556" y="1746580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2"/>
            <p:cNvSpPr/>
            <p:nvPr/>
          </p:nvSpPr>
          <p:spPr>
            <a:xfrm>
              <a:off x="3588766" y="1694775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8" name="Google Shape;2048;p52"/>
          <p:cNvGrpSpPr/>
          <p:nvPr/>
        </p:nvGrpSpPr>
        <p:grpSpPr>
          <a:xfrm>
            <a:off x="5827649" y="1694775"/>
            <a:ext cx="2030290" cy="2327605"/>
            <a:chOff x="5836756" y="1694775"/>
            <a:chExt cx="2030290" cy="2327605"/>
          </a:xfrm>
        </p:grpSpPr>
        <p:sp>
          <p:nvSpPr>
            <p:cNvPr id="2049" name="Google Shape;2049;p52"/>
            <p:cNvSpPr/>
            <p:nvPr/>
          </p:nvSpPr>
          <p:spPr>
            <a:xfrm>
              <a:off x="5885546" y="1746580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2"/>
            <p:cNvSpPr/>
            <p:nvPr/>
          </p:nvSpPr>
          <p:spPr>
            <a:xfrm>
              <a:off x="5836756" y="1694775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51" name="Google Shape;2051;p52"/>
          <p:cNvSpPr/>
          <p:nvPr/>
        </p:nvSpPr>
        <p:spPr>
          <a:xfrm rot="5400000">
            <a:off x="4548717" y="5232273"/>
            <a:ext cx="54479" cy="29427"/>
          </a:xfrm>
          <a:custGeom>
            <a:rect b="b" l="l" r="r" t="t"/>
            <a:pathLst>
              <a:path extrusionOk="0" h="807" w="1494">
                <a:moveTo>
                  <a:pt x="1289" y="1"/>
                </a:moveTo>
                <a:cubicBezTo>
                  <a:pt x="1266" y="1"/>
                  <a:pt x="1243" y="5"/>
                  <a:pt x="1221" y="14"/>
                </a:cubicBezTo>
                <a:lnTo>
                  <a:pt x="133" y="464"/>
                </a:lnTo>
                <a:cubicBezTo>
                  <a:pt x="44" y="500"/>
                  <a:pt x="0" y="607"/>
                  <a:pt x="36" y="697"/>
                </a:cubicBezTo>
                <a:cubicBezTo>
                  <a:pt x="67" y="767"/>
                  <a:pt x="133" y="807"/>
                  <a:pt x="204" y="807"/>
                </a:cubicBezTo>
                <a:cubicBezTo>
                  <a:pt x="227" y="807"/>
                  <a:pt x="250" y="804"/>
                  <a:pt x="270" y="794"/>
                </a:cubicBezTo>
                <a:lnTo>
                  <a:pt x="1357" y="344"/>
                </a:lnTo>
                <a:cubicBezTo>
                  <a:pt x="1450" y="307"/>
                  <a:pt x="1494" y="200"/>
                  <a:pt x="1454" y="110"/>
                </a:cubicBezTo>
                <a:cubicBezTo>
                  <a:pt x="1426" y="42"/>
                  <a:pt x="1360" y="1"/>
                  <a:pt x="128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2" name="Google Shape;2052;p52"/>
          <p:cNvSpPr txBox="1"/>
          <p:nvPr>
            <p:ph idx="1" type="subTitle"/>
          </p:nvPr>
        </p:nvSpPr>
        <p:spPr>
          <a:xfrm>
            <a:off x="1256025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53" name="Google Shape;2053;p52"/>
          <p:cNvSpPr txBox="1"/>
          <p:nvPr>
            <p:ph idx="2" type="subTitle"/>
          </p:nvPr>
        </p:nvSpPr>
        <p:spPr>
          <a:xfrm>
            <a:off x="3504013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54" name="Google Shape;2054;p52"/>
          <p:cNvSpPr txBox="1"/>
          <p:nvPr>
            <p:ph idx="3" type="subTitle"/>
          </p:nvPr>
        </p:nvSpPr>
        <p:spPr>
          <a:xfrm>
            <a:off x="5752000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  <a:p>
            <a:pPr indent="-306601" lvl="0" marL="4608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Lato"/>
              <a:buChar char="●"/>
            </a:pPr>
            <a:r>
              <a:rPr lang="en">
                <a:solidFill>
                  <a:srgbClr val="FFFFFF"/>
                </a:solidFill>
              </a:rPr>
              <a:t>List your features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55" name="Google Shape;2055;p52"/>
          <p:cNvSpPr txBox="1"/>
          <p:nvPr>
            <p:ph idx="4" type="subTitle"/>
          </p:nvPr>
        </p:nvSpPr>
        <p:spPr>
          <a:xfrm>
            <a:off x="1409984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BASIC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56" name="Google Shape;2056;p52"/>
          <p:cNvSpPr txBox="1"/>
          <p:nvPr>
            <p:ph idx="5" type="subTitle"/>
          </p:nvPr>
        </p:nvSpPr>
        <p:spPr>
          <a:xfrm>
            <a:off x="3674925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PRO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57" name="Google Shape;2057;p52"/>
          <p:cNvSpPr txBox="1"/>
          <p:nvPr>
            <p:ph idx="6" type="subTitle"/>
          </p:nvPr>
        </p:nvSpPr>
        <p:spPr>
          <a:xfrm>
            <a:off x="5927418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PREMIUM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58" name="Google Shape;2058;p52"/>
          <p:cNvSpPr txBox="1"/>
          <p:nvPr>
            <p:ph type="title"/>
          </p:nvPr>
        </p:nvSpPr>
        <p:spPr>
          <a:xfrm>
            <a:off x="910100" y="50007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PLANS</a:t>
            </a:r>
            <a:endParaRPr/>
          </a:p>
        </p:txBody>
      </p:sp>
      <p:sp>
        <p:nvSpPr>
          <p:cNvPr id="2059" name="Google Shape;2059;p52"/>
          <p:cNvSpPr txBox="1"/>
          <p:nvPr>
            <p:ph idx="7" type="subTitle"/>
          </p:nvPr>
        </p:nvSpPr>
        <p:spPr>
          <a:xfrm>
            <a:off x="1408793" y="3279699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$30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60" name="Google Shape;2060;p52"/>
          <p:cNvSpPr txBox="1"/>
          <p:nvPr>
            <p:ph idx="8" type="subTitle"/>
          </p:nvPr>
        </p:nvSpPr>
        <p:spPr>
          <a:xfrm>
            <a:off x="3658844" y="327968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$50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61" name="Google Shape;2061;p52"/>
          <p:cNvSpPr txBox="1"/>
          <p:nvPr>
            <p:ph idx="9" type="subTitle"/>
          </p:nvPr>
        </p:nvSpPr>
        <p:spPr>
          <a:xfrm>
            <a:off x="5932097" y="3279699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$70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065" name="Shape 2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6" name="Google Shape;2066;p53"/>
          <p:cNvSpPr txBox="1"/>
          <p:nvPr>
            <p:ph type="title"/>
          </p:nvPr>
        </p:nvSpPr>
        <p:spPr>
          <a:xfrm>
            <a:off x="914400" y="49970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DEMO</a:t>
            </a:r>
            <a:endParaRPr/>
          </a:p>
        </p:txBody>
      </p:sp>
      <p:sp>
        <p:nvSpPr>
          <p:cNvPr id="2067" name="Google Shape;2067;p53"/>
          <p:cNvSpPr txBox="1"/>
          <p:nvPr>
            <p:ph type="title"/>
          </p:nvPr>
        </p:nvSpPr>
        <p:spPr>
          <a:xfrm>
            <a:off x="2340758" y="1827923"/>
            <a:ext cx="22368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INTERFACE</a:t>
            </a:r>
            <a:endParaRPr sz="1800"/>
          </a:p>
        </p:txBody>
      </p:sp>
      <p:sp>
        <p:nvSpPr>
          <p:cNvPr id="2068" name="Google Shape;2068;p53"/>
          <p:cNvSpPr txBox="1"/>
          <p:nvPr>
            <p:ph idx="4294967295" type="subTitle"/>
          </p:nvPr>
        </p:nvSpPr>
        <p:spPr>
          <a:xfrm>
            <a:off x="2340632" y="2574249"/>
            <a:ext cx="2236800" cy="13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images on these screens with your own work. Just delete these ones, add yours and send them to the back</a:t>
            </a:r>
            <a:endParaRPr/>
          </a:p>
        </p:txBody>
      </p:sp>
      <p:grpSp>
        <p:nvGrpSpPr>
          <p:cNvPr id="2069" name="Google Shape;2069;p53"/>
          <p:cNvGrpSpPr/>
          <p:nvPr/>
        </p:nvGrpSpPr>
        <p:grpSpPr>
          <a:xfrm>
            <a:off x="1394625" y="1318216"/>
            <a:ext cx="1102258" cy="1078127"/>
            <a:chOff x="1013625" y="1623016"/>
            <a:chExt cx="1102258" cy="1078127"/>
          </a:xfrm>
        </p:grpSpPr>
        <p:sp>
          <p:nvSpPr>
            <p:cNvPr id="2070" name="Google Shape;2070;p53"/>
            <p:cNvSpPr/>
            <p:nvPr/>
          </p:nvSpPr>
          <p:spPr>
            <a:xfrm rot="-3609593">
              <a:off x="1289774" y="1773827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3"/>
            <p:cNvSpPr/>
            <p:nvPr/>
          </p:nvSpPr>
          <p:spPr>
            <a:xfrm rot="-3609593">
              <a:off x="1114240" y="1898138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72" name="Google Shape;2072;p53"/>
          <p:cNvPicPr preferRelativeResize="0"/>
          <p:nvPr/>
        </p:nvPicPr>
        <p:blipFill rotWithShape="1">
          <a:blip r:embed="rId3">
            <a:alphaModFix/>
          </a:blip>
          <a:srcRect b="6200" l="0" r="0" t="0"/>
          <a:stretch/>
        </p:blipFill>
        <p:spPr>
          <a:xfrm>
            <a:off x="6915800" y="1733550"/>
            <a:ext cx="14235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pic>
        <p:nvPicPr>
          <p:cNvPr id="2073" name="Google Shape;2073;p53"/>
          <p:cNvPicPr preferRelativeResize="0"/>
          <p:nvPr/>
        </p:nvPicPr>
        <p:blipFill rotWithShape="1">
          <a:blip r:embed="rId4">
            <a:alphaModFix/>
          </a:blip>
          <a:srcRect b="0" l="13056" r="13056" t="0"/>
          <a:stretch/>
        </p:blipFill>
        <p:spPr>
          <a:xfrm>
            <a:off x="6917993" y="1731564"/>
            <a:ext cx="14235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074" name="Google Shape;2074;p53"/>
          <p:cNvGrpSpPr/>
          <p:nvPr/>
        </p:nvGrpSpPr>
        <p:grpSpPr>
          <a:xfrm>
            <a:off x="7315200" y="1724038"/>
            <a:ext cx="576300" cy="104400"/>
            <a:chOff x="7315200" y="1724038"/>
            <a:chExt cx="576300" cy="104400"/>
          </a:xfrm>
        </p:grpSpPr>
        <p:sp>
          <p:nvSpPr>
            <p:cNvPr id="2075" name="Google Shape;2075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76" name="Google Shape;2076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077" name="Google Shape;2077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2087" name="Google Shape;2087;p53"/>
          <p:cNvPicPr preferRelativeResize="0"/>
          <p:nvPr/>
        </p:nvPicPr>
        <p:blipFill rotWithShape="1">
          <a:blip r:embed="rId5">
            <a:alphaModFix/>
          </a:blip>
          <a:srcRect b="357" l="0" r="0" t="357"/>
          <a:stretch/>
        </p:blipFill>
        <p:spPr>
          <a:xfrm>
            <a:off x="5115718" y="1227693"/>
            <a:ext cx="14079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088" name="Google Shape;2088;p53"/>
          <p:cNvGrpSpPr/>
          <p:nvPr/>
        </p:nvGrpSpPr>
        <p:grpSpPr>
          <a:xfrm>
            <a:off x="5523125" y="1228488"/>
            <a:ext cx="576300" cy="104400"/>
            <a:chOff x="7315200" y="1724038"/>
            <a:chExt cx="576300" cy="104400"/>
          </a:xfrm>
        </p:grpSpPr>
        <p:sp>
          <p:nvSpPr>
            <p:cNvPr id="2089" name="Google Shape;2089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90" name="Google Shape;2090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091" name="Google Shape;2091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01" name="Google Shape;2101;p53"/>
          <p:cNvGrpSpPr/>
          <p:nvPr/>
        </p:nvGrpSpPr>
        <p:grpSpPr>
          <a:xfrm>
            <a:off x="5036738" y="1151165"/>
            <a:ext cx="1565662" cy="3046825"/>
            <a:chOff x="5036738" y="1151165"/>
            <a:chExt cx="1565662" cy="3046825"/>
          </a:xfrm>
        </p:grpSpPr>
        <p:grpSp>
          <p:nvGrpSpPr>
            <p:cNvPr id="2102" name="Google Shape;2102;p53"/>
            <p:cNvGrpSpPr/>
            <p:nvPr/>
          </p:nvGrpSpPr>
          <p:grpSpPr>
            <a:xfrm>
              <a:off x="5591402" y="1267979"/>
              <a:ext cx="456105" cy="31895"/>
              <a:chOff x="767900" y="1150025"/>
              <a:chExt cx="854450" cy="59750"/>
            </a:xfrm>
          </p:grpSpPr>
          <p:sp>
            <p:nvSpPr>
              <p:cNvPr id="2103" name="Google Shape;2103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3" name="Google Shape;2113;p53"/>
            <p:cNvGrpSpPr/>
            <p:nvPr/>
          </p:nvGrpSpPr>
          <p:grpSpPr>
            <a:xfrm>
              <a:off x="5591673" y="1267985"/>
              <a:ext cx="456191" cy="31901"/>
              <a:chOff x="767900" y="1150025"/>
              <a:chExt cx="854450" cy="59750"/>
            </a:xfrm>
          </p:grpSpPr>
          <p:sp>
            <p:nvSpPr>
              <p:cNvPr id="2114" name="Google Shape;2114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4" name="Google Shape;2124;p53"/>
            <p:cNvGrpSpPr/>
            <p:nvPr/>
          </p:nvGrpSpPr>
          <p:grpSpPr>
            <a:xfrm>
              <a:off x="5036738" y="1151165"/>
              <a:ext cx="1565662" cy="3046825"/>
              <a:chOff x="5411013" y="1379733"/>
              <a:chExt cx="2933049" cy="5707802"/>
            </a:xfrm>
          </p:grpSpPr>
          <p:pic>
            <p:nvPicPr>
              <p:cNvPr id="2125" name="Google Shape;2125;p53"/>
              <p:cNvPicPr preferRelativeResize="0"/>
              <p:nvPr/>
            </p:nvPicPr>
            <p:blipFill rotWithShape="1">
              <a:blip r:embed="rId6">
                <a:alphaModFix/>
              </a:blip>
              <a:srcRect b="13217" l="0" r="0" t="0"/>
              <a:stretch/>
            </p:blipFill>
            <p:spPr>
              <a:xfrm>
                <a:off x="5539785" y="1484025"/>
                <a:ext cx="2667900" cy="5594700"/>
              </a:xfrm>
              <a:prstGeom prst="roundRect">
                <a:avLst>
                  <a:gd fmla="val 11294" name="adj"/>
                </a:avLst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</p:pic>
          <p:sp>
            <p:nvSpPr>
              <p:cNvPr id="2126" name="Google Shape;2126;p53"/>
              <p:cNvSpPr/>
              <p:nvPr/>
            </p:nvSpPr>
            <p:spPr>
              <a:xfrm>
                <a:off x="8318784" y="2766465"/>
                <a:ext cx="25279" cy="692740"/>
              </a:xfrm>
              <a:custGeom>
                <a:rect b="b" l="l" r="r" t="t"/>
                <a:pathLst>
                  <a:path extrusionOk="0" h="25403" w="927">
                    <a:moveTo>
                      <a:pt x="0" y="1"/>
                    </a:moveTo>
                    <a:lnTo>
                      <a:pt x="0" y="25402"/>
                    </a:lnTo>
                    <a:lnTo>
                      <a:pt x="341" y="25402"/>
                    </a:lnTo>
                    <a:cubicBezTo>
                      <a:pt x="683" y="25402"/>
                      <a:pt x="926" y="25110"/>
                      <a:pt x="926" y="24768"/>
                    </a:cubicBezTo>
                    <a:lnTo>
                      <a:pt x="926" y="586"/>
                    </a:lnTo>
                    <a:cubicBezTo>
                      <a:pt x="926" y="244"/>
                      <a:pt x="683" y="1"/>
                      <a:pt x="34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53"/>
              <p:cNvSpPr/>
              <p:nvPr/>
            </p:nvSpPr>
            <p:spPr>
              <a:xfrm>
                <a:off x="5411013" y="3185285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1"/>
                    </a:moveTo>
                    <a:cubicBezTo>
                      <a:pt x="293" y="1"/>
                      <a:pt x="0" y="244"/>
                      <a:pt x="0" y="586"/>
                    </a:cubicBezTo>
                    <a:lnTo>
                      <a:pt x="0" y="15456"/>
                    </a:lnTo>
                    <a:cubicBezTo>
                      <a:pt x="0" y="15797"/>
                      <a:pt x="293" y="16090"/>
                      <a:pt x="634" y="16090"/>
                    </a:cubicBezTo>
                    <a:lnTo>
                      <a:pt x="975" y="16090"/>
                    </a:lnTo>
                    <a:lnTo>
                      <a:pt x="97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53"/>
              <p:cNvSpPr/>
              <p:nvPr/>
            </p:nvSpPr>
            <p:spPr>
              <a:xfrm>
                <a:off x="5411013" y="2612250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0"/>
                    </a:moveTo>
                    <a:cubicBezTo>
                      <a:pt x="293" y="0"/>
                      <a:pt x="0" y="244"/>
                      <a:pt x="0" y="585"/>
                    </a:cubicBezTo>
                    <a:lnTo>
                      <a:pt x="0" y="15456"/>
                    </a:lnTo>
                    <a:cubicBezTo>
                      <a:pt x="0" y="15797"/>
                      <a:pt x="293" y="16089"/>
                      <a:pt x="634" y="16089"/>
                    </a:cubicBezTo>
                    <a:lnTo>
                      <a:pt x="975" y="16089"/>
                    </a:lnTo>
                    <a:lnTo>
                      <a:pt x="97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53"/>
              <p:cNvSpPr/>
              <p:nvPr/>
            </p:nvSpPr>
            <p:spPr>
              <a:xfrm>
                <a:off x="5413659" y="2181458"/>
                <a:ext cx="22634" cy="204770"/>
              </a:xfrm>
              <a:custGeom>
                <a:rect b="b" l="l" r="r" t="t"/>
                <a:pathLst>
                  <a:path extrusionOk="0" h="7509" w="830">
                    <a:moveTo>
                      <a:pt x="537" y="0"/>
                    </a:moveTo>
                    <a:cubicBezTo>
                      <a:pt x="196" y="0"/>
                      <a:pt x="1" y="244"/>
                      <a:pt x="1" y="537"/>
                    </a:cubicBezTo>
                    <a:lnTo>
                      <a:pt x="1" y="6972"/>
                    </a:lnTo>
                    <a:cubicBezTo>
                      <a:pt x="1" y="7265"/>
                      <a:pt x="196" y="7509"/>
                      <a:pt x="537" y="7509"/>
                    </a:cubicBezTo>
                    <a:lnTo>
                      <a:pt x="829" y="7509"/>
                    </a:lnTo>
                    <a:lnTo>
                      <a:pt x="82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53"/>
              <p:cNvSpPr/>
              <p:nvPr/>
            </p:nvSpPr>
            <p:spPr>
              <a:xfrm>
                <a:off x="5436266" y="1379733"/>
                <a:ext cx="2882494" cy="5707802"/>
              </a:xfrm>
              <a:custGeom>
                <a:rect b="b" l="l" r="r" t="t"/>
                <a:pathLst>
                  <a:path extrusionOk="0" h="209307" w="105702">
                    <a:moveTo>
                      <a:pt x="13554" y="0"/>
                    </a:moveTo>
                    <a:cubicBezTo>
                      <a:pt x="6046" y="0"/>
                      <a:pt x="0" y="6046"/>
                      <a:pt x="0" y="13554"/>
                    </a:cubicBezTo>
                    <a:lnTo>
                      <a:pt x="0" y="195801"/>
                    </a:lnTo>
                    <a:cubicBezTo>
                      <a:pt x="0" y="203261"/>
                      <a:pt x="6046" y="209306"/>
                      <a:pt x="13554" y="209306"/>
                    </a:cubicBezTo>
                    <a:lnTo>
                      <a:pt x="92196" y="209306"/>
                    </a:lnTo>
                    <a:cubicBezTo>
                      <a:pt x="99655" y="209306"/>
                      <a:pt x="105701" y="203261"/>
                      <a:pt x="105701" y="195801"/>
                    </a:cubicBezTo>
                    <a:lnTo>
                      <a:pt x="105701" y="13554"/>
                    </a:lnTo>
                    <a:cubicBezTo>
                      <a:pt x="105701" y="6046"/>
                      <a:pt x="99655" y="0"/>
                      <a:pt x="92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53"/>
              <p:cNvSpPr/>
              <p:nvPr/>
            </p:nvSpPr>
            <p:spPr>
              <a:xfrm>
                <a:off x="5457537" y="1426257"/>
                <a:ext cx="348374" cy="5617402"/>
              </a:xfrm>
              <a:custGeom>
                <a:rect b="b" l="l" r="r" t="t"/>
                <a:pathLst>
                  <a:path extrusionOk="0" h="205992" w="12775">
                    <a:moveTo>
                      <a:pt x="11945" y="0"/>
                    </a:moveTo>
                    <a:cubicBezTo>
                      <a:pt x="5363" y="0"/>
                      <a:pt x="0" y="5364"/>
                      <a:pt x="0" y="11994"/>
                    </a:cubicBezTo>
                    <a:lnTo>
                      <a:pt x="0" y="193998"/>
                    </a:lnTo>
                    <a:cubicBezTo>
                      <a:pt x="0" y="200628"/>
                      <a:pt x="5363" y="205991"/>
                      <a:pt x="11945" y="205991"/>
                    </a:cubicBezTo>
                    <a:lnTo>
                      <a:pt x="12774" y="205991"/>
                    </a:lnTo>
                    <a:cubicBezTo>
                      <a:pt x="6192" y="205991"/>
                      <a:pt x="927" y="200677"/>
                      <a:pt x="927" y="194144"/>
                    </a:cubicBezTo>
                    <a:lnTo>
                      <a:pt x="927" y="11897"/>
                    </a:lnTo>
                    <a:cubicBezTo>
                      <a:pt x="878" y="5315"/>
                      <a:pt x="6192" y="0"/>
                      <a:pt x="12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53"/>
              <p:cNvSpPr/>
              <p:nvPr/>
            </p:nvSpPr>
            <p:spPr>
              <a:xfrm>
                <a:off x="5519193" y="1460794"/>
                <a:ext cx="2716813" cy="5523675"/>
              </a:xfrm>
              <a:custGeom>
                <a:rect b="b" l="l" r="r" t="t"/>
                <a:pathLst>
                  <a:path extrusionOk="0" h="205992" w="102386">
                    <a:moveTo>
                      <a:pt x="11896" y="1"/>
                    </a:moveTo>
                    <a:cubicBezTo>
                      <a:pt x="5314" y="1"/>
                      <a:pt x="0" y="5315"/>
                      <a:pt x="0" y="11848"/>
                    </a:cubicBezTo>
                    <a:lnTo>
                      <a:pt x="0" y="194144"/>
                    </a:lnTo>
                    <a:cubicBezTo>
                      <a:pt x="0" y="200677"/>
                      <a:pt x="5314" y="205992"/>
                      <a:pt x="11896" y="205992"/>
                    </a:cubicBezTo>
                    <a:lnTo>
                      <a:pt x="90538" y="205992"/>
                    </a:lnTo>
                    <a:cubicBezTo>
                      <a:pt x="97071" y="205992"/>
                      <a:pt x="102385" y="200677"/>
                      <a:pt x="102385" y="194144"/>
                    </a:cubicBezTo>
                    <a:lnTo>
                      <a:pt x="102385" y="11848"/>
                    </a:lnTo>
                    <a:cubicBezTo>
                      <a:pt x="102385" y="5315"/>
                      <a:pt x="97071" y="1"/>
                      <a:pt x="905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3" name="Google Shape;2133;p53"/>
          <p:cNvGrpSpPr/>
          <p:nvPr/>
        </p:nvGrpSpPr>
        <p:grpSpPr>
          <a:xfrm>
            <a:off x="6846888" y="1669612"/>
            <a:ext cx="1565662" cy="3046825"/>
            <a:chOff x="6846888" y="1669612"/>
            <a:chExt cx="1565662" cy="3046825"/>
          </a:xfrm>
        </p:grpSpPr>
        <p:grpSp>
          <p:nvGrpSpPr>
            <p:cNvPr id="2134" name="Google Shape;2134;p53"/>
            <p:cNvGrpSpPr/>
            <p:nvPr/>
          </p:nvGrpSpPr>
          <p:grpSpPr>
            <a:xfrm>
              <a:off x="6846888" y="1669612"/>
              <a:ext cx="1565662" cy="3046825"/>
              <a:chOff x="5411013" y="1379733"/>
              <a:chExt cx="2933049" cy="5707802"/>
            </a:xfrm>
          </p:grpSpPr>
          <p:pic>
            <p:nvPicPr>
              <p:cNvPr id="2135" name="Google Shape;2135;p53"/>
              <p:cNvPicPr preferRelativeResize="0"/>
              <p:nvPr/>
            </p:nvPicPr>
            <p:blipFill rotWithShape="1">
              <a:blip r:embed="rId6">
                <a:alphaModFix/>
              </a:blip>
              <a:srcRect b="13217" l="0" r="0" t="0"/>
              <a:stretch/>
            </p:blipFill>
            <p:spPr>
              <a:xfrm>
                <a:off x="5539785" y="1484025"/>
                <a:ext cx="2667900" cy="5594700"/>
              </a:xfrm>
              <a:prstGeom prst="roundRect">
                <a:avLst>
                  <a:gd fmla="val 11294" name="adj"/>
                </a:avLst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</p:pic>
          <p:sp>
            <p:nvSpPr>
              <p:cNvPr id="2136" name="Google Shape;2136;p53"/>
              <p:cNvSpPr/>
              <p:nvPr/>
            </p:nvSpPr>
            <p:spPr>
              <a:xfrm>
                <a:off x="8318784" y="2766465"/>
                <a:ext cx="25279" cy="692740"/>
              </a:xfrm>
              <a:custGeom>
                <a:rect b="b" l="l" r="r" t="t"/>
                <a:pathLst>
                  <a:path extrusionOk="0" h="25403" w="927">
                    <a:moveTo>
                      <a:pt x="0" y="1"/>
                    </a:moveTo>
                    <a:lnTo>
                      <a:pt x="0" y="25402"/>
                    </a:lnTo>
                    <a:lnTo>
                      <a:pt x="341" y="25402"/>
                    </a:lnTo>
                    <a:cubicBezTo>
                      <a:pt x="683" y="25402"/>
                      <a:pt x="926" y="25110"/>
                      <a:pt x="926" y="24768"/>
                    </a:cubicBezTo>
                    <a:lnTo>
                      <a:pt x="926" y="586"/>
                    </a:lnTo>
                    <a:cubicBezTo>
                      <a:pt x="926" y="244"/>
                      <a:pt x="683" y="1"/>
                      <a:pt x="34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53"/>
              <p:cNvSpPr/>
              <p:nvPr/>
            </p:nvSpPr>
            <p:spPr>
              <a:xfrm>
                <a:off x="5411013" y="3185285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1"/>
                    </a:moveTo>
                    <a:cubicBezTo>
                      <a:pt x="293" y="1"/>
                      <a:pt x="0" y="244"/>
                      <a:pt x="0" y="586"/>
                    </a:cubicBezTo>
                    <a:lnTo>
                      <a:pt x="0" y="15456"/>
                    </a:lnTo>
                    <a:cubicBezTo>
                      <a:pt x="0" y="15797"/>
                      <a:pt x="293" y="16090"/>
                      <a:pt x="634" y="16090"/>
                    </a:cubicBezTo>
                    <a:lnTo>
                      <a:pt x="975" y="16090"/>
                    </a:lnTo>
                    <a:lnTo>
                      <a:pt x="97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53"/>
              <p:cNvSpPr/>
              <p:nvPr/>
            </p:nvSpPr>
            <p:spPr>
              <a:xfrm>
                <a:off x="5411013" y="2612250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0"/>
                    </a:moveTo>
                    <a:cubicBezTo>
                      <a:pt x="293" y="0"/>
                      <a:pt x="0" y="244"/>
                      <a:pt x="0" y="585"/>
                    </a:cubicBezTo>
                    <a:lnTo>
                      <a:pt x="0" y="15456"/>
                    </a:lnTo>
                    <a:cubicBezTo>
                      <a:pt x="0" y="15797"/>
                      <a:pt x="293" y="16089"/>
                      <a:pt x="634" y="16089"/>
                    </a:cubicBezTo>
                    <a:lnTo>
                      <a:pt x="975" y="16089"/>
                    </a:lnTo>
                    <a:lnTo>
                      <a:pt x="97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53"/>
              <p:cNvSpPr/>
              <p:nvPr/>
            </p:nvSpPr>
            <p:spPr>
              <a:xfrm>
                <a:off x="5413659" y="2181458"/>
                <a:ext cx="22634" cy="204770"/>
              </a:xfrm>
              <a:custGeom>
                <a:rect b="b" l="l" r="r" t="t"/>
                <a:pathLst>
                  <a:path extrusionOk="0" h="7509" w="830">
                    <a:moveTo>
                      <a:pt x="537" y="0"/>
                    </a:moveTo>
                    <a:cubicBezTo>
                      <a:pt x="196" y="0"/>
                      <a:pt x="1" y="244"/>
                      <a:pt x="1" y="537"/>
                    </a:cubicBezTo>
                    <a:lnTo>
                      <a:pt x="1" y="6972"/>
                    </a:lnTo>
                    <a:cubicBezTo>
                      <a:pt x="1" y="7265"/>
                      <a:pt x="196" y="7509"/>
                      <a:pt x="537" y="7509"/>
                    </a:cubicBezTo>
                    <a:lnTo>
                      <a:pt x="829" y="7509"/>
                    </a:lnTo>
                    <a:lnTo>
                      <a:pt x="82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53"/>
              <p:cNvSpPr/>
              <p:nvPr/>
            </p:nvSpPr>
            <p:spPr>
              <a:xfrm>
                <a:off x="5436266" y="1379733"/>
                <a:ext cx="2882494" cy="5707802"/>
              </a:xfrm>
              <a:custGeom>
                <a:rect b="b" l="l" r="r" t="t"/>
                <a:pathLst>
                  <a:path extrusionOk="0" h="209307" w="105702">
                    <a:moveTo>
                      <a:pt x="13554" y="0"/>
                    </a:moveTo>
                    <a:cubicBezTo>
                      <a:pt x="6046" y="0"/>
                      <a:pt x="0" y="6046"/>
                      <a:pt x="0" y="13554"/>
                    </a:cubicBezTo>
                    <a:lnTo>
                      <a:pt x="0" y="195801"/>
                    </a:lnTo>
                    <a:cubicBezTo>
                      <a:pt x="0" y="203261"/>
                      <a:pt x="6046" y="209306"/>
                      <a:pt x="13554" y="209306"/>
                    </a:cubicBezTo>
                    <a:lnTo>
                      <a:pt x="92196" y="209306"/>
                    </a:lnTo>
                    <a:cubicBezTo>
                      <a:pt x="99655" y="209306"/>
                      <a:pt x="105701" y="203261"/>
                      <a:pt x="105701" y="195801"/>
                    </a:cubicBezTo>
                    <a:lnTo>
                      <a:pt x="105701" y="13554"/>
                    </a:lnTo>
                    <a:cubicBezTo>
                      <a:pt x="105701" y="6046"/>
                      <a:pt x="99655" y="0"/>
                      <a:pt x="92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53"/>
              <p:cNvSpPr/>
              <p:nvPr/>
            </p:nvSpPr>
            <p:spPr>
              <a:xfrm>
                <a:off x="5457537" y="1426257"/>
                <a:ext cx="348374" cy="5617402"/>
              </a:xfrm>
              <a:custGeom>
                <a:rect b="b" l="l" r="r" t="t"/>
                <a:pathLst>
                  <a:path extrusionOk="0" h="205992" w="12775">
                    <a:moveTo>
                      <a:pt x="11945" y="0"/>
                    </a:moveTo>
                    <a:cubicBezTo>
                      <a:pt x="5363" y="0"/>
                      <a:pt x="0" y="5364"/>
                      <a:pt x="0" y="11994"/>
                    </a:cubicBezTo>
                    <a:lnTo>
                      <a:pt x="0" y="193998"/>
                    </a:lnTo>
                    <a:cubicBezTo>
                      <a:pt x="0" y="200628"/>
                      <a:pt x="5363" y="205991"/>
                      <a:pt x="11945" y="205991"/>
                    </a:cubicBezTo>
                    <a:lnTo>
                      <a:pt x="12774" y="205991"/>
                    </a:lnTo>
                    <a:cubicBezTo>
                      <a:pt x="6192" y="205991"/>
                      <a:pt x="927" y="200677"/>
                      <a:pt x="927" y="194144"/>
                    </a:cubicBezTo>
                    <a:lnTo>
                      <a:pt x="927" y="11897"/>
                    </a:lnTo>
                    <a:cubicBezTo>
                      <a:pt x="878" y="5315"/>
                      <a:pt x="6192" y="0"/>
                      <a:pt x="12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53"/>
              <p:cNvSpPr/>
              <p:nvPr/>
            </p:nvSpPr>
            <p:spPr>
              <a:xfrm>
                <a:off x="5519176" y="1460780"/>
                <a:ext cx="2716813" cy="5469088"/>
              </a:xfrm>
              <a:custGeom>
                <a:rect b="b" l="l" r="r" t="t"/>
                <a:pathLst>
                  <a:path extrusionOk="0" h="205992" w="102386">
                    <a:moveTo>
                      <a:pt x="11896" y="1"/>
                    </a:moveTo>
                    <a:cubicBezTo>
                      <a:pt x="5314" y="1"/>
                      <a:pt x="0" y="5315"/>
                      <a:pt x="0" y="11848"/>
                    </a:cubicBezTo>
                    <a:lnTo>
                      <a:pt x="0" y="194144"/>
                    </a:lnTo>
                    <a:cubicBezTo>
                      <a:pt x="0" y="200677"/>
                      <a:pt x="5314" y="205992"/>
                      <a:pt x="11896" y="205992"/>
                    </a:cubicBezTo>
                    <a:lnTo>
                      <a:pt x="90538" y="205992"/>
                    </a:lnTo>
                    <a:cubicBezTo>
                      <a:pt x="97071" y="205992"/>
                      <a:pt x="102385" y="200677"/>
                      <a:pt x="102385" y="194144"/>
                    </a:cubicBezTo>
                    <a:lnTo>
                      <a:pt x="102385" y="11848"/>
                    </a:lnTo>
                    <a:cubicBezTo>
                      <a:pt x="102385" y="5315"/>
                      <a:pt x="97071" y="1"/>
                      <a:pt x="905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3" name="Google Shape;2143;p53"/>
            <p:cNvGrpSpPr/>
            <p:nvPr/>
          </p:nvGrpSpPr>
          <p:grpSpPr>
            <a:xfrm>
              <a:off x="7415836" y="1783010"/>
              <a:ext cx="456191" cy="31901"/>
              <a:chOff x="767900" y="1150025"/>
              <a:chExt cx="854450" cy="59750"/>
            </a:xfrm>
          </p:grpSpPr>
          <p:sp>
            <p:nvSpPr>
              <p:cNvPr id="2144" name="Google Shape;2144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2154" name="Google Shape;2154;p53"/>
          <p:cNvPicPr preferRelativeResize="0"/>
          <p:nvPr/>
        </p:nvPicPr>
        <p:blipFill rotWithShape="1">
          <a:blip r:embed="rId4">
            <a:alphaModFix/>
          </a:blip>
          <a:srcRect b="0" l="13056" r="13056" t="0"/>
          <a:stretch/>
        </p:blipFill>
        <p:spPr>
          <a:xfrm>
            <a:off x="6917993" y="1731564"/>
            <a:ext cx="14235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pic>
        <p:nvPicPr>
          <p:cNvPr id="2155" name="Google Shape;2155;p53"/>
          <p:cNvPicPr preferRelativeResize="0"/>
          <p:nvPr/>
        </p:nvPicPr>
        <p:blipFill rotWithShape="1">
          <a:blip r:embed="rId7">
            <a:alphaModFix/>
          </a:blip>
          <a:srcRect b="6395" l="36164" r="38647" t="1718"/>
          <a:stretch/>
        </p:blipFill>
        <p:spPr>
          <a:xfrm>
            <a:off x="5115578" y="1226038"/>
            <a:ext cx="1408200" cy="2889600"/>
          </a:xfrm>
          <a:prstGeom prst="roundRect">
            <a:avLst>
              <a:gd fmla="val 10357" name="adj"/>
            </a:avLst>
          </a:prstGeom>
          <a:noFill/>
          <a:ln>
            <a:noFill/>
          </a:ln>
        </p:spPr>
      </p:pic>
      <p:grpSp>
        <p:nvGrpSpPr>
          <p:cNvPr id="2156" name="Google Shape;2156;p53"/>
          <p:cNvGrpSpPr/>
          <p:nvPr/>
        </p:nvGrpSpPr>
        <p:grpSpPr>
          <a:xfrm>
            <a:off x="7315200" y="1724038"/>
            <a:ext cx="576300" cy="104400"/>
            <a:chOff x="7315200" y="1724038"/>
            <a:chExt cx="576300" cy="104400"/>
          </a:xfrm>
        </p:grpSpPr>
        <p:sp>
          <p:nvSpPr>
            <p:cNvPr id="2157" name="Google Shape;2157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58" name="Google Shape;2158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159" name="Google Shape;2159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69" name="Google Shape;2169;p53"/>
          <p:cNvGrpSpPr/>
          <p:nvPr/>
        </p:nvGrpSpPr>
        <p:grpSpPr>
          <a:xfrm>
            <a:off x="5523125" y="1228488"/>
            <a:ext cx="576300" cy="104400"/>
            <a:chOff x="7315200" y="1724038"/>
            <a:chExt cx="576300" cy="104400"/>
          </a:xfrm>
        </p:grpSpPr>
        <p:sp>
          <p:nvSpPr>
            <p:cNvPr id="2170" name="Google Shape;2170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1" name="Google Shape;2171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172" name="Google Shape;2172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185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6" name="Google Shape;2186;p54"/>
          <p:cNvGrpSpPr/>
          <p:nvPr/>
        </p:nvGrpSpPr>
        <p:grpSpPr>
          <a:xfrm>
            <a:off x="4340703" y="4855367"/>
            <a:ext cx="2740195" cy="335138"/>
            <a:chOff x="3731103" y="4808559"/>
            <a:chExt cx="2740195" cy="335138"/>
          </a:xfrm>
        </p:grpSpPr>
        <p:sp>
          <p:nvSpPr>
            <p:cNvPr id="2187" name="Google Shape;2187;p54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4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4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0" name="Google Shape;2190;p54"/>
          <p:cNvGrpSpPr/>
          <p:nvPr/>
        </p:nvGrpSpPr>
        <p:grpSpPr>
          <a:xfrm>
            <a:off x="5411013" y="1379733"/>
            <a:ext cx="2986299" cy="5707802"/>
            <a:chOff x="5411013" y="1379733"/>
            <a:chExt cx="2986299" cy="5707802"/>
          </a:xfrm>
        </p:grpSpPr>
        <p:pic>
          <p:nvPicPr>
            <p:cNvPr id="2191" name="Google Shape;2191;p54"/>
            <p:cNvPicPr preferRelativeResize="0"/>
            <p:nvPr/>
          </p:nvPicPr>
          <p:blipFill rotWithShape="1">
            <a:blip r:embed="rId3">
              <a:alphaModFix/>
            </a:blip>
            <a:srcRect b="13217" l="0" r="0" t="0"/>
            <a:stretch/>
          </p:blipFill>
          <p:spPr>
            <a:xfrm>
              <a:off x="5539785" y="1484025"/>
              <a:ext cx="2667900" cy="5594700"/>
            </a:xfrm>
            <a:prstGeom prst="roundRect">
              <a:avLst>
                <a:gd fmla="val 11294" name="adj"/>
              </a:avLst>
            </a:pr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pic>
        <p:sp>
          <p:nvSpPr>
            <p:cNvPr id="2192" name="Google Shape;2192;p54"/>
            <p:cNvSpPr txBox="1"/>
            <p:nvPr/>
          </p:nvSpPr>
          <p:spPr>
            <a:xfrm>
              <a:off x="5931913" y="3813722"/>
              <a:ext cx="2465400" cy="525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Lato"/>
                  <a:ea typeface="Lato"/>
                  <a:cs typeface="Lato"/>
                  <a:sym typeface="Lato"/>
                </a:rPr>
                <a:t>Neptune is the eighth planet.</a:t>
              </a:r>
              <a:endParaRPr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  <p:sp>
          <p:nvSpPr>
            <p:cNvPr id="2193" name="Google Shape;2193;p54"/>
            <p:cNvSpPr txBox="1"/>
            <p:nvPr/>
          </p:nvSpPr>
          <p:spPr>
            <a:xfrm>
              <a:off x="5931913" y="3516250"/>
              <a:ext cx="2465400" cy="38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b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Montserrat ExtraBold"/>
                  <a:ea typeface="Montserrat ExtraBold"/>
                  <a:cs typeface="Montserrat ExtraBold"/>
                  <a:sym typeface="Montserrat ExtraBold"/>
                </a:rPr>
                <a:t>NEPTUNE</a:t>
              </a:r>
              <a:endPara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endParaRPr>
            </a:p>
          </p:txBody>
        </p:sp>
        <p:sp>
          <p:nvSpPr>
            <p:cNvPr id="2194" name="Google Shape;2194;p54"/>
            <p:cNvSpPr/>
            <p:nvPr/>
          </p:nvSpPr>
          <p:spPr>
            <a:xfrm>
              <a:off x="8318784" y="2766465"/>
              <a:ext cx="25279" cy="692740"/>
            </a:xfrm>
            <a:custGeom>
              <a:rect b="b" l="l" r="r" t="t"/>
              <a:pathLst>
                <a:path extrusionOk="0" h="25403" w="927">
                  <a:moveTo>
                    <a:pt x="0" y="1"/>
                  </a:moveTo>
                  <a:lnTo>
                    <a:pt x="0" y="25402"/>
                  </a:lnTo>
                  <a:lnTo>
                    <a:pt x="341" y="25402"/>
                  </a:lnTo>
                  <a:cubicBezTo>
                    <a:pt x="683" y="25402"/>
                    <a:pt x="926" y="25110"/>
                    <a:pt x="926" y="24768"/>
                  </a:cubicBezTo>
                  <a:lnTo>
                    <a:pt x="926" y="586"/>
                  </a:lnTo>
                  <a:cubicBezTo>
                    <a:pt x="926" y="244"/>
                    <a:pt x="683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4"/>
            <p:cNvSpPr/>
            <p:nvPr/>
          </p:nvSpPr>
          <p:spPr>
            <a:xfrm>
              <a:off x="5411013" y="3185285"/>
              <a:ext cx="26616" cy="438774"/>
            </a:xfrm>
            <a:custGeom>
              <a:rect b="b" l="l" r="r" t="t"/>
              <a:pathLst>
                <a:path extrusionOk="0" h="16090" w="976">
                  <a:moveTo>
                    <a:pt x="634" y="1"/>
                  </a:moveTo>
                  <a:cubicBezTo>
                    <a:pt x="293" y="1"/>
                    <a:pt x="0" y="244"/>
                    <a:pt x="0" y="586"/>
                  </a:cubicBezTo>
                  <a:lnTo>
                    <a:pt x="0" y="15456"/>
                  </a:lnTo>
                  <a:cubicBezTo>
                    <a:pt x="0" y="15797"/>
                    <a:pt x="293" y="16090"/>
                    <a:pt x="634" y="16090"/>
                  </a:cubicBezTo>
                  <a:lnTo>
                    <a:pt x="975" y="16090"/>
                  </a:lnTo>
                  <a:lnTo>
                    <a:pt x="9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4"/>
            <p:cNvSpPr/>
            <p:nvPr/>
          </p:nvSpPr>
          <p:spPr>
            <a:xfrm>
              <a:off x="5411013" y="2612250"/>
              <a:ext cx="26616" cy="438774"/>
            </a:xfrm>
            <a:custGeom>
              <a:rect b="b" l="l" r="r" t="t"/>
              <a:pathLst>
                <a:path extrusionOk="0" h="16090" w="976">
                  <a:moveTo>
                    <a:pt x="634" y="0"/>
                  </a:moveTo>
                  <a:cubicBezTo>
                    <a:pt x="293" y="0"/>
                    <a:pt x="0" y="244"/>
                    <a:pt x="0" y="585"/>
                  </a:cubicBezTo>
                  <a:lnTo>
                    <a:pt x="0" y="15456"/>
                  </a:lnTo>
                  <a:cubicBezTo>
                    <a:pt x="0" y="15797"/>
                    <a:pt x="293" y="16089"/>
                    <a:pt x="634" y="16089"/>
                  </a:cubicBezTo>
                  <a:lnTo>
                    <a:pt x="975" y="16089"/>
                  </a:lnTo>
                  <a:lnTo>
                    <a:pt x="9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4"/>
            <p:cNvSpPr/>
            <p:nvPr/>
          </p:nvSpPr>
          <p:spPr>
            <a:xfrm>
              <a:off x="5413659" y="2181458"/>
              <a:ext cx="22634" cy="204770"/>
            </a:xfrm>
            <a:custGeom>
              <a:rect b="b" l="l" r="r" t="t"/>
              <a:pathLst>
                <a:path extrusionOk="0" h="7509" w="830">
                  <a:moveTo>
                    <a:pt x="537" y="0"/>
                  </a:moveTo>
                  <a:cubicBezTo>
                    <a:pt x="196" y="0"/>
                    <a:pt x="1" y="244"/>
                    <a:pt x="1" y="537"/>
                  </a:cubicBezTo>
                  <a:lnTo>
                    <a:pt x="1" y="6972"/>
                  </a:lnTo>
                  <a:cubicBezTo>
                    <a:pt x="1" y="7265"/>
                    <a:pt x="196" y="7509"/>
                    <a:pt x="537" y="7509"/>
                  </a:cubicBezTo>
                  <a:lnTo>
                    <a:pt x="829" y="7509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4"/>
            <p:cNvSpPr/>
            <p:nvPr/>
          </p:nvSpPr>
          <p:spPr>
            <a:xfrm>
              <a:off x="5436266" y="1379733"/>
              <a:ext cx="2882494" cy="5707802"/>
            </a:xfrm>
            <a:custGeom>
              <a:rect b="b" l="l" r="r" t="t"/>
              <a:pathLst>
                <a:path extrusionOk="0" h="209307" w="105702">
                  <a:moveTo>
                    <a:pt x="13554" y="0"/>
                  </a:moveTo>
                  <a:cubicBezTo>
                    <a:pt x="6046" y="0"/>
                    <a:pt x="0" y="6046"/>
                    <a:pt x="0" y="13554"/>
                  </a:cubicBezTo>
                  <a:lnTo>
                    <a:pt x="0" y="195801"/>
                  </a:lnTo>
                  <a:cubicBezTo>
                    <a:pt x="0" y="203261"/>
                    <a:pt x="6046" y="209306"/>
                    <a:pt x="13554" y="209306"/>
                  </a:cubicBezTo>
                  <a:lnTo>
                    <a:pt x="92196" y="209306"/>
                  </a:lnTo>
                  <a:cubicBezTo>
                    <a:pt x="99655" y="209306"/>
                    <a:pt x="105701" y="203261"/>
                    <a:pt x="105701" y="195801"/>
                  </a:cubicBezTo>
                  <a:lnTo>
                    <a:pt x="105701" y="13554"/>
                  </a:lnTo>
                  <a:cubicBezTo>
                    <a:pt x="105701" y="6046"/>
                    <a:pt x="99655" y="0"/>
                    <a:pt x="92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4"/>
            <p:cNvSpPr/>
            <p:nvPr/>
          </p:nvSpPr>
          <p:spPr>
            <a:xfrm>
              <a:off x="5457537" y="1426257"/>
              <a:ext cx="348374" cy="5617402"/>
            </a:xfrm>
            <a:custGeom>
              <a:rect b="b" l="l" r="r" t="t"/>
              <a:pathLst>
                <a:path extrusionOk="0" h="205992" w="12775">
                  <a:moveTo>
                    <a:pt x="11945" y="0"/>
                  </a:moveTo>
                  <a:cubicBezTo>
                    <a:pt x="5363" y="0"/>
                    <a:pt x="0" y="5364"/>
                    <a:pt x="0" y="11994"/>
                  </a:cubicBezTo>
                  <a:lnTo>
                    <a:pt x="0" y="193998"/>
                  </a:lnTo>
                  <a:cubicBezTo>
                    <a:pt x="0" y="200628"/>
                    <a:pt x="5363" y="205991"/>
                    <a:pt x="11945" y="205991"/>
                  </a:cubicBezTo>
                  <a:lnTo>
                    <a:pt x="12774" y="205991"/>
                  </a:lnTo>
                  <a:cubicBezTo>
                    <a:pt x="6192" y="205991"/>
                    <a:pt x="927" y="200677"/>
                    <a:pt x="927" y="194144"/>
                  </a:cubicBezTo>
                  <a:lnTo>
                    <a:pt x="927" y="11897"/>
                  </a:lnTo>
                  <a:cubicBezTo>
                    <a:pt x="878" y="5315"/>
                    <a:pt x="6192" y="0"/>
                    <a:pt x="12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4"/>
            <p:cNvSpPr/>
            <p:nvPr/>
          </p:nvSpPr>
          <p:spPr>
            <a:xfrm>
              <a:off x="5519193" y="1460794"/>
              <a:ext cx="2716813" cy="5523675"/>
            </a:xfrm>
            <a:custGeom>
              <a:rect b="b" l="l" r="r" t="t"/>
              <a:pathLst>
                <a:path extrusionOk="0" h="205992" w="102386">
                  <a:moveTo>
                    <a:pt x="11896" y="1"/>
                  </a:moveTo>
                  <a:cubicBezTo>
                    <a:pt x="5314" y="1"/>
                    <a:pt x="0" y="5315"/>
                    <a:pt x="0" y="11848"/>
                  </a:cubicBezTo>
                  <a:lnTo>
                    <a:pt x="0" y="194144"/>
                  </a:lnTo>
                  <a:cubicBezTo>
                    <a:pt x="0" y="200677"/>
                    <a:pt x="5314" y="205992"/>
                    <a:pt x="11896" y="205992"/>
                  </a:cubicBezTo>
                  <a:lnTo>
                    <a:pt x="90538" y="205992"/>
                  </a:lnTo>
                  <a:cubicBezTo>
                    <a:pt x="97071" y="205992"/>
                    <a:pt x="102385" y="200677"/>
                    <a:pt x="102385" y="194144"/>
                  </a:cubicBezTo>
                  <a:lnTo>
                    <a:pt x="102385" y="11848"/>
                  </a:lnTo>
                  <a:cubicBezTo>
                    <a:pt x="102385" y="5315"/>
                    <a:pt x="97071" y="1"/>
                    <a:pt x="90538" y="1"/>
                  </a:cubicBezTo>
                  <a:close/>
                </a:path>
              </a:pathLst>
            </a:custGeom>
            <a:solidFill>
              <a:srgbClr val="898B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1" name="Google Shape;2201;p54"/>
          <p:cNvSpPr txBox="1"/>
          <p:nvPr>
            <p:ph type="title"/>
          </p:nvPr>
        </p:nvSpPr>
        <p:spPr>
          <a:xfrm>
            <a:off x="914400" y="50446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CLOSE VIEW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02" name="Google Shape;2202;p54"/>
          <p:cNvSpPr txBox="1"/>
          <p:nvPr>
            <p:ph type="title"/>
          </p:nvPr>
        </p:nvSpPr>
        <p:spPr>
          <a:xfrm>
            <a:off x="1146200" y="1825573"/>
            <a:ext cx="34206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UI/UX VIEW</a:t>
            </a:r>
            <a:endParaRPr sz="1800"/>
          </a:p>
        </p:txBody>
      </p:sp>
      <p:sp>
        <p:nvSpPr>
          <p:cNvPr id="2203" name="Google Shape;2203;p54"/>
          <p:cNvSpPr txBox="1"/>
          <p:nvPr>
            <p:ph idx="4294967295" type="subTitle"/>
          </p:nvPr>
        </p:nvSpPr>
        <p:spPr>
          <a:xfrm>
            <a:off x="1146200" y="2613209"/>
            <a:ext cx="3420600" cy="18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Venus has a beautiful name and is the second planet from the Sun. It’s terribly hot—even hotter than Mercury—and its atmosphere is extremely poisonous </a:t>
            </a:r>
            <a:endParaRPr sz="1200"/>
          </a:p>
        </p:txBody>
      </p:sp>
      <p:grpSp>
        <p:nvGrpSpPr>
          <p:cNvPr id="2204" name="Google Shape;2204;p54"/>
          <p:cNvGrpSpPr/>
          <p:nvPr/>
        </p:nvGrpSpPr>
        <p:grpSpPr>
          <a:xfrm>
            <a:off x="6450375" y="1598590"/>
            <a:ext cx="854450" cy="59750"/>
            <a:chOff x="767900" y="1150025"/>
            <a:chExt cx="854450" cy="59750"/>
          </a:xfrm>
        </p:grpSpPr>
        <p:sp>
          <p:nvSpPr>
            <p:cNvPr id="2205" name="Google Shape;2205;p54"/>
            <p:cNvSpPr/>
            <p:nvPr/>
          </p:nvSpPr>
          <p:spPr>
            <a:xfrm>
              <a:off x="970225" y="1150025"/>
              <a:ext cx="457100" cy="59750"/>
            </a:xfrm>
            <a:custGeom>
              <a:rect b="b" l="l" r="r" t="t"/>
              <a:pathLst>
                <a:path extrusionOk="0" h="2390" w="18284">
                  <a:moveTo>
                    <a:pt x="1610" y="0"/>
                  </a:moveTo>
                  <a:cubicBezTo>
                    <a:pt x="1" y="0"/>
                    <a:pt x="1" y="2341"/>
                    <a:pt x="1610" y="2389"/>
                  </a:cubicBezTo>
                  <a:lnTo>
                    <a:pt x="16724" y="2389"/>
                  </a:lnTo>
                  <a:cubicBezTo>
                    <a:pt x="18284" y="2341"/>
                    <a:pt x="18284" y="0"/>
                    <a:pt x="167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4"/>
            <p:cNvSpPr/>
            <p:nvPr/>
          </p:nvSpPr>
          <p:spPr>
            <a:xfrm>
              <a:off x="992175" y="1161000"/>
              <a:ext cx="414450" cy="37800"/>
            </a:xfrm>
            <a:custGeom>
              <a:rect b="b" l="l" r="r" t="t"/>
              <a:pathLst>
                <a:path extrusionOk="0" h="1512" w="16578">
                  <a:moveTo>
                    <a:pt x="732" y="0"/>
                  </a:moveTo>
                  <a:cubicBezTo>
                    <a:pt x="293" y="0"/>
                    <a:pt x="0" y="341"/>
                    <a:pt x="0" y="732"/>
                  </a:cubicBezTo>
                  <a:cubicBezTo>
                    <a:pt x="0" y="1170"/>
                    <a:pt x="293" y="1512"/>
                    <a:pt x="732" y="1512"/>
                  </a:cubicBezTo>
                  <a:lnTo>
                    <a:pt x="15846" y="1512"/>
                  </a:lnTo>
                  <a:cubicBezTo>
                    <a:pt x="16236" y="1512"/>
                    <a:pt x="16577" y="1170"/>
                    <a:pt x="16577" y="732"/>
                  </a:cubicBezTo>
                  <a:cubicBezTo>
                    <a:pt x="16577" y="341"/>
                    <a:pt x="16236" y="0"/>
                    <a:pt x="158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4"/>
            <p:cNvSpPr/>
            <p:nvPr/>
          </p:nvSpPr>
          <p:spPr>
            <a:xfrm>
              <a:off x="767900" y="1150100"/>
              <a:ext cx="68275" cy="59675"/>
            </a:xfrm>
            <a:custGeom>
              <a:rect b="b" l="l" r="r" t="t"/>
              <a:pathLst>
                <a:path extrusionOk="0" h="2387" w="2731">
                  <a:moveTo>
                    <a:pt x="1539" y="0"/>
                  </a:moveTo>
                  <a:cubicBezTo>
                    <a:pt x="1255" y="0"/>
                    <a:pt x="966" y="105"/>
                    <a:pt x="732" y="339"/>
                  </a:cubicBezTo>
                  <a:cubicBezTo>
                    <a:pt x="0" y="1119"/>
                    <a:pt x="537" y="2386"/>
                    <a:pt x="1561" y="2386"/>
                  </a:cubicBezTo>
                  <a:cubicBezTo>
                    <a:pt x="2243" y="2338"/>
                    <a:pt x="2731" y="1850"/>
                    <a:pt x="2731" y="1168"/>
                  </a:cubicBezTo>
                  <a:cubicBezTo>
                    <a:pt x="2731" y="471"/>
                    <a:pt x="2145" y="0"/>
                    <a:pt x="1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4"/>
            <p:cNvSpPr/>
            <p:nvPr/>
          </p:nvSpPr>
          <p:spPr>
            <a:xfrm>
              <a:off x="782525" y="1161000"/>
              <a:ext cx="42675" cy="37450"/>
            </a:xfrm>
            <a:custGeom>
              <a:rect b="b" l="l" r="r" t="t"/>
              <a:pathLst>
                <a:path extrusionOk="0" h="1498" w="1707">
                  <a:moveTo>
                    <a:pt x="976" y="0"/>
                  </a:moveTo>
                  <a:cubicBezTo>
                    <a:pt x="342" y="0"/>
                    <a:pt x="1" y="780"/>
                    <a:pt x="488" y="1268"/>
                  </a:cubicBezTo>
                  <a:cubicBezTo>
                    <a:pt x="631" y="1426"/>
                    <a:pt x="810" y="1497"/>
                    <a:pt x="986" y="1497"/>
                  </a:cubicBezTo>
                  <a:cubicBezTo>
                    <a:pt x="1352" y="1497"/>
                    <a:pt x="1707" y="1192"/>
                    <a:pt x="1707" y="732"/>
                  </a:cubicBezTo>
                  <a:cubicBezTo>
                    <a:pt x="1707" y="341"/>
                    <a:pt x="1414" y="0"/>
                    <a:pt x="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4"/>
            <p:cNvSpPr/>
            <p:nvPr/>
          </p:nvSpPr>
          <p:spPr>
            <a:xfrm>
              <a:off x="876375" y="1150100"/>
              <a:ext cx="68275" cy="59675"/>
            </a:xfrm>
            <a:custGeom>
              <a:rect b="b" l="l" r="r" t="t"/>
              <a:pathLst>
                <a:path extrusionOk="0" h="2387" w="2731">
                  <a:moveTo>
                    <a:pt x="1540" y="0"/>
                  </a:moveTo>
                  <a:cubicBezTo>
                    <a:pt x="1255" y="0"/>
                    <a:pt x="966" y="105"/>
                    <a:pt x="732" y="339"/>
                  </a:cubicBezTo>
                  <a:cubicBezTo>
                    <a:pt x="1" y="1119"/>
                    <a:pt x="537" y="2386"/>
                    <a:pt x="1561" y="2386"/>
                  </a:cubicBezTo>
                  <a:cubicBezTo>
                    <a:pt x="2195" y="2386"/>
                    <a:pt x="2731" y="1850"/>
                    <a:pt x="2731" y="1168"/>
                  </a:cubicBezTo>
                  <a:cubicBezTo>
                    <a:pt x="2731" y="471"/>
                    <a:pt x="2145" y="0"/>
                    <a:pt x="15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4"/>
            <p:cNvSpPr/>
            <p:nvPr/>
          </p:nvSpPr>
          <p:spPr>
            <a:xfrm>
              <a:off x="891000" y="1161000"/>
              <a:ext cx="42700" cy="37450"/>
            </a:xfrm>
            <a:custGeom>
              <a:rect b="b" l="l" r="r" t="t"/>
              <a:pathLst>
                <a:path extrusionOk="0" h="1498" w="1708">
                  <a:moveTo>
                    <a:pt x="976" y="0"/>
                  </a:moveTo>
                  <a:cubicBezTo>
                    <a:pt x="342" y="0"/>
                    <a:pt x="1" y="829"/>
                    <a:pt x="440" y="1268"/>
                  </a:cubicBezTo>
                  <a:cubicBezTo>
                    <a:pt x="598" y="1426"/>
                    <a:pt x="788" y="1497"/>
                    <a:pt x="971" y="1497"/>
                  </a:cubicBezTo>
                  <a:cubicBezTo>
                    <a:pt x="1352" y="1497"/>
                    <a:pt x="1707" y="1192"/>
                    <a:pt x="1707" y="732"/>
                  </a:cubicBezTo>
                  <a:cubicBezTo>
                    <a:pt x="1707" y="341"/>
                    <a:pt x="1366" y="0"/>
                    <a:pt x="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4"/>
            <p:cNvSpPr/>
            <p:nvPr/>
          </p:nvSpPr>
          <p:spPr>
            <a:xfrm>
              <a:off x="1554075" y="1150100"/>
              <a:ext cx="68275" cy="59675"/>
            </a:xfrm>
            <a:custGeom>
              <a:rect b="b" l="l" r="r" t="t"/>
              <a:pathLst>
                <a:path extrusionOk="0" h="2387" w="2731">
                  <a:moveTo>
                    <a:pt x="1539" y="0"/>
                  </a:moveTo>
                  <a:cubicBezTo>
                    <a:pt x="1255" y="0"/>
                    <a:pt x="966" y="105"/>
                    <a:pt x="732" y="339"/>
                  </a:cubicBezTo>
                  <a:cubicBezTo>
                    <a:pt x="0" y="1070"/>
                    <a:pt x="488" y="2338"/>
                    <a:pt x="1512" y="2386"/>
                  </a:cubicBezTo>
                  <a:cubicBezTo>
                    <a:pt x="2194" y="2386"/>
                    <a:pt x="2731" y="1850"/>
                    <a:pt x="2731" y="1168"/>
                  </a:cubicBezTo>
                  <a:cubicBezTo>
                    <a:pt x="2731" y="471"/>
                    <a:pt x="2144" y="0"/>
                    <a:pt x="1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4"/>
            <p:cNvSpPr/>
            <p:nvPr/>
          </p:nvSpPr>
          <p:spPr>
            <a:xfrm>
              <a:off x="1567475" y="1161000"/>
              <a:ext cx="42700" cy="37450"/>
            </a:xfrm>
            <a:custGeom>
              <a:rect b="b" l="l" r="r" t="t"/>
              <a:pathLst>
                <a:path extrusionOk="0" h="1498" w="1708">
                  <a:moveTo>
                    <a:pt x="976" y="0"/>
                  </a:moveTo>
                  <a:cubicBezTo>
                    <a:pt x="342" y="0"/>
                    <a:pt x="1" y="829"/>
                    <a:pt x="488" y="1268"/>
                  </a:cubicBezTo>
                  <a:cubicBezTo>
                    <a:pt x="631" y="1426"/>
                    <a:pt x="810" y="1497"/>
                    <a:pt x="986" y="1497"/>
                  </a:cubicBezTo>
                  <a:cubicBezTo>
                    <a:pt x="1352" y="1497"/>
                    <a:pt x="1707" y="1192"/>
                    <a:pt x="1707" y="732"/>
                  </a:cubicBezTo>
                  <a:cubicBezTo>
                    <a:pt x="1707" y="341"/>
                    <a:pt x="1366" y="0"/>
                    <a:pt x="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4"/>
            <p:cNvSpPr/>
            <p:nvPr/>
          </p:nvSpPr>
          <p:spPr>
            <a:xfrm>
              <a:off x="1444375" y="1150100"/>
              <a:ext cx="69500" cy="59675"/>
            </a:xfrm>
            <a:custGeom>
              <a:rect b="b" l="l" r="r" t="t"/>
              <a:pathLst>
                <a:path extrusionOk="0" h="2387" w="2780">
                  <a:moveTo>
                    <a:pt x="1573" y="0"/>
                  </a:moveTo>
                  <a:cubicBezTo>
                    <a:pt x="1281" y="0"/>
                    <a:pt x="981" y="105"/>
                    <a:pt x="732" y="339"/>
                  </a:cubicBezTo>
                  <a:cubicBezTo>
                    <a:pt x="0" y="1119"/>
                    <a:pt x="537" y="2338"/>
                    <a:pt x="1609" y="2386"/>
                  </a:cubicBezTo>
                  <a:cubicBezTo>
                    <a:pt x="2243" y="2386"/>
                    <a:pt x="2780" y="1850"/>
                    <a:pt x="2780" y="1168"/>
                  </a:cubicBezTo>
                  <a:cubicBezTo>
                    <a:pt x="2780" y="471"/>
                    <a:pt x="2193" y="0"/>
                    <a:pt x="15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4"/>
            <p:cNvSpPr/>
            <p:nvPr/>
          </p:nvSpPr>
          <p:spPr>
            <a:xfrm>
              <a:off x="1459000" y="1161000"/>
              <a:ext cx="43900" cy="37450"/>
            </a:xfrm>
            <a:custGeom>
              <a:rect b="b" l="l" r="r" t="t"/>
              <a:pathLst>
                <a:path extrusionOk="0" h="1498" w="1756">
                  <a:moveTo>
                    <a:pt x="1024" y="0"/>
                  </a:moveTo>
                  <a:cubicBezTo>
                    <a:pt x="342" y="0"/>
                    <a:pt x="1" y="829"/>
                    <a:pt x="488" y="1268"/>
                  </a:cubicBezTo>
                  <a:cubicBezTo>
                    <a:pt x="631" y="1426"/>
                    <a:pt x="815" y="1497"/>
                    <a:pt x="998" y="1497"/>
                  </a:cubicBezTo>
                  <a:cubicBezTo>
                    <a:pt x="1378" y="1497"/>
                    <a:pt x="1756" y="1192"/>
                    <a:pt x="1756" y="732"/>
                  </a:cubicBezTo>
                  <a:cubicBezTo>
                    <a:pt x="1756" y="341"/>
                    <a:pt x="1414" y="0"/>
                    <a:pt x="10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5" name="Google Shape;2215;p54"/>
          <p:cNvGrpSpPr/>
          <p:nvPr/>
        </p:nvGrpSpPr>
        <p:grpSpPr>
          <a:xfrm rot="5400000">
            <a:off x="1095575" y="1301454"/>
            <a:ext cx="1102258" cy="1078127"/>
            <a:chOff x="1013625" y="1623016"/>
            <a:chExt cx="1102258" cy="1078127"/>
          </a:xfrm>
        </p:grpSpPr>
        <p:sp>
          <p:nvSpPr>
            <p:cNvPr id="2216" name="Google Shape;2216;p54"/>
            <p:cNvSpPr/>
            <p:nvPr/>
          </p:nvSpPr>
          <p:spPr>
            <a:xfrm rot="-3609593">
              <a:off x="1289774" y="1773827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4"/>
            <p:cNvSpPr/>
            <p:nvPr/>
          </p:nvSpPr>
          <p:spPr>
            <a:xfrm rot="-3609593">
              <a:off x="1114240" y="1898138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18" name="Google Shape;2218;p54"/>
          <p:cNvPicPr preferRelativeResize="0"/>
          <p:nvPr/>
        </p:nvPicPr>
        <p:blipFill rotWithShape="1">
          <a:blip r:embed="rId4">
            <a:alphaModFix/>
          </a:blip>
          <a:srcRect b="10682" l="3521" r="5012" t="5999"/>
          <a:stretch/>
        </p:blipFill>
        <p:spPr>
          <a:xfrm>
            <a:off x="5554475" y="1508500"/>
            <a:ext cx="2632800" cy="53385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219" name="Google Shape;2219;p54"/>
          <p:cNvGrpSpPr/>
          <p:nvPr/>
        </p:nvGrpSpPr>
        <p:grpSpPr>
          <a:xfrm>
            <a:off x="6339259" y="1494009"/>
            <a:ext cx="1078142" cy="195312"/>
            <a:chOff x="7315200" y="1724038"/>
            <a:chExt cx="576300" cy="104400"/>
          </a:xfrm>
        </p:grpSpPr>
        <p:sp>
          <p:nvSpPr>
            <p:cNvPr id="2220" name="Google Shape;2220;p54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21" name="Google Shape;2221;p54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222" name="Google Shape;2222;p54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54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54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54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54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54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54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54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54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54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35" name="Shape 2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6" name="Google Shape;2236;p55"/>
          <p:cNvSpPr txBox="1"/>
          <p:nvPr>
            <p:ph type="title"/>
          </p:nvPr>
        </p:nvSpPr>
        <p:spPr>
          <a:xfrm>
            <a:off x="2743200" y="804025"/>
            <a:ext cx="3642000" cy="362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A</a:t>
            </a:r>
            <a:r>
              <a:rPr lang="en">
                <a:solidFill>
                  <a:schemeClr val="lt2"/>
                </a:solidFill>
              </a:rPr>
              <a:t> Picture</a:t>
            </a:r>
            <a:r>
              <a:rPr lang="en">
                <a:solidFill>
                  <a:srgbClr val="FFFFFF"/>
                </a:solidFill>
              </a:rPr>
              <a:t> Is Worth a Thousand Words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240" name="Shape 2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241" name="Google Shape;2241;p56"/>
          <p:cNvCxnSpPr/>
          <p:nvPr/>
        </p:nvCxnSpPr>
        <p:spPr>
          <a:xfrm>
            <a:off x="5107210" y="3419595"/>
            <a:ext cx="3122400" cy="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242" name="Google Shape;2242;p56"/>
          <p:cNvCxnSpPr/>
          <p:nvPr/>
        </p:nvCxnSpPr>
        <p:spPr>
          <a:xfrm>
            <a:off x="917700" y="2560720"/>
            <a:ext cx="2895000" cy="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243" name="Google Shape;2243;p56"/>
          <p:cNvSpPr txBox="1"/>
          <p:nvPr>
            <p:ph type="title"/>
          </p:nvPr>
        </p:nvSpPr>
        <p:spPr>
          <a:xfrm>
            <a:off x="914400" y="50446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INVESTMENT</a:t>
            </a:r>
            <a:endParaRPr/>
          </a:p>
        </p:txBody>
      </p:sp>
      <p:cxnSp>
        <p:nvCxnSpPr>
          <p:cNvPr id="2244" name="Google Shape;2244;p56"/>
          <p:cNvCxnSpPr/>
          <p:nvPr/>
        </p:nvCxnSpPr>
        <p:spPr>
          <a:xfrm>
            <a:off x="5107210" y="1806100"/>
            <a:ext cx="3122400" cy="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245" name="Google Shape;2245;p56"/>
          <p:cNvSpPr txBox="1"/>
          <p:nvPr/>
        </p:nvSpPr>
        <p:spPr>
          <a:xfrm>
            <a:off x="914400" y="2597946"/>
            <a:ext cx="18150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Saturn is a gas giant, composed mostly of hydrogen and helium</a:t>
            </a:r>
            <a:endParaRPr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46" name="Google Shape;2246;p56"/>
          <p:cNvSpPr txBox="1"/>
          <p:nvPr/>
        </p:nvSpPr>
        <p:spPr>
          <a:xfrm>
            <a:off x="914400" y="2133920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47" name="Google Shape;2247;p56"/>
          <p:cNvSpPr txBox="1"/>
          <p:nvPr/>
        </p:nvSpPr>
        <p:spPr>
          <a:xfrm>
            <a:off x="6377571" y="1833202"/>
            <a:ext cx="18150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It’s a gas giant and the biggest planet in the Solar System</a:t>
            </a:r>
            <a:endParaRPr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48" name="Google Shape;2248;p56"/>
          <p:cNvSpPr txBox="1"/>
          <p:nvPr/>
        </p:nvSpPr>
        <p:spPr>
          <a:xfrm>
            <a:off x="6377571" y="1383325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JUPITER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49" name="Google Shape;2249;p56"/>
          <p:cNvSpPr txBox="1"/>
          <p:nvPr/>
        </p:nvSpPr>
        <p:spPr>
          <a:xfrm>
            <a:off x="6377571" y="3446695"/>
            <a:ext cx="18150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This planet is the smallest one in the Solar System</a:t>
            </a:r>
            <a:endParaRPr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50" name="Google Shape;2250;p56"/>
          <p:cNvSpPr txBox="1"/>
          <p:nvPr/>
        </p:nvSpPr>
        <p:spPr>
          <a:xfrm>
            <a:off x="6377571" y="2996818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MERCURY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51" name="Google Shape;2251;p56"/>
          <p:cNvSpPr/>
          <p:nvPr/>
        </p:nvSpPr>
        <p:spPr>
          <a:xfrm>
            <a:off x="3607335" y="1549125"/>
            <a:ext cx="1659590" cy="971916"/>
          </a:xfrm>
          <a:custGeom>
            <a:rect b="b" l="l" r="r" t="t"/>
            <a:pathLst>
              <a:path extrusionOk="0" h="83480" w="140882">
                <a:moveTo>
                  <a:pt x="94471" y="0"/>
                </a:moveTo>
                <a:cubicBezTo>
                  <a:pt x="89972" y="0"/>
                  <a:pt x="85049" y="250"/>
                  <a:pt x="79665" y="784"/>
                </a:cubicBezTo>
                <a:cubicBezTo>
                  <a:pt x="0" y="8699"/>
                  <a:pt x="19934" y="83480"/>
                  <a:pt x="54701" y="83480"/>
                </a:cubicBezTo>
                <a:cubicBezTo>
                  <a:pt x="58827" y="83480"/>
                  <a:pt x="63162" y="82427"/>
                  <a:pt x="67564" y="80083"/>
                </a:cubicBezTo>
                <a:cubicBezTo>
                  <a:pt x="95555" y="65186"/>
                  <a:pt x="85915" y="57247"/>
                  <a:pt x="113026" y="55894"/>
                </a:cubicBezTo>
                <a:cubicBezTo>
                  <a:pt x="127672" y="55163"/>
                  <a:pt x="135887" y="43087"/>
                  <a:pt x="137842" y="33994"/>
                </a:cubicBezTo>
                <a:cubicBezTo>
                  <a:pt x="140882" y="19857"/>
                  <a:pt x="134603" y="0"/>
                  <a:pt x="9447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2" name="Google Shape;2252;p56"/>
          <p:cNvSpPr/>
          <p:nvPr/>
        </p:nvSpPr>
        <p:spPr>
          <a:xfrm>
            <a:off x="3402135" y="1981600"/>
            <a:ext cx="2294077" cy="1272924"/>
          </a:xfrm>
          <a:custGeom>
            <a:rect b="b" l="l" r="r" t="t"/>
            <a:pathLst>
              <a:path extrusionOk="0" h="75758" w="132529">
                <a:moveTo>
                  <a:pt x="35681" y="1"/>
                </a:moveTo>
                <a:cubicBezTo>
                  <a:pt x="28391" y="1"/>
                  <a:pt x="21714" y="3251"/>
                  <a:pt x="17602" y="6966"/>
                </a:cubicBezTo>
                <a:cubicBezTo>
                  <a:pt x="6338" y="17142"/>
                  <a:pt x="0" y="39095"/>
                  <a:pt x="43841" y="64496"/>
                </a:cubicBezTo>
                <a:cubicBezTo>
                  <a:pt x="57636" y="72490"/>
                  <a:pt x="69677" y="75757"/>
                  <a:pt x="79840" y="75757"/>
                </a:cubicBezTo>
                <a:cubicBezTo>
                  <a:pt x="123563" y="75757"/>
                  <a:pt x="132529" y="15282"/>
                  <a:pt x="96854" y="10434"/>
                </a:cubicBezTo>
                <a:cubicBezTo>
                  <a:pt x="91877" y="9757"/>
                  <a:pt x="87820" y="9515"/>
                  <a:pt x="84413" y="9515"/>
                </a:cubicBezTo>
                <a:cubicBezTo>
                  <a:pt x="75850" y="9515"/>
                  <a:pt x="71389" y="11044"/>
                  <a:pt x="66742" y="11044"/>
                </a:cubicBezTo>
                <a:cubicBezTo>
                  <a:pt x="62219" y="11044"/>
                  <a:pt x="57519" y="9596"/>
                  <a:pt x="48690" y="3882"/>
                </a:cubicBezTo>
                <a:cubicBezTo>
                  <a:pt x="44404" y="1110"/>
                  <a:pt x="39938" y="1"/>
                  <a:pt x="356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3" name="Google Shape;2253;p56"/>
          <p:cNvSpPr/>
          <p:nvPr/>
        </p:nvSpPr>
        <p:spPr>
          <a:xfrm>
            <a:off x="3214698" y="2692922"/>
            <a:ext cx="2801467" cy="1461306"/>
          </a:xfrm>
          <a:custGeom>
            <a:rect b="b" l="l" r="r" t="t"/>
            <a:pathLst>
              <a:path extrusionOk="0" h="70095" w="128434">
                <a:moveTo>
                  <a:pt x="89313" y="0"/>
                </a:moveTo>
                <a:cubicBezTo>
                  <a:pt x="87846" y="0"/>
                  <a:pt x="86325" y="120"/>
                  <a:pt x="84751" y="369"/>
                </a:cubicBezTo>
                <a:cubicBezTo>
                  <a:pt x="62519" y="3888"/>
                  <a:pt x="60490" y="10445"/>
                  <a:pt x="50383" y="10445"/>
                </a:cubicBezTo>
                <a:cubicBezTo>
                  <a:pt x="47051" y="10445"/>
                  <a:pt x="42841" y="9732"/>
                  <a:pt x="36739" y="7963"/>
                </a:cubicBezTo>
                <a:cubicBezTo>
                  <a:pt x="34405" y="7286"/>
                  <a:pt x="32140" y="6983"/>
                  <a:pt x="29967" y="6983"/>
                </a:cubicBezTo>
                <a:cubicBezTo>
                  <a:pt x="19766" y="6983"/>
                  <a:pt x="11601" y="13674"/>
                  <a:pt x="7855" y="19867"/>
                </a:cubicBezTo>
                <a:cubicBezTo>
                  <a:pt x="0" y="32856"/>
                  <a:pt x="251" y="55703"/>
                  <a:pt x="49548" y="67407"/>
                </a:cubicBezTo>
                <a:cubicBezTo>
                  <a:pt x="57352" y="69259"/>
                  <a:pt x="64386" y="70094"/>
                  <a:pt x="70689" y="70094"/>
                </a:cubicBezTo>
                <a:cubicBezTo>
                  <a:pt x="128434" y="70094"/>
                  <a:pt x="124821" y="0"/>
                  <a:pt x="893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4" name="Google Shape;2254;p56"/>
          <p:cNvSpPr txBox="1"/>
          <p:nvPr/>
        </p:nvSpPr>
        <p:spPr>
          <a:xfrm>
            <a:off x="3763686" y="1673849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10%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55" name="Google Shape;2255;p56"/>
          <p:cNvSpPr txBox="1"/>
          <p:nvPr/>
        </p:nvSpPr>
        <p:spPr>
          <a:xfrm>
            <a:off x="3764470" y="2347507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</a:t>
            </a:r>
            <a:r>
              <a:rPr lang="en" sz="24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 sz="24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56" name="Google Shape;2256;p56"/>
          <p:cNvSpPr txBox="1"/>
          <p:nvPr/>
        </p:nvSpPr>
        <p:spPr>
          <a:xfrm>
            <a:off x="3774885" y="3244913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60%</a:t>
            </a:r>
            <a:endParaRPr sz="30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260" name="Shape 2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1" name="Google Shape;2261;p5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12273" y="1422563"/>
            <a:ext cx="3648456" cy="2258568"/>
          </a:xfrm>
          <a:prstGeom prst="rect">
            <a:avLst/>
          </a:prstGeom>
          <a:noFill/>
          <a:ln>
            <a:noFill/>
          </a:ln>
        </p:spPr>
      </p:pic>
      <p:sp>
        <p:nvSpPr>
          <p:cNvPr id="2262" name="Google Shape;2262;p57"/>
          <p:cNvSpPr txBox="1"/>
          <p:nvPr>
            <p:ph idx="6" type="title"/>
          </p:nvPr>
        </p:nvSpPr>
        <p:spPr>
          <a:xfrm>
            <a:off x="868325" y="54847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TRACTION</a:t>
            </a:r>
            <a:endParaRPr/>
          </a:p>
        </p:txBody>
      </p:sp>
      <p:sp>
        <p:nvSpPr>
          <p:cNvPr id="2263" name="Google Shape;2263;p57"/>
          <p:cNvSpPr txBox="1"/>
          <p:nvPr>
            <p:ph idx="1" type="subTitle"/>
          </p:nvPr>
        </p:nvSpPr>
        <p:spPr>
          <a:xfrm>
            <a:off x="914400" y="1865868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2264" name="Google Shape;2264;p57"/>
          <p:cNvSpPr txBox="1"/>
          <p:nvPr>
            <p:ph idx="2" type="subTitle"/>
          </p:nvPr>
        </p:nvSpPr>
        <p:spPr>
          <a:xfrm>
            <a:off x="914400" y="2859300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2265" name="Google Shape;2265;p57"/>
          <p:cNvSpPr txBox="1"/>
          <p:nvPr>
            <p:ph idx="3" type="subTitle"/>
          </p:nvPr>
        </p:nvSpPr>
        <p:spPr>
          <a:xfrm>
            <a:off x="914400" y="3853135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2266" name="Google Shape;2266;p57"/>
          <p:cNvSpPr txBox="1"/>
          <p:nvPr>
            <p:ph type="title"/>
          </p:nvPr>
        </p:nvSpPr>
        <p:spPr>
          <a:xfrm>
            <a:off x="914400" y="1373735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40,000</a:t>
            </a:r>
            <a:endParaRPr/>
          </a:p>
        </p:txBody>
      </p:sp>
      <p:sp>
        <p:nvSpPr>
          <p:cNvPr id="2267" name="Google Shape;2267;p57"/>
          <p:cNvSpPr txBox="1"/>
          <p:nvPr>
            <p:ph idx="4" type="title"/>
          </p:nvPr>
        </p:nvSpPr>
        <p:spPr>
          <a:xfrm>
            <a:off x="914400" y="2373215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50,000</a:t>
            </a:r>
            <a:endParaRPr/>
          </a:p>
        </p:txBody>
      </p:sp>
      <p:sp>
        <p:nvSpPr>
          <p:cNvPr id="2268" name="Google Shape;2268;p57"/>
          <p:cNvSpPr txBox="1"/>
          <p:nvPr>
            <p:ph idx="5" type="title"/>
          </p:nvPr>
        </p:nvSpPr>
        <p:spPr>
          <a:xfrm>
            <a:off x="914400" y="3362033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60,000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2269" name="Google Shape;2269;p57"/>
          <p:cNvSpPr txBox="1"/>
          <p:nvPr/>
        </p:nvSpPr>
        <p:spPr>
          <a:xfrm>
            <a:off x="5278050" y="4090908"/>
            <a:ext cx="29895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T</a:t>
            </a: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o modify this graph, click on it, follow the link, change the data and </a:t>
            </a: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replace it here</a:t>
            </a:r>
            <a:endParaRPr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70" name="Google Shape;2270;p57"/>
          <p:cNvSpPr txBox="1"/>
          <p:nvPr/>
        </p:nvSpPr>
        <p:spPr>
          <a:xfrm>
            <a:off x="5008977" y="2369150"/>
            <a:ext cx="731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216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 sz="3000">
                <a:solidFill>
                  <a:schemeClr val="dk1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60%</a:t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2271" name="Google Shape;2271;p57"/>
          <p:cNvSpPr txBox="1"/>
          <p:nvPr/>
        </p:nvSpPr>
        <p:spPr>
          <a:xfrm>
            <a:off x="6388893" y="1210187"/>
            <a:ext cx="731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216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 sz="3000">
                <a:solidFill>
                  <a:schemeClr val="dk1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30%</a:t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2272" name="Google Shape;2272;p57"/>
          <p:cNvSpPr txBox="1"/>
          <p:nvPr/>
        </p:nvSpPr>
        <p:spPr>
          <a:xfrm>
            <a:off x="7570049" y="3404386"/>
            <a:ext cx="731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216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 sz="3000">
                <a:solidFill>
                  <a:schemeClr val="dk1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10%</a:t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76" name="Shape 2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7" name="Google Shape;2277;p58"/>
          <p:cNvGrpSpPr/>
          <p:nvPr/>
        </p:nvGrpSpPr>
        <p:grpSpPr>
          <a:xfrm>
            <a:off x="6760575" y="1443162"/>
            <a:ext cx="1120361" cy="938680"/>
            <a:chOff x="6760575" y="1443162"/>
            <a:chExt cx="1120361" cy="938680"/>
          </a:xfrm>
        </p:grpSpPr>
        <p:sp>
          <p:nvSpPr>
            <p:cNvPr id="2278" name="Google Shape;2278;p58"/>
            <p:cNvSpPr/>
            <p:nvPr/>
          </p:nvSpPr>
          <p:spPr>
            <a:xfrm>
              <a:off x="6836775" y="1443162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6760575" y="1443162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0" name="Google Shape;2280;p58"/>
          <p:cNvGrpSpPr/>
          <p:nvPr/>
        </p:nvGrpSpPr>
        <p:grpSpPr>
          <a:xfrm>
            <a:off x="4801201" y="1289566"/>
            <a:ext cx="1456123" cy="1399636"/>
            <a:chOff x="4801201" y="1289566"/>
            <a:chExt cx="1456123" cy="1399636"/>
          </a:xfrm>
        </p:grpSpPr>
        <p:sp>
          <p:nvSpPr>
            <p:cNvPr id="2281" name="Google Shape;2281;p58"/>
            <p:cNvSpPr/>
            <p:nvPr/>
          </p:nvSpPr>
          <p:spPr>
            <a:xfrm rot="-7643915">
              <a:off x="5045274" y="1520036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 rot="-7643915">
              <a:off x="4969074" y="1520036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3" name="Google Shape;2283;p58"/>
          <p:cNvGrpSpPr/>
          <p:nvPr/>
        </p:nvGrpSpPr>
        <p:grpSpPr>
          <a:xfrm>
            <a:off x="3028493" y="1326442"/>
            <a:ext cx="1339428" cy="1173478"/>
            <a:chOff x="3028493" y="1326442"/>
            <a:chExt cx="1339428" cy="1173478"/>
          </a:xfrm>
        </p:grpSpPr>
        <p:sp>
          <p:nvSpPr>
            <p:cNvPr id="2284" name="Google Shape;2284;p58"/>
            <p:cNvSpPr/>
            <p:nvPr/>
          </p:nvSpPr>
          <p:spPr>
            <a:xfrm rot="884392">
              <a:off x="3221498" y="1443830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 rot="884392">
              <a:off x="3130735" y="1443830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6" name="Google Shape;2286;p58"/>
          <p:cNvGrpSpPr/>
          <p:nvPr/>
        </p:nvGrpSpPr>
        <p:grpSpPr>
          <a:xfrm>
            <a:off x="1264850" y="1443824"/>
            <a:ext cx="1147986" cy="980268"/>
            <a:chOff x="1264850" y="1443824"/>
            <a:chExt cx="1147986" cy="980268"/>
          </a:xfrm>
        </p:grpSpPr>
        <p:sp>
          <p:nvSpPr>
            <p:cNvPr id="2287" name="Google Shape;2287;p58"/>
            <p:cNvSpPr/>
            <p:nvPr/>
          </p:nvSpPr>
          <p:spPr>
            <a:xfrm>
              <a:off x="1368675" y="1485412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1264850" y="1443824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9" name="Google Shape;2289;p58"/>
          <p:cNvSpPr txBox="1"/>
          <p:nvPr>
            <p:ph type="title"/>
          </p:nvPr>
        </p:nvSpPr>
        <p:spPr>
          <a:xfrm>
            <a:off x="914400" y="50248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CASE STUDY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90" name="Google Shape;2290;p58"/>
          <p:cNvSpPr txBox="1"/>
          <p:nvPr>
            <p:ph idx="2" type="title"/>
          </p:nvPr>
        </p:nvSpPr>
        <p:spPr>
          <a:xfrm>
            <a:off x="2700408" y="1638393"/>
            <a:ext cx="188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291" name="Google Shape;2291;p58"/>
          <p:cNvSpPr txBox="1"/>
          <p:nvPr>
            <p:ph idx="3" type="title"/>
          </p:nvPr>
        </p:nvSpPr>
        <p:spPr>
          <a:xfrm>
            <a:off x="922135" y="1638393"/>
            <a:ext cx="177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292" name="Google Shape;2292;p58"/>
          <p:cNvSpPr txBox="1"/>
          <p:nvPr>
            <p:ph idx="4" type="title"/>
          </p:nvPr>
        </p:nvSpPr>
        <p:spPr>
          <a:xfrm>
            <a:off x="6441309" y="1638394"/>
            <a:ext cx="1799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4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293" name="Google Shape;2293;p58"/>
          <p:cNvSpPr txBox="1"/>
          <p:nvPr>
            <p:ph idx="1" type="subTitle"/>
          </p:nvPr>
        </p:nvSpPr>
        <p:spPr>
          <a:xfrm>
            <a:off x="896185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CHALLENGE</a:t>
            </a:r>
            <a:endParaRPr/>
          </a:p>
        </p:txBody>
      </p:sp>
      <p:sp>
        <p:nvSpPr>
          <p:cNvPr id="2294" name="Google Shape;2294;p58"/>
          <p:cNvSpPr txBox="1"/>
          <p:nvPr>
            <p:ph idx="6" type="subTitle"/>
          </p:nvPr>
        </p:nvSpPr>
        <p:spPr>
          <a:xfrm>
            <a:off x="2739609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2295" name="Google Shape;2295;p58"/>
          <p:cNvSpPr txBox="1"/>
          <p:nvPr>
            <p:ph idx="7" type="subTitle"/>
          </p:nvPr>
        </p:nvSpPr>
        <p:spPr>
          <a:xfrm>
            <a:off x="4583034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RESULTS</a:t>
            </a:r>
            <a:endParaRPr/>
          </a:p>
        </p:txBody>
      </p:sp>
      <p:sp>
        <p:nvSpPr>
          <p:cNvPr id="2296" name="Google Shape;2296;p58"/>
          <p:cNvSpPr txBox="1"/>
          <p:nvPr>
            <p:ph idx="8" type="subTitle"/>
          </p:nvPr>
        </p:nvSpPr>
        <p:spPr>
          <a:xfrm>
            <a:off x="6426459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SOLUTIONS</a:t>
            </a:r>
            <a:endParaRPr/>
          </a:p>
        </p:txBody>
      </p:sp>
      <p:sp>
        <p:nvSpPr>
          <p:cNvPr id="2297" name="Google Shape;2297;p58"/>
          <p:cNvSpPr txBox="1"/>
          <p:nvPr>
            <p:ph idx="5" type="title"/>
          </p:nvPr>
        </p:nvSpPr>
        <p:spPr>
          <a:xfrm>
            <a:off x="4575208" y="1638393"/>
            <a:ext cx="184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298" name="Google Shape;2298;p58"/>
          <p:cNvSpPr txBox="1"/>
          <p:nvPr>
            <p:ph idx="9" type="subTitle"/>
          </p:nvPr>
        </p:nvSpPr>
        <p:spPr>
          <a:xfrm>
            <a:off x="941935" y="2910668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2299" name="Google Shape;2299;p58"/>
          <p:cNvSpPr txBox="1"/>
          <p:nvPr>
            <p:ph idx="13" type="subTitle"/>
          </p:nvPr>
        </p:nvSpPr>
        <p:spPr>
          <a:xfrm>
            <a:off x="2785359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2300" name="Google Shape;2300;p58"/>
          <p:cNvSpPr txBox="1"/>
          <p:nvPr>
            <p:ph idx="14" type="subTitle"/>
          </p:nvPr>
        </p:nvSpPr>
        <p:spPr>
          <a:xfrm>
            <a:off x="4628784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2301" name="Google Shape;2301;p58"/>
          <p:cNvSpPr txBox="1"/>
          <p:nvPr>
            <p:ph idx="15" type="subTitle"/>
          </p:nvPr>
        </p:nvSpPr>
        <p:spPr>
          <a:xfrm>
            <a:off x="6472209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giant, composed mostly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05" name="Shape 2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6" name="Google Shape;2306;p59"/>
          <p:cNvGrpSpPr/>
          <p:nvPr/>
        </p:nvGrpSpPr>
        <p:grpSpPr>
          <a:xfrm flipH="1" rot="-7008816">
            <a:off x="629877" y="2806929"/>
            <a:ext cx="1088081" cy="1106086"/>
            <a:chOff x="1356743" y="1072013"/>
            <a:chExt cx="1088055" cy="1341466"/>
          </a:xfrm>
        </p:grpSpPr>
        <p:sp>
          <p:nvSpPr>
            <p:cNvPr id="2307" name="Google Shape;2307;p59"/>
            <p:cNvSpPr/>
            <p:nvPr/>
          </p:nvSpPr>
          <p:spPr>
            <a:xfrm rot="-3571178">
              <a:off x="1476398" y="1287516"/>
              <a:ext cx="848746" cy="86974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9"/>
            <p:cNvSpPr/>
            <p:nvPr/>
          </p:nvSpPr>
          <p:spPr>
            <a:xfrm rot="-5400000">
              <a:off x="1339424" y="1560189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9" name="Google Shape;2309;p59"/>
          <p:cNvGrpSpPr/>
          <p:nvPr/>
        </p:nvGrpSpPr>
        <p:grpSpPr>
          <a:xfrm rot="-1840256">
            <a:off x="2802992" y="1257400"/>
            <a:ext cx="919876" cy="1140429"/>
            <a:chOff x="1384819" y="1273035"/>
            <a:chExt cx="919887" cy="1140444"/>
          </a:xfrm>
        </p:grpSpPr>
        <p:sp>
          <p:nvSpPr>
            <p:cNvPr id="2310" name="Google Shape;2310;p59"/>
            <p:cNvSpPr/>
            <p:nvPr/>
          </p:nvSpPr>
          <p:spPr>
            <a:xfrm rot="-5400000">
              <a:off x="1451417" y="1318430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9"/>
            <p:cNvSpPr/>
            <p:nvPr/>
          </p:nvSpPr>
          <p:spPr>
            <a:xfrm rot="-5400000">
              <a:off x="1339424" y="1560189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2" name="Google Shape;2312;p59"/>
          <p:cNvSpPr txBox="1"/>
          <p:nvPr>
            <p:ph type="title"/>
          </p:nvPr>
        </p:nvSpPr>
        <p:spPr>
          <a:xfrm>
            <a:off x="914400" y="551820"/>
            <a:ext cx="7315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REVIEWS</a:t>
            </a:r>
            <a:endParaRPr/>
          </a:p>
        </p:txBody>
      </p:sp>
      <p:sp>
        <p:nvSpPr>
          <p:cNvPr id="2313" name="Google Shape;2313;p59"/>
          <p:cNvSpPr txBox="1"/>
          <p:nvPr>
            <p:ph idx="1" type="subTitle"/>
          </p:nvPr>
        </p:nvSpPr>
        <p:spPr>
          <a:xfrm>
            <a:off x="3962670" y="1391720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“Jupiter is the biggest planet in the Solar System and the fourth-brightest object in the sky”</a:t>
            </a:r>
            <a:endParaRPr/>
          </a:p>
        </p:txBody>
      </p:sp>
      <p:sp>
        <p:nvSpPr>
          <p:cNvPr id="2314" name="Google Shape;2314;p59"/>
          <p:cNvSpPr txBox="1"/>
          <p:nvPr>
            <p:ph idx="2" type="subTitle"/>
          </p:nvPr>
        </p:nvSpPr>
        <p:spPr>
          <a:xfrm>
            <a:off x="3954583" y="2161448"/>
            <a:ext cx="29865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—ZAHRA WATKINS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59"/>
          <p:cNvSpPr txBox="1"/>
          <p:nvPr>
            <p:ph idx="3" type="subTitle"/>
          </p:nvPr>
        </p:nvSpPr>
        <p:spPr>
          <a:xfrm>
            <a:off x="2467426" y="3118946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“Mercury is the closest planet to the Sun and the smallest one in the Solar System”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59"/>
          <p:cNvSpPr txBox="1"/>
          <p:nvPr>
            <p:ph idx="4" type="subTitle"/>
          </p:nvPr>
        </p:nvSpPr>
        <p:spPr>
          <a:xfrm>
            <a:off x="2467426" y="3887876"/>
            <a:ext cx="2986500" cy="37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—LOUIE STONE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17" name="Google Shape;2317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80197" y="1376904"/>
            <a:ext cx="1234800" cy="1234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2318" name="Google Shape;2318;p5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914389" y="3083161"/>
            <a:ext cx="1234800" cy="12348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22" name="Shape 2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3" name="Google Shape;2323;p60"/>
          <p:cNvSpPr txBox="1"/>
          <p:nvPr>
            <p:ph type="title"/>
          </p:nvPr>
        </p:nvSpPr>
        <p:spPr>
          <a:xfrm>
            <a:off x="922200" y="432516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2324" name="Google Shape;2324;p60"/>
          <p:cNvSpPr txBox="1"/>
          <p:nvPr>
            <p:ph idx="1" type="subTitle"/>
          </p:nvPr>
        </p:nvSpPr>
        <p:spPr>
          <a:xfrm>
            <a:off x="4758372" y="3001221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hot, even hotter than 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60"/>
          <p:cNvSpPr txBox="1"/>
          <p:nvPr>
            <p:ph idx="2" type="subTitle"/>
          </p:nvPr>
        </p:nvSpPr>
        <p:spPr>
          <a:xfrm>
            <a:off x="2559249" y="2538821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326" name="Google Shape;2326;p60"/>
          <p:cNvSpPr txBox="1"/>
          <p:nvPr>
            <p:ph idx="3" type="subTitle"/>
          </p:nvPr>
        </p:nvSpPr>
        <p:spPr>
          <a:xfrm>
            <a:off x="2273064" y="3001226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60"/>
          <p:cNvSpPr txBox="1"/>
          <p:nvPr>
            <p:ph idx="4" type="subTitle"/>
          </p:nvPr>
        </p:nvSpPr>
        <p:spPr>
          <a:xfrm>
            <a:off x="4767476" y="2540105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grpSp>
        <p:nvGrpSpPr>
          <p:cNvPr id="2328" name="Google Shape;2328;p60"/>
          <p:cNvGrpSpPr/>
          <p:nvPr/>
        </p:nvGrpSpPr>
        <p:grpSpPr>
          <a:xfrm>
            <a:off x="3350312" y="1559891"/>
            <a:ext cx="1130176" cy="946136"/>
            <a:chOff x="3350312" y="1559891"/>
            <a:chExt cx="1130176" cy="946136"/>
          </a:xfrm>
        </p:grpSpPr>
        <p:grpSp>
          <p:nvGrpSpPr>
            <p:cNvPr id="2329" name="Google Shape;2329;p60"/>
            <p:cNvGrpSpPr/>
            <p:nvPr/>
          </p:nvGrpSpPr>
          <p:grpSpPr>
            <a:xfrm>
              <a:off x="3350312" y="1559891"/>
              <a:ext cx="1130176" cy="946136"/>
              <a:chOff x="3333303" y="1481175"/>
              <a:chExt cx="1209003" cy="1012127"/>
            </a:xfrm>
          </p:grpSpPr>
          <p:sp>
            <p:nvSpPr>
              <p:cNvPr id="2330" name="Google Shape;2330;p60"/>
              <p:cNvSpPr/>
              <p:nvPr/>
            </p:nvSpPr>
            <p:spPr>
              <a:xfrm rot="846634">
                <a:off x="3508843" y="1581171"/>
                <a:ext cx="939848" cy="812136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60"/>
              <p:cNvSpPr/>
              <p:nvPr/>
            </p:nvSpPr>
            <p:spPr>
              <a:xfrm rot="846634">
                <a:off x="3426918" y="1581171"/>
                <a:ext cx="939848" cy="812136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32" name="Google Shape;2332;p60"/>
            <p:cNvSpPr/>
            <p:nvPr/>
          </p:nvSpPr>
          <p:spPr>
            <a:xfrm>
              <a:off x="3754066" y="1883194"/>
              <a:ext cx="322534" cy="299415"/>
            </a:xfrm>
            <a:custGeom>
              <a:rect b="b" l="l" r="r" t="t"/>
              <a:pathLst>
                <a:path extrusionOk="0" h="18196" w="19601">
                  <a:moveTo>
                    <a:pt x="9798" y="0"/>
                  </a:moveTo>
                  <a:cubicBezTo>
                    <a:pt x="9597" y="0"/>
                    <a:pt x="9397" y="104"/>
                    <a:pt x="9293" y="312"/>
                  </a:cubicBezTo>
                  <a:lnTo>
                    <a:pt x="6619" y="5666"/>
                  </a:lnTo>
                  <a:lnTo>
                    <a:pt x="648" y="6524"/>
                  </a:lnTo>
                  <a:cubicBezTo>
                    <a:pt x="184" y="6590"/>
                    <a:pt x="1" y="7163"/>
                    <a:pt x="338" y="7488"/>
                  </a:cubicBezTo>
                  <a:lnTo>
                    <a:pt x="4659" y="11652"/>
                  </a:lnTo>
                  <a:lnTo>
                    <a:pt x="3638" y="17530"/>
                  </a:lnTo>
                  <a:cubicBezTo>
                    <a:pt x="3574" y="17898"/>
                    <a:pt x="3865" y="18195"/>
                    <a:pt x="4195" y="18195"/>
                  </a:cubicBezTo>
                  <a:cubicBezTo>
                    <a:pt x="4281" y="18195"/>
                    <a:pt x="4371" y="18175"/>
                    <a:pt x="4457" y="18129"/>
                  </a:cubicBezTo>
                  <a:lnTo>
                    <a:pt x="9802" y="15350"/>
                  </a:lnTo>
                  <a:lnTo>
                    <a:pt x="15147" y="18129"/>
                  </a:lnTo>
                  <a:cubicBezTo>
                    <a:pt x="15233" y="18175"/>
                    <a:pt x="15322" y="18195"/>
                    <a:pt x="15408" y="18195"/>
                  </a:cubicBezTo>
                  <a:cubicBezTo>
                    <a:pt x="15736" y="18195"/>
                    <a:pt x="16025" y="17898"/>
                    <a:pt x="15963" y="17533"/>
                  </a:cubicBezTo>
                  <a:lnTo>
                    <a:pt x="14942" y="11652"/>
                  </a:lnTo>
                  <a:lnTo>
                    <a:pt x="19263" y="7491"/>
                  </a:lnTo>
                  <a:cubicBezTo>
                    <a:pt x="19601" y="7163"/>
                    <a:pt x="19417" y="6590"/>
                    <a:pt x="18950" y="6524"/>
                  </a:cubicBezTo>
                  <a:lnTo>
                    <a:pt x="12976" y="5666"/>
                  </a:lnTo>
                  <a:lnTo>
                    <a:pt x="10302" y="312"/>
                  </a:lnTo>
                  <a:cubicBezTo>
                    <a:pt x="10198" y="104"/>
                    <a:pt x="9998" y="0"/>
                    <a:pt x="9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333" name="Google Shape;2333;p60"/>
          <p:cNvGrpSpPr/>
          <p:nvPr/>
        </p:nvGrpSpPr>
        <p:grpSpPr>
          <a:xfrm>
            <a:off x="4615068" y="1488160"/>
            <a:ext cx="1225372" cy="1125573"/>
            <a:chOff x="4607741" y="1488160"/>
            <a:chExt cx="1225372" cy="1125573"/>
          </a:xfrm>
        </p:grpSpPr>
        <p:grpSp>
          <p:nvGrpSpPr>
            <p:cNvPr id="2334" name="Google Shape;2334;p60"/>
            <p:cNvGrpSpPr/>
            <p:nvPr/>
          </p:nvGrpSpPr>
          <p:grpSpPr>
            <a:xfrm>
              <a:off x="4607741" y="1488160"/>
              <a:ext cx="1225372" cy="1125573"/>
              <a:chOff x="4933405" y="1449318"/>
              <a:chExt cx="1314354" cy="1207308"/>
            </a:xfrm>
          </p:grpSpPr>
          <p:sp>
            <p:nvSpPr>
              <p:cNvPr id="2335" name="Google Shape;2335;p60"/>
              <p:cNvSpPr/>
              <p:nvPr/>
            </p:nvSpPr>
            <p:spPr>
              <a:xfrm rot="-7719631">
                <a:off x="5166806" y="1636151"/>
                <a:ext cx="916333" cy="833642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60"/>
              <p:cNvSpPr/>
              <p:nvPr/>
            </p:nvSpPr>
            <p:spPr>
              <a:xfrm rot="-7719631">
                <a:off x="5098025" y="1636151"/>
                <a:ext cx="916333" cy="833642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37" name="Google Shape;2337;p60"/>
            <p:cNvSpPr/>
            <p:nvPr/>
          </p:nvSpPr>
          <p:spPr>
            <a:xfrm>
              <a:off x="5023841" y="1931595"/>
              <a:ext cx="317137" cy="280015"/>
            </a:xfrm>
            <a:custGeom>
              <a:rect b="b" l="l" r="r" t="t"/>
              <a:pathLst>
                <a:path extrusionOk="0" h="17017" w="19273">
                  <a:moveTo>
                    <a:pt x="5119" y="1"/>
                  </a:moveTo>
                  <a:cubicBezTo>
                    <a:pt x="2198" y="1"/>
                    <a:pt x="0" y="2389"/>
                    <a:pt x="0" y="5554"/>
                  </a:cubicBezTo>
                  <a:cubicBezTo>
                    <a:pt x="0" y="8974"/>
                    <a:pt x="2744" y="11311"/>
                    <a:pt x="6902" y="14855"/>
                  </a:cubicBezTo>
                  <a:cubicBezTo>
                    <a:pt x="7607" y="15458"/>
                    <a:pt x="8408" y="16138"/>
                    <a:pt x="9239" y="16867"/>
                  </a:cubicBezTo>
                  <a:cubicBezTo>
                    <a:pt x="9352" y="16966"/>
                    <a:pt x="9493" y="17016"/>
                    <a:pt x="9635" y="17016"/>
                  </a:cubicBezTo>
                  <a:cubicBezTo>
                    <a:pt x="9776" y="17016"/>
                    <a:pt x="9918" y="16966"/>
                    <a:pt x="10031" y="16867"/>
                  </a:cubicBezTo>
                  <a:cubicBezTo>
                    <a:pt x="10862" y="16138"/>
                    <a:pt x="11663" y="15458"/>
                    <a:pt x="12370" y="14855"/>
                  </a:cubicBezTo>
                  <a:cubicBezTo>
                    <a:pt x="16526" y="11314"/>
                    <a:pt x="19272" y="8974"/>
                    <a:pt x="19272" y="5554"/>
                  </a:cubicBezTo>
                  <a:cubicBezTo>
                    <a:pt x="19272" y="2389"/>
                    <a:pt x="17071" y="1"/>
                    <a:pt x="14153" y="1"/>
                  </a:cubicBezTo>
                  <a:cubicBezTo>
                    <a:pt x="13105" y="1"/>
                    <a:pt x="12148" y="332"/>
                    <a:pt x="11301" y="986"/>
                  </a:cubicBezTo>
                  <a:cubicBezTo>
                    <a:pt x="10491" y="1612"/>
                    <a:pt x="9952" y="2410"/>
                    <a:pt x="9636" y="2991"/>
                  </a:cubicBezTo>
                  <a:cubicBezTo>
                    <a:pt x="9317" y="2410"/>
                    <a:pt x="8778" y="1612"/>
                    <a:pt x="7968" y="986"/>
                  </a:cubicBezTo>
                  <a:cubicBezTo>
                    <a:pt x="7122" y="332"/>
                    <a:pt x="6164" y="1"/>
                    <a:pt x="51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41" name="Shape 2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2" name="Google Shape;2342;p61"/>
          <p:cNvSpPr txBox="1"/>
          <p:nvPr>
            <p:ph type="title"/>
          </p:nvPr>
        </p:nvSpPr>
        <p:spPr>
          <a:xfrm>
            <a:off x="1377175" y="2098650"/>
            <a:ext cx="6389700" cy="624000"/>
          </a:xfrm>
          <a:prstGeom prst="rect">
            <a:avLst/>
          </a:prstGeom>
        </p:spPr>
        <p:txBody>
          <a:bodyPr anchorCtr="0" anchor="ctr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321</a:t>
            </a:r>
            <a:r>
              <a:rPr lang="en">
                <a:solidFill>
                  <a:srgbClr val="FFFFFF"/>
                </a:solidFill>
              </a:rPr>
              <a:t>,000,000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2343" name="Google Shape;2343;p61"/>
          <p:cNvSpPr txBox="1"/>
          <p:nvPr>
            <p:ph idx="1" type="body"/>
          </p:nvPr>
        </p:nvSpPr>
        <p:spPr>
          <a:xfrm>
            <a:off x="2141275" y="2908400"/>
            <a:ext cx="4861500" cy="4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Big numbers catch your audience’s attention</a:t>
            </a:r>
            <a:endParaRPr sz="1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4"/>
        </a:solidFill>
      </p:bgPr>
    </p:bg>
    <p:spTree>
      <p:nvGrpSpPr>
        <p:cNvPr id="2347" name="Shape 2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8" name="Google Shape;2348;p62"/>
          <p:cNvGrpSpPr/>
          <p:nvPr/>
        </p:nvGrpSpPr>
        <p:grpSpPr>
          <a:xfrm>
            <a:off x="1871341" y="1204194"/>
            <a:ext cx="5399227" cy="3550388"/>
            <a:chOff x="235800" y="830650"/>
            <a:chExt cx="6978450" cy="4588844"/>
          </a:xfrm>
        </p:grpSpPr>
        <p:sp>
          <p:nvSpPr>
            <p:cNvPr id="2349" name="Google Shape;2349;p62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2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2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2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2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2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55" name="Google Shape;2355;p62"/>
          <p:cNvSpPr txBox="1"/>
          <p:nvPr>
            <p:ph type="title"/>
          </p:nvPr>
        </p:nvSpPr>
        <p:spPr>
          <a:xfrm>
            <a:off x="914400" y="505472"/>
            <a:ext cx="7315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SIZE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56" name="Google Shape;2356;p62"/>
          <p:cNvSpPr txBox="1"/>
          <p:nvPr>
            <p:ph idx="4294967295" type="body"/>
          </p:nvPr>
        </p:nvSpPr>
        <p:spPr>
          <a:xfrm>
            <a:off x="7137775" y="2579712"/>
            <a:ext cx="1076400" cy="89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40%</a:t>
            </a:r>
            <a:endParaRPr sz="30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357" name="Google Shape;2357;p62"/>
          <p:cNvGrpSpPr/>
          <p:nvPr/>
        </p:nvGrpSpPr>
        <p:grpSpPr>
          <a:xfrm>
            <a:off x="6825863" y="4514082"/>
            <a:ext cx="2878771" cy="827500"/>
            <a:chOff x="3098100" y="3849750"/>
            <a:chExt cx="940775" cy="270425"/>
          </a:xfrm>
        </p:grpSpPr>
        <p:sp>
          <p:nvSpPr>
            <p:cNvPr id="2358" name="Google Shape;2358;p62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2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60" name="Google Shape;2360;p62"/>
          <p:cNvSpPr txBox="1"/>
          <p:nvPr>
            <p:ph idx="4294967295" type="body"/>
          </p:nvPr>
        </p:nvSpPr>
        <p:spPr>
          <a:xfrm>
            <a:off x="914400" y="2579712"/>
            <a:ext cx="1076400" cy="89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50%</a:t>
            </a:r>
            <a:endParaRPr sz="30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61" name="Google Shape;2361;p62"/>
          <p:cNvSpPr/>
          <p:nvPr/>
        </p:nvSpPr>
        <p:spPr>
          <a:xfrm flipH="1">
            <a:off x="4282219" y="2852082"/>
            <a:ext cx="274368" cy="365578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62" name="Google Shape;2362;p62"/>
          <p:cNvCxnSpPr/>
          <p:nvPr/>
        </p:nvCxnSpPr>
        <p:spPr>
          <a:xfrm flipH="1" rot="10800000">
            <a:off x="1976000" y="2572350"/>
            <a:ext cx="947400" cy="25890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363" name="Google Shape;2363;p62"/>
          <p:cNvCxnSpPr/>
          <p:nvPr/>
        </p:nvCxnSpPr>
        <p:spPr>
          <a:xfrm>
            <a:off x="5861375" y="2476000"/>
            <a:ext cx="1302600" cy="33300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364" name="Google Shape;2364;p62"/>
          <p:cNvSpPr txBox="1"/>
          <p:nvPr>
            <p:ph idx="4294967295" type="body"/>
          </p:nvPr>
        </p:nvSpPr>
        <p:spPr>
          <a:xfrm>
            <a:off x="914400" y="3028950"/>
            <a:ext cx="14172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Venus is the second planet from the Sun</a:t>
            </a:r>
            <a:endParaRPr sz="1200"/>
          </a:p>
        </p:txBody>
      </p:sp>
      <p:sp>
        <p:nvSpPr>
          <p:cNvPr id="2365" name="Google Shape;2365;p62"/>
          <p:cNvSpPr txBox="1"/>
          <p:nvPr>
            <p:ph idx="4294967295" type="body"/>
          </p:nvPr>
        </p:nvSpPr>
        <p:spPr>
          <a:xfrm>
            <a:off x="6814975" y="3030665"/>
            <a:ext cx="14172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 is the closest planet to the Sun</a:t>
            </a:r>
            <a:endParaRPr sz="1200"/>
          </a:p>
        </p:txBody>
      </p:sp>
      <p:sp>
        <p:nvSpPr>
          <p:cNvPr id="2366" name="Google Shape;2366;p62"/>
          <p:cNvSpPr/>
          <p:nvPr/>
        </p:nvSpPr>
        <p:spPr>
          <a:xfrm flipH="1">
            <a:off x="2489098" y="2071968"/>
            <a:ext cx="476569" cy="63523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7" name="Google Shape;2367;p62"/>
          <p:cNvSpPr/>
          <p:nvPr/>
        </p:nvSpPr>
        <p:spPr>
          <a:xfrm flipH="1">
            <a:off x="5938032" y="2071975"/>
            <a:ext cx="411719" cy="548612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71" name="Shape 2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2" name="Google Shape;2372;p63"/>
          <p:cNvSpPr txBox="1"/>
          <p:nvPr>
            <p:ph type="title"/>
          </p:nvPr>
        </p:nvSpPr>
        <p:spPr>
          <a:xfrm>
            <a:off x="914400" y="51179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TARGET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373" name="Google Shape;2373;p63"/>
          <p:cNvGrpSpPr/>
          <p:nvPr/>
        </p:nvGrpSpPr>
        <p:grpSpPr>
          <a:xfrm>
            <a:off x="911200" y="1523825"/>
            <a:ext cx="822446" cy="820222"/>
            <a:chOff x="911200" y="1523825"/>
            <a:chExt cx="822446" cy="820222"/>
          </a:xfrm>
        </p:grpSpPr>
        <p:sp>
          <p:nvSpPr>
            <p:cNvPr id="2374" name="Google Shape;2374;p63"/>
            <p:cNvSpPr/>
            <p:nvPr/>
          </p:nvSpPr>
          <p:spPr>
            <a:xfrm>
              <a:off x="911200" y="1523825"/>
              <a:ext cx="822446" cy="820222"/>
            </a:xfrm>
            <a:custGeom>
              <a:rect b="b" l="l" r="r" t="t"/>
              <a:pathLst>
                <a:path extrusionOk="0" h="19135" w="19188">
                  <a:moveTo>
                    <a:pt x="9620" y="0"/>
                  </a:moveTo>
                  <a:cubicBezTo>
                    <a:pt x="4318" y="0"/>
                    <a:pt x="1" y="4265"/>
                    <a:pt x="1" y="9568"/>
                  </a:cubicBezTo>
                  <a:cubicBezTo>
                    <a:pt x="1" y="14870"/>
                    <a:pt x="4318" y="19135"/>
                    <a:pt x="9620" y="19135"/>
                  </a:cubicBezTo>
                  <a:cubicBezTo>
                    <a:pt x="14922" y="19135"/>
                    <a:pt x="19188" y="14870"/>
                    <a:pt x="19188" y="9568"/>
                  </a:cubicBezTo>
                  <a:cubicBezTo>
                    <a:pt x="19188" y="4265"/>
                    <a:pt x="14922" y="0"/>
                    <a:pt x="9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3"/>
            <p:cNvSpPr/>
            <p:nvPr/>
          </p:nvSpPr>
          <p:spPr>
            <a:xfrm>
              <a:off x="943819" y="1556103"/>
              <a:ext cx="759438" cy="755667"/>
            </a:xfrm>
            <a:custGeom>
              <a:rect b="b" l="l" r="r" t="t"/>
              <a:pathLst>
                <a:path extrusionOk="0" h="17629" w="17718">
                  <a:moveTo>
                    <a:pt x="7970" y="1"/>
                  </a:moveTo>
                  <a:cubicBezTo>
                    <a:pt x="7939" y="1"/>
                    <a:pt x="7907" y="3"/>
                    <a:pt x="7875" y="8"/>
                  </a:cubicBezTo>
                  <a:cubicBezTo>
                    <a:pt x="7599" y="8"/>
                    <a:pt x="7389" y="284"/>
                    <a:pt x="7442" y="612"/>
                  </a:cubicBezTo>
                  <a:cubicBezTo>
                    <a:pt x="7442" y="888"/>
                    <a:pt x="7718" y="1098"/>
                    <a:pt x="8046" y="1098"/>
                  </a:cubicBezTo>
                  <a:cubicBezTo>
                    <a:pt x="8321" y="1045"/>
                    <a:pt x="8531" y="770"/>
                    <a:pt x="8479" y="507"/>
                  </a:cubicBezTo>
                  <a:cubicBezTo>
                    <a:pt x="8479" y="211"/>
                    <a:pt x="8255" y="1"/>
                    <a:pt x="7970" y="1"/>
                  </a:cubicBezTo>
                  <a:close/>
                  <a:moveTo>
                    <a:pt x="9658" y="1"/>
                  </a:moveTo>
                  <a:cubicBezTo>
                    <a:pt x="9411" y="1"/>
                    <a:pt x="9182" y="211"/>
                    <a:pt x="9135" y="507"/>
                  </a:cubicBezTo>
                  <a:cubicBezTo>
                    <a:pt x="9135" y="770"/>
                    <a:pt x="9358" y="1045"/>
                    <a:pt x="9634" y="1098"/>
                  </a:cubicBezTo>
                  <a:cubicBezTo>
                    <a:pt x="9962" y="1098"/>
                    <a:pt x="10224" y="888"/>
                    <a:pt x="10224" y="612"/>
                  </a:cubicBezTo>
                  <a:cubicBezTo>
                    <a:pt x="10290" y="284"/>
                    <a:pt x="10067" y="8"/>
                    <a:pt x="9739" y="8"/>
                  </a:cubicBezTo>
                  <a:cubicBezTo>
                    <a:pt x="9712" y="3"/>
                    <a:pt x="9684" y="1"/>
                    <a:pt x="9658" y="1"/>
                  </a:cubicBezTo>
                  <a:close/>
                  <a:moveTo>
                    <a:pt x="11369" y="356"/>
                  </a:moveTo>
                  <a:cubicBezTo>
                    <a:pt x="11164" y="356"/>
                    <a:pt x="10973" y="500"/>
                    <a:pt x="10880" y="717"/>
                  </a:cubicBezTo>
                  <a:cubicBezTo>
                    <a:pt x="10775" y="993"/>
                    <a:pt x="10946" y="1321"/>
                    <a:pt x="11209" y="1426"/>
                  </a:cubicBezTo>
                  <a:cubicBezTo>
                    <a:pt x="11266" y="1437"/>
                    <a:pt x="11323" y="1443"/>
                    <a:pt x="11377" y="1443"/>
                  </a:cubicBezTo>
                  <a:cubicBezTo>
                    <a:pt x="11629" y="1443"/>
                    <a:pt x="11833" y="1315"/>
                    <a:pt x="11930" y="1045"/>
                  </a:cubicBezTo>
                  <a:cubicBezTo>
                    <a:pt x="12035" y="770"/>
                    <a:pt x="11865" y="441"/>
                    <a:pt x="11537" y="389"/>
                  </a:cubicBezTo>
                  <a:cubicBezTo>
                    <a:pt x="11481" y="367"/>
                    <a:pt x="11425" y="356"/>
                    <a:pt x="11369" y="356"/>
                  </a:cubicBezTo>
                  <a:close/>
                  <a:moveTo>
                    <a:pt x="6278" y="356"/>
                  </a:moveTo>
                  <a:cubicBezTo>
                    <a:pt x="6214" y="356"/>
                    <a:pt x="6147" y="367"/>
                    <a:pt x="6077" y="389"/>
                  </a:cubicBezTo>
                  <a:cubicBezTo>
                    <a:pt x="5801" y="507"/>
                    <a:pt x="5631" y="770"/>
                    <a:pt x="5749" y="1098"/>
                  </a:cubicBezTo>
                  <a:cubicBezTo>
                    <a:pt x="5831" y="1313"/>
                    <a:pt x="6017" y="1464"/>
                    <a:pt x="6250" y="1464"/>
                  </a:cubicBezTo>
                  <a:cubicBezTo>
                    <a:pt x="6316" y="1464"/>
                    <a:pt x="6385" y="1452"/>
                    <a:pt x="6458" y="1426"/>
                  </a:cubicBezTo>
                  <a:cubicBezTo>
                    <a:pt x="6733" y="1321"/>
                    <a:pt x="6891" y="1045"/>
                    <a:pt x="6786" y="717"/>
                  </a:cubicBezTo>
                  <a:cubicBezTo>
                    <a:pt x="6703" y="500"/>
                    <a:pt x="6515" y="356"/>
                    <a:pt x="6278" y="356"/>
                  </a:cubicBezTo>
                  <a:close/>
                  <a:moveTo>
                    <a:pt x="13000" y="1047"/>
                  </a:moveTo>
                  <a:cubicBezTo>
                    <a:pt x="12807" y="1047"/>
                    <a:pt x="12602" y="1131"/>
                    <a:pt x="12521" y="1321"/>
                  </a:cubicBezTo>
                  <a:cubicBezTo>
                    <a:pt x="12363" y="1596"/>
                    <a:pt x="12468" y="1924"/>
                    <a:pt x="12692" y="2082"/>
                  </a:cubicBezTo>
                  <a:cubicBezTo>
                    <a:pt x="12782" y="2121"/>
                    <a:pt x="12879" y="2141"/>
                    <a:pt x="12973" y="2141"/>
                  </a:cubicBezTo>
                  <a:cubicBezTo>
                    <a:pt x="13165" y="2141"/>
                    <a:pt x="13347" y="2057"/>
                    <a:pt x="13453" y="1872"/>
                  </a:cubicBezTo>
                  <a:cubicBezTo>
                    <a:pt x="13623" y="1596"/>
                    <a:pt x="13505" y="1268"/>
                    <a:pt x="13243" y="1098"/>
                  </a:cubicBezTo>
                  <a:cubicBezTo>
                    <a:pt x="13173" y="1065"/>
                    <a:pt x="13088" y="1047"/>
                    <a:pt x="13000" y="1047"/>
                  </a:cubicBezTo>
                  <a:close/>
                  <a:moveTo>
                    <a:pt x="4668" y="1079"/>
                  </a:moveTo>
                  <a:cubicBezTo>
                    <a:pt x="4572" y="1079"/>
                    <a:pt x="4474" y="1105"/>
                    <a:pt x="4384" y="1163"/>
                  </a:cubicBezTo>
                  <a:cubicBezTo>
                    <a:pt x="4161" y="1321"/>
                    <a:pt x="4056" y="1649"/>
                    <a:pt x="4213" y="1924"/>
                  </a:cubicBezTo>
                  <a:cubicBezTo>
                    <a:pt x="4326" y="2071"/>
                    <a:pt x="4506" y="2167"/>
                    <a:pt x="4690" y="2167"/>
                  </a:cubicBezTo>
                  <a:cubicBezTo>
                    <a:pt x="4787" y="2167"/>
                    <a:pt x="4885" y="2141"/>
                    <a:pt x="4975" y="2082"/>
                  </a:cubicBezTo>
                  <a:cubicBezTo>
                    <a:pt x="5198" y="1924"/>
                    <a:pt x="5303" y="1596"/>
                    <a:pt x="5145" y="1321"/>
                  </a:cubicBezTo>
                  <a:cubicBezTo>
                    <a:pt x="5033" y="1174"/>
                    <a:pt x="4853" y="1079"/>
                    <a:pt x="4668" y="1079"/>
                  </a:cubicBezTo>
                  <a:close/>
                  <a:moveTo>
                    <a:pt x="14394" y="2078"/>
                  </a:moveTo>
                  <a:cubicBezTo>
                    <a:pt x="14239" y="2078"/>
                    <a:pt x="14088" y="2134"/>
                    <a:pt x="14004" y="2253"/>
                  </a:cubicBezTo>
                  <a:cubicBezTo>
                    <a:pt x="13781" y="2476"/>
                    <a:pt x="13781" y="2804"/>
                    <a:pt x="14004" y="3014"/>
                  </a:cubicBezTo>
                  <a:cubicBezTo>
                    <a:pt x="14126" y="3112"/>
                    <a:pt x="14258" y="3157"/>
                    <a:pt x="14385" y="3157"/>
                  </a:cubicBezTo>
                  <a:cubicBezTo>
                    <a:pt x="14546" y="3157"/>
                    <a:pt x="14700" y="3086"/>
                    <a:pt x="14818" y="2961"/>
                  </a:cubicBezTo>
                  <a:cubicBezTo>
                    <a:pt x="14988" y="2738"/>
                    <a:pt x="14988" y="2410"/>
                    <a:pt x="14765" y="2200"/>
                  </a:cubicBezTo>
                  <a:cubicBezTo>
                    <a:pt x="14667" y="2121"/>
                    <a:pt x="14529" y="2078"/>
                    <a:pt x="14394" y="2078"/>
                  </a:cubicBezTo>
                  <a:close/>
                  <a:moveTo>
                    <a:pt x="3284" y="2091"/>
                  </a:moveTo>
                  <a:cubicBezTo>
                    <a:pt x="3148" y="2091"/>
                    <a:pt x="3007" y="2147"/>
                    <a:pt x="2901" y="2253"/>
                  </a:cubicBezTo>
                  <a:cubicBezTo>
                    <a:pt x="2678" y="2476"/>
                    <a:pt x="2678" y="2804"/>
                    <a:pt x="2849" y="3014"/>
                  </a:cubicBezTo>
                  <a:cubicBezTo>
                    <a:pt x="2968" y="3133"/>
                    <a:pt x="3117" y="3188"/>
                    <a:pt x="3269" y="3188"/>
                  </a:cubicBezTo>
                  <a:cubicBezTo>
                    <a:pt x="3403" y="3188"/>
                    <a:pt x="3540" y="3146"/>
                    <a:pt x="3662" y="3066"/>
                  </a:cubicBezTo>
                  <a:cubicBezTo>
                    <a:pt x="3885" y="2856"/>
                    <a:pt x="3885" y="2528"/>
                    <a:pt x="3662" y="2305"/>
                  </a:cubicBezTo>
                  <a:cubicBezTo>
                    <a:pt x="3579" y="2160"/>
                    <a:pt x="3435" y="2091"/>
                    <a:pt x="3284" y="2091"/>
                  </a:cubicBezTo>
                  <a:close/>
                  <a:moveTo>
                    <a:pt x="15559" y="3359"/>
                  </a:moveTo>
                  <a:cubicBezTo>
                    <a:pt x="15451" y="3359"/>
                    <a:pt x="15348" y="3392"/>
                    <a:pt x="15264" y="3460"/>
                  </a:cubicBezTo>
                  <a:cubicBezTo>
                    <a:pt x="14988" y="3617"/>
                    <a:pt x="14936" y="3998"/>
                    <a:pt x="15093" y="4221"/>
                  </a:cubicBezTo>
                  <a:cubicBezTo>
                    <a:pt x="15222" y="4381"/>
                    <a:pt x="15386" y="4465"/>
                    <a:pt x="15545" y="4465"/>
                  </a:cubicBezTo>
                  <a:cubicBezTo>
                    <a:pt x="15661" y="4465"/>
                    <a:pt x="15773" y="4420"/>
                    <a:pt x="15867" y="4326"/>
                  </a:cubicBezTo>
                  <a:cubicBezTo>
                    <a:pt x="16130" y="4169"/>
                    <a:pt x="16196" y="3841"/>
                    <a:pt x="16025" y="3565"/>
                  </a:cubicBezTo>
                  <a:cubicBezTo>
                    <a:pt x="15891" y="3431"/>
                    <a:pt x="15720" y="3359"/>
                    <a:pt x="15559" y="3359"/>
                  </a:cubicBezTo>
                  <a:close/>
                  <a:moveTo>
                    <a:pt x="2124" y="3411"/>
                  </a:moveTo>
                  <a:cubicBezTo>
                    <a:pt x="1954" y="3411"/>
                    <a:pt x="1796" y="3484"/>
                    <a:pt x="1694" y="3617"/>
                  </a:cubicBezTo>
                  <a:cubicBezTo>
                    <a:pt x="1484" y="3893"/>
                    <a:pt x="1536" y="4221"/>
                    <a:pt x="1812" y="4379"/>
                  </a:cubicBezTo>
                  <a:cubicBezTo>
                    <a:pt x="1896" y="4447"/>
                    <a:pt x="2010" y="4480"/>
                    <a:pt x="2126" y="4480"/>
                  </a:cubicBezTo>
                  <a:cubicBezTo>
                    <a:pt x="2300" y="4480"/>
                    <a:pt x="2479" y="4407"/>
                    <a:pt x="2573" y="4274"/>
                  </a:cubicBezTo>
                  <a:cubicBezTo>
                    <a:pt x="2744" y="3998"/>
                    <a:pt x="2678" y="3670"/>
                    <a:pt x="2468" y="3512"/>
                  </a:cubicBezTo>
                  <a:cubicBezTo>
                    <a:pt x="2357" y="3444"/>
                    <a:pt x="2238" y="3411"/>
                    <a:pt x="2124" y="3411"/>
                  </a:cubicBezTo>
                  <a:close/>
                  <a:moveTo>
                    <a:pt x="16406" y="4837"/>
                  </a:moveTo>
                  <a:cubicBezTo>
                    <a:pt x="16334" y="4837"/>
                    <a:pt x="16263" y="4850"/>
                    <a:pt x="16196" y="4877"/>
                  </a:cubicBezTo>
                  <a:cubicBezTo>
                    <a:pt x="15920" y="5035"/>
                    <a:pt x="15802" y="5363"/>
                    <a:pt x="15920" y="5639"/>
                  </a:cubicBezTo>
                  <a:cubicBezTo>
                    <a:pt x="16037" y="5844"/>
                    <a:pt x="16249" y="5954"/>
                    <a:pt x="16463" y="5954"/>
                  </a:cubicBezTo>
                  <a:cubicBezTo>
                    <a:pt x="16537" y="5954"/>
                    <a:pt x="16611" y="5941"/>
                    <a:pt x="16681" y="5914"/>
                  </a:cubicBezTo>
                  <a:cubicBezTo>
                    <a:pt x="16957" y="5757"/>
                    <a:pt x="17062" y="5481"/>
                    <a:pt x="16957" y="5153"/>
                  </a:cubicBezTo>
                  <a:cubicBezTo>
                    <a:pt x="16830" y="4948"/>
                    <a:pt x="16616" y="4837"/>
                    <a:pt x="16406" y="4837"/>
                  </a:cubicBezTo>
                  <a:close/>
                  <a:moveTo>
                    <a:pt x="1266" y="4890"/>
                  </a:moveTo>
                  <a:cubicBezTo>
                    <a:pt x="1055" y="4890"/>
                    <a:pt x="853" y="5000"/>
                    <a:pt x="775" y="5205"/>
                  </a:cubicBezTo>
                  <a:cubicBezTo>
                    <a:pt x="604" y="5481"/>
                    <a:pt x="775" y="5809"/>
                    <a:pt x="1037" y="5967"/>
                  </a:cubicBezTo>
                  <a:cubicBezTo>
                    <a:pt x="1107" y="5997"/>
                    <a:pt x="1181" y="6011"/>
                    <a:pt x="1253" y="6011"/>
                  </a:cubicBezTo>
                  <a:cubicBezTo>
                    <a:pt x="1466" y="6011"/>
                    <a:pt x="1671" y="5883"/>
                    <a:pt x="1759" y="5639"/>
                  </a:cubicBezTo>
                  <a:cubicBezTo>
                    <a:pt x="1864" y="5363"/>
                    <a:pt x="1759" y="5100"/>
                    <a:pt x="1484" y="4930"/>
                  </a:cubicBezTo>
                  <a:cubicBezTo>
                    <a:pt x="1413" y="4903"/>
                    <a:pt x="1339" y="4890"/>
                    <a:pt x="1266" y="4890"/>
                  </a:cubicBezTo>
                  <a:close/>
                  <a:moveTo>
                    <a:pt x="16973" y="6508"/>
                  </a:moveTo>
                  <a:cubicBezTo>
                    <a:pt x="16934" y="6508"/>
                    <a:pt x="16893" y="6511"/>
                    <a:pt x="16852" y="6518"/>
                  </a:cubicBezTo>
                  <a:cubicBezTo>
                    <a:pt x="16576" y="6570"/>
                    <a:pt x="16353" y="6846"/>
                    <a:pt x="16458" y="7174"/>
                  </a:cubicBezTo>
                  <a:cubicBezTo>
                    <a:pt x="16517" y="7421"/>
                    <a:pt x="16734" y="7615"/>
                    <a:pt x="17014" y="7615"/>
                  </a:cubicBezTo>
                  <a:cubicBezTo>
                    <a:pt x="17047" y="7615"/>
                    <a:pt x="17080" y="7613"/>
                    <a:pt x="17114" y="7607"/>
                  </a:cubicBezTo>
                  <a:cubicBezTo>
                    <a:pt x="17390" y="7502"/>
                    <a:pt x="17560" y="7227"/>
                    <a:pt x="17508" y="6951"/>
                  </a:cubicBezTo>
                  <a:cubicBezTo>
                    <a:pt x="17451" y="6664"/>
                    <a:pt x="17243" y="6508"/>
                    <a:pt x="16973" y="6508"/>
                  </a:cubicBezTo>
                  <a:close/>
                  <a:moveTo>
                    <a:pt x="721" y="6560"/>
                  </a:moveTo>
                  <a:cubicBezTo>
                    <a:pt x="473" y="6560"/>
                    <a:pt x="217" y="6717"/>
                    <a:pt x="171" y="7003"/>
                  </a:cubicBezTo>
                  <a:cubicBezTo>
                    <a:pt x="119" y="7279"/>
                    <a:pt x="329" y="7555"/>
                    <a:pt x="604" y="7607"/>
                  </a:cubicBezTo>
                  <a:cubicBezTo>
                    <a:pt x="656" y="7629"/>
                    <a:pt x="710" y="7640"/>
                    <a:pt x="763" y="7640"/>
                  </a:cubicBezTo>
                  <a:cubicBezTo>
                    <a:pt x="994" y="7640"/>
                    <a:pt x="1218" y="7450"/>
                    <a:pt x="1261" y="7227"/>
                  </a:cubicBezTo>
                  <a:cubicBezTo>
                    <a:pt x="1313" y="6898"/>
                    <a:pt x="1156" y="6623"/>
                    <a:pt x="827" y="6570"/>
                  </a:cubicBezTo>
                  <a:cubicBezTo>
                    <a:pt x="793" y="6564"/>
                    <a:pt x="757" y="6560"/>
                    <a:pt x="721" y="6560"/>
                  </a:cubicBezTo>
                  <a:close/>
                  <a:moveTo>
                    <a:pt x="552" y="8263"/>
                  </a:moveTo>
                  <a:cubicBezTo>
                    <a:pt x="224" y="8263"/>
                    <a:pt x="1" y="8539"/>
                    <a:pt x="1" y="8815"/>
                  </a:cubicBezTo>
                  <a:cubicBezTo>
                    <a:pt x="1" y="9143"/>
                    <a:pt x="224" y="9366"/>
                    <a:pt x="552" y="9366"/>
                  </a:cubicBezTo>
                  <a:cubicBezTo>
                    <a:pt x="827" y="9366"/>
                    <a:pt x="1103" y="9143"/>
                    <a:pt x="1103" y="8815"/>
                  </a:cubicBezTo>
                  <a:cubicBezTo>
                    <a:pt x="1103" y="8539"/>
                    <a:pt x="827" y="8263"/>
                    <a:pt x="552" y="8263"/>
                  </a:cubicBezTo>
                  <a:close/>
                  <a:moveTo>
                    <a:pt x="17180" y="8211"/>
                  </a:moveTo>
                  <a:cubicBezTo>
                    <a:pt x="16852" y="8211"/>
                    <a:pt x="16629" y="8486"/>
                    <a:pt x="16629" y="8762"/>
                  </a:cubicBezTo>
                  <a:cubicBezTo>
                    <a:pt x="16629" y="8771"/>
                    <a:pt x="16629" y="8780"/>
                    <a:pt x="16629" y="8788"/>
                  </a:cubicBezTo>
                  <a:lnTo>
                    <a:pt x="16629" y="8788"/>
                  </a:lnTo>
                  <a:cubicBezTo>
                    <a:pt x="16629" y="8797"/>
                    <a:pt x="16629" y="8806"/>
                    <a:pt x="16629" y="8815"/>
                  </a:cubicBezTo>
                  <a:cubicBezTo>
                    <a:pt x="16629" y="9090"/>
                    <a:pt x="16852" y="9366"/>
                    <a:pt x="17180" y="9366"/>
                  </a:cubicBezTo>
                  <a:cubicBezTo>
                    <a:pt x="17442" y="9366"/>
                    <a:pt x="17718" y="9090"/>
                    <a:pt x="17718" y="8815"/>
                  </a:cubicBezTo>
                  <a:cubicBezTo>
                    <a:pt x="17718" y="8806"/>
                    <a:pt x="17718" y="8797"/>
                    <a:pt x="17717" y="8788"/>
                  </a:cubicBezTo>
                  <a:lnTo>
                    <a:pt x="17717" y="8788"/>
                  </a:lnTo>
                  <a:cubicBezTo>
                    <a:pt x="17718" y="8780"/>
                    <a:pt x="17718" y="8771"/>
                    <a:pt x="17718" y="8762"/>
                  </a:cubicBezTo>
                  <a:cubicBezTo>
                    <a:pt x="17718" y="8486"/>
                    <a:pt x="17442" y="8211"/>
                    <a:pt x="17180" y="8211"/>
                  </a:cubicBezTo>
                  <a:close/>
                  <a:moveTo>
                    <a:pt x="16976" y="10008"/>
                  </a:moveTo>
                  <a:cubicBezTo>
                    <a:pt x="16714" y="10008"/>
                    <a:pt x="16514" y="10167"/>
                    <a:pt x="16458" y="10403"/>
                  </a:cubicBezTo>
                  <a:cubicBezTo>
                    <a:pt x="16406" y="10731"/>
                    <a:pt x="16576" y="11006"/>
                    <a:pt x="16852" y="11059"/>
                  </a:cubicBezTo>
                  <a:cubicBezTo>
                    <a:pt x="16892" y="11065"/>
                    <a:pt x="16931" y="11068"/>
                    <a:pt x="16969" y="11068"/>
                  </a:cubicBezTo>
                  <a:cubicBezTo>
                    <a:pt x="17241" y="11068"/>
                    <a:pt x="17450" y="10909"/>
                    <a:pt x="17508" y="10678"/>
                  </a:cubicBezTo>
                  <a:cubicBezTo>
                    <a:pt x="17560" y="10350"/>
                    <a:pt x="17390" y="10074"/>
                    <a:pt x="17114" y="10022"/>
                  </a:cubicBezTo>
                  <a:cubicBezTo>
                    <a:pt x="17067" y="10012"/>
                    <a:pt x="17021" y="10008"/>
                    <a:pt x="16976" y="10008"/>
                  </a:cubicBezTo>
                  <a:close/>
                  <a:moveTo>
                    <a:pt x="741" y="10008"/>
                  </a:moveTo>
                  <a:cubicBezTo>
                    <a:pt x="697" y="10008"/>
                    <a:pt x="651" y="10013"/>
                    <a:pt x="604" y="10022"/>
                  </a:cubicBezTo>
                  <a:cubicBezTo>
                    <a:pt x="329" y="10074"/>
                    <a:pt x="119" y="10403"/>
                    <a:pt x="171" y="10678"/>
                  </a:cubicBezTo>
                  <a:cubicBezTo>
                    <a:pt x="266" y="10915"/>
                    <a:pt x="499" y="11119"/>
                    <a:pt x="745" y="11119"/>
                  </a:cubicBezTo>
                  <a:cubicBezTo>
                    <a:pt x="773" y="11119"/>
                    <a:pt x="800" y="11116"/>
                    <a:pt x="827" y="11111"/>
                  </a:cubicBezTo>
                  <a:cubicBezTo>
                    <a:pt x="1156" y="11006"/>
                    <a:pt x="1313" y="10731"/>
                    <a:pt x="1261" y="10455"/>
                  </a:cubicBezTo>
                  <a:cubicBezTo>
                    <a:pt x="1216" y="10174"/>
                    <a:pt x="1006" y="10008"/>
                    <a:pt x="741" y="10008"/>
                  </a:cubicBezTo>
                  <a:close/>
                  <a:moveTo>
                    <a:pt x="1260" y="11669"/>
                  </a:moveTo>
                  <a:cubicBezTo>
                    <a:pt x="1185" y="11669"/>
                    <a:pt x="1110" y="11684"/>
                    <a:pt x="1037" y="11715"/>
                  </a:cubicBezTo>
                  <a:cubicBezTo>
                    <a:pt x="775" y="11820"/>
                    <a:pt x="657" y="12148"/>
                    <a:pt x="775" y="12424"/>
                  </a:cubicBezTo>
                  <a:cubicBezTo>
                    <a:pt x="853" y="12629"/>
                    <a:pt x="1055" y="12739"/>
                    <a:pt x="1266" y="12739"/>
                  </a:cubicBezTo>
                  <a:cubicBezTo>
                    <a:pt x="1339" y="12739"/>
                    <a:pt x="1413" y="12726"/>
                    <a:pt x="1484" y="12699"/>
                  </a:cubicBezTo>
                  <a:cubicBezTo>
                    <a:pt x="1759" y="12581"/>
                    <a:pt x="1864" y="12253"/>
                    <a:pt x="1759" y="11991"/>
                  </a:cubicBezTo>
                  <a:cubicBezTo>
                    <a:pt x="1672" y="11787"/>
                    <a:pt x="1470" y="11669"/>
                    <a:pt x="1260" y="11669"/>
                  </a:cubicBezTo>
                  <a:close/>
                  <a:moveTo>
                    <a:pt x="16446" y="11647"/>
                  </a:moveTo>
                  <a:cubicBezTo>
                    <a:pt x="16241" y="11647"/>
                    <a:pt x="16048" y="11791"/>
                    <a:pt x="15972" y="11991"/>
                  </a:cubicBezTo>
                  <a:cubicBezTo>
                    <a:pt x="15802" y="12253"/>
                    <a:pt x="15972" y="12581"/>
                    <a:pt x="16248" y="12699"/>
                  </a:cubicBezTo>
                  <a:cubicBezTo>
                    <a:pt x="16319" y="12726"/>
                    <a:pt x="16393" y="12739"/>
                    <a:pt x="16466" y="12739"/>
                  </a:cubicBezTo>
                  <a:cubicBezTo>
                    <a:pt x="16677" y="12739"/>
                    <a:pt x="16879" y="12629"/>
                    <a:pt x="16957" y="12424"/>
                  </a:cubicBezTo>
                  <a:cubicBezTo>
                    <a:pt x="17062" y="12148"/>
                    <a:pt x="16957" y="11820"/>
                    <a:pt x="16681" y="11715"/>
                  </a:cubicBezTo>
                  <a:cubicBezTo>
                    <a:pt x="16605" y="11668"/>
                    <a:pt x="16525" y="11647"/>
                    <a:pt x="16446" y="11647"/>
                  </a:cubicBezTo>
                  <a:close/>
                  <a:moveTo>
                    <a:pt x="15587" y="13147"/>
                  </a:moveTo>
                  <a:cubicBezTo>
                    <a:pt x="15413" y="13147"/>
                    <a:pt x="15250" y="13219"/>
                    <a:pt x="15146" y="13355"/>
                  </a:cubicBezTo>
                  <a:cubicBezTo>
                    <a:pt x="14988" y="13631"/>
                    <a:pt x="14988" y="13959"/>
                    <a:pt x="15264" y="14117"/>
                  </a:cubicBezTo>
                  <a:cubicBezTo>
                    <a:pt x="15352" y="14211"/>
                    <a:pt x="15474" y="14256"/>
                    <a:pt x="15596" y="14256"/>
                  </a:cubicBezTo>
                  <a:cubicBezTo>
                    <a:pt x="15764" y="14256"/>
                    <a:pt x="15934" y="14171"/>
                    <a:pt x="16025" y="14012"/>
                  </a:cubicBezTo>
                  <a:cubicBezTo>
                    <a:pt x="16196" y="13789"/>
                    <a:pt x="16130" y="13408"/>
                    <a:pt x="15920" y="13237"/>
                  </a:cubicBezTo>
                  <a:cubicBezTo>
                    <a:pt x="15813" y="13176"/>
                    <a:pt x="15698" y="13147"/>
                    <a:pt x="15587" y="13147"/>
                  </a:cubicBezTo>
                  <a:close/>
                  <a:moveTo>
                    <a:pt x="2129" y="13149"/>
                  </a:moveTo>
                  <a:cubicBezTo>
                    <a:pt x="2023" y="13149"/>
                    <a:pt x="1914" y="13179"/>
                    <a:pt x="1812" y="13237"/>
                  </a:cubicBezTo>
                  <a:cubicBezTo>
                    <a:pt x="1589" y="13460"/>
                    <a:pt x="1536" y="13789"/>
                    <a:pt x="1694" y="14012"/>
                  </a:cubicBezTo>
                  <a:cubicBezTo>
                    <a:pt x="1799" y="14182"/>
                    <a:pt x="1965" y="14267"/>
                    <a:pt x="2141" y="14267"/>
                  </a:cubicBezTo>
                  <a:cubicBezTo>
                    <a:pt x="2250" y="14267"/>
                    <a:pt x="2363" y="14234"/>
                    <a:pt x="2468" y="14169"/>
                  </a:cubicBezTo>
                  <a:cubicBezTo>
                    <a:pt x="2678" y="13959"/>
                    <a:pt x="2744" y="13631"/>
                    <a:pt x="2573" y="13408"/>
                  </a:cubicBezTo>
                  <a:cubicBezTo>
                    <a:pt x="2474" y="13235"/>
                    <a:pt x="2307" y="13149"/>
                    <a:pt x="2129" y="13149"/>
                  </a:cubicBezTo>
                  <a:close/>
                  <a:moveTo>
                    <a:pt x="3287" y="14448"/>
                  </a:moveTo>
                  <a:cubicBezTo>
                    <a:pt x="3150" y="14448"/>
                    <a:pt x="3013" y="14504"/>
                    <a:pt x="2901" y="14615"/>
                  </a:cubicBezTo>
                  <a:cubicBezTo>
                    <a:pt x="2678" y="14825"/>
                    <a:pt x="2744" y="15206"/>
                    <a:pt x="2954" y="15377"/>
                  </a:cubicBezTo>
                  <a:cubicBezTo>
                    <a:pt x="3065" y="15488"/>
                    <a:pt x="3203" y="15544"/>
                    <a:pt x="3341" y="15544"/>
                  </a:cubicBezTo>
                  <a:cubicBezTo>
                    <a:pt x="3479" y="15544"/>
                    <a:pt x="3616" y="15488"/>
                    <a:pt x="3728" y="15377"/>
                  </a:cubicBezTo>
                  <a:cubicBezTo>
                    <a:pt x="3885" y="15153"/>
                    <a:pt x="3885" y="14773"/>
                    <a:pt x="3662" y="14615"/>
                  </a:cubicBezTo>
                  <a:cubicBezTo>
                    <a:pt x="3557" y="14504"/>
                    <a:pt x="3423" y="14448"/>
                    <a:pt x="3287" y="14448"/>
                  </a:cubicBezTo>
                  <a:close/>
                  <a:moveTo>
                    <a:pt x="14406" y="14439"/>
                  </a:moveTo>
                  <a:cubicBezTo>
                    <a:pt x="14282" y="14439"/>
                    <a:pt x="14158" y="14478"/>
                    <a:pt x="14056" y="14550"/>
                  </a:cubicBezTo>
                  <a:cubicBezTo>
                    <a:pt x="13833" y="14773"/>
                    <a:pt x="13781" y="15101"/>
                    <a:pt x="14004" y="15377"/>
                  </a:cubicBezTo>
                  <a:cubicBezTo>
                    <a:pt x="14115" y="15488"/>
                    <a:pt x="14253" y="15544"/>
                    <a:pt x="14389" y="15544"/>
                  </a:cubicBezTo>
                  <a:cubicBezTo>
                    <a:pt x="14526" y="15544"/>
                    <a:pt x="14660" y="15488"/>
                    <a:pt x="14765" y="15377"/>
                  </a:cubicBezTo>
                  <a:cubicBezTo>
                    <a:pt x="14988" y="15206"/>
                    <a:pt x="15041" y="14825"/>
                    <a:pt x="14818" y="14615"/>
                  </a:cubicBezTo>
                  <a:cubicBezTo>
                    <a:pt x="14703" y="14494"/>
                    <a:pt x="14554" y="14439"/>
                    <a:pt x="14406" y="14439"/>
                  </a:cubicBezTo>
                  <a:close/>
                  <a:moveTo>
                    <a:pt x="4712" y="15460"/>
                  </a:moveTo>
                  <a:cubicBezTo>
                    <a:pt x="4520" y="15460"/>
                    <a:pt x="4330" y="15569"/>
                    <a:pt x="4213" y="15757"/>
                  </a:cubicBezTo>
                  <a:cubicBezTo>
                    <a:pt x="4108" y="15980"/>
                    <a:pt x="4161" y="16361"/>
                    <a:pt x="4437" y="16466"/>
                  </a:cubicBezTo>
                  <a:cubicBezTo>
                    <a:pt x="4528" y="16523"/>
                    <a:pt x="4626" y="16547"/>
                    <a:pt x="4721" y="16547"/>
                  </a:cubicBezTo>
                  <a:cubicBezTo>
                    <a:pt x="4912" y="16547"/>
                    <a:pt x="5093" y="16448"/>
                    <a:pt x="5198" y="16308"/>
                  </a:cubicBezTo>
                  <a:cubicBezTo>
                    <a:pt x="5303" y="16033"/>
                    <a:pt x="5250" y="15705"/>
                    <a:pt x="4975" y="15534"/>
                  </a:cubicBezTo>
                  <a:cubicBezTo>
                    <a:pt x="4891" y="15484"/>
                    <a:pt x="4801" y="15460"/>
                    <a:pt x="4712" y="15460"/>
                  </a:cubicBezTo>
                  <a:close/>
                  <a:moveTo>
                    <a:pt x="13015" y="15460"/>
                  </a:moveTo>
                  <a:cubicBezTo>
                    <a:pt x="12924" y="15460"/>
                    <a:pt x="12832" y="15484"/>
                    <a:pt x="12744" y="15534"/>
                  </a:cubicBezTo>
                  <a:cubicBezTo>
                    <a:pt x="12468" y="15705"/>
                    <a:pt x="12416" y="16033"/>
                    <a:pt x="12521" y="16308"/>
                  </a:cubicBezTo>
                  <a:cubicBezTo>
                    <a:pt x="12635" y="16448"/>
                    <a:pt x="12818" y="16547"/>
                    <a:pt x="13010" y="16547"/>
                  </a:cubicBezTo>
                  <a:cubicBezTo>
                    <a:pt x="13106" y="16547"/>
                    <a:pt x="13203" y="16523"/>
                    <a:pt x="13295" y="16466"/>
                  </a:cubicBezTo>
                  <a:cubicBezTo>
                    <a:pt x="13571" y="16308"/>
                    <a:pt x="13623" y="15980"/>
                    <a:pt x="13505" y="15757"/>
                  </a:cubicBezTo>
                  <a:cubicBezTo>
                    <a:pt x="13398" y="15569"/>
                    <a:pt x="13211" y="15460"/>
                    <a:pt x="13015" y="15460"/>
                  </a:cubicBezTo>
                  <a:close/>
                  <a:moveTo>
                    <a:pt x="6290" y="16159"/>
                  </a:moveTo>
                  <a:cubicBezTo>
                    <a:pt x="6062" y="16159"/>
                    <a:pt x="5844" y="16321"/>
                    <a:pt x="5801" y="16584"/>
                  </a:cubicBezTo>
                  <a:cubicBezTo>
                    <a:pt x="5696" y="16846"/>
                    <a:pt x="5854" y="17122"/>
                    <a:pt x="6130" y="17240"/>
                  </a:cubicBezTo>
                  <a:cubicBezTo>
                    <a:pt x="6186" y="17262"/>
                    <a:pt x="6244" y="17272"/>
                    <a:pt x="6303" y="17272"/>
                  </a:cubicBezTo>
                  <a:cubicBezTo>
                    <a:pt x="6530" y="17272"/>
                    <a:pt x="6755" y="17121"/>
                    <a:pt x="6838" y="16912"/>
                  </a:cubicBezTo>
                  <a:cubicBezTo>
                    <a:pt x="6891" y="16584"/>
                    <a:pt x="6733" y="16308"/>
                    <a:pt x="6458" y="16190"/>
                  </a:cubicBezTo>
                  <a:cubicBezTo>
                    <a:pt x="6403" y="16169"/>
                    <a:pt x="6346" y="16159"/>
                    <a:pt x="6290" y="16159"/>
                  </a:cubicBezTo>
                  <a:close/>
                  <a:moveTo>
                    <a:pt x="11441" y="16159"/>
                  </a:moveTo>
                  <a:cubicBezTo>
                    <a:pt x="11384" y="16159"/>
                    <a:pt x="11328" y="16169"/>
                    <a:pt x="11274" y="16190"/>
                  </a:cubicBezTo>
                  <a:cubicBezTo>
                    <a:pt x="10999" y="16308"/>
                    <a:pt x="10828" y="16584"/>
                    <a:pt x="10880" y="16912"/>
                  </a:cubicBezTo>
                  <a:cubicBezTo>
                    <a:pt x="10974" y="17121"/>
                    <a:pt x="11201" y="17272"/>
                    <a:pt x="11429" y="17272"/>
                  </a:cubicBezTo>
                  <a:cubicBezTo>
                    <a:pt x="11487" y="17272"/>
                    <a:pt x="11546" y="17262"/>
                    <a:pt x="11602" y="17240"/>
                  </a:cubicBezTo>
                  <a:cubicBezTo>
                    <a:pt x="11865" y="17122"/>
                    <a:pt x="12035" y="16846"/>
                    <a:pt x="11930" y="16518"/>
                  </a:cubicBezTo>
                  <a:cubicBezTo>
                    <a:pt x="11878" y="16309"/>
                    <a:pt x="11660" y="16159"/>
                    <a:pt x="11441" y="16159"/>
                  </a:cubicBezTo>
                  <a:close/>
                  <a:moveTo>
                    <a:pt x="8046" y="16518"/>
                  </a:moveTo>
                  <a:cubicBezTo>
                    <a:pt x="7770" y="16518"/>
                    <a:pt x="7494" y="16741"/>
                    <a:pt x="7442" y="17017"/>
                  </a:cubicBezTo>
                  <a:cubicBezTo>
                    <a:pt x="7442" y="17345"/>
                    <a:pt x="7665" y="17621"/>
                    <a:pt x="7928" y="17621"/>
                  </a:cubicBezTo>
                  <a:cubicBezTo>
                    <a:pt x="7960" y="17626"/>
                    <a:pt x="7991" y="17628"/>
                    <a:pt x="8021" y="17628"/>
                  </a:cubicBezTo>
                  <a:cubicBezTo>
                    <a:pt x="8298" y="17628"/>
                    <a:pt x="8484" y="17418"/>
                    <a:pt x="8531" y="17122"/>
                  </a:cubicBezTo>
                  <a:cubicBezTo>
                    <a:pt x="8584" y="16846"/>
                    <a:pt x="8374" y="16584"/>
                    <a:pt x="8046" y="16518"/>
                  </a:cubicBezTo>
                  <a:close/>
                  <a:moveTo>
                    <a:pt x="9686" y="16518"/>
                  </a:moveTo>
                  <a:cubicBezTo>
                    <a:pt x="9358" y="16584"/>
                    <a:pt x="9135" y="16846"/>
                    <a:pt x="9187" y="17122"/>
                  </a:cubicBezTo>
                  <a:cubicBezTo>
                    <a:pt x="9235" y="17418"/>
                    <a:pt x="9421" y="17628"/>
                    <a:pt x="9698" y="17628"/>
                  </a:cubicBezTo>
                  <a:cubicBezTo>
                    <a:pt x="9728" y="17628"/>
                    <a:pt x="9759" y="17626"/>
                    <a:pt x="9791" y="17621"/>
                  </a:cubicBezTo>
                  <a:cubicBezTo>
                    <a:pt x="10067" y="17568"/>
                    <a:pt x="10290" y="17345"/>
                    <a:pt x="10290" y="17017"/>
                  </a:cubicBezTo>
                  <a:cubicBezTo>
                    <a:pt x="10224" y="16741"/>
                    <a:pt x="9962" y="16518"/>
                    <a:pt x="9686" y="165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3"/>
            <p:cNvSpPr/>
            <p:nvPr/>
          </p:nvSpPr>
          <p:spPr>
            <a:xfrm rot="-5400000">
              <a:off x="941738" y="1554363"/>
              <a:ext cx="759300" cy="7593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3"/>
            <p:cNvSpPr/>
            <p:nvPr/>
          </p:nvSpPr>
          <p:spPr>
            <a:xfrm>
              <a:off x="991097" y="1603127"/>
              <a:ext cx="663254" cy="661064"/>
            </a:xfrm>
            <a:custGeom>
              <a:rect b="b" l="l" r="r" t="t"/>
              <a:pathLst>
                <a:path extrusionOk="0" h="15422" w="15474">
                  <a:moveTo>
                    <a:pt x="7756" y="1"/>
                  </a:moveTo>
                  <a:cubicBezTo>
                    <a:pt x="3491" y="1"/>
                    <a:pt x="0" y="3452"/>
                    <a:pt x="0" y="7718"/>
                  </a:cubicBezTo>
                  <a:cubicBezTo>
                    <a:pt x="0" y="11983"/>
                    <a:pt x="3491" y="15421"/>
                    <a:pt x="7756" y="15421"/>
                  </a:cubicBezTo>
                  <a:cubicBezTo>
                    <a:pt x="12022" y="15421"/>
                    <a:pt x="15473" y="11983"/>
                    <a:pt x="15473" y="7718"/>
                  </a:cubicBezTo>
                  <a:cubicBezTo>
                    <a:pt x="15473" y="3452"/>
                    <a:pt x="12022" y="1"/>
                    <a:pt x="7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3"/>
            <p:cNvSpPr/>
            <p:nvPr/>
          </p:nvSpPr>
          <p:spPr>
            <a:xfrm>
              <a:off x="1056335" y="1666698"/>
              <a:ext cx="534453" cy="534484"/>
            </a:xfrm>
            <a:custGeom>
              <a:rect b="b" l="l" r="r" t="t"/>
              <a:pathLst>
                <a:path extrusionOk="0" h="12469" w="12469">
                  <a:moveTo>
                    <a:pt x="6234" y="1"/>
                  </a:moveTo>
                  <a:cubicBezTo>
                    <a:pt x="2796" y="1"/>
                    <a:pt x="0" y="2783"/>
                    <a:pt x="0" y="6235"/>
                  </a:cubicBezTo>
                  <a:cubicBezTo>
                    <a:pt x="0" y="9673"/>
                    <a:pt x="2796" y="12468"/>
                    <a:pt x="6234" y="12468"/>
                  </a:cubicBezTo>
                  <a:cubicBezTo>
                    <a:pt x="9686" y="12468"/>
                    <a:pt x="12468" y="9673"/>
                    <a:pt x="12468" y="6235"/>
                  </a:cubicBezTo>
                  <a:cubicBezTo>
                    <a:pt x="12468" y="2783"/>
                    <a:pt x="9686" y="1"/>
                    <a:pt x="6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3"/>
            <p:cNvSpPr/>
            <p:nvPr/>
          </p:nvSpPr>
          <p:spPr>
            <a:xfrm>
              <a:off x="1260537" y="1821401"/>
              <a:ext cx="126616" cy="126623"/>
            </a:xfrm>
            <a:custGeom>
              <a:rect b="b" l="l" r="r" t="t"/>
              <a:pathLst>
                <a:path extrusionOk="0" h="2954" w="2954">
                  <a:moveTo>
                    <a:pt x="1470" y="1"/>
                  </a:moveTo>
                  <a:cubicBezTo>
                    <a:pt x="657" y="1"/>
                    <a:pt x="0" y="657"/>
                    <a:pt x="0" y="1471"/>
                  </a:cubicBezTo>
                  <a:cubicBezTo>
                    <a:pt x="0" y="2297"/>
                    <a:pt x="657" y="2954"/>
                    <a:pt x="1470" y="2954"/>
                  </a:cubicBezTo>
                  <a:cubicBezTo>
                    <a:pt x="2297" y="2954"/>
                    <a:pt x="2953" y="2297"/>
                    <a:pt x="2953" y="1471"/>
                  </a:cubicBezTo>
                  <a:cubicBezTo>
                    <a:pt x="2953" y="657"/>
                    <a:pt x="2297" y="1"/>
                    <a:pt x="14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3"/>
            <p:cNvSpPr/>
            <p:nvPr/>
          </p:nvSpPr>
          <p:spPr>
            <a:xfrm>
              <a:off x="1216087" y="1933925"/>
              <a:ext cx="215513" cy="112563"/>
            </a:xfrm>
            <a:custGeom>
              <a:rect b="b" l="l" r="r" t="t"/>
              <a:pathLst>
                <a:path extrusionOk="0" h="2626" w="5028">
                  <a:moveTo>
                    <a:pt x="2507" y="1"/>
                  </a:moveTo>
                  <a:cubicBezTo>
                    <a:pt x="1195" y="1"/>
                    <a:pt x="106" y="985"/>
                    <a:pt x="1" y="2245"/>
                  </a:cubicBezTo>
                  <a:cubicBezTo>
                    <a:pt x="486" y="2455"/>
                    <a:pt x="1313" y="2625"/>
                    <a:pt x="2507" y="2625"/>
                  </a:cubicBezTo>
                  <a:cubicBezTo>
                    <a:pt x="3715" y="2625"/>
                    <a:pt x="4476" y="2455"/>
                    <a:pt x="5027" y="2245"/>
                  </a:cubicBezTo>
                  <a:cubicBezTo>
                    <a:pt x="4857" y="985"/>
                    <a:pt x="3820" y="1"/>
                    <a:pt x="2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1" name="Google Shape;2381;p63"/>
          <p:cNvGrpSpPr/>
          <p:nvPr/>
        </p:nvGrpSpPr>
        <p:grpSpPr>
          <a:xfrm>
            <a:off x="1895644" y="1523825"/>
            <a:ext cx="822446" cy="820222"/>
            <a:chOff x="1895644" y="1523825"/>
            <a:chExt cx="822446" cy="820222"/>
          </a:xfrm>
        </p:grpSpPr>
        <p:sp>
          <p:nvSpPr>
            <p:cNvPr id="2382" name="Google Shape;2382;p63"/>
            <p:cNvSpPr/>
            <p:nvPr/>
          </p:nvSpPr>
          <p:spPr>
            <a:xfrm>
              <a:off x="1895644" y="1523825"/>
              <a:ext cx="822446" cy="820222"/>
            </a:xfrm>
            <a:custGeom>
              <a:rect b="b" l="l" r="r" t="t"/>
              <a:pathLst>
                <a:path extrusionOk="0" h="19135" w="19188">
                  <a:moveTo>
                    <a:pt x="9620" y="0"/>
                  </a:moveTo>
                  <a:cubicBezTo>
                    <a:pt x="4318" y="0"/>
                    <a:pt x="0" y="4265"/>
                    <a:pt x="0" y="9568"/>
                  </a:cubicBezTo>
                  <a:cubicBezTo>
                    <a:pt x="0" y="14870"/>
                    <a:pt x="4318" y="19135"/>
                    <a:pt x="9620" y="19135"/>
                  </a:cubicBezTo>
                  <a:cubicBezTo>
                    <a:pt x="14922" y="19135"/>
                    <a:pt x="19188" y="14870"/>
                    <a:pt x="19188" y="9568"/>
                  </a:cubicBezTo>
                  <a:cubicBezTo>
                    <a:pt x="19188" y="4265"/>
                    <a:pt x="14922" y="0"/>
                    <a:pt x="9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3"/>
            <p:cNvSpPr/>
            <p:nvPr/>
          </p:nvSpPr>
          <p:spPr>
            <a:xfrm>
              <a:off x="1928263" y="1556103"/>
              <a:ext cx="759438" cy="755667"/>
            </a:xfrm>
            <a:custGeom>
              <a:rect b="b" l="l" r="r" t="t"/>
              <a:pathLst>
                <a:path extrusionOk="0" h="17629" w="17718">
                  <a:moveTo>
                    <a:pt x="7970" y="1"/>
                  </a:moveTo>
                  <a:cubicBezTo>
                    <a:pt x="7939" y="1"/>
                    <a:pt x="7907" y="3"/>
                    <a:pt x="7875" y="8"/>
                  </a:cubicBezTo>
                  <a:cubicBezTo>
                    <a:pt x="7599" y="8"/>
                    <a:pt x="7389" y="284"/>
                    <a:pt x="7442" y="612"/>
                  </a:cubicBezTo>
                  <a:cubicBezTo>
                    <a:pt x="7442" y="888"/>
                    <a:pt x="7717" y="1098"/>
                    <a:pt x="8045" y="1098"/>
                  </a:cubicBezTo>
                  <a:cubicBezTo>
                    <a:pt x="8321" y="1045"/>
                    <a:pt x="8531" y="770"/>
                    <a:pt x="8479" y="507"/>
                  </a:cubicBezTo>
                  <a:cubicBezTo>
                    <a:pt x="8479" y="211"/>
                    <a:pt x="8254" y="1"/>
                    <a:pt x="7970" y="1"/>
                  </a:cubicBezTo>
                  <a:close/>
                  <a:moveTo>
                    <a:pt x="9657" y="1"/>
                  </a:moveTo>
                  <a:cubicBezTo>
                    <a:pt x="9411" y="1"/>
                    <a:pt x="9182" y="211"/>
                    <a:pt x="9135" y="507"/>
                  </a:cubicBezTo>
                  <a:cubicBezTo>
                    <a:pt x="9135" y="770"/>
                    <a:pt x="9358" y="1045"/>
                    <a:pt x="9633" y="1098"/>
                  </a:cubicBezTo>
                  <a:cubicBezTo>
                    <a:pt x="9962" y="1098"/>
                    <a:pt x="10224" y="888"/>
                    <a:pt x="10224" y="612"/>
                  </a:cubicBezTo>
                  <a:cubicBezTo>
                    <a:pt x="10290" y="284"/>
                    <a:pt x="10067" y="8"/>
                    <a:pt x="9738" y="8"/>
                  </a:cubicBezTo>
                  <a:cubicBezTo>
                    <a:pt x="9711" y="3"/>
                    <a:pt x="9684" y="1"/>
                    <a:pt x="9657" y="1"/>
                  </a:cubicBezTo>
                  <a:close/>
                  <a:moveTo>
                    <a:pt x="11369" y="356"/>
                  </a:moveTo>
                  <a:cubicBezTo>
                    <a:pt x="11164" y="356"/>
                    <a:pt x="10973" y="500"/>
                    <a:pt x="10880" y="717"/>
                  </a:cubicBezTo>
                  <a:cubicBezTo>
                    <a:pt x="10775" y="993"/>
                    <a:pt x="10946" y="1321"/>
                    <a:pt x="11208" y="1426"/>
                  </a:cubicBezTo>
                  <a:cubicBezTo>
                    <a:pt x="11266" y="1437"/>
                    <a:pt x="11322" y="1443"/>
                    <a:pt x="11376" y="1443"/>
                  </a:cubicBezTo>
                  <a:cubicBezTo>
                    <a:pt x="11629" y="1443"/>
                    <a:pt x="11833" y="1315"/>
                    <a:pt x="11930" y="1045"/>
                  </a:cubicBezTo>
                  <a:cubicBezTo>
                    <a:pt x="12035" y="770"/>
                    <a:pt x="11865" y="441"/>
                    <a:pt x="11536" y="389"/>
                  </a:cubicBezTo>
                  <a:cubicBezTo>
                    <a:pt x="11481" y="367"/>
                    <a:pt x="11424" y="356"/>
                    <a:pt x="11369" y="356"/>
                  </a:cubicBezTo>
                  <a:close/>
                  <a:moveTo>
                    <a:pt x="6278" y="356"/>
                  </a:moveTo>
                  <a:cubicBezTo>
                    <a:pt x="6214" y="356"/>
                    <a:pt x="6147" y="367"/>
                    <a:pt x="6077" y="389"/>
                  </a:cubicBezTo>
                  <a:cubicBezTo>
                    <a:pt x="5801" y="507"/>
                    <a:pt x="5631" y="770"/>
                    <a:pt x="5749" y="1098"/>
                  </a:cubicBezTo>
                  <a:cubicBezTo>
                    <a:pt x="5831" y="1313"/>
                    <a:pt x="6016" y="1464"/>
                    <a:pt x="6250" y="1464"/>
                  </a:cubicBezTo>
                  <a:cubicBezTo>
                    <a:pt x="6316" y="1464"/>
                    <a:pt x="6385" y="1452"/>
                    <a:pt x="6457" y="1426"/>
                  </a:cubicBezTo>
                  <a:cubicBezTo>
                    <a:pt x="6733" y="1321"/>
                    <a:pt x="6891" y="1045"/>
                    <a:pt x="6786" y="717"/>
                  </a:cubicBezTo>
                  <a:cubicBezTo>
                    <a:pt x="6703" y="500"/>
                    <a:pt x="6514" y="356"/>
                    <a:pt x="6278" y="356"/>
                  </a:cubicBezTo>
                  <a:close/>
                  <a:moveTo>
                    <a:pt x="13000" y="1047"/>
                  </a:moveTo>
                  <a:cubicBezTo>
                    <a:pt x="12807" y="1047"/>
                    <a:pt x="12602" y="1131"/>
                    <a:pt x="12521" y="1321"/>
                  </a:cubicBezTo>
                  <a:cubicBezTo>
                    <a:pt x="12363" y="1596"/>
                    <a:pt x="12468" y="1924"/>
                    <a:pt x="12691" y="2082"/>
                  </a:cubicBezTo>
                  <a:cubicBezTo>
                    <a:pt x="12782" y="2121"/>
                    <a:pt x="12879" y="2141"/>
                    <a:pt x="12973" y="2141"/>
                  </a:cubicBezTo>
                  <a:cubicBezTo>
                    <a:pt x="13165" y="2141"/>
                    <a:pt x="13347" y="2057"/>
                    <a:pt x="13453" y="1872"/>
                  </a:cubicBezTo>
                  <a:cubicBezTo>
                    <a:pt x="13623" y="1596"/>
                    <a:pt x="13505" y="1268"/>
                    <a:pt x="13243" y="1098"/>
                  </a:cubicBezTo>
                  <a:cubicBezTo>
                    <a:pt x="13173" y="1065"/>
                    <a:pt x="13088" y="1047"/>
                    <a:pt x="13000" y="1047"/>
                  </a:cubicBezTo>
                  <a:close/>
                  <a:moveTo>
                    <a:pt x="4668" y="1079"/>
                  </a:moveTo>
                  <a:cubicBezTo>
                    <a:pt x="4572" y="1079"/>
                    <a:pt x="4474" y="1105"/>
                    <a:pt x="4384" y="1163"/>
                  </a:cubicBezTo>
                  <a:cubicBezTo>
                    <a:pt x="4161" y="1321"/>
                    <a:pt x="4056" y="1649"/>
                    <a:pt x="4213" y="1924"/>
                  </a:cubicBezTo>
                  <a:cubicBezTo>
                    <a:pt x="4325" y="2071"/>
                    <a:pt x="4505" y="2167"/>
                    <a:pt x="4690" y="2167"/>
                  </a:cubicBezTo>
                  <a:cubicBezTo>
                    <a:pt x="4787" y="2167"/>
                    <a:pt x="4884" y="2141"/>
                    <a:pt x="4974" y="2082"/>
                  </a:cubicBezTo>
                  <a:cubicBezTo>
                    <a:pt x="5198" y="1924"/>
                    <a:pt x="5303" y="1596"/>
                    <a:pt x="5145" y="1321"/>
                  </a:cubicBezTo>
                  <a:cubicBezTo>
                    <a:pt x="5033" y="1174"/>
                    <a:pt x="4853" y="1079"/>
                    <a:pt x="4668" y="1079"/>
                  </a:cubicBezTo>
                  <a:close/>
                  <a:moveTo>
                    <a:pt x="14394" y="2078"/>
                  </a:moveTo>
                  <a:cubicBezTo>
                    <a:pt x="14239" y="2078"/>
                    <a:pt x="14088" y="2134"/>
                    <a:pt x="14004" y="2253"/>
                  </a:cubicBezTo>
                  <a:cubicBezTo>
                    <a:pt x="13781" y="2476"/>
                    <a:pt x="13781" y="2804"/>
                    <a:pt x="14004" y="3014"/>
                  </a:cubicBezTo>
                  <a:cubicBezTo>
                    <a:pt x="14126" y="3112"/>
                    <a:pt x="14258" y="3157"/>
                    <a:pt x="14385" y="3157"/>
                  </a:cubicBezTo>
                  <a:cubicBezTo>
                    <a:pt x="14546" y="3157"/>
                    <a:pt x="14700" y="3086"/>
                    <a:pt x="14817" y="2961"/>
                  </a:cubicBezTo>
                  <a:cubicBezTo>
                    <a:pt x="14988" y="2738"/>
                    <a:pt x="14988" y="2410"/>
                    <a:pt x="14765" y="2200"/>
                  </a:cubicBezTo>
                  <a:cubicBezTo>
                    <a:pt x="14667" y="2121"/>
                    <a:pt x="14529" y="2078"/>
                    <a:pt x="14394" y="2078"/>
                  </a:cubicBezTo>
                  <a:close/>
                  <a:moveTo>
                    <a:pt x="3283" y="2091"/>
                  </a:moveTo>
                  <a:cubicBezTo>
                    <a:pt x="3148" y="2091"/>
                    <a:pt x="3007" y="2147"/>
                    <a:pt x="2901" y="2253"/>
                  </a:cubicBezTo>
                  <a:cubicBezTo>
                    <a:pt x="2678" y="2476"/>
                    <a:pt x="2678" y="2804"/>
                    <a:pt x="2848" y="3014"/>
                  </a:cubicBezTo>
                  <a:cubicBezTo>
                    <a:pt x="2967" y="3133"/>
                    <a:pt x="3116" y="3188"/>
                    <a:pt x="3269" y="3188"/>
                  </a:cubicBezTo>
                  <a:cubicBezTo>
                    <a:pt x="3403" y="3188"/>
                    <a:pt x="3540" y="3146"/>
                    <a:pt x="3662" y="3066"/>
                  </a:cubicBezTo>
                  <a:cubicBezTo>
                    <a:pt x="3885" y="2856"/>
                    <a:pt x="3885" y="2528"/>
                    <a:pt x="3662" y="2305"/>
                  </a:cubicBezTo>
                  <a:cubicBezTo>
                    <a:pt x="3579" y="2160"/>
                    <a:pt x="3434" y="2091"/>
                    <a:pt x="3283" y="2091"/>
                  </a:cubicBezTo>
                  <a:close/>
                  <a:moveTo>
                    <a:pt x="15559" y="3359"/>
                  </a:moveTo>
                  <a:cubicBezTo>
                    <a:pt x="15451" y="3359"/>
                    <a:pt x="15348" y="3392"/>
                    <a:pt x="15264" y="3460"/>
                  </a:cubicBezTo>
                  <a:cubicBezTo>
                    <a:pt x="14988" y="3617"/>
                    <a:pt x="14936" y="3998"/>
                    <a:pt x="15093" y="4221"/>
                  </a:cubicBezTo>
                  <a:cubicBezTo>
                    <a:pt x="15222" y="4381"/>
                    <a:pt x="15386" y="4465"/>
                    <a:pt x="15545" y="4465"/>
                  </a:cubicBezTo>
                  <a:cubicBezTo>
                    <a:pt x="15661" y="4465"/>
                    <a:pt x="15773" y="4420"/>
                    <a:pt x="15867" y="4326"/>
                  </a:cubicBezTo>
                  <a:cubicBezTo>
                    <a:pt x="16130" y="4169"/>
                    <a:pt x="16195" y="3841"/>
                    <a:pt x="16025" y="3565"/>
                  </a:cubicBezTo>
                  <a:cubicBezTo>
                    <a:pt x="15891" y="3431"/>
                    <a:pt x="15720" y="3359"/>
                    <a:pt x="15559" y="3359"/>
                  </a:cubicBezTo>
                  <a:close/>
                  <a:moveTo>
                    <a:pt x="2124" y="3411"/>
                  </a:moveTo>
                  <a:cubicBezTo>
                    <a:pt x="1954" y="3411"/>
                    <a:pt x="1796" y="3484"/>
                    <a:pt x="1694" y="3617"/>
                  </a:cubicBezTo>
                  <a:cubicBezTo>
                    <a:pt x="1484" y="3893"/>
                    <a:pt x="1536" y="4221"/>
                    <a:pt x="1812" y="4379"/>
                  </a:cubicBezTo>
                  <a:cubicBezTo>
                    <a:pt x="1896" y="4447"/>
                    <a:pt x="2010" y="4480"/>
                    <a:pt x="2126" y="4480"/>
                  </a:cubicBezTo>
                  <a:cubicBezTo>
                    <a:pt x="2300" y="4480"/>
                    <a:pt x="2479" y="4407"/>
                    <a:pt x="2573" y="4274"/>
                  </a:cubicBezTo>
                  <a:cubicBezTo>
                    <a:pt x="2743" y="3998"/>
                    <a:pt x="2678" y="3670"/>
                    <a:pt x="2468" y="3512"/>
                  </a:cubicBezTo>
                  <a:cubicBezTo>
                    <a:pt x="2357" y="3444"/>
                    <a:pt x="2238" y="3411"/>
                    <a:pt x="2124" y="3411"/>
                  </a:cubicBezTo>
                  <a:close/>
                  <a:moveTo>
                    <a:pt x="16406" y="4837"/>
                  </a:moveTo>
                  <a:cubicBezTo>
                    <a:pt x="16334" y="4837"/>
                    <a:pt x="16263" y="4850"/>
                    <a:pt x="16195" y="4877"/>
                  </a:cubicBezTo>
                  <a:cubicBezTo>
                    <a:pt x="15920" y="5035"/>
                    <a:pt x="15802" y="5363"/>
                    <a:pt x="15920" y="5639"/>
                  </a:cubicBezTo>
                  <a:cubicBezTo>
                    <a:pt x="16037" y="5844"/>
                    <a:pt x="16249" y="5954"/>
                    <a:pt x="16463" y="5954"/>
                  </a:cubicBezTo>
                  <a:cubicBezTo>
                    <a:pt x="16536" y="5954"/>
                    <a:pt x="16610" y="5941"/>
                    <a:pt x="16681" y="5914"/>
                  </a:cubicBezTo>
                  <a:cubicBezTo>
                    <a:pt x="16957" y="5757"/>
                    <a:pt x="17062" y="5481"/>
                    <a:pt x="16957" y="5153"/>
                  </a:cubicBezTo>
                  <a:cubicBezTo>
                    <a:pt x="16830" y="4948"/>
                    <a:pt x="16616" y="4837"/>
                    <a:pt x="16406" y="4837"/>
                  </a:cubicBezTo>
                  <a:close/>
                  <a:moveTo>
                    <a:pt x="1266" y="4890"/>
                  </a:moveTo>
                  <a:cubicBezTo>
                    <a:pt x="1054" y="4890"/>
                    <a:pt x="853" y="5000"/>
                    <a:pt x="775" y="5205"/>
                  </a:cubicBezTo>
                  <a:cubicBezTo>
                    <a:pt x="604" y="5481"/>
                    <a:pt x="775" y="5809"/>
                    <a:pt x="1037" y="5967"/>
                  </a:cubicBezTo>
                  <a:cubicBezTo>
                    <a:pt x="1107" y="5997"/>
                    <a:pt x="1180" y="6011"/>
                    <a:pt x="1253" y="6011"/>
                  </a:cubicBezTo>
                  <a:cubicBezTo>
                    <a:pt x="1466" y="6011"/>
                    <a:pt x="1671" y="5883"/>
                    <a:pt x="1759" y="5639"/>
                  </a:cubicBezTo>
                  <a:cubicBezTo>
                    <a:pt x="1864" y="5363"/>
                    <a:pt x="1759" y="5100"/>
                    <a:pt x="1484" y="4930"/>
                  </a:cubicBezTo>
                  <a:cubicBezTo>
                    <a:pt x="1413" y="4903"/>
                    <a:pt x="1339" y="4890"/>
                    <a:pt x="1266" y="4890"/>
                  </a:cubicBezTo>
                  <a:close/>
                  <a:moveTo>
                    <a:pt x="16973" y="6508"/>
                  </a:moveTo>
                  <a:cubicBezTo>
                    <a:pt x="16934" y="6508"/>
                    <a:pt x="16893" y="6511"/>
                    <a:pt x="16852" y="6518"/>
                  </a:cubicBezTo>
                  <a:cubicBezTo>
                    <a:pt x="16576" y="6570"/>
                    <a:pt x="16353" y="6846"/>
                    <a:pt x="16458" y="7174"/>
                  </a:cubicBezTo>
                  <a:cubicBezTo>
                    <a:pt x="16517" y="7421"/>
                    <a:pt x="16734" y="7615"/>
                    <a:pt x="17014" y="7615"/>
                  </a:cubicBezTo>
                  <a:cubicBezTo>
                    <a:pt x="17047" y="7615"/>
                    <a:pt x="17080" y="7613"/>
                    <a:pt x="17114" y="7607"/>
                  </a:cubicBezTo>
                  <a:cubicBezTo>
                    <a:pt x="17390" y="7502"/>
                    <a:pt x="17560" y="7227"/>
                    <a:pt x="17508" y="6951"/>
                  </a:cubicBezTo>
                  <a:cubicBezTo>
                    <a:pt x="17451" y="6664"/>
                    <a:pt x="17243" y="6508"/>
                    <a:pt x="16973" y="6508"/>
                  </a:cubicBezTo>
                  <a:close/>
                  <a:moveTo>
                    <a:pt x="721" y="6560"/>
                  </a:moveTo>
                  <a:cubicBezTo>
                    <a:pt x="473" y="6560"/>
                    <a:pt x="217" y="6717"/>
                    <a:pt x="171" y="7003"/>
                  </a:cubicBezTo>
                  <a:cubicBezTo>
                    <a:pt x="119" y="7279"/>
                    <a:pt x="329" y="7555"/>
                    <a:pt x="604" y="7607"/>
                  </a:cubicBezTo>
                  <a:cubicBezTo>
                    <a:pt x="656" y="7629"/>
                    <a:pt x="710" y="7640"/>
                    <a:pt x="763" y="7640"/>
                  </a:cubicBezTo>
                  <a:cubicBezTo>
                    <a:pt x="993" y="7640"/>
                    <a:pt x="1218" y="7450"/>
                    <a:pt x="1260" y="7227"/>
                  </a:cubicBezTo>
                  <a:cubicBezTo>
                    <a:pt x="1313" y="6898"/>
                    <a:pt x="1155" y="6623"/>
                    <a:pt x="827" y="6570"/>
                  </a:cubicBezTo>
                  <a:cubicBezTo>
                    <a:pt x="792" y="6564"/>
                    <a:pt x="757" y="6560"/>
                    <a:pt x="721" y="6560"/>
                  </a:cubicBezTo>
                  <a:close/>
                  <a:moveTo>
                    <a:pt x="552" y="8263"/>
                  </a:moveTo>
                  <a:cubicBezTo>
                    <a:pt x="224" y="8263"/>
                    <a:pt x="1" y="8539"/>
                    <a:pt x="1" y="8815"/>
                  </a:cubicBezTo>
                  <a:cubicBezTo>
                    <a:pt x="1" y="9143"/>
                    <a:pt x="224" y="9366"/>
                    <a:pt x="552" y="9366"/>
                  </a:cubicBezTo>
                  <a:cubicBezTo>
                    <a:pt x="827" y="9366"/>
                    <a:pt x="1103" y="9143"/>
                    <a:pt x="1103" y="8815"/>
                  </a:cubicBezTo>
                  <a:cubicBezTo>
                    <a:pt x="1103" y="8539"/>
                    <a:pt x="827" y="8263"/>
                    <a:pt x="552" y="8263"/>
                  </a:cubicBezTo>
                  <a:close/>
                  <a:moveTo>
                    <a:pt x="17180" y="8211"/>
                  </a:moveTo>
                  <a:cubicBezTo>
                    <a:pt x="16852" y="8211"/>
                    <a:pt x="16629" y="8486"/>
                    <a:pt x="16629" y="8762"/>
                  </a:cubicBezTo>
                  <a:cubicBezTo>
                    <a:pt x="16629" y="8771"/>
                    <a:pt x="16629" y="8780"/>
                    <a:pt x="16629" y="8788"/>
                  </a:cubicBezTo>
                  <a:lnTo>
                    <a:pt x="16629" y="8788"/>
                  </a:lnTo>
                  <a:cubicBezTo>
                    <a:pt x="16629" y="8797"/>
                    <a:pt x="16629" y="8806"/>
                    <a:pt x="16629" y="8815"/>
                  </a:cubicBezTo>
                  <a:cubicBezTo>
                    <a:pt x="16629" y="9090"/>
                    <a:pt x="16852" y="9366"/>
                    <a:pt x="17180" y="9366"/>
                  </a:cubicBezTo>
                  <a:cubicBezTo>
                    <a:pt x="17442" y="9366"/>
                    <a:pt x="17718" y="9090"/>
                    <a:pt x="17718" y="8815"/>
                  </a:cubicBezTo>
                  <a:cubicBezTo>
                    <a:pt x="17718" y="8806"/>
                    <a:pt x="17718" y="8797"/>
                    <a:pt x="17717" y="8788"/>
                  </a:cubicBezTo>
                  <a:lnTo>
                    <a:pt x="17717" y="8788"/>
                  </a:lnTo>
                  <a:cubicBezTo>
                    <a:pt x="17718" y="8780"/>
                    <a:pt x="17718" y="8771"/>
                    <a:pt x="17718" y="8762"/>
                  </a:cubicBezTo>
                  <a:cubicBezTo>
                    <a:pt x="17718" y="8486"/>
                    <a:pt x="17442" y="8211"/>
                    <a:pt x="17180" y="8211"/>
                  </a:cubicBezTo>
                  <a:close/>
                  <a:moveTo>
                    <a:pt x="16976" y="10008"/>
                  </a:moveTo>
                  <a:cubicBezTo>
                    <a:pt x="16714" y="10008"/>
                    <a:pt x="16514" y="10167"/>
                    <a:pt x="16458" y="10403"/>
                  </a:cubicBezTo>
                  <a:cubicBezTo>
                    <a:pt x="16405" y="10731"/>
                    <a:pt x="16576" y="11006"/>
                    <a:pt x="16852" y="11059"/>
                  </a:cubicBezTo>
                  <a:cubicBezTo>
                    <a:pt x="16892" y="11065"/>
                    <a:pt x="16931" y="11068"/>
                    <a:pt x="16969" y="11068"/>
                  </a:cubicBezTo>
                  <a:cubicBezTo>
                    <a:pt x="17241" y="11068"/>
                    <a:pt x="17450" y="10909"/>
                    <a:pt x="17508" y="10678"/>
                  </a:cubicBezTo>
                  <a:cubicBezTo>
                    <a:pt x="17560" y="10350"/>
                    <a:pt x="17390" y="10074"/>
                    <a:pt x="17114" y="10022"/>
                  </a:cubicBezTo>
                  <a:cubicBezTo>
                    <a:pt x="17067" y="10012"/>
                    <a:pt x="17021" y="10008"/>
                    <a:pt x="16976" y="10008"/>
                  </a:cubicBezTo>
                  <a:close/>
                  <a:moveTo>
                    <a:pt x="741" y="10008"/>
                  </a:moveTo>
                  <a:cubicBezTo>
                    <a:pt x="697" y="10008"/>
                    <a:pt x="651" y="10013"/>
                    <a:pt x="604" y="10022"/>
                  </a:cubicBezTo>
                  <a:cubicBezTo>
                    <a:pt x="329" y="10074"/>
                    <a:pt x="119" y="10403"/>
                    <a:pt x="171" y="10678"/>
                  </a:cubicBezTo>
                  <a:cubicBezTo>
                    <a:pt x="266" y="10915"/>
                    <a:pt x="499" y="11119"/>
                    <a:pt x="745" y="11119"/>
                  </a:cubicBezTo>
                  <a:cubicBezTo>
                    <a:pt x="773" y="11119"/>
                    <a:pt x="800" y="11116"/>
                    <a:pt x="827" y="11111"/>
                  </a:cubicBezTo>
                  <a:cubicBezTo>
                    <a:pt x="1155" y="11006"/>
                    <a:pt x="1313" y="10731"/>
                    <a:pt x="1260" y="10455"/>
                  </a:cubicBezTo>
                  <a:cubicBezTo>
                    <a:pt x="1215" y="10174"/>
                    <a:pt x="1006" y="10008"/>
                    <a:pt x="741" y="10008"/>
                  </a:cubicBezTo>
                  <a:close/>
                  <a:moveTo>
                    <a:pt x="1260" y="11669"/>
                  </a:moveTo>
                  <a:cubicBezTo>
                    <a:pt x="1185" y="11669"/>
                    <a:pt x="1109" y="11684"/>
                    <a:pt x="1037" y="11715"/>
                  </a:cubicBezTo>
                  <a:cubicBezTo>
                    <a:pt x="775" y="11820"/>
                    <a:pt x="657" y="12148"/>
                    <a:pt x="775" y="12424"/>
                  </a:cubicBezTo>
                  <a:cubicBezTo>
                    <a:pt x="853" y="12629"/>
                    <a:pt x="1054" y="12739"/>
                    <a:pt x="1266" y="12739"/>
                  </a:cubicBezTo>
                  <a:cubicBezTo>
                    <a:pt x="1339" y="12739"/>
                    <a:pt x="1413" y="12726"/>
                    <a:pt x="1484" y="12699"/>
                  </a:cubicBezTo>
                  <a:cubicBezTo>
                    <a:pt x="1759" y="12581"/>
                    <a:pt x="1864" y="12253"/>
                    <a:pt x="1759" y="11991"/>
                  </a:cubicBezTo>
                  <a:cubicBezTo>
                    <a:pt x="1672" y="11787"/>
                    <a:pt x="1470" y="11669"/>
                    <a:pt x="1260" y="11669"/>
                  </a:cubicBezTo>
                  <a:close/>
                  <a:moveTo>
                    <a:pt x="16446" y="11647"/>
                  </a:moveTo>
                  <a:cubicBezTo>
                    <a:pt x="16241" y="11647"/>
                    <a:pt x="16048" y="11791"/>
                    <a:pt x="15972" y="11991"/>
                  </a:cubicBezTo>
                  <a:cubicBezTo>
                    <a:pt x="15802" y="12253"/>
                    <a:pt x="15972" y="12581"/>
                    <a:pt x="16248" y="12699"/>
                  </a:cubicBezTo>
                  <a:cubicBezTo>
                    <a:pt x="16319" y="12726"/>
                    <a:pt x="16393" y="12739"/>
                    <a:pt x="16465" y="12739"/>
                  </a:cubicBezTo>
                  <a:cubicBezTo>
                    <a:pt x="16677" y="12739"/>
                    <a:pt x="16879" y="12629"/>
                    <a:pt x="16957" y="12424"/>
                  </a:cubicBezTo>
                  <a:cubicBezTo>
                    <a:pt x="17062" y="12148"/>
                    <a:pt x="16957" y="11820"/>
                    <a:pt x="16681" y="11715"/>
                  </a:cubicBezTo>
                  <a:cubicBezTo>
                    <a:pt x="16605" y="11668"/>
                    <a:pt x="16525" y="11647"/>
                    <a:pt x="16446" y="11647"/>
                  </a:cubicBezTo>
                  <a:close/>
                  <a:moveTo>
                    <a:pt x="15587" y="13147"/>
                  </a:moveTo>
                  <a:cubicBezTo>
                    <a:pt x="15413" y="13147"/>
                    <a:pt x="15250" y="13219"/>
                    <a:pt x="15146" y="13355"/>
                  </a:cubicBezTo>
                  <a:cubicBezTo>
                    <a:pt x="14988" y="13631"/>
                    <a:pt x="14988" y="13959"/>
                    <a:pt x="15264" y="14117"/>
                  </a:cubicBezTo>
                  <a:cubicBezTo>
                    <a:pt x="15352" y="14211"/>
                    <a:pt x="15473" y="14256"/>
                    <a:pt x="15596" y="14256"/>
                  </a:cubicBezTo>
                  <a:cubicBezTo>
                    <a:pt x="15764" y="14256"/>
                    <a:pt x="15934" y="14171"/>
                    <a:pt x="16025" y="14012"/>
                  </a:cubicBezTo>
                  <a:cubicBezTo>
                    <a:pt x="16195" y="13789"/>
                    <a:pt x="16130" y="13408"/>
                    <a:pt x="15920" y="13237"/>
                  </a:cubicBezTo>
                  <a:cubicBezTo>
                    <a:pt x="15813" y="13176"/>
                    <a:pt x="15697" y="13147"/>
                    <a:pt x="15587" y="13147"/>
                  </a:cubicBezTo>
                  <a:close/>
                  <a:moveTo>
                    <a:pt x="2128" y="13149"/>
                  </a:moveTo>
                  <a:cubicBezTo>
                    <a:pt x="2023" y="13149"/>
                    <a:pt x="1914" y="13179"/>
                    <a:pt x="1812" y="13237"/>
                  </a:cubicBezTo>
                  <a:cubicBezTo>
                    <a:pt x="1589" y="13460"/>
                    <a:pt x="1536" y="13789"/>
                    <a:pt x="1694" y="14012"/>
                  </a:cubicBezTo>
                  <a:cubicBezTo>
                    <a:pt x="1799" y="14182"/>
                    <a:pt x="1964" y="14267"/>
                    <a:pt x="2140" y="14267"/>
                  </a:cubicBezTo>
                  <a:cubicBezTo>
                    <a:pt x="2249" y="14267"/>
                    <a:pt x="2362" y="14234"/>
                    <a:pt x="2468" y="14169"/>
                  </a:cubicBezTo>
                  <a:cubicBezTo>
                    <a:pt x="2678" y="13959"/>
                    <a:pt x="2743" y="13631"/>
                    <a:pt x="2573" y="13408"/>
                  </a:cubicBezTo>
                  <a:cubicBezTo>
                    <a:pt x="2474" y="13235"/>
                    <a:pt x="2307" y="13149"/>
                    <a:pt x="2128" y="13149"/>
                  </a:cubicBezTo>
                  <a:close/>
                  <a:moveTo>
                    <a:pt x="3286" y="14448"/>
                  </a:moveTo>
                  <a:cubicBezTo>
                    <a:pt x="3150" y="14448"/>
                    <a:pt x="3012" y="14504"/>
                    <a:pt x="2901" y="14615"/>
                  </a:cubicBezTo>
                  <a:cubicBezTo>
                    <a:pt x="2678" y="14825"/>
                    <a:pt x="2743" y="15206"/>
                    <a:pt x="2953" y="15377"/>
                  </a:cubicBezTo>
                  <a:cubicBezTo>
                    <a:pt x="3065" y="15488"/>
                    <a:pt x="3203" y="15544"/>
                    <a:pt x="3341" y="15544"/>
                  </a:cubicBezTo>
                  <a:cubicBezTo>
                    <a:pt x="3478" y="15544"/>
                    <a:pt x="3616" y="15488"/>
                    <a:pt x="3728" y="15377"/>
                  </a:cubicBezTo>
                  <a:cubicBezTo>
                    <a:pt x="3885" y="15153"/>
                    <a:pt x="3885" y="14773"/>
                    <a:pt x="3662" y="14615"/>
                  </a:cubicBezTo>
                  <a:cubicBezTo>
                    <a:pt x="3557" y="14504"/>
                    <a:pt x="3423" y="14448"/>
                    <a:pt x="3286" y="14448"/>
                  </a:cubicBezTo>
                  <a:close/>
                  <a:moveTo>
                    <a:pt x="14406" y="14439"/>
                  </a:moveTo>
                  <a:cubicBezTo>
                    <a:pt x="14282" y="14439"/>
                    <a:pt x="14158" y="14478"/>
                    <a:pt x="14056" y="14550"/>
                  </a:cubicBezTo>
                  <a:cubicBezTo>
                    <a:pt x="13833" y="14773"/>
                    <a:pt x="13781" y="15101"/>
                    <a:pt x="14004" y="15377"/>
                  </a:cubicBezTo>
                  <a:cubicBezTo>
                    <a:pt x="14115" y="15488"/>
                    <a:pt x="14253" y="15544"/>
                    <a:pt x="14389" y="15544"/>
                  </a:cubicBezTo>
                  <a:cubicBezTo>
                    <a:pt x="14525" y="15544"/>
                    <a:pt x="14660" y="15488"/>
                    <a:pt x="14765" y="15377"/>
                  </a:cubicBezTo>
                  <a:cubicBezTo>
                    <a:pt x="14988" y="15206"/>
                    <a:pt x="15041" y="14825"/>
                    <a:pt x="14817" y="14615"/>
                  </a:cubicBezTo>
                  <a:cubicBezTo>
                    <a:pt x="14703" y="14494"/>
                    <a:pt x="14554" y="14439"/>
                    <a:pt x="14406" y="14439"/>
                  </a:cubicBezTo>
                  <a:close/>
                  <a:moveTo>
                    <a:pt x="4712" y="15460"/>
                  </a:moveTo>
                  <a:cubicBezTo>
                    <a:pt x="4519" y="15460"/>
                    <a:pt x="4330" y="15569"/>
                    <a:pt x="4213" y="15757"/>
                  </a:cubicBezTo>
                  <a:cubicBezTo>
                    <a:pt x="4108" y="15980"/>
                    <a:pt x="4161" y="16361"/>
                    <a:pt x="4436" y="16466"/>
                  </a:cubicBezTo>
                  <a:cubicBezTo>
                    <a:pt x="4528" y="16523"/>
                    <a:pt x="4626" y="16547"/>
                    <a:pt x="4721" y="16547"/>
                  </a:cubicBezTo>
                  <a:cubicBezTo>
                    <a:pt x="4912" y="16547"/>
                    <a:pt x="5093" y="16448"/>
                    <a:pt x="5198" y="16308"/>
                  </a:cubicBezTo>
                  <a:cubicBezTo>
                    <a:pt x="5303" y="16033"/>
                    <a:pt x="5250" y="15705"/>
                    <a:pt x="4974" y="15534"/>
                  </a:cubicBezTo>
                  <a:cubicBezTo>
                    <a:pt x="4891" y="15484"/>
                    <a:pt x="4801" y="15460"/>
                    <a:pt x="4712" y="15460"/>
                  </a:cubicBezTo>
                  <a:close/>
                  <a:moveTo>
                    <a:pt x="13015" y="15460"/>
                  </a:moveTo>
                  <a:cubicBezTo>
                    <a:pt x="12924" y="15460"/>
                    <a:pt x="12831" y="15484"/>
                    <a:pt x="12744" y="15534"/>
                  </a:cubicBezTo>
                  <a:cubicBezTo>
                    <a:pt x="12468" y="15705"/>
                    <a:pt x="12416" y="16033"/>
                    <a:pt x="12521" y="16308"/>
                  </a:cubicBezTo>
                  <a:cubicBezTo>
                    <a:pt x="12634" y="16448"/>
                    <a:pt x="12818" y="16547"/>
                    <a:pt x="13010" y="16547"/>
                  </a:cubicBezTo>
                  <a:cubicBezTo>
                    <a:pt x="13105" y="16547"/>
                    <a:pt x="13203" y="16523"/>
                    <a:pt x="13295" y="16466"/>
                  </a:cubicBezTo>
                  <a:cubicBezTo>
                    <a:pt x="13571" y="16308"/>
                    <a:pt x="13623" y="15980"/>
                    <a:pt x="13505" y="15757"/>
                  </a:cubicBezTo>
                  <a:cubicBezTo>
                    <a:pt x="13398" y="15569"/>
                    <a:pt x="13211" y="15460"/>
                    <a:pt x="13015" y="15460"/>
                  </a:cubicBezTo>
                  <a:close/>
                  <a:moveTo>
                    <a:pt x="6289" y="16159"/>
                  </a:moveTo>
                  <a:cubicBezTo>
                    <a:pt x="6062" y="16159"/>
                    <a:pt x="5843" y="16321"/>
                    <a:pt x="5801" y="16584"/>
                  </a:cubicBezTo>
                  <a:cubicBezTo>
                    <a:pt x="5696" y="16846"/>
                    <a:pt x="5854" y="17122"/>
                    <a:pt x="6129" y="17240"/>
                  </a:cubicBezTo>
                  <a:cubicBezTo>
                    <a:pt x="6186" y="17262"/>
                    <a:pt x="6244" y="17272"/>
                    <a:pt x="6303" y="17272"/>
                  </a:cubicBezTo>
                  <a:cubicBezTo>
                    <a:pt x="6530" y="17272"/>
                    <a:pt x="6755" y="17121"/>
                    <a:pt x="6838" y="16912"/>
                  </a:cubicBezTo>
                  <a:cubicBezTo>
                    <a:pt x="6891" y="16584"/>
                    <a:pt x="6733" y="16308"/>
                    <a:pt x="6457" y="16190"/>
                  </a:cubicBezTo>
                  <a:cubicBezTo>
                    <a:pt x="6403" y="16169"/>
                    <a:pt x="6346" y="16159"/>
                    <a:pt x="6289" y="16159"/>
                  </a:cubicBezTo>
                  <a:close/>
                  <a:moveTo>
                    <a:pt x="11440" y="16159"/>
                  </a:moveTo>
                  <a:cubicBezTo>
                    <a:pt x="11384" y="16159"/>
                    <a:pt x="11328" y="16169"/>
                    <a:pt x="11274" y="16190"/>
                  </a:cubicBezTo>
                  <a:cubicBezTo>
                    <a:pt x="10998" y="16308"/>
                    <a:pt x="10828" y="16584"/>
                    <a:pt x="10880" y="16912"/>
                  </a:cubicBezTo>
                  <a:cubicBezTo>
                    <a:pt x="10974" y="17121"/>
                    <a:pt x="11201" y="17272"/>
                    <a:pt x="11429" y="17272"/>
                  </a:cubicBezTo>
                  <a:cubicBezTo>
                    <a:pt x="11487" y="17272"/>
                    <a:pt x="11546" y="17262"/>
                    <a:pt x="11602" y="17240"/>
                  </a:cubicBezTo>
                  <a:cubicBezTo>
                    <a:pt x="11865" y="17122"/>
                    <a:pt x="12035" y="16846"/>
                    <a:pt x="11930" y="16518"/>
                  </a:cubicBezTo>
                  <a:cubicBezTo>
                    <a:pt x="11878" y="16309"/>
                    <a:pt x="11660" y="16159"/>
                    <a:pt x="11440" y="16159"/>
                  </a:cubicBezTo>
                  <a:close/>
                  <a:moveTo>
                    <a:pt x="8045" y="16518"/>
                  </a:moveTo>
                  <a:cubicBezTo>
                    <a:pt x="7770" y="16518"/>
                    <a:pt x="7494" y="16741"/>
                    <a:pt x="7442" y="17017"/>
                  </a:cubicBezTo>
                  <a:cubicBezTo>
                    <a:pt x="7442" y="17345"/>
                    <a:pt x="7665" y="17621"/>
                    <a:pt x="7927" y="17621"/>
                  </a:cubicBezTo>
                  <a:cubicBezTo>
                    <a:pt x="7960" y="17626"/>
                    <a:pt x="7991" y="17628"/>
                    <a:pt x="8021" y="17628"/>
                  </a:cubicBezTo>
                  <a:cubicBezTo>
                    <a:pt x="8298" y="17628"/>
                    <a:pt x="8484" y="17418"/>
                    <a:pt x="8531" y="17122"/>
                  </a:cubicBezTo>
                  <a:cubicBezTo>
                    <a:pt x="8584" y="16846"/>
                    <a:pt x="8374" y="16584"/>
                    <a:pt x="8045" y="16518"/>
                  </a:cubicBezTo>
                  <a:close/>
                  <a:moveTo>
                    <a:pt x="9686" y="16518"/>
                  </a:moveTo>
                  <a:cubicBezTo>
                    <a:pt x="9358" y="16584"/>
                    <a:pt x="9135" y="16846"/>
                    <a:pt x="9187" y="17122"/>
                  </a:cubicBezTo>
                  <a:cubicBezTo>
                    <a:pt x="9235" y="17418"/>
                    <a:pt x="9421" y="17628"/>
                    <a:pt x="9697" y="17628"/>
                  </a:cubicBezTo>
                  <a:cubicBezTo>
                    <a:pt x="9728" y="17628"/>
                    <a:pt x="9759" y="17626"/>
                    <a:pt x="9791" y="17621"/>
                  </a:cubicBezTo>
                  <a:cubicBezTo>
                    <a:pt x="10067" y="17568"/>
                    <a:pt x="10290" y="17345"/>
                    <a:pt x="10290" y="17017"/>
                  </a:cubicBezTo>
                  <a:cubicBezTo>
                    <a:pt x="10224" y="16741"/>
                    <a:pt x="9962" y="16518"/>
                    <a:pt x="9686" y="165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3"/>
            <p:cNvSpPr/>
            <p:nvPr/>
          </p:nvSpPr>
          <p:spPr>
            <a:xfrm rot="-5400000">
              <a:off x="1927213" y="1549809"/>
              <a:ext cx="759300" cy="759300"/>
            </a:xfrm>
            <a:prstGeom prst="pie">
              <a:avLst>
                <a:gd fmla="val 0" name="adj1"/>
                <a:gd fmla="val 13286764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3"/>
            <p:cNvSpPr/>
            <p:nvPr/>
          </p:nvSpPr>
          <p:spPr>
            <a:xfrm>
              <a:off x="1975498" y="1603127"/>
              <a:ext cx="663297" cy="661064"/>
            </a:xfrm>
            <a:custGeom>
              <a:rect b="b" l="l" r="r" t="t"/>
              <a:pathLst>
                <a:path extrusionOk="0" h="15422" w="15475">
                  <a:moveTo>
                    <a:pt x="7757" y="1"/>
                  </a:moveTo>
                  <a:cubicBezTo>
                    <a:pt x="3492" y="1"/>
                    <a:pt x="1" y="3452"/>
                    <a:pt x="1" y="7718"/>
                  </a:cubicBezTo>
                  <a:cubicBezTo>
                    <a:pt x="1" y="11983"/>
                    <a:pt x="3492" y="15421"/>
                    <a:pt x="7757" y="15421"/>
                  </a:cubicBezTo>
                  <a:cubicBezTo>
                    <a:pt x="12022" y="15421"/>
                    <a:pt x="15474" y="11983"/>
                    <a:pt x="15474" y="7718"/>
                  </a:cubicBezTo>
                  <a:cubicBezTo>
                    <a:pt x="15474" y="3452"/>
                    <a:pt x="12022" y="1"/>
                    <a:pt x="7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3"/>
            <p:cNvSpPr/>
            <p:nvPr/>
          </p:nvSpPr>
          <p:spPr>
            <a:xfrm>
              <a:off x="2040779" y="1666698"/>
              <a:ext cx="534453" cy="534484"/>
            </a:xfrm>
            <a:custGeom>
              <a:rect b="b" l="l" r="r" t="t"/>
              <a:pathLst>
                <a:path extrusionOk="0" h="12469" w="12469">
                  <a:moveTo>
                    <a:pt x="6234" y="1"/>
                  </a:moveTo>
                  <a:cubicBezTo>
                    <a:pt x="2796" y="1"/>
                    <a:pt x="0" y="2783"/>
                    <a:pt x="0" y="6235"/>
                  </a:cubicBezTo>
                  <a:cubicBezTo>
                    <a:pt x="0" y="9673"/>
                    <a:pt x="2796" y="12468"/>
                    <a:pt x="6234" y="12468"/>
                  </a:cubicBezTo>
                  <a:cubicBezTo>
                    <a:pt x="9686" y="12468"/>
                    <a:pt x="12468" y="9673"/>
                    <a:pt x="12468" y="6235"/>
                  </a:cubicBezTo>
                  <a:cubicBezTo>
                    <a:pt x="12468" y="2783"/>
                    <a:pt x="9686" y="1"/>
                    <a:pt x="6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3"/>
            <p:cNvSpPr/>
            <p:nvPr/>
          </p:nvSpPr>
          <p:spPr>
            <a:xfrm>
              <a:off x="2144294" y="1791052"/>
              <a:ext cx="327984" cy="285824"/>
            </a:xfrm>
            <a:custGeom>
              <a:rect b="b" l="l" r="r" t="t"/>
              <a:pathLst>
                <a:path extrusionOk="0" h="6668" w="7652">
                  <a:moveTo>
                    <a:pt x="2559" y="3058"/>
                  </a:moveTo>
                  <a:lnTo>
                    <a:pt x="2559" y="3885"/>
                  </a:lnTo>
                  <a:lnTo>
                    <a:pt x="1798" y="3885"/>
                  </a:lnTo>
                  <a:lnTo>
                    <a:pt x="1798" y="3058"/>
                  </a:lnTo>
                  <a:close/>
                  <a:moveTo>
                    <a:pt x="4200" y="3058"/>
                  </a:moveTo>
                  <a:lnTo>
                    <a:pt x="4200" y="3885"/>
                  </a:lnTo>
                  <a:lnTo>
                    <a:pt x="3439" y="3885"/>
                  </a:lnTo>
                  <a:lnTo>
                    <a:pt x="3439" y="3058"/>
                  </a:lnTo>
                  <a:close/>
                  <a:moveTo>
                    <a:pt x="5840" y="3058"/>
                  </a:moveTo>
                  <a:lnTo>
                    <a:pt x="5840" y="3885"/>
                  </a:lnTo>
                  <a:lnTo>
                    <a:pt x="5079" y="3885"/>
                  </a:lnTo>
                  <a:lnTo>
                    <a:pt x="5079" y="3058"/>
                  </a:lnTo>
                  <a:close/>
                  <a:moveTo>
                    <a:pt x="2559" y="4593"/>
                  </a:moveTo>
                  <a:lnTo>
                    <a:pt x="2559" y="5407"/>
                  </a:lnTo>
                  <a:lnTo>
                    <a:pt x="1798" y="5407"/>
                  </a:lnTo>
                  <a:lnTo>
                    <a:pt x="1798" y="4593"/>
                  </a:lnTo>
                  <a:close/>
                  <a:moveTo>
                    <a:pt x="5840" y="4593"/>
                  </a:moveTo>
                  <a:lnTo>
                    <a:pt x="5840" y="5407"/>
                  </a:lnTo>
                  <a:lnTo>
                    <a:pt x="5079" y="5407"/>
                  </a:lnTo>
                  <a:lnTo>
                    <a:pt x="5079" y="4593"/>
                  </a:lnTo>
                  <a:close/>
                  <a:moveTo>
                    <a:pt x="3819" y="0"/>
                  </a:moveTo>
                  <a:lnTo>
                    <a:pt x="0" y="2953"/>
                  </a:lnTo>
                  <a:lnTo>
                    <a:pt x="984" y="2953"/>
                  </a:lnTo>
                  <a:lnTo>
                    <a:pt x="984" y="6667"/>
                  </a:lnTo>
                  <a:lnTo>
                    <a:pt x="3281" y="6667"/>
                  </a:lnTo>
                  <a:lnTo>
                    <a:pt x="3281" y="4593"/>
                  </a:lnTo>
                  <a:lnTo>
                    <a:pt x="4370" y="4593"/>
                  </a:lnTo>
                  <a:lnTo>
                    <a:pt x="4370" y="6667"/>
                  </a:lnTo>
                  <a:lnTo>
                    <a:pt x="6667" y="6667"/>
                  </a:lnTo>
                  <a:lnTo>
                    <a:pt x="6667" y="2953"/>
                  </a:lnTo>
                  <a:lnTo>
                    <a:pt x="7651" y="2953"/>
                  </a:lnTo>
                  <a:lnTo>
                    <a:pt x="5958" y="1693"/>
                  </a:lnTo>
                  <a:lnTo>
                    <a:pt x="5958" y="210"/>
                  </a:lnTo>
                  <a:lnTo>
                    <a:pt x="5302" y="210"/>
                  </a:lnTo>
                  <a:lnTo>
                    <a:pt x="5302" y="1142"/>
                  </a:lnTo>
                  <a:lnTo>
                    <a:pt x="3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8" name="Google Shape;2388;p63"/>
          <p:cNvGrpSpPr/>
          <p:nvPr/>
        </p:nvGrpSpPr>
        <p:grpSpPr>
          <a:xfrm>
            <a:off x="2880088" y="1523825"/>
            <a:ext cx="822446" cy="820222"/>
            <a:chOff x="2880088" y="1523825"/>
            <a:chExt cx="822446" cy="820222"/>
          </a:xfrm>
        </p:grpSpPr>
        <p:sp>
          <p:nvSpPr>
            <p:cNvPr id="2389" name="Google Shape;2389;p63"/>
            <p:cNvSpPr/>
            <p:nvPr/>
          </p:nvSpPr>
          <p:spPr>
            <a:xfrm>
              <a:off x="2880088" y="1523825"/>
              <a:ext cx="822446" cy="820222"/>
            </a:xfrm>
            <a:custGeom>
              <a:rect b="b" l="l" r="r" t="t"/>
              <a:pathLst>
                <a:path extrusionOk="0" h="19135" w="19188">
                  <a:moveTo>
                    <a:pt x="9620" y="0"/>
                  </a:moveTo>
                  <a:cubicBezTo>
                    <a:pt x="4318" y="0"/>
                    <a:pt x="0" y="4265"/>
                    <a:pt x="0" y="9568"/>
                  </a:cubicBezTo>
                  <a:cubicBezTo>
                    <a:pt x="0" y="14870"/>
                    <a:pt x="4318" y="19135"/>
                    <a:pt x="9620" y="19135"/>
                  </a:cubicBezTo>
                  <a:cubicBezTo>
                    <a:pt x="14922" y="19135"/>
                    <a:pt x="19187" y="14870"/>
                    <a:pt x="19187" y="9568"/>
                  </a:cubicBezTo>
                  <a:cubicBezTo>
                    <a:pt x="19187" y="4265"/>
                    <a:pt x="14922" y="0"/>
                    <a:pt x="9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3"/>
            <p:cNvSpPr/>
            <p:nvPr/>
          </p:nvSpPr>
          <p:spPr>
            <a:xfrm>
              <a:off x="2912707" y="1556103"/>
              <a:ext cx="759438" cy="755667"/>
            </a:xfrm>
            <a:custGeom>
              <a:rect b="b" l="l" r="r" t="t"/>
              <a:pathLst>
                <a:path extrusionOk="0" h="17629" w="17718">
                  <a:moveTo>
                    <a:pt x="7970" y="1"/>
                  </a:moveTo>
                  <a:cubicBezTo>
                    <a:pt x="7939" y="1"/>
                    <a:pt x="7907" y="3"/>
                    <a:pt x="7875" y="8"/>
                  </a:cubicBezTo>
                  <a:cubicBezTo>
                    <a:pt x="7599" y="8"/>
                    <a:pt x="7389" y="284"/>
                    <a:pt x="7442" y="612"/>
                  </a:cubicBezTo>
                  <a:cubicBezTo>
                    <a:pt x="7442" y="888"/>
                    <a:pt x="7717" y="1098"/>
                    <a:pt x="8045" y="1098"/>
                  </a:cubicBezTo>
                  <a:cubicBezTo>
                    <a:pt x="8321" y="1045"/>
                    <a:pt x="8531" y="770"/>
                    <a:pt x="8478" y="507"/>
                  </a:cubicBezTo>
                  <a:cubicBezTo>
                    <a:pt x="8478" y="211"/>
                    <a:pt x="8254" y="1"/>
                    <a:pt x="7970" y="1"/>
                  </a:cubicBezTo>
                  <a:close/>
                  <a:moveTo>
                    <a:pt x="9657" y="1"/>
                  </a:moveTo>
                  <a:cubicBezTo>
                    <a:pt x="9411" y="1"/>
                    <a:pt x="9182" y="211"/>
                    <a:pt x="9135" y="507"/>
                  </a:cubicBezTo>
                  <a:cubicBezTo>
                    <a:pt x="9135" y="770"/>
                    <a:pt x="9358" y="1045"/>
                    <a:pt x="9633" y="1098"/>
                  </a:cubicBezTo>
                  <a:cubicBezTo>
                    <a:pt x="9961" y="1098"/>
                    <a:pt x="10224" y="888"/>
                    <a:pt x="10224" y="612"/>
                  </a:cubicBezTo>
                  <a:cubicBezTo>
                    <a:pt x="10290" y="284"/>
                    <a:pt x="10066" y="8"/>
                    <a:pt x="9738" y="8"/>
                  </a:cubicBezTo>
                  <a:cubicBezTo>
                    <a:pt x="9711" y="3"/>
                    <a:pt x="9684" y="1"/>
                    <a:pt x="9657" y="1"/>
                  </a:cubicBezTo>
                  <a:close/>
                  <a:moveTo>
                    <a:pt x="11369" y="356"/>
                  </a:moveTo>
                  <a:cubicBezTo>
                    <a:pt x="11164" y="356"/>
                    <a:pt x="10973" y="500"/>
                    <a:pt x="10880" y="717"/>
                  </a:cubicBezTo>
                  <a:cubicBezTo>
                    <a:pt x="10775" y="993"/>
                    <a:pt x="10946" y="1321"/>
                    <a:pt x="11208" y="1426"/>
                  </a:cubicBezTo>
                  <a:cubicBezTo>
                    <a:pt x="11266" y="1437"/>
                    <a:pt x="11322" y="1443"/>
                    <a:pt x="11376" y="1443"/>
                  </a:cubicBezTo>
                  <a:cubicBezTo>
                    <a:pt x="11629" y="1443"/>
                    <a:pt x="11833" y="1315"/>
                    <a:pt x="11930" y="1045"/>
                  </a:cubicBezTo>
                  <a:cubicBezTo>
                    <a:pt x="12035" y="770"/>
                    <a:pt x="11864" y="441"/>
                    <a:pt x="11536" y="389"/>
                  </a:cubicBezTo>
                  <a:cubicBezTo>
                    <a:pt x="11481" y="367"/>
                    <a:pt x="11424" y="356"/>
                    <a:pt x="11369" y="356"/>
                  </a:cubicBezTo>
                  <a:close/>
                  <a:moveTo>
                    <a:pt x="6278" y="356"/>
                  </a:moveTo>
                  <a:cubicBezTo>
                    <a:pt x="6214" y="356"/>
                    <a:pt x="6146" y="367"/>
                    <a:pt x="6077" y="389"/>
                  </a:cubicBezTo>
                  <a:cubicBezTo>
                    <a:pt x="5801" y="507"/>
                    <a:pt x="5631" y="770"/>
                    <a:pt x="5749" y="1098"/>
                  </a:cubicBezTo>
                  <a:cubicBezTo>
                    <a:pt x="5831" y="1313"/>
                    <a:pt x="6016" y="1464"/>
                    <a:pt x="6250" y="1464"/>
                  </a:cubicBezTo>
                  <a:cubicBezTo>
                    <a:pt x="6316" y="1464"/>
                    <a:pt x="6385" y="1452"/>
                    <a:pt x="6457" y="1426"/>
                  </a:cubicBezTo>
                  <a:cubicBezTo>
                    <a:pt x="6733" y="1321"/>
                    <a:pt x="6890" y="1045"/>
                    <a:pt x="6785" y="717"/>
                  </a:cubicBezTo>
                  <a:cubicBezTo>
                    <a:pt x="6703" y="500"/>
                    <a:pt x="6514" y="356"/>
                    <a:pt x="6278" y="356"/>
                  </a:cubicBezTo>
                  <a:close/>
                  <a:moveTo>
                    <a:pt x="13000" y="1047"/>
                  </a:moveTo>
                  <a:cubicBezTo>
                    <a:pt x="12807" y="1047"/>
                    <a:pt x="12602" y="1131"/>
                    <a:pt x="12521" y="1321"/>
                  </a:cubicBezTo>
                  <a:cubicBezTo>
                    <a:pt x="12363" y="1596"/>
                    <a:pt x="12468" y="1924"/>
                    <a:pt x="12691" y="2082"/>
                  </a:cubicBezTo>
                  <a:cubicBezTo>
                    <a:pt x="12782" y="2121"/>
                    <a:pt x="12878" y="2141"/>
                    <a:pt x="12973" y="2141"/>
                  </a:cubicBezTo>
                  <a:cubicBezTo>
                    <a:pt x="13164" y="2141"/>
                    <a:pt x="13347" y="2057"/>
                    <a:pt x="13452" y="1872"/>
                  </a:cubicBezTo>
                  <a:cubicBezTo>
                    <a:pt x="13623" y="1596"/>
                    <a:pt x="13505" y="1268"/>
                    <a:pt x="13242" y="1098"/>
                  </a:cubicBezTo>
                  <a:cubicBezTo>
                    <a:pt x="13173" y="1065"/>
                    <a:pt x="13087" y="1047"/>
                    <a:pt x="13000" y="1047"/>
                  </a:cubicBezTo>
                  <a:close/>
                  <a:moveTo>
                    <a:pt x="4668" y="1079"/>
                  </a:moveTo>
                  <a:cubicBezTo>
                    <a:pt x="4572" y="1079"/>
                    <a:pt x="4474" y="1105"/>
                    <a:pt x="4384" y="1163"/>
                  </a:cubicBezTo>
                  <a:cubicBezTo>
                    <a:pt x="4161" y="1321"/>
                    <a:pt x="4056" y="1649"/>
                    <a:pt x="4213" y="1924"/>
                  </a:cubicBezTo>
                  <a:cubicBezTo>
                    <a:pt x="4325" y="2071"/>
                    <a:pt x="4505" y="2167"/>
                    <a:pt x="4690" y="2167"/>
                  </a:cubicBezTo>
                  <a:cubicBezTo>
                    <a:pt x="4786" y="2167"/>
                    <a:pt x="4884" y="2141"/>
                    <a:pt x="4974" y="2082"/>
                  </a:cubicBezTo>
                  <a:cubicBezTo>
                    <a:pt x="5197" y="1924"/>
                    <a:pt x="5302" y="1596"/>
                    <a:pt x="5145" y="1321"/>
                  </a:cubicBezTo>
                  <a:cubicBezTo>
                    <a:pt x="5033" y="1174"/>
                    <a:pt x="4853" y="1079"/>
                    <a:pt x="4668" y="1079"/>
                  </a:cubicBezTo>
                  <a:close/>
                  <a:moveTo>
                    <a:pt x="14394" y="2078"/>
                  </a:moveTo>
                  <a:cubicBezTo>
                    <a:pt x="14239" y="2078"/>
                    <a:pt x="14088" y="2134"/>
                    <a:pt x="14004" y="2253"/>
                  </a:cubicBezTo>
                  <a:cubicBezTo>
                    <a:pt x="13780" y="2476"/>
                    <a:pt x="13780" y="2804"/>
                    <a:pt x="14004" y="3014"/>
                  </a:cubicBezTo>
                  <a:cubicBezTo>
                    <a:pt x="14125" y="3112"/>
                    <a:pt x="14257" y="3157"/>
                    <a:pt x="14385" y="3157"/>
                  </a:cubicBezTo>
                  <a:cubicBezTo>
                    <a:pt x="14546" y="3157"/>
                    <a:pt x="14700" y="3086"/>
                    <a:pt x="14817" y="2961"/>
                  </a:cubicBezTo>
                  <a:cubicBezTo>
                    <a:pt x="14988" y="2738"/>
                    <a:pt x="14988" y="2410"/>
                    <a:pt x="14765" y="2200"/>
                  </a:cubicBezTo>
                  <a:cubicBezTo>
                    <a:pt x="14667" y="2121"/>
                    <a:pt x="14529" y="2078"/>
                    <a:pt x="14394" y="2078"/>
                  </a:cubicBezTo>
                  <a:close/>
                  <a:moveTo>
                    <a:pt x="3283" y="2091"/>
                  </a:moveTo>
                  <a:cubicBezTo>
                    <a:pt x="3147" y="2091"/>
                    <a:pt x="3006" y="2147"/>
                    <a:pt x="2901" y="2253"/>
                  </a:cubicBezTo>
                  <a:cubicBezTo>
                    <a:pt x="2678" y="2476"/>
                    <a:pt x="2678" y="2804"/>
                    <a:pt x="2848" y="3014"/>
                  </a:cubicBezTo>
                  <a:cubicBezTo>
                    <a:pt x="2967" y="3133"/>
                    <a:pt x="3116" y="3188"/>
                    <a:pt x="3269" y="3188"/>
                  </a:cubicBezTo>
                  <a:cubicBezTo>
                    <a:pt x="3403" y="3188"/>
                    <a:pt x="3539" y="3146"/>
                    <a:pt x="3662" y="3066"/>
                  </a:cubicBezTo>
                  <a:cubicBezTo>
                    <a:pt x="3885" y="2856"/>
                    <a:pt x="3885" y="2528"/>
                    <a:pt x="3662" y="2305"/>
                  </a:cubicBezTo>
                  <a:cubicBezTo>
                    <a:pt x="3579" y="2160"/>
                    <a:pt x="3434" y="2091"/>
                    <a:pt x="3283" y="2091"/>
                  </a:cubicBezTo>
                  <a:close/>
                  <a:moveTo>
                    <a:pt x="15559" y="3359"/>
                  </a:moveTo>
                  <a:cubicBezTo>
                    <a:pt x="15451" y="3359"/>
                    <a:pt x="15348" y="3392"/>
                    <a:pt x="15263" y="3460"/>
                  </a:cubicBezTo>
                  <a:cubicBezTo>
                    <a:pt x="14988" y="3617"/>
                    <a:pt x="14935" y="3998"/>
                    <a:pt x="15093" y="4221"/>
                  </a:cubicBezTo>
                  <a:cubicBezTo>
                    <a:pt x="15222" y="4381"/>
                    <a:pt x="15386" y="4465"/>
                    <a:pt x="15545" y="4465"/>
                  </a:cubicBezTo>
                  <a:cubicBezTo>
                    <a:pt x="15660" y="4465"/>
                    <a:pt x="15773" y="4420"/>
                    <a:pt x="15867" y="4326"/>
                  </a:cubicBezTo>
                  <a:cubicBezTo>
                    <a:pt x="16130" y="4169"/>
                    <a:pt x="16195" y="3841"/>
                    <a:pt x="16025" y="3565"/>
                  </a:cubicBezTo>
                  <a:cubicBezTo>
                    <a:pt x="15891" y="3431"/>
                    <a:pt x="15720" y="3359"/>
                    <a:pt x="15559" y="3359"/>
                  </a:cubicBezTo>
                  <a:close/>
                  <a:moveTo>
                    <a:pt x="2124" y="3411"/>
                  </a:moveTo>
                  <a:cubicBezTo>
                    <a:pt x="1954" y="3411"/>
                    <a:pt x="1796" y="3484"/>
                    <a:pt x="1693" y="3617"/>
                  </a:cubicBezTo>
                  <a:cubicBezTo>
                    <a:pt x="1483" y="3893"/>
                    <a:pt x="1536" y="4221"/>
                    <a:pt x="1811" y="4379"/>
                  </a:cubicBezTo>
                  <a:cubicBezTo>
                    <a:pt x="1896" y="4447"/>
                    <a:pt x="2010" y="4480"/>
                    <a:pt x="2126" y="4480"/>
                  </a:cubicBezTo>
                  <a:cubicBezTo>
                    <a:pt x="2299" y="4480"/>
                    <a:pt x="2478" y="4407"/>
                    <a:pt x="2573" y="4274"/>
                  </a:cubicBezTo>
                  <a:cubicBezTo>
                    <a:pt x="2743" y="3998"/>
                    <a:pt x="2678" y="3670"/>
                    <a:pt x="2468" y="3512"/>
                  </a:cubicBezTo>
                  <a:cubicBezTo>
                    <a:pt x="2357" y="3444"/>
                    <a:pt x="2238" y="3411"/>
                    <a:pt x="2124" y="3411"/>
                  </a:cubicBezTo>
                  <a:close/>
                  <a:moveTo>
                    <a:pt x="16406" y="4837"/>
                  </a:moveTo>
                  <a:cubicBezTo>
                    <a:pt x="16334" y="4837"/>
                    <a:pt x="16263" y="4850"/>
                    <a:pt x="16195" y="4877"/>
                  </a:cubicBezTo>
                  <a:cubicBezTo>
                    <a:pt x="15920" y="5035"/>
                    <a:pt x="15802" y="5363"/>
                    <a:pt x="15920" y="5639"/>
                  </a:cubicBezTo>
                  <a:cubicBezTo>
                    <a:pt x="16037" y="5844"/>
                    <a:pt x="16248" y="5954"/>
                    <a:pt x="16462" y="5954"/>
                  </a:cubicBezTo>
                  <a:cubicBezTo>
                    <a:pt x="16536" y="5954"/>
                    <a:pt x="16610" y="5941"/>
                    <a:pt x="16681" y="5914"/>
                  </a:cubicBezTo>
                  <a:cubicBezTo>
                    <a:pt x="16956" y="5757"/>
                    <a:pt x="17061" y="5481"/>
                    <a:pt x="16956" y="5153"/>
                  </a:cubicBezTo>
                  <a:cubicBezTo>
                    <a:pt x="16830" y="4948"/>
                    <a:pt x="16616" y="4837"/>
                    <a:pt x="16406" y="4837"/>
                  </a:cubicBezTo>
                  <a:close/>
                  <a:moveTo>
                    <a:pt x="1266" y="4890"/>
                  </a:moveTo>
                  <a:cubicBezTo>
                    <a:pt x="1054" y="4890"/>
                    <a:pt x="853" y="5000"/>
                    <a:pt x="775" y="5205"/>
                  </a:cubicBezTo>
                  <a:cubicBezTo>
                    <a:pt x="604" y="5481"/>
                    <a:pt x="775" y="5809"/>
                    <a:pt x="1037" y="5967"/>
                  </a:cubicBezTo>
                  <a:cubicBezTo>
                    <a:pt x="1107" y="5997"/>
                    <a:pt x="1180" y="6011"/>
                    <a:pt x="1253" y="6011"/>
                  </a:cubicBezTo>
                  <a:cubicBezTo>
                    <a:pt x="1466" y="6011"/>
                    <a:pt x="1671" y="5883"/>
                    <a:pt x="1759" y="5639"/>
                  </a:cubicBezTo>
                  <a:cubicBezTo>
                    <a:pt x="1864" y="5363"/>
                    <a:pt x="1759" y="5100"/>
                    <a:pt x="1483" y="4930"/>
                  </a:cubicBezTo>
                  <a:cubicBezTo>
                    <a:pt x="1413" y="4903"/>
                    <a:pt x="1339" y="4890"/>
                    <a:pt x="1266" y="4890"/>
                  </a:cubicBezTo>
                  <a:close/>
                  <a:moveTo>
                    <a:pt x="16973" y="6508"/>
                  </a:moveTo>
                  <a:cubicBezTo>
                    <a:pt x="16933" y="6508"/>
                    <a:pt x="16893" y="6511"/>
                    <a:pt x="16851" y="6518"/>
                  </a:cubicBezTo>
                  <a:cubicBezTo>
                    <a:pt x="16576" y="6570"/>
                    <a:pt x="16353" y="6846"/>
                    <a:pt x="16458" y="7174"/>
                  </a:cubicBezTo>
                  <a:cubicBezTo>
                    <a:pt x="16517" y="7421"/>
                    <a:pt x="16733" y="7615"/>
                    <a:pt x="17014" y="7615"/>
                  </a:cubicBezTo>
                  <a:cubicBezTo>
                    <a:pt x="17046" y="7615"/>
                    <a:pt x="17080" y="7613"/>
                    <a:pt x="17114" y="7607"/>
                  </a:cubicBezTo>
                  <a:cubicBezTo>
                    <a:pt x="17390" y="7502"/>
                    <a:pt x="17560" y="7227"/>
                    <a:pt x="17508" y="6951"/>
                  </a:cubicBezTo>
                  <a:cubicBezTo>
                    <a:pt x="17450" y="6664"/>
                    <a:pt x="17243" y="6508"/>
                    <a:pt x="16973" y="6508"/>
                  </a:cubicBezTo>
                  <a:close/>
                  <a:moveTo>
                    <a:pt x="721" y="6560"/>
                  </a:moveTo>
                  <a:cubicBezTo>
                    <a:pt x="473" y="6560"/>
                    <a:pt x="217" y="6717"/>
                    <a:pt x="171" y="7003"/>
                  </a:cubicBezTo>
                  <a:cubicBezTo>
                    <a:pt x="118" y="7279"/>
                    <a:pt x="328" y="7555"/>
                    <a:pt x="604" y="7607"/>
                  </a:cubicBezTo>
                  <a:cubicBezTo>
                    <a:pt x="656" y="7629"/>
                    <a:pt x="710" y="7640"/>
                    <a:pt x="763" y="7640"/>
                  </a:cubicBezTo>
                  <a:cubicBezTo>
                    <a:pt x="993" y="7640"/>
                    <a:pt x="1218" y="7450"/>
                    <a:pt x="1260" y="7227"/>
                  </a:cubicBezTo>
                  <a:cubicBezTo>
                    <a:pt x="1313" y="6898"/>
                    <a:pt x="1155" y="6623"/>
                    <a:pt x="827" y="6570"/>
                  </a:cubicBezTo>
                  <a:cubicBezTo>
                    <a:pt x="792" y="6564"/>
                    <a:pt x="757" y="6560"/>
                    <a:pt x="721" y="6560"/>
                  </a:cubicBezTo>
                  <a:close/>
                  <a:moveTo>
                    <a:pt x="552" y="8263"/>
                  </a:moveTo>
                  <a:cubicBezTo>
                    <a:pt x="223" y="8263"/>
                    <a:pt x="0" y="8539"/>
                    <a:pt x="0" y="8815"/>
                  </a:cubicBezTo>
                  <a:cubicBezTo>
                    <a:pt x="0" y="9143"/>
                    <a:pt x="223" y="9366"/>
                    <a:pt x="552" y="9366"/>
                  </a:cubicBezTo>
                  <a:cubicBezTo>
                    <a:pt x="827" y="9366"/>
                    <a:pt x="1103" y="9143"/>
                    <a:pt x="1103" y="8815"/>
                  </a:cubicBezTo>
                  <a:cubicBezTo>
                    <a:pt x="1103" y="8539"/>
                    <a:pt x="827" y="8263"/>
                    <a:pt x="552" y="8263"/>
                  </a:cubicBezTo>
                  <a:close/>
                  <a:moveTo>
                    <a:pt x="17180" y="8211"/>
                  </a:moveTo>
                  <a:cubicBezTo>
                    <a:pt x="16851" y="8211"/>
                    <a:pt x="16628" y="8486"/>
                    <a:pt x="16628" y="8762"/>
                  </a:cubicBezTo>
                  <a:cubicBezTo>
                    <a:pt x="16628" y="8771"/>
                    <a:pt x="16629" y="8780"/>
                    <a:pt x="16629" y="8788"/>
                  </a:cubicBezTo>
                  <a:lnTo>
                    <a:pt x="16629" y="8788"/>
                  </a:lnTo>
                  <a:cubicBezTo>
                    <a:pt x="16629" y="8797"/>
                    <a:pt x="16628" y="8806"/>
                    <a:pt x="16628" y="8815"/>
                  </a:cubicBezTo>
                  <a:cubicBezTo>
                    <a:pt x="16628" y="9090"/>
                    <a:pt x="16851" y="9366"/>
                    <a:pt x="17180" y="9366"/>
                  </a:cubicBezTo>
                  <a:cubicBezTo>
                    <a:pt x="17442" y="9366"/>
                    <a:pt x="17718" y="9090"/>
                    <a:pt x="17718" y="8815"/>
                  </a:cubicBezTo>
                  <a:cubicBezTo>
                    <a:pt x="17718" y="8806"/>
                    <a:pt x="17717" y="8797"/>
                    <a:pt x="17717" y="8788"/>
                  </a:cubicBezTo>
                  <a:lnTo>
                    <a:pt x="17717" y="8788"/>
                  </a:lnTo>
                  <a:cubicBezTo>
                    <a:pt x="17717" y="8780"/>
                    <a:pt x="17718" y="8771"/>
                    <a:pt x="17718" y="8762"/>
                  </a:cubicBezTo>
                  <a:cubicBezTo>
                    <a:pt x="17718" y="8486"/>
                    <a:pt x="17442" y="8211"/>
                    <a:pt x="17180" y="8211"/>
                  </a:cubicBezTo>
                  <a:close/>
                  <a:moveTo>
                    <a:pt x="16976" y="10008"/>
                  </a:moveTo>
                  <a:cubicBezTo>
                    <a:pt x="16714" y="10008"/>
                    <a:pt x="16514" y="10167"/>
                    <a:pt x="16458" y="10403"/>
                  </a:cubicBezTo>
                  <a:cubicBezTo>
                    <a:pt x="16405" y="10731"/>
                    <a:pt x="16576" y="11006"/>
                    <a:pt x="16851" y="11059"/>
                  </a:cubicBezTo>
                  <a:cubicBezTo>
                    <a:pt x="16892" y="11065"/>
                    <a:pt x="16931" y="11068"/>
                    <a:pt x="16968" y="11068"/>
                  </a:cubicBezTo>
                  <a:cubicBezTo>
                    <a:pt x="17241" y="11068"/>
                    <a:pt x="17450" y="10909"/>
                    <a:pt x="17508" y="10678"/>
                  </a:cubicBezTo>
                  <a:cubicBezTo>
                    <a:pt x="17560" y="10350"/>
                    <a:pt x="17390" y="10074"/>
                    <a:pt x="17114" y="10022"/>
                  </a:cubicBezTo>
                  <a:cubicBezTo>
                    <a:pt x="17066" y="10012"/>
                    <a:pt x="17020" y="10008"/>
                    <a:pt x="16976" y="10008"/>
                  </a:cubicBezTo>
                  <a:close/>
                  <a:moveTo>
                    <a:pt x="740" y="10008"/>
                  </a:moveTo>
                  <a:cubicBezTo>
                    <a:pt x="696" y="10008"/>
                    <a:pt x="651" y="10013"/>
                    <a:pt x="604" y="10022"/>
                  </a:cubicBezTo>
                  <a:cubicBezTo>
                    <a:pt x="328" y="10074"/>
                    <a:pt x="118" y="10403"/>
                    <a:pt x="171" y="10678"/>
                  </a:cubicBezTo>
                  <a:cubicBezTo>
                    <a:pt x="266" y="10915"/>
                    <a:pt x="498" y="11119"/>
                    <a:pt x="745" y="11119"/>
                  </a:cubicBezTo>
                  <a:cubicBezTo>
                    <a:pt x="772" y="11119"/>
                    <a:pt x="800" y="11116"/>
                    <a:pt x="827" y="11111"/>
                  </a:cubicBezTo>
                  <a:cubicBezTo>
                    <a:pt x="1155" y="11006"/>
                    <a:pt x="1313" y="10731"/>
                    <a:pt x="1260" y="10455"/>
                  </a:cubicBezTo>
                  <a:cubicBezTo>
                    <a:pt x="1215" y="10174"/>
                    <a:pt x="1006" y="10008"/>
                    <a:pt x="740" y="10008"/>
                  </a:cubicBezTo>
                  <a:close/>
                  <a:moveTo>
                    <a:pt x="1259" y="11669"/>
                  </a:moveTo>
                  <a:cubicBezTo>
                    <a:pt x="1185" y="11669"/>
                    <a:pt x="1109" y="11684"/>
                    <a:pt x="1037" y="11715"/>
                  </a:cubicBezTo>
                  <a:cubicBezTo>
                    <a:pt x="775" y="11820"/>
                    <a:pt x="657" y="12148"/>
                    <a:pt x="775" y="12424"/>
                  </a:cubicBezTo>
                  <a:cubicBezTo>
                    <a:pt x="853" y="12629"/>
                    <a:pt x="1054" y="12739"/>
                    <a:pt x="1266" y="12739"/>
                  </a:cubicBezTo>
                  <a:cubicBezTo>
                    <a:pt x="1339" y="12739"/>
                    <a:pt x="1413" y="12726"/>
                    <a:pt x="1483" y="12699"/>
                  </a:cubicBezTo>
                  <a:cubicBezTo>
                    <a:pt x="1759" y="12581"/>
                    <a:pt x="1864" y="12253"/>
                    <a:pt x="1759" y="11991"/>
                  </a:cubicBezTo>
                  <a:cubicBezTo>
                    <a:pt x="1672" y="11787"/>
                    <a:pt x="1470" y="11669"/>
                    <a:pt x="1259" y="11669"/>
                  </a:cubicBezTo>
                  <a:close/>
                  <a:moveTo>
                    <a:pt x="16446" y="11647"/>
                  </a:moveTo>
                  <a:cubicBezTo>
                    <a:pt x="16241" y="11647"/>
                    <a:pt x="16048" y="11791"/>
                    <a:pt x="15972" y="11991"/>
                  </a:cubicBezTo>
                  <a:cubicBezTo>
                    <a:pt x="15802" y="12253"/>
                    <a:pt x="15972" y="12581"/>
                    <a:pt x="16248" y="12699"/>
                  </a:cubicBezTo>
                  <a:cubicBezTo>
                    <a:pt x="16318" y="12726"/>
                    <a:pt x="16392" y="12739"/>
                    <a:pt x="16465" y="12739"/>
                  </a:cubicBezTo>
                  <a:cubicBezTo>
                    <a:pt x="16677" y="12739"/>
                    <a:pt x="16878" y="12629"/>
                    <a:pt x="16956" y="12424"/>
                  </a:cubicBezTo>
                  <a:cubicBezTo>
                    <a:pt x="17061" y="12148"/>
                    <a:pt x="16956" y="11820"/>
                    <a:pt x="16681" y="11715"/>
                  </a:cubicBezTo>
                  <a:cubicBezTo>
                    <a:pt x="16605" y="11668"/>
                    <a:pt x="16524" y="11647"/>
                    <a:pt x="16446" y="11647"/>
                  </a:cubicBezTo>
                  <a:close/>
                  <a:moveTo>
                    <a:pt x="15586" y="13147"/>
                  </a:moveTo>
                  <a:cubicBezTo>
                    <a:pt x="15413" y="13147"/>
                    <a:pt x="15250" y="13219"/>
                    <a:pt x="15145" y="13355"/>
                  </a:cubicBezTo>
                  <a:cubicBezTo>
                    <a:pt x="14988" y="13631"/>
                    <a:pt x="14988" y="13959"/>
                    <a:pt x="15263" y="14117"/>
                  </a:cubicBezTo>
                  <a:cubicBezTo>
                    <a:pt x="15352" y="14211"/>
                    <a:pt x="15473" y="14256"/>
                    <a:pt x="15596" y="14256"/>
                  </a:cubicBezTo>
                  <a:cubicBezTo>
                    <a:pt x="15764" y="14256"/>
                    <a:pt x="15934" y="14171"/>
                    <a:pt x="16025" y="14012"/>
                  </a:cubicBezTo>
                  <a:cubicBezTo>
                    <a:pt x="16195" y="13789"/>
                    <a:pt x="16130" y="13408"/>
                    <a:pt x="15920" y="13237"/>
                  </a:cubicBezTo>
                  <a:cubicBezTo>
                    <a:pt x="15812" y="13176"/>
                    <a:pt x="15697" y="13147"/>
                    <a:pt x="15586" y="13147"/>
                  </a:cubicBezTo>
                  <a:close/>
                  <a:moveTo>
                    <a:pt x="2128" y="13149"/>
                  </a:moveTo>
                  <a:cubicBezTo>
                    <a:pt x="2023" y="13149"/>
                    <a:pt x="1914" y="13179"/>
                    <a:pt x="1811" y="13237"/>
                  </a:cubicBezTo>
                  <a:cubicBezTo>
                    <a:pt x="1588" y="13460"/>
                    <a:pt x="1536" y="13789"/>
                    <a:pt x="1693" y="14012"/>
                  </a:cubicBezTo>
                  <a:cubicBezTo>
                    <a:pt x="1799" y="14182"/>
                    <a:pt x="1964" y="14267"/>
                    <a:pt x="2140" y="14267"/>
                  </a:cubicBezTo>
                  <a:cubicBezTo>
                    <a:pt x="2249" y="14267"/>
                    <a:pt x="2362" y="14234"/>
                    <a:pt x="2468" y="14169"/>
                  </a:cubicBezTo>
                  <a:cubicBezTo>
                    <a:pt x="2678" y="13959"/>
                    <a:pt x="2743" y="13631"/>
                    <a:pt x="2573" y="13408"/>
                  </a:cubicBezTo>
                  <a:cubicBezTo>
                    <a:pt x="2474" y="13235"/>
                    <a:pt x="2307" y="13149"/>
                    <a:pt x="2128" y="13149"/>
                  </a:cubicBezTo>
                  <a:close/>
                  <a:moveTo>
                    <a:pt x="3286" y="14448"/>
                  </a:moveTo>
                  <a:cubicBezTo>
                    <a:pt x="3150" y="14448"/>
                    <a:pt x="3012" y="14504"/>
                    <a:pt x="2901" y="14615"/>
                  </a:cubicBezTo>
                  <a:cubicBezTo>
                    <a:pt x="2678" y="14825"/>
                    <a:pt x="2743" y="15206"/>
                    <a:pt x="2953" y="15377"/>
                  </a:cubicBezTo>
                  <a:cubicBezTo>
                    <a:pt x="3065" y="15488"/>
                    <a:pt x="3203" y="15544"/>
                    <a:pt x="3340" y="15544"/>
                  </a:cubicBezTo>
                  <a:cubicBezTo>
                    <a:pt x="3478" y="15544"/>
                    <a:pt x="3616" y="15488"/>
                    <a:pt x="3728" y="15377"/>
                  </a:cubicBezTo>
                  <a:cubicBezTo>
                    <a:pt x="3885" y="15153"/>
                    <a:pt x="3885" y="14773"/>
                    <a:pt x="3662" y="14615"/>
                  </a:cubicBezTo>
                  <a:cubicBezTo>
                    <a:pt x="3557" y="14504"/>
                    <a:pt x="3422" y="14448"/>
                    <a:pt x="3286" y="14448"/>
                  </a:cubicBezTo>
                  <a:close/>
                  <a:moveTo>
                    <a:pt x="14406" y="14439"/>
                  </a:moveTo>
                  <a:cubicBezTo>
                    <a:pt x="14282" y="14439"/>
                    <a:pt x="14158" y="14478"/>
                    <a:pt x="14056" y="14550"/>
                  </a:cubicBezTo>
                  <a:cubicBezTo>
                    <a:pt x="13833" y="14773"/>
                    <a:pt x="13780" y="15101"/>
                    <a:pt x="14004" y="15377"/>
                  </a:cubicBezTo>
                  <a:cubicBezTo>
                    <a:pt x="14115" y="15488"/>
                    <a:pt x="14253" y="15544"/>
                    <a:pt x="14389" y="15544"/>
                  </a:cubicBezTo>
                  <a:cubicBezTo>
                    <a:pt x="14525" y="15544"/>
                    <a:pt x="14660" y="15488"/>
                    <a:pt x="14765" y="15377"/>
                  </a:cubicBezTo>
                  <a:cubicBezTo>
                    <a:pt x="14988" y="15206"/>
                    <a:pt x="15040" y="14825"/>
                    <a:pt x="14817" y="14615"/>
                  </a:cubicBezTo>
                  <a:cubicBezTo>
                    <a:pt x="14703" y="14494"/>
                    <a:pt x="14554" y="14439"/>
                    <a:pt x="14406" y="14439"/>
                  </a:cubicBezTo>
                  <a:close/>
                  <a:moveTo>
                    <a:pt x="4711" y="15460"/>
                  </a:moveTo>
                  <a:cubicBezTo>
                    <a:pt x="4519" y="15460"/>
                    <a:pt x="4330" y="15569"/>
                    <a:pt x="4213" y="15757"/>
                  </a:cubicBezTo>
                  <a:cubicBezTo>
                    <a:pt x="4108" y="15980"/>
                    <a:pt x="4161" y="16361"/>
                    <a:pt x="4436" y="16466"/>
                  </a:cubicBezTo>
                  <a:cubicBezTo>
                    <a:pt x="4528" y="16523"/>
                    <a:pt x="4626" y="16547"/>
                    <a:pt x="4721" y="16547"/>
                  </a:cubicBezTo>
                  <a:cubicBezTo>
                    <a:pt x="4912" y="16547"/>
                    <a:pt x="5092" y="16448"/>
                    <a:pt x="5197" y="16308"/>
                  </a:cubicBezTo>
                  <a:cubicBezTo>
                    <a:pt x="5302" y="16033"/>
                    <a:pt x="5250" y="15705"/>
                    <a:pt x="4974" y="15534"/>
                  </a:cubicBezTo>
                  <a:cubicBezTo>
                    <a:pt x="4891" y="15484"/>
                    <a:pt x="4801" y="15460"/>
                    <a:pt x="4711" y="15460"/>
                  </a:cubicBezTo>
                  <a:close/>
                  <a:moveTo>
                    <a:pt x="13015" y="15460"/>
                  </a:moveTo>
                  <a:cubicBezTo>
                    <a:pt x="12924" y="15460"/>
                    <a:pt x="12831" y="15484"/>
                    <a:pt x="12744" y="15534"/>
                  </a:cubicBezTo>
                  <a:cubicBezTo>
                    <a:pt x="12468" y="15705"/>
                    <a:pt x="12416" y="16033"/>
                    <a:pt x="12521" y="16308"/>
                  </a:cubicBezTo>
                  <a:cubicBezTo>
                    <a:pt x="12634" y="16448"/>
                    <a:pt x="12818" y="16547"/>
                    <a:pt x="13010" y="16547"/>
                  </a:cubicBezTo>
                  <a:cubicBezTo>
                    <a:pt x="13105" y="16547"/>
                    <a:pt x="13203" y="16523"/>
                    <a:pt x="13295" y="16466"/>
                  </a:cubicBezTo>
                  <a:cubicBezTo>
                    <a:pt x="13570" y="16308"/>
                    <a:pt x="13623" y="15980"/>
                    <a:pt x="13505" y="15757"/>
                  </a:cubicBezTo>
                  <a:cubicBezTo>
                    <a:pt x="13397" y="15569"/>
                    <a:pt x="13211" y="15460"/>
                    <a:pt x="13015" y="15460"/>
                  </a:cubicBezTo>
                  <a:close/>
                  <a:moveTo>
                    <a:pt x="6289" y="16159"/>
                  </a:moveTo>
                  <a:cubicBezTo>
                    <a:pt x="6062" y="16159"/>
                    <a:pt x="5843" y="16321"/>
                    <a:pt x="5801" y="16584"/>
                  </a:cubicBezTo>
                  <a:cubicBezTo>
                    <a:pt x="5696" y="16846"/>
                    <a:pt x="5854" y="17122"/>
                    <a:pt x="6129" y="17240"/>
                  </a:cubicBezTo>
                  <a:cubicBezTo>
                    <a:pt x="6186" y="17262"/>
                    <a:pt x="6244" y="17272"/>
                    <a:pt x="6302" y="17272"/>
                  </a:cubicBezTo>
                  <a:cubicBezTo>
                    <a:pt x="6530" y="17272"/>
                    <a:pt x="6754" y="17121"/>
                    <a:pt x="6838" y="16912"/>
                  </a:cubicBezTo>
                  <a:cubicBezTo>
                    <a:pt x="6890" y="16584"/>
                    <a:pt x="6733" y="16308"/>
                    <a:pt x="6457" y="16190"/>
                  </a:cubicBezTo>
                  <a:cubicBezTo>
                    <a:pt x="6403" y="16169"/>
                    <a:pt x="6346" y="16159"/>
                    <a:pt x="6289" y="16159"/>
                  </a:cubicBezTo>
                  <a:close/>
                  <a:moveTo>
                    <a:pt x="11440" y="16159"/>
                  </a:moveTo>
                  <a:cubicBezTo>
                    <a:pt x="11384" y="16159"/>
                    <a:pt x="11327" y="16169"/>
                    <a:pt x="11274" y="16190"/>
                  </a:cubicBezTo>
                  <a:cubicBezTo>
                    <a:pt x="10998" y="16308"/>
                    <a:pt x="10828" y="16584"/>
                    <a:pt x="10880" y="16912"/>
                  </a:cubicBezTo>
                  <a:cubicBezTo>
                    <a:pt x="10974" y="17121"/>
                    <a:pt x="11201" y="17272"/>
                    <a:pt x="11429" y="17272"/>
                  </a:cubicBezTo>
                  <a:cubicBezTo>
                    <a:pt x="11487" y="17272"/>
                    <a:pt x="11546" y="17262"/>
                    <a:pt x="11602" y="17240"/>
                  </a:cubicBezTo>
                  <a:cubicBezTo>
                    <a:pt x="11864" y="17122"/>
                    <a:pt x="12035" y="16846"/>
                    <a:pt x="11930" y="16518"/>
                  </a:cubicBezTo>
                  <a:cubicBezTo>
                    <a:pt x="11878" y="16309"/>
                    <a:pt x="11659" y="16159"/>
                    <a:pt x="11440" y="16159"/>
                  </a:cubicBezTo>
                  <a:close/>
                  <a:moveTo>
                    <a:pt x="8045" y="16518"/>
                  </a:moveTo>
                  <a:cubicBezTo>
                    <a:pt x="7770" y="16518"/>
                    <a:pt x="7494" y="16741"/>
                    <a:pt x="7442" y="17017"/>
                  </a:cubicBezTo>
                  <a:cubicBezTo>
                    <a:pt x="7442" y="17345"/>
                    <a:pt x="7665" y="17621"/>
                    <a:pt x="7927" y="17621"/>
                  </a:cubicBezTo>
                  <a:cubicBezTo>
                    <a:pt x="7959" y="17626"/>
                    <a:pt x="7991" y="17628"/>
                    <a:pt x="8021" y="17628"/>
                  </a:cubicBezTo>
                  <a:cubicBezTo>
                    <a:pt x="8297" y="17628"/>
                    <a:pt x="8484" y="17418"/>
                    <a:pt x="8531" y="17122"/>
                  </a:cubicBezTo>
                  <a:cubicBezTo>
                    <a:pt x="8583" y="16846"/>
                    <a:pt x="8373" y="16584"/>
                    <a:pt x="8045" y="16518"/>
                  </a:cubicBezTo>
                  <a:close/>
                  <a:moveTo>
                    <a:pt x="9686" y="16518"/>
                  </a:moveTo>
                  <a:cubicBezTo>
                    <a:pt x="9358" y="16584"/>
                    <a:pt x="9135" y="16846"/>
                    <a:pt x="9187" y="17122"/>
                  </a:cubicBezTo>
                  <a:cubicBezTo>
                    <a:pt x="9234" y="17418"/>
                    <a:pt x="9421" y="17628"/>
                    <a:pt x="9697" y="17628"/>
                  </a:cubicBezTo>
                  <a:cubicBezTo>
                    <a:pt x="9727" y="17628"/>
                    <a:pt x="9759" y="17626"/>
                    <a:pt x="9791" y="17621"/>
                  </a:cubicBezTo>
                  <a:cubicBezTo>
                    <a:pt x="10066" y="17568"/>
                    <a:pt x="10290" y="17345"/>
                    <a:pt x="10290" y="17017"/>
                  </a:cubicBezTo>
                  <a:cubicBezTo>
                    <a:pt x="10224" y="16741"/>
                    <a:pt x="9961" y="16518"/>
                    <a:pt x="9686" y="165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 rot="-5400000">
              <a:off x="2910488" y="1549809"/>
              <a:ext cx="759300" cy="759300"/>
            </a:xfrm>
            <a:prstGeom prst="pie">
              <a:avLst>
                <a:gd fmla="val 0" name="adj1"/>
                <a:gd fmla="val 8543068" name="adj2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2959942" y="1603127"/>
              <a:ext cx="663254" cy="661064"/>
            </a:xfrm>
            <a:custGeom>
              <a:rect b="b" l="l" r="r" t="t"/>
              <a:pathLst>
                <a:path extrusionOk="0" h="15422" w="15474">
                  <a:moveTo>
                    <a:pt x="7757" y="1"/>
                  </a:moveTo>
                  <a:cubicBezTo>
                    <a:pt x="3492" y="1"/>
                    <a:pt x="1" y="3452"/>
                    <a:pt x="1" y="7718"/>
                  </a:cubicBezTo>
                  <a:cubicBezTo>
                    <a:pt x="1" y="11983"/>
                    <a:pt x="3492" y="15421"/>
                    <a:pt x="7757" y="15421"/>
                  </a:cubicBezTo>
                  <a:cubicBezTo>
                    <a:pt x="12022" y="15421"/>
                    <a:pt x="15474" y="11983"/>
                    <a:pt x="15474" y="7718"/>
                  </a:cubicBezTo>
                  <a:cubicBezTo>
                    <a:pt x="15474" y="3452"/>
                    <a:pt x="12022" y="1"/>
                    <a:pt x="7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3025223" y="1666698"/>
              <a:ext cx="534410" cy="534484"/>
            </a:xfrm>
            <a:custGeom>
              <a:rect b="b" l="l" r="r" t="t"/>
              <a:pathLst>
                <a:path extrusionOk="0" h="12469" w="12468">
                  <a:moveTo>
                    <a:pt x="6234" y="1"/>
                  </a:moveTo>
                  <a:cubicBezTo>
                    <a:pt x="2796" y="1"/>
                    <a:pt x="0" y="2783"/>
                    <a:pt x="0" y="6235"/>
                  </a:cubicBezTo>
                  <a:cubicBezTo>
                    <a:pt x="0" y="9673"/>
                    <a:pt x="2796" y="12468"/>
                    <a:pt x="6234" y="12468"/>
                  </a:cubicBezTo>
                  <a:cubicBezTo>
                    <a:pt x="9686" y="12468"/>
                    <a:pt x="12468" y="9673"/>
                    <a:pt x="12468" y="6235"/>
                  </a:cubicBezTo>
                  <a:cubicBezTo>
                    <a:pt x="12468" y="2783"/>
                    <a:pt x="9686" y="1"/>
                    <a:pt x="6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3102849" y="1828174"/>
              <a:ext cx="379719" cy="210982"/>
            </a:xfrm>
            <a:custGeom>
              <a:rect b="b" l="l" r="r" t="t"/>
              <a:pathLst>
                <a:path extrusionOk="0" h="4922" w="8859">
                  <a:moveTo>
                    <a:pt x="6182" y="0"/>
                  </a:moveTo>
                  <a:cubicBezTo>
                    <a:pt x="5460" y="0"/>
                    <a:pt x="4804" y="446"/>
                    <a:pt x="4594" y="1103"/>
                  </a:cubicBezTo>
                  <a:cubicBezTo>
                    <a:pt x="4266" y="722"/>
                    <a:pt x="3767" y="499"/>
                    <a:pt x="3281" y="499"/>
                  </a:cubicBezTo>
                  <a:cubicBezTo>
                    <a:pt x="2402" y="499"/>
                    <a:pt x="1693" y="1155"/>
                    <a:pt x="1523" y="1969"/>
                  </a:cubicBezTo>
                  <a:cubicBezTo>
                    <a:pt x="656" y="2087"/>
                    <a:pt x="0" y="2796"/>
                    <a:pt x="0" y="3727"/>
                  </a:cubicBezTo>
                  <a:cubicBezTo>
                    <a:pt x="0" y="4384"/>
                    <a:pt x="538" y="4922"/>
                    <a:pt x="1195" y="4922"/>
                  </a:cubicBezTo>
                  <a:lnTo>
                    <a:pt x="7651" y="4922"/>
                  </a:lnTo>
                  <a:cubicBezTo>
                    <a:pt x="8308" y="4922"/>
                    <a:pt x="8859" y="4384"/>
                    <a:pt x="8859" y="3727"/>
                  </a:cubicBezTo>
                  <a:cubicBezTo>
                    <a:pt x="8859" y="3019"/>
                    <a:pt x="8478" y="2415"/>
                    <a:pt x="7875" y="2139"/>
                  </a:cubicBezTo>
                  <a:lnTo>
                    <a:pt x="7875" y="1706"/>
                  </a:lnTo>
                  <a:cubicBezTo>
                    <a:pt x="7875" y="775"/>
                    <a:pt x="7100" y="0"/>
                    <a:pt x="6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5" name="Google Shape;2395;p63"/>
          <p:cNvGrpSpPr/>
          <p:nvPr/>
        </p:nvGrpSpPr>
        <p:grpSpPr>
          <a:xfrm>
            <a:off x="4968226" y="2857468"/>
            <a:ext cx="793959" cy="1182232"/>
            <a:chOff x="4562631" y="2581250"/>
            <a:chExt cx="1176062" cy="1751196"/>
          </a:xfrm>
        </p:grpSpPr>
        <p:sp>
          <p:nvSpPr>
            <p:cNvPr id="2396" name="Google Shape;2396;p63"/>
            <p:cNvSpPr/>
            <p:nvPr/>
          </p:nvSpPr>
          <p:spPr>
            <a:xfrm>
              <a:off x="4735344" y="2581250"/>
              <a:ext cx="350370" cy="281937"/>
            </a:xfrm>
            <a:custGeom>
              <a:rect b="b" l="l" r="r" t="t"/>
              <a:pathLst>
                <a:path extrusionOk="0" h="5978" w="7429">
                  <a:moveTo>
                    <a:pt x="3777" y="0"/>
                  </a:moveTo>
                  <a:cubicBezTo>
                    <a:pt x="3520" y="0"/>
                    <a:pt x="3261" y="40"/>
                    <a:pt x="3006" y="126"/>
                  </a:cubicBezTo>
                  <a:cubicBezTo>
                    <a:pt x="879" y="507"/>
                    <a:pt x="0" y="3407"/>
                    <a:pt x="1470" y="4930"/>
                  </a:cubicBezTo>
                  <a:cubicBezTo>
                    <a:pt x="2004" y="5645"/>
                    <a:pt x="2836" y="5978"/>
                    <a:pt x="3681" y="5978"/>
                  </a:cubicBezTo>
                  <a:cubicBezTo>
                    <a:pt x="4914" y="5978"/>
                    <a:pt x="6173" y="5268"/>
                    <a:pt x="6562" y="3998"/>
                  </a:cubicBezTo>
                  <a:cubicBezTo>
                    <a:pt x="7429" y="2172"/>
                    <a:pt x="5670" y="0"/>
                    <a:pt x="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4562631" y="2891112"/>
              <a:ext cx="688337" cy="1441333"/>
            </a:xfrm>
            <a:custGeom>
              <a:rect b="b" l="l" r="r" t="t"/>
              <a:pathLst>
                <a:path extrusionOk="0" h="30561" w="14595">
                  <a:moveTo>
                    <a:pt x="8085" y="0"/>
                  </a:moveTo>
                  <a:cubicBezTo>
                    <a:pt x="7764" y="18"/>
                    <a:pt x="7442" y="25"/>
                    <a:pt x="7120" y="25"/>
                  </a:cubicBezTo>
                  <a:cubicBezTo>
                    <a:pt x="6494" y="25"/>
                    <a:pt x="5867" y="2"/>
                    <a:pt x="5243" y="2"/>
                  </a:cubicBezTo>
                  <a:cubicBezTo>
                    <a:pt x="4110" y="2"/>
                    <a:pt x="2990" y="77"/>
                    <a:pt x="1917" y="499"/>
                  </a:cubicBezTo>
                  <a:cubicBezTo>
                    <a:pt x="657" y="985"/>
                    <a:pt x="1" y="2349"/>
                    <a:pt x="53" y="3609"/>
                  </a:cubicBezTo>
                  <a:lnTo>
                    <a:pt x="53" y="13675"/>
                  </a:lnTo>
                  <a:cubicBezTo>
                    <a:pt x="2" y="14208"/>
                    <a:pt x="406" y="14938"/>
                    <a:pt x="1026" y="14938"/>
                  </a:cubicBezTo>
                  <a:cubicBezTo>
                    <a:pt x="1047" y="14938"/>
                    <a:pt x="1068" y="14937"/>
                    <a:pt x="1090" y="14935"/>
                  </a:cubicBezTo>
                  <a:cubicBezTo>
                    <a:pt x="1186" y="14960"/>
                    <a:pt x="1278" y="14971"/>
                    <a:pt x="1364" y="14971"/>
                  </a:cubicBezTo>
                  <a:cubicBezTo>
                    <a:pt x="2255" y="14971"/>
                    <a:pt x="2625" y="13756"/>
                    <a:pt x="2625" y="12967"/>
                  </a:cubicBezTo>
                  <a:cubicBezTo>
                    <a:pt x="2625" y="10342"/>
                    <a:pt x="2573" y="7717"/>
                    <a:pt x="2625" y="5040"/>
                  </a:cubicBezTo>
                  <a:lnTo>
                    <a:pt x="3387" y="5040"/>
                  </a:lnTo>
                  <a:cubicBezTo>
                    <a:pt x="3439" y="13019"/>
                    <a:pt x="3334" y="20946"/>
                    <a:pt x="3439" y="28925"/>
                  </a:cubicBezTo>
                  <a:cubicBezTo>
                    <a:pt x="3370" y="29998"/>
                    <a:pt x="4233" y="30560"/>
                    <a:pt x="5147" y="30560"/>
                  </a:cubicBezTo>
                  <a:cubicBezTo>
                    <a:pt x="5631" y="30560"/>
                    <a:pt x="6129" y="30403"/>
                    <a:pt x="6510" y="30080"/>
                  </a:cubicBezTo>
                  <a:cubicBezTo>
                    <a:pt x="6838" y="29253"/>
                    <a:pt x="6943" y="28335"/>
                    <a:pt x="6943" y="27403"/>
                  </a:cubicBezTo>
                  <a:cubicBezTo>
                    <a:pt x="6891" y="23243"/>
                    <a:pt x="6943" y="19082"/>
                    <a:pt x="6891" y="14935"/>
                  </a:cubicBezTo>
                  <a:lnTo>
                    <a:pt x="7704" y="14935"/>
                  </a:lnTo>
                  <a:cubicBezTo>
                    <a:pt x="7704" y="19686"/>
                    <a:pt x="7652" y="24503"/>
                    <a:pt x="7704" y="29253"/>
                  </a:cubicBezTo>
                  <a:cubicBezTo>
                    <a:pt x="7781" y="30136"/>
                    <a:pt x="8493" y="30536"/>
                    <a:pt x="9240" y="30536"/>
                  </a:cubicBezTo>
                  <a:cubicBezTo>
                    <a:pt x="10159" y="30536"/>
                    <a:pt x="11132" y="29930"/>
                    <a:pt x="11038" y="28873"/>
                  </a:cubicBezTo>
                  <a:cubicBezTo>
                    <a:pt x="11103" y="20946"/>
                    <a:pt x="10985" y="12967"/>
                    <a:pt x="11038" y="5040"/>
                  </a:cubicBezTo>
                  <a:cubicBezTo>
                    <a:pt x="11261" y="5040"/>
                    <a:pt x="11760" y="4974"/>
                    <a:pt x="11970" y="4974"/>
                  </a:cubicBezTo>
                  <a:lnTo>
                    <a:pt x="11970" y="13347"/>
                  </a:lnTo>
                  <a:cubicBezTo>
                    <a:pt x="11970" y="14085"/>
                    <a:pt x="12466" y="14964"/>
                    <a:pt x="13254" y="14964"/>
                  </a:cubicBezTo>
                  <a:cubicBezTo>
                    <a:pt x="13335" y="14964"/>
                    <a:pt x="13419" y="14955"/>
                    <a:pt x="13505" y="14935"/>
                  </a:cubicBezTo>
                  <a:cubicBezTo>
                    <a:pt x="14319" y="14935"/>
                    <a:pt x="14594" y="13951"/>
                    <a:pt x="14542" y="13347"/>
                  </a:cubicBezTo>
                  <a:cubicBezTo>
                    <a:pt x="14594" y="10447"/>
                    <a:pt x="14542" y="7599"/>
                    <a:pt x="14542" y="4764"/>
                  </a:cubicBezTo>
                  <a:cubicBezTo>
                    <a:pt x="14542" y="3452"/>
                    <a:pt x="14489" y="1916"/>
                    <a:pt x="13400" y="1037"/>
                  </a:cubicBezTo>
                  <a:cubicBezTo>
                    <a:pt x="12221" y="46"/>
                    <a:pt x="10668" y="9"/>
                    <a:pt x="9197" y="9"/>
                  </a:cubicBezTo>
                  <a:cubicBezTo>
                    <a:pt x="9078" y="9"/>
                    <a:pt x="8960" y="9"/>
                    <a:pt x="8842" y="9"/>
                  </a:cubicBezTo>
                  <a:cubicBezTo>
                    <a:pt x="8585" y="9"/>
                    <a:pt x="8332" y="8"/>
                    <a:pt x="80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3"/>
            <p:cNvSpPr/>
            <p:nvPr/>
          </p:nvSpPr>
          <p:spPr>
            <a:xfrm>
              <a:off x="5423602" y="2622753"/>
              <a:ext cx="216523" cy="173511"/>
            </a:xfrm>
            <a:custGeom>
              <a:rect b="b" l="l" r="r" t="t"/>
              <a:pathLst>
                <a:path extrusionOk="0" h="3679" w="4591">
                  <a:moveTo>
                    <a:pt x="2246" y="1"/>
                  </a:moveTo>
                  <a:cubicBezTo>
                    <a:pt x="2102" y="1"/>
                    <a:pt x="1956" y="20"/>
                    <a:pt x="1812" y="60"/>
                  </a:cubicBezTo>
                  <a:cubicBezTo>
                    <a:pt x="552" y="336"/>
                    <a:pt x="1" y="2081"/>
                    <a:pt x="880" y="3065"/>
                  </a:cubicBezTo>
                  <a:cubicBezTo>
                    <a:pt x="1213" y="3483"/>
                    <a:pt x="1720" y="3679"/>
                    <a:pt x="2233" y="3679"/>
                  </a:cubicBezTo>
                  <a:cubicBezTo>
                    <a:pt x="2994" y="3679"/>
                    <a:pt x="3768" y="3246"/>
                    <a:pt x="4004" y="2462"/>
                  </a:cubicBezTo>
                  <a:cubicBezTo>
                    <a:pt x="4591" y="1347"/>
                    <a:pt x="3467" y="1"/>
                    <a:pt x="22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5318380" y="2808765"/>
              <a:ext cx="420312" cy="889956"/>
            </a:xfrm>
            <a:custGeom>
              <a:rect b="b" l="l" r="r" t="t"/>
              <a:pathLst>
                <a:path extrusionOk="0" h="18870" w="8912">
                  <a:moveTo>
                    <a:pt x="3333" y="104"/>
                  </a:moveTo>
                  <a:cubicBezTo>
                    <a:pt x="2588" y="104"/>
                    <a:pt x="1847" y="150"/>
                    <a:pt x="1143" y="434"/>
                  </a:cubicBezTo>
                  <a:cubicBezTo>
                    <a:pt x="381" y="709"/>
                    <a:pt x="1" y="1536"/>
                    <a:pt x="1" y="2350"/>
                  </a:cubicBezTo>
                  <a:cubicBezTo>
                    <a:pt x="1" y="4371"/>
                    <a:pt x="1" y="6458"/>
                    <a:pt x="53" y="8479"/>
                  </a:cubicBezTo>
                  <a:cubicBezTo>
                    <a:pt x="1" y="8859"/>
                    <a:pt x="263" y="9292"/>
                    <a:pt x="657" y="9292"/>
                  </a:cubicBezTo>
                  <a:cubicBezTo>
                    <a:pt x="700" y="9300"/>
                    <a:pt x="741" y="9304"/>
                    <a:pt x="781" y="9304"/>
                  </a:cubicBezTo>
                  <a:cubicBezTo>
                    <a:pt x="1346" y="9304"/>
                    <a:pt x="1576" y="8552"/>
                    <a:pt x="1576" y="8098"/>
                  </a:cubicBezTo>
                  <a:lnTo>
                    <a:pt x="1576" y="3229"/>
                  </a:lnTo>
                  <a:lnTo>
                    <a:pt x="2074" y="3229"/>
                  </a:lnTo>
                  <a:cubicBezTo>
                    <a:pt x="2074" y="8098"/>
                    <a:pt x="2022" y="12954"/>
                    <a:pt x="2074" y="17876"/>
                  </a:cubicBezTo>
                  <a:cubicBezTo>
                    <a:pt x="2040" y="18527"/>
                    <a:pt x="2603" y="18868"/>
                    <a:pt x="3178" y="18868"/>
                  </a:cubicBezTo>
                  <a:cubicBezTo>
                    <a:pt x="3472" y="18868"/>
                    <a:pt x="3769" y="18779"/>
                    <a:pt x="3991" y="18597"/>
                  </a:cubicBezTo>
                  <a:cubicBezTo>
                    <a:pt x="4201" y="18046"/>
                    <a:pt x="4266" y="17495"/>
                    <a:pt x="4201" y="16957"/>
                  </a:cubicBezTo>
                  <a:lnTo>
                    <a:pt x="4201" y="9240"/>
                  </a:lnTo>
                  <a:lnTo>
                    <a:pt x="4699" y="9240"/>
                  </a:lnTo>
                  <a:lnTo>
                    <a:pt x="4699" y="18046"/>
                  </a:lnTo>
                  <a:cubicBezTo>
                    <a:pt x="4746" y="18613"/>
                    <a:pt x="5195" y="18869"/>
                    <a:pt x="5664" y="18869"/>
                  </a:cubicBezTo>
                  <a:cubicBezTo>
                    <a:pt x="6236" y="18869"/>
                    <a:pt x="6838" y="18487"/>
                    <a:pt x="6773" y="17823"/>
                  </a:cubicBezTo>
                  <a:cubicBezTo>
                    <a:pt x="6773" y="12954"/>
                    <a:pt x="6720" y="8098"/>
                    <a:pt x="6773" y="3177"/>
                  </a:cubicBezTo>
                  <a:lnTo>
                    <a:pt x="7324" y="3177"/>
                  </a:lnTo>
                  <a:lnTo>
                    <a:pt x="7324" y="8308"/>
                  </a:lnTo>
                  <a:cubicBezTo>
                    <a:pt x="7324" y="8764"/>
                    <a:pt x="7642" y="9307"/>
                    <a:pt x="8158" y="9307"/>
                  </a:cubicBezTo>
                  <a:cubicBezTo>
                    <a:pt x="8206" y="9307"/>
                    <a:pt x="8256" y="9303"/>
                    <a:pt x="8308" y="9292"/>
                  </a:cubicBezTo>
                  <a:cubicBezTo>
                    <a:pt x="8741" y="9292"/>
                    <a:pt x="8912" y="8689"/>
                    <a:pt x="8912" y="8308"/>
                  </a:cubicBezTo>
                  <a:lnTo>
                    <a:pt x="8912" y="3006"/>
                  </a:lnTo>
                  <a:cubicBezTo>
                    <a:pt x="8912" y="2245"/>
                    <a:pt x="8912" y="1261"/>
                    <a:pt x="8203" y="709"/>
                  </a:cubicBezTo>
                  <a:cubicBezTo>
                    <a:pt x="7324" y="1"/>
                    <a:pt x="6012" y="158"/>
                    <a:pt x="4922" y="106"/>
                  </a:cubicBezTo>
                  <a:cubicBezTo>
                    <a:pt x="4757" y="113"/>
                    <a:pt x="4590" y="115"/>
                    <a:pt x="4423" y="115"/>
                  </a:cubicBezTo>
                  <a:cubicBezTo>
                    <a:pt x="4061" y="115"/>
                    <a:pt x="3696" y="104"/>
                    <a:pt x="3333" y="10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0" name="Google Shape;2400;p63"/>
          <p:cNvGrpSpPr/>
          <p:nvPr/>
        </p:nvGrpSpPr>
        <p:grpSpPr>
          <a:xfrm>
            <a:off x="6766917" y="3033201"/>
            <a:ext cx="715824" cy="1008548"/>
            <a:chOff x="6321125" y="2826499"/>
            <a:chExt cx="1060323" cy="1493924"/>
          </a:xfrm>
        </p:grpSpPr>
        <p:sp>
          <p:nvSpPr>
            <p:cNvPr id="2401" name="Google Shape;2401;p63"/>
            <p:cNvSpPr/>
            <p:nvPr/>
          </p:nvSpPr>
          <p:spPr>
            <a:xfrm>
              <a:off x="6496904" y="2826499"/>
              <a:ext cx="292266" cy="241048"/>
            </a:xfrm>
            <a:custGeom>
              <a:rect b="b" l="l" r="r" t="t"/>
              <a:pathLst>
                <a:path extrusionOk="0" h="5111" w="6197">
                  <a:moveTo>
                    <a:pt x="3298" y="1"/>
                  </a:moveTo>
                  <a:cubicBezTo>
                    <a:pt x="3127" y="1"/>
                    <a:pt x="2955" y="19"/>
                    <a:pt x="2783" y="58"/>
                  </a:cubicBezTo>
                  <a:cubicBezTo>
                    <a:pt x="1038" y="438"/>
                    <a:pt x="1" y="2683"/>
                    <a:pt x="1195" y="4113"/>
                  </a:cubicBezTo>
                  <a:cubicBezTo>
                    <a:pt x="1688" y="4796"/>
                    <a:pt x="2481" y="5111"/>
                    <a:pt x="3275" y="5111"/>
                  </a:cubicBezTo>
                  <a:cubicBezTo>
                    <a:pt x="4512" y="5111"/>
                    <a:pt x="5750" y="4346"/>
                    <a:pt x="5854" y="3011"/>
                  </a:cubicBezTo>
                  <a:cubicBezTo>
                    <a:pt x="6196" y="1442"/>
                    <a:pt x="4811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3"/>
            <p:cNvSpPr/>
            <p:nvPr/>
          </p:nvSpPr>
          <p:spPr>
            <a:xfrm>
              <a:off x="6321125" y="3106130"/>
              <a:ext cx="678433" cy="1214293"/>
            </a:xfrm>
            <a:custGeom>
              <a:rect b="b" l="l" r="r" t="t"/>
              <a:pathLst>
                <a:path extrusionOk="0" h="25747" w="14385">
                  <a:moveTo>
                    <a:pt x="5800" y="1"/>
                  </a:moveTo>
                  <a:cubicBezTo>
                    <a:pt x="4776" y="1"/>
                    <a:pt x="3774" y="130"/>
                    <a:pt x="3019" y="861"/>
                  </a:cubicBezTo>
                  <a:cubicBezTo>
                    <a:pt x="1864" y="2121"/>
                    <a:pt x="1759" y="3867"/>
                    <a:pt x="1208" y="5402"/>
                  </a:cubicBezTo>
                  <a:cubicBezTo>
                    <a:pt x="827" y="6977"/>
                    <a:pt x="119" y="8565"/>
                    <a:pt x="1" y="10206"/>
                  </a:cubicBezTo>
                  <a:cubicBezTo>
                    <a:pt x="1" y="10786"/>
                    <a:pt x="489" y="11076"/>
                    <a:pt x="981" y="11076"/>
                  </a:cubicBezTo>
                  <a:cubicBezTo>
                    <a:pt x="1424" y="11076"/>
                    <a:pt x="1870" y="10842"/>
                    <a:pt x="1969" y="10376"/>
                  </a:cubicBezTo>
                  <a:cubicBezTo>
                    <a:pt x="2744" y="8237"/>
                    <a:pt x="3177" y="5940"/>
                    <a:pt x="3938" y="3814"/>
                  </a:cubicBezTo>
                  <a:cubicBezTo>
                    <a:pt x="4056" y="3762"/>
                    <a:pt x="4266" y="3591"/>
                    <a:pt x="4436" y="3486"/>
                  </a:cubicBezTo>
                  <a:lnTo>
                    <a:pt x="4436" y="3486"/>
                  </a:lnTo>
                  <a:cubicBezTo>
                    <a:pt x="3452" y="7528"/>
                    <a:pt x="2363" y="11518"/>
                    <a:pt x="1379" y="15508"/>
                  </a:cubicBezTo>
                  <a:cubicBezTo>
                    <a:pt x="2415" y="15573"/>
                    <a:pt x="3400" y="15573"/>
                    <a:pt x="4436" y="15573"/>
                  </a:cubicBezTo>
                  <a:cubicBezTo>
                    <a:pt x="4489" y="18579"/>
                    <a:pt x="4384" y="21637"/>
                    <a:pt x="4489" y="24694"/>
                  </a:cubicBezTo>
                  <a:cubicBezTo>
                    <a:pt x="4542" y="25359"/>
                    <a:pt x="5103" y="25704"/>
                    <a:pt x="5657" y="25704"/>
                  </a:cubicBezTo>
                  <a:cubicBezTo>
                    <a:pt x="6199" y="25704"/>
                    <a:pt x="6734" y="25375"/>
                    <a:pt x="6786" y="24694"/>
                  </a:cubicBezTo>
                  <a:cubicBezTo>
                    <a:pt x="6891" y="21637"/>
                    <a:pt x="6733" y="18579"/>
                    <a:pt x="6838" y="15573"/>
                  </a:cubicBezTo>
                  <a:cubicBezTo>
                    <a:pt x="7009" y="15573"/>
                    <a:pt x="7337" y="15508"/>
                    <a:pt x="7547" y="15508"/>
                  </a:cubicBezTo>
                  <a:cubicBezTo>
                    <a:pt x="7612" y="18461"/>
                    <a:pt x="7494" y="21414"/>
                    <a:pt x="7547" y="24366"/>
                  </a:cubicBezTo>
                  <a:cubicBezTo>
                    <a:pt x="7445" y="25001"/>
                    <a:pt x="7958" y="25747"/>
                    <a:pt x="8681" y="25747"/>
                  </a:cubicBezTo>
                  <a:cubicBezTo>
                    <a:pt x="8705" y="25747"/>
                    <a:pt x="8730" y="25746"/>
                    <a:pt x="8754" y="25744"/>
                  </a:cubicBezTo>
                  <a:cubicBezTo>
                    <a:pt x="9463" y="25744"/>
                    <a:pt x="9909" y="24970"/>
                    <a:pt x="9909" y="24314"/>
                  </a:cubicBezTo>
                  <a:cubicBezTo>
                    <a:pt x="9962" y="21414"/>
                    <a:pt x="9844" y="18461"/>
                    <a:pt x="9962" y="15573"/>
                  </a:cubicBezTo>
                  <a:lnTo>
                    <a:pt x="12967" y="15573"/>
                  </a:lnTo>
                  <a:cubicBezTo>
                    <a:pt x="11878" y="11466"/>
                    <a:pt x="10500" y="7423"/>
                    <a:pt x="9515" y="3263"/>
                  </a:cubicBezTo>
                  <a:lnTo>
                    <a:pt x="9515" y="3263"/>
                  </a:lnTo>
                  <a:cubicBezTo>
                    <a:pt x="9791" y="3539"/>
                    <a:pt x="10067" y="3762"/>
                    <a:pt x="10172" y="4090"/>
                  </a:cubicBezTo>
                  <a:cubicBezTo>
                    <a:pt x="10893" y="6163"/>
                    <a:pt x="11432" y="8290"/>
                    <a:pt x="12140" y="10376"/>
                  </a:cubicBezTo>
                  <a:cubicBezTo>
                    <a:pt x="12353" y="10870"/>
                    <a:pt x="12798" y="11044"/>
                    <a:pt x="13263" y="11044"/>
                  </a:cubicBezTo>
                  <a:cubicBezTo>
                    <a:pt x="13515" y="11044"/>
                    <a:pt x="13773" y="10993"/>
                    <a:pt x="14004" y="10914"/>
                  </a:cubicBezTo>
                  <a:cubicBezTo>
                    <a:pt x="14384" y="9392"/>
                    <a:pt x="13571" y="7909"/>
                    <a:pt x="13190" y="6439"/>
                  </a:cubicBezTo>
                  <a:cubicBezTo>
                    <a:pt x="12586" y="4746"/>
                    <a:pt x="12363" y="2883"/>
                    <a:pt x="11432" y="1347"/>
                  </a:cubicBezTo>
                  <a:cubicBezTo>
                    <a:pt x="10792" y="288"/>
                    <a:pt x="9567" y="8"/>
                    <a:pt x="8414" y="8"/>
                  </a:cubicBezTo>
                  <a:cubicBezTo>
                    <a:pt x="8195" y="8"/>
                    <a:pt x="7979" y="18"/>
                    <a:pt x="7770" y="35"/>
                  </a:cubicBezTo>
                  <a:cubicBezTo>
                    <a:pt x="7670" y="38"/>
                    <a:pt x="7570" y="39"/>
                    <a:pt x="7468" y="39"/>
                  </a:cubicBezTo>
                  <a:cubicBezTo>
                    <a:pt x="6929" y="39"/>
                    <a:pt x="6361" y="1"/>
                    <a:pt x="5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7097957" y="2964404"/>
              <a:ext cx="163937" cy="136252"/>
            </a:xfrm>
            <a:custGeom>
              <a:rect b="b" l="l" r="r" t="t"/>
              <a:pathLst>
                <a:path extrusionOk="0" h="2889" w="3476">
                  <a:moveTo>
                    <a:pt x="1860" y="1"/>
                  </a:moveTo>
                  <a:cubicBezTo>
                    <a:pt x="1765" y="1"/>
                    <a:pt x="1670" y="12"/>
                    <a:pt x="1575" y="34"/>
                  </a:cubicBezTo>
                  <a:cubicBezTo>
                    <a:pt x="591" y="257"/>
                    <a:pt x="0" y="1517"/>
                    <a:pt x="709" y="2331"/>
                  </a:cubicBezTo>
                  <a:cubicBezTo>
                    <a:pt x="963" y="2712"/>
                    <a:pt x="1396" y="2889"/>
                    <a:pt x="1838" y="2889"/>
                  </a:cubicBezTo>
                  <a:cubicBezTo>
                    <a:pt x="2538" y="2889"/>
                    <a:pt x="3261" y="2447"/>
                    <a:pt x="3334" y="1675"/>
                  </a:cubicBezTo>
                  <a:cubicBezTo>
                    <a:pt x="3475" y="838"/>
                    <a:pt x="2695" y="1"/>
                    <a:pt x="1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3"/>
            <p:cNvSpPr/>
            <p:nvPr/>
          </p:nvSpPr>
          <p:spPr>
            <a:xfrm>
              <a:off x="6997027" y="3122684"/>
              <a:ext cx="384422" cy="689469"/>
            </a:xfrm>
            <a:custGeom>
              <a:rect b="b" l="l" r="r" t="t"/>
              <a:pathLst>
                <a:path extrusionOk="0" h="14619" w="8151">
                  <a:moveTo>
                    <a:pt x="4742" y="0"/>
                  </a:moveTo>
                  <a:cubicBezTo>
                    <a:pt x="4638" y="0"/>
                    <a:pt x="4535" y="4"/>
                    <a:pt x="4437" y="12"/>
                  </a:cubicBezTo>
                  <a:cubicBezTo>
                    <a:pt x="4338" y="17"/>
                    <a:pt x="4236" y="19"/>
                    <a:pt x="4134" y="19"/>
                  </a:cubicBezTo>
                  <a:cubicBezTo>
                    <a:pt x="3868" y="19"/>
                    <a:pt x="3593" y="6"/>
                    <a:pt x="3322" y="6"/>
                  </a:cubicBezTo>
                  <a:cubicBezTo>
                    <a:pt x="2718" y="6"/>
                    <a:pt x="2131" y="73"/>
                    <a:pt x="1694" y="510"/>
                  </a:cubicBezTo>
                  <a:cubicBezTo>
                    <a:pt x="1090" y="1219"/>
                    <a:pt x="985" y="2203"/>
                    <a:pt x="710" y="3083"/>
                  </a:cubicBezTo>
                  <a:cubicBezTo>
                    <a:pt x="500" y="3949"/>
                    <a:pt x="106" y="4881"/>
                    <a:pt x="1" y="5812"/>
                  </a:cubicBezTo>
                  <a:cubicBezTo>
                    <a:pt x="1" y="6135"/>
                    <a:pt x="282" y="6300"/>
                    <a:pt x="569" y="6300"/>
                  </a:cubicBezTo>
                  <a:cubicBezTo>
                    <a:pt x="820" y="6300"/>
                    <a:pt x="1076" y="6174"/>
                    <a:pt x="1156" y="5917"/>
                  </a:cubicBezTo>
                  <a:cubicBezTo>
                    <a:pt x="1589" y="4658"/>
                    <a:pt x="1812" y="3411"/>
                    <a:pt x="2245" y="2151"/>
                  </a:cubicBezTo>
                  <a:cubicBezTo>
                    <a:pt x="2298" y="2151"/>
                    <a:pt x="2468" y="2033"/>
                    <a:pt x="2521" y="1980"/>
                  </a:cubicBezTo>
                  <a:lnTo>
                    <a:pt x="2521" y="1980"/>
                  </a:lnTo>
                  <a:cubicBezTo>
                    <a:pt x="1970" y="4277"/>
                    <a:pt x="1366" y="6521"/>
                    <a:pt x="828" y="8818"/>
                  </a:cubicBezTo>
                  <a:lnTo>
                    <a:pt x="2521" y="8818"/>
                  </a:lnTo>
                  <a:cubicBezTo>
                    <a:pt x="2573" y="10563"/>
                    <a:pt x="2521" y="12269"/>
                    <a:pt x="2573" y="14015"/>
                  </a:cubicBezTo>
                  <a:cubicBezTo>
                    <a:pt x="2599" y="14396"/>
                    <a:pt x="2901" y="14586"/>
                    <a:pt x="3203" y="14586"/>
                  </a:cubicBezTo>
                  <a:cubicBezTo>
                    <a:pt x="3505" y="14586"/>
                    <a:pt x="3807" y="14396"/>
                    <a:pt x="3833" y="14015"/>
                  </a:cubicBezTo>
                  <a:cubicBezTo>
                    <a:pt x="3938" y="12269"/>
                    <a:pt x="3833" y="10563"/>
                    <a:pt x="3886" y="8818"/>
                  </a:cubicBezTo>
                  <a:lnTo>
                    <a:pt x="4266" y="8818"/>
                  </a:lnTo>
                  <a:cubicBezTo>
                    <a:pt x="4319" y="10511"/>
                    <a:pt x="4266" y="12151"/>
                    <a:pt x="4319" y="13844"/>
                  </a:cubicBezTo>
                  <a:cubicBezTo>
                    <a:pt x="4266" y="14238"/>
                    <a:pt x="4542" y="14619"/>
                    <a:pt x="4975" y="14619"/>
                  </a:cubicBezTo>
                  <a:cubicBezTo>
                    <a:pt x="5355" y="14619"/>
                    <a:pt x="5631" y="14172"/>
                    <a:pt x="5631" y="13792"/>
                  </a:cubicBezTo>
                  <a:cubicBezTo>
                    <a:pt x="5684" y="12151"/>
                    <a:pt x="5579" y="10458"/>
                    <a:pt x="5631" y="8818"/>
                  </a:cubicBezTo>
                  <a:lnTo>
                    <a:pt x="7390" y="8818"/>
                  </a:lnTo>
                  <a:cubicBezTo>
                    <a:pt x="6733" y="6521"/>
                    <a:pt x="5959" y="4224"/>
                    <a:pt x="5421" y="1875"/>
                  </a:cubicBezTo>
                  <a:lnTo>
                    <a:pt x="5421" y="1875"/>
                  </a:lnTo>
                  <a:cubicBezTo>
                    <a:pt x="5579" y="1980"/>
                    <a:pt x="5749" y="2151"/>
                    <a:pt x="5802" y="2308"/>
                  </a:cubicBezTo>
                  <a:cubicBezTo>
                    <a:pt x="6182" y="3516"/>
                    <a:pt x="6510" y="4723"/>
                    <a:pt x="6891" y="5865"/>
                  </a:cubicBezTo>
                  <a:cubicBezTo>
                    <a:pt x="7040" y="6155"/>
                    <a:pt x="7308" y="6251"/>
                    <a:pt x="7582" y="6251"/>
                  </a:cubicBezTo>
                  <a:cubicBezTo>
                    <a:pt x="7718" y="6251"/>
                    <a:pt x="7855" y="6228"/>
                    <a:pt x="7980" y="6193"/>
                  </a:cubicBezTo>
                  <a:cubicBezTo>
                    <a:pt x="8151" y="5314"/>
                    <a:pt x="7718" y="4500"/>
                    <a:pt x="7495" y="3673"/>
                  </a:cubicBezTo>
                  <a:cubicBezTo>
                    <a:pt x="7167" y="2689"/>
                    <a:pt x="6996" y="1652"/>
                    <a:pt x="6510" y="786"/>
                  </a:cubicBezTo>
                  <a:cubicBezTo>
                    <a:pt x="6137" y="164"/>
                    <a:pt x="5394" y="0"/>
                    <a:pt x="4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05" name="Google Shape;2405;p63"/>
          <p:cNvSpPr txBox="1"/>
          <p:nvPr/>
        </p:nvSpPr>
        <p:spPr>
          <a:xfrm>
            <a:off x="5820079" y="3317910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06" name="Google Shape;2406;p63"/>
          <p:cNvSpPr txBox="1"/>
          <p:nvPr/>
        </p:nvSpPr>
        <p:spPr>
          <a:xfrm>
            <a:off x="5485814" y="3747167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8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07" name="Google Shape;2407;p63"/>
          <p:cNvSpPr txBox="1"/>
          <p:nvPr/>
        </p:nvSpPr>
        <p:spPr>
          <a:xfrm>
            <a:off x="7603255" y="3313296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08" name="Google Shape;2408;p63"/>
          <p:cNvSpPr txBox="1"/>
          <p:nvPr/>
        </p:nvSpPr>
        <p:spPr>
          <a:xfrm>
            <a:off x="7291777" y="3750802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8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409" name="Google Shape;2409;p63"/>
          <p:cNvGrpSpPr/>
          <p:nvPr/>
        </p:nvGrpSpPr>
        <p:grpSpPr>
          <a:xfrm>
            <a:off x="5007850" y="4187050"/>
            <a:ext cx="1190700" cy="278900"/>
            <a:chOff x="5007850" y="4187050"/>
            <a:chExt cx="1190700" cy="278900"/>
          </a:xfrm>
        </p:grpSpPr>
        <p:sp>
          <p:nvSpPr>
            <p:cNvPr id="2410" name="Google Shape;2410;p63"/>
            <p:cNvSpPr/>
            <p:nvPr/>
          </p:nvSpPr>
          <p:spPr>
            <a:xfrm>
              <a:off x="50078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75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87" y="6497"/>
                  </a:lnTo>
                  <a:lnTo>
                    <a:pt x="2087" y="10657"/>
                  </a:lnTo>
                  <a:cubicBezTo>
                    <a:pt x="2087" y="10933"/>
                    <a:pt x="2297" y="11156"/>
                    <a:pt x="2625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400" y="6235"/>
                    <a:pt x="3557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3"/>
            <p:cNvSpPr/>
            <p:nvPr/>
          </p:nvSpPr>
          <p:spPr>
            <a:xfrm>
              <a:off x="512957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49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80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3"/>
            <p:cNvSpPr/>
            <p:nvPr/>
          </p:nvSpPr>
          <p:spPr>
            <a:xfrm>
              <a:off x="5251300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142" y="381"/>
                    <a:pt x="1142" y="867"/>
                  </a:cubicBezTo>
                  <a:cubicBezTo>
                    <a:pt x="1142" y="1313"/>
                    <a:pt x="1470" y="1694"/>
                    <a:pt x="1969" y="1694"/>
                  </a:cubicBezTo>
                  <a:cubicBezTo>
                    <a:pt x="2455" y="1694"/>
                    <a:pt x="2783" y="1313"/>
                    <a:pt x="2783" y="867"/>
                  </a:cubicBezTo>
                  <a:cubicBezTo>
                    <a:pt x="2783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4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67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3"/>
            <p:cNvSpPr/>
            <p:nvPr/>
          </p:nvSpPr>
          <p:spPr>
            <a:xfrm>
              <a:off x="537302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090" y="381"/>
                    <a:pt x="1090" y="867"/>
                  </a:cubicBezTo>
                  <a:cubicBezTo>
                    <a:pt x="1090" y="1313"/>
                    <a:pt x="1470" y="1694"/>
                    <a:pt x="1969" y="1694"/>
                  </a:cubicBezTo>
                  <a:cubicBezTo>
                    <a:pt x="2402" y="1694"/>
                    <a:pt x="2783" y="1313"/>
                    <a:pt x="2783" y="867"/>
                  </a:cubicBezTo>
                  <a:cubicBezTo>
                    <a:pt x="2783" y="381"/>
                    <a:pt x="2402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0" y="2350"/>
                    <a:pt x="0" y="2783"/>
                  </a:cubicBezTo>
                  <a:lnTo>
                    <a:pt x="0" y="5906"/>
                  </a:lnTo>
                  <a:cubicBezTo>
                    <a:pt x="0" y="6064"/>
                    <a:pt x="105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35" y="11156"/>
                    <a:pt x="3058" y="10933"/>
                    <a:pt x="3058" y="10657"/>
                  </a:cubicBezTo>
                  <a:lnTo>
                    <a:pt x="3058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15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54931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35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35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35" y="1"/>
                  </a:cubicBezTo>
                  <a:close/>
                  <a:moveTo>
                    <a:pt x="828" y="2022"/>
                  </a:moveTo>
                  <a:cubicBezTo>
                    <a:pt x="395" y="2022"/>
                    <a:pt x="1" y="2350"/>
                    <a:pt x="1" y="2783"/>
                  </a:cubicBezTo>
                  <a:lnTo>
                    <a:pt x="66" y="5906"/>
                  </a:lnTo>
                  <a:cubicBezTo>
                    <a:pt x="66" y="6064"/>
                    <a:pt x="171" y="6235"/>
                    <a:pt x="395" y="6235"/>
                  </a:cubicBezTo>
                  <a:cubicBezTo>
                    <a:pt x="552" y="6235"/>
                    <a:pt x="723" y="6064"/>
                    <a:pt x="723" y="5906"/>
                  </a:cubicBezTo>
                  <a:lnTo>
                    <a:pt x="723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103" y="11156"/>
                    <a:pt x="1379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63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1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561482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22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22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22" y="1"/>
                  </a:cubicBezTo>
                  <a:close/>
                  <a:moveTo>
                    <a:pt x="775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81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66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3"/>
            <p:cNvSpPr/>
            <p:nvPr/>
          </p:nvSpPr>
          <p:spPr>
            <a:xfrm>
              <a:off x="57365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1969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13" y="11156"/>
                  </a:cubicBezTo>
                  <a:cubicBezTo>
                    <a:pt x="1589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387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3"/>
            <p:cNvSpPr/>
            <p:nvPr/>
          </p:nvSpPr>
          <p:spPr>
            <a:xfrm>
              <a:off x="585827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43" y="381"/>
                    <a:pt x="1143" y="867"/>
                  </a:cubicBezTo>
                  <a:cubicBezTo>
                    <a:pt x="1143" y="1313"/>
                    <a:pt x="1536" y="1694"/>
                    <a:pt x="1969" y="1694"/>
                  </a:cubicBezTo>
                  <a:cubicBezTo>
                    <a:pt x="2455" y="1694"/>
                    <a:pt x="2849" y="1313"/>
                    <a:pt x="2849" y="867"/>
                  </a:cubicBezTo>
                  <a:cubicBezTo>
                    <a:pt x="2849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8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350" y="11156"/>
                    <a:pt x="2626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610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59800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3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625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6101725" y="4187050"/>
              <a:ext cx="96825" cy="278900"/>
            </a:xfrm>
            <a:custGeom>
              <a:rect b="b" l="l" r="r" t="t"/>
              <a:pathLst>
                <a:path extrusionOk="0" h="11156" w="3873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76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60" y="11156"/>
                  </a:cubicBezTo>
                  <a:cubicBezTo>
                    <a:pt x="288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16" y="3059"/>
                  </a:lnTo>
                  <a:lnTo>
                    <a:pt x="3216" y="5906"/>
                  </a:lnTo>
                  <a:cubicBezTo>
                    <a:pt x="3216" y="6064"/>
                    <a:pt x="3387" y="6235"/>
                    <a:pt x="3544" y="6235"/>
                  </a:cubicBezTo>
                  <a:cubicBezTo>
                    <a:pt x="3767" y="6235"/>
                    <a:pt x="3872" y="6064"/>
                    <a:pt x="3872" y="5906"/>
                  </a:cubicBezTo>
                  <a:lnTo>
                    <a:pt x="3872" y="2783"/>
                  </a:lnTo>
                  <a:cubicBezTo>
                    <a:pt x="3872" y="2350"/>
                    <a:pt x="3544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0" name="Google Shape;2420;p63"/>
          <p:cNvGrpSpPr/>
          <p:nvPr/>
        </p:nvGrpSpPr>
        <p:grpSpPr>
          <a:xfrm>
            <a:off x="6804950" y="4187050"/>
            <a:ext cx="1190700" cy="278900"/>
            <a:chOff x="6804950" y="4187050"/>
            <a:chExt cx="1190700" cy="278900"/>
          </a:xfrm>
        </p:grpSpPr>
        <p:sp>
          <p:nvSpPr>
            <p:cNvPr id="2421" name="Google Shape;2421;p63"/>
            <p:cNvSpPr/>
            <p:nvPr/>
          </p:nvSpPr>
          <p:spPr>
            <a:xfrm>
              <a:off x="68049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75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87" y="6497"/>
                  </a:lnTo>
                  <a:lnTo>
                    <a:pt x="2087" y="10657"/>
                  </a:lnTo>
                  <a:cubicBezTo>
                    <a:pt x="2087" y="10933"/>
                    <a:pt x="2297" y="11156"/>
                    <a:pt x="2625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400" y="6235"/>
                    <a:pt x="3557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3"/>
            <p:cNvSpPr/>
            <p:nvPr/>
          </p:nvSpPr>
          <p:spPr>
            <a:xfrm>
              <a:off x="692667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49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80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3"/>
            <p:cNvSpPr/>
            <p:nvPr/>
          </p:nvSpPr>
          <p:spPr>
            <a:xfrm>
              <a:off x="7048400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142" y="381"/>
                    <a:pt x="1142" y="867"/>
                  </a:cubicBezTo>
                  <a:cubicBezTo>
                    <a:pt x="1142" y="1313"/>
                    <a:pt x="1470" y="1694"/>
                    <a:pt x="1969" y="1694"/>
                  </a:cubicBezTo>
                  <a:cubicBezTo>
                    <a:pt x="2455" y="1694"/>
                    <a:pt x="2783" y="1313"/>
                    <a:pt x="2783" y="867"/>
                  </a:cubicBezTo>
                  <a:cubicBezTo>
                    <a:pt x="2783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4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67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3"/>
            <p:cNvSpPr/>
            <p:nvPr/>
          </p:nvSpPr>
          <p:spPr>
            <a:xfrm>
              <a:off x="717012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090" y="381"/>
                    <a:pt x="1090" y="867"/>
                  </a:cubicBezTo>
                  <a:cubicBezTo>
                    <a:pt x="1090" y="1313"/>
                    <a:pt x="1470" y="1694"/>
                    <a:pt x="1969" y="1694"/>
                  </a:cubicBezTo>
                  <a:cubicBezTo>
                    <a:pt x="2402" y="1694"/>
                    <a:pt x="2783" y="1313"/>
                    <a:pt x="2783" y="867"/>
                  </a:cubicBezTo>
                  <a:cubicBezTo>
                    <a:pt x="2783" y="381"/>
                    <a:pt x="2402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0" y="2350"/>
                    <a:pt x="0" y="2783"/>
                  </a:cubicBezTo>
                  <a:lnTo>
                    <a:pt x="0" y="5906"/>
                  </a:lnTo>
                  <a:cubicBezTo>
                    <a:pt x="0" y="6064"/>
                    <a:pt x="105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35" y="11156"/>
                    <a:pt x="3058" y="10933"/>
                    <a:pt x="3058" y="10657"/>
                  </a:cubicBezTo>
                  <a:lnTo>
                    <a:pt x="3058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15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3"/>
            <p:cNvSpPr/>
            <p:nvPr/>
          </p:nvSpPr>
          <p:spPr>
            <a:xfrm>
              <a:off x="72902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35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35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35" y="1"/>
                  </a:cubicBezTo>
                  <a:close/>
                  <a:moveTo>
                    <a:pt x="828" y="2022"/>
                  </a:moveTo>
                  <a:cubicBezTo>
                    <a:pt x="395" y="2022"/>
                    <a:pt x="1" y="2350"/>
                    <a:pt x="1" y="2783"/>
                  </a:cubicBezTo>
                  <a:lnTo>
                    <a:pt x="66" y="5906"/>
                  </a:lnTo>
                  <a:cubicBezTo>
                    <a:pt x="66" y="6064"/>
                    <a:pt x="171" y="6235"/>
                    <a:pt x="395" y="6235"/>
                  </a:cubicBezTo>
                  <a:cubicBezTo>
                    <a:pt x="552" y="6235"/>
                    <a:pt x="723" y="6064"/>
                    <a:pt x="723" y="5906"/>
                  </a:cubicBezTo>
                  <a:lnTo>
                    <a:pt x="723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103" y="11156"/>
                    <a:pt x="1379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63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1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3"/>
            <p:cNvSpPr/>
            <p:nvPr/>
          </p:nvSpPr>
          <p:spPr>
            <a:xfrm>
              <a:off x="741192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22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22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22" y="1"/>
                  </a:cubicBezTo>
                  <a:close/>
                  <a:moveTo>
                    <a:pt x="775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81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66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75336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1969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13" y="11156"/>
                  </a:cubicBezTo>
                  <a:cubicBezTo>
                    <a:pt x="1589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387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765537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43" y="381"/>
                    <a:pt x="1143" y="867"/>
                  </a:cubicBezTo>
                  <a:cubicBezTo>
                    <a:pt x="1143" y="1313"/>
                    <a:pt x="1536" y="1694"/>
                    <a:pt x="1969" y="1694"/>
                  </a:cubicBezTo>
                  <a:cubicBezTo>
                    <a:pt x="2455" y="1694"/>
                    <a:pt x="2849" y="1313"/>
                    <a:pt x="2849" y="867"/>
                  </a:cubicBezTo>
                  <a:cubicBezTo>
                    <a:pt x="2849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8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350" y="11156"/>
                    <a:pt x="2626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610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77771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3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625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7898825" y="4187050"/>
              <a:ext cx="96825" cy="278900"/>
            </a:xfrm>
            <a:custGeom>
              <a:rect b="b" l="l" r="r" t="t"/>
              <a:pathLst>
                <a:path extrusionOk="0" h="11156" w="3873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76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60" y="11156"/>
                  </a:cubicBezTo>
                  <a:cubicBezTo>
                    <a:pt x="288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16" y="3059"/>
                  </a:lnTo>
                  <a:lnTo>
                    <a:pt x="3216" y="5906"/>
                  </a:lnTo>
                  <a:cubicBezTo>
                    <a:pt x="3216" y="6064"/>
                    <a:pt x="3387" y="6235"/>
                    <a:pt x="3544" y="6235"/>
                  </a:cubicBezTo>
                  <a:cubicBezTo>
                    <a:pt x="3767" y="6235"/>
                    <a:pt x="3872" y="6064"/>
                    <a:pt x="3872" y="5906"/>
                  </a:cubicBezTo>
                  <a:lnTo>
                    <a:pt x="3872" y="2783"/>
                  </a:lnTo>
                  <a:cubicBezTo>
                    <a:pt x="3872" y="2350"/>
                    <a:pt x="3544" y="2022"/>
                    <a:pt x="3111" y="20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1" name="Google Shape;2431;p63"/>
          <p:cNvGrpSpPr/>
          <p:nvPr/>
        </p:nvGrpSpPr>
        <p:grpSpPr>
          <a:xfrm>
            <a:off x="917175" y="2864890"/>
            <a:ext cx="2108034" cy="1408067"/>
            <a:chOff x="917175" y="2697710"/>
            <a:chExt cx="2108034" cy="1408067"/>
          </a:xfrm>
        </p:grpSpPr>
        <p:sp>
          <p:nvSpPr>
            <p:cNvPr id="2432" name="Google Shape;2432;p63"/>
            <p:cNvSpPr/>
            <p:nvPr/>
          </p:nvSpPr>
          <p:spPr>
            <a:xfrm>
              <a:off x="917175" y="2697710"/>
              <a:ext cx="2108034" cy="227748"/>
            </a:xfrm>
            <a:custGeom>
              <a:rect b="b" l="l" r="r" t="t"/>
              <a:pathLst>
                <a:path extrusionOk="0" h="3715" w="34386">
                  <a:moveTo>
                    <a:pt x="1746" y="1"/>
                  </a:moveTo>
                  <a:cubicBezTo>
                    <a:pt x="762" y="1"/>
                    <a:pt x="1" y="814"/>
                    <a:pt x="1" y="1746"/>
                  </a:cubicBezTo>
                  <a:lnTo>
                    <a:pt x="1" y="1917"/>
                  </a:lnTo>
                  <a:cubicBezTo>
                    <a:pt x="1" y="2901"/>
                    <a:pt x="762" y="3715"/>
                    <a:pt x="1746" y="3715"/>
                  </a:cubicBezTo>
                  <a:lnTo>
                    <a:pt x="32587" y="3715"/>
                  </a:lnTo>
                  <a:cubicBezTo>
                    <a:pt x="33572" y="3715"/>
                    <a:pt x="34385" y="2901"/>
                    <a:pt x="34385" y="1917"/>
                  </a:cubicBezTo>
                  <a:lnTo>
                    <a:pt x="34385" y="1746"/>
                  </a:lnTo>
                  <a:cubicBezTo>
                    <a:pt x="34385" y="814"/>
                    <a:pt x="33572" y="1"/>
                    <a:pt x="32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917175" y="2697710"/>
              <a:ext cx="1709796" cy="227748"/>
            </a:xfrm>
            <a:custGeom>
              <a:rect b="b" l="l" r="r" t="t"/>
              <a:pathLst>
                <a:path extrusionOk="0" h="3715" w="27890">
                  <a:moveTo>
                    <a:pt x="1746" y="1"/>
                  </a:moveTo>
                  <a:cubicBezTo>
                    <a:pt x="762" y="1"/>
                    <a:pt x="1" y="814"/>
                    <a:pt x="1" y="1746"/>
                  </a:cubicBezTo>
                  <a:lnTo>
                    <a:pt x="1" y="1917"/>
                  </a:lnTo>
                  <a:cubicBezTo>
                    <a:pt x="1" y="2901"/>
                    <a:pt x="762" y="3715"/>
                    <a:pt x="1746" y="3715"/>
                  </a:cubicBezTo>
                  <a:lnTo>
                    <a:pt x="26130" y="3715"/>
                  </a:lnTo>
                  <a:cubicBezTo>
                    <a:pt x="27115" y="3715"/>
                    <a:pt x="27889" y="2901"/>
                    <a:pt x="27889" y="1917"/>
                  </a:cubicBezTo>
                  <a:lnTo>
                    <a:pt x="27889" y="1746"/>
                  </a:lnTo>
                  <a:cubicBezTo>
                    <a:pt x="27889" y="814"/>
                    <a:pt x="27115" y="1"/>
                    <a:pt x="26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917175" y="3287471"/>
              <a:ext cx="2108034" cy="228545"/>
            </a:xfrm>
            <a:custGeom>
              <a:rect b="b" l="l" r="r" t="t"/>
              <a:pathLst>
                <a:path extrusionOk="0" h="3728" w="34386">
                  <a:moveTo>
                    <a:pt x="1746" y="0"/>
                  </a:moveTo>
                  <a:cubicBezTo>
                    <a:pt x="762" y="0"/>
                    <a:pt x="1" y="827"/>
                    <a:pt x="1" y="1759"/>
                  </a:cubicBezTo>
                  <a:lnTo>
                    <a:pt x="1" y="1917"/>
                  </a:lnTo>
                  <a:cubicBezTo>
                    <a:pt x="1" y="2901"/>
                    <a:pt x="762" y="3728"/>
                    <a:pt x="1746" y="3728"/>
                  </a:cubicBezTo>
                  <a:lnTo>
                    <a:pt x="32587" y="3728"/>
                  </a:lnTo>
                  <a:cubicBezTo>
                    <a:pt x="33572" y="3728"/>
                    <a:pt x="34385" y="2901"/>
                    <a:pt x="34385" y="1917"/>
                  </a:cubicBezTo>
                  <a:lnTo>
                    <a:pt x="34385" y="1759"/>
                  </a:lnTo>
                  <a:cubicBezTo>
                    <a:pt x="34385" y="827"/>
                    <a:pt x="33572" y="0"/>
                    <a:pt x="325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3"/>
            <p:cNvSpPr/>
            <p:nvPr/>
          </p:nvSpPr>
          <p:spPr>
            <a:xfrm>
              <a:off x="917175" y="3287471"/>
              <a:ext cx="1038752" cy="228545"/>
            </a:xfrm>
            <a:custGeom>
              <a:rect b="b" l="l" r="r" t="t"/>
              <a:pathLst>
                <a:path extrusionOk="0" h="3728" w="16944">
                  <a:moveTo>
                    <a:pt x="1746" y="0"/>
                  </a:moveTo>
                  <a:cubicBezTo>
                    <a:pt x="762" y="0"/>
                    <a:pt x="1" y="827"/>
                    <a:pt x="1" y="1759"/>
                  </a:cubicBezTo>
                  <a:lnTo>
                    <a:pt x="1" y="1917"/>
                  </a:lnTo>
                  <a:cubicBezTo>
                    <a:pt x="1" y="2901"/>
                    <a:pt x="762" y="3728"/>
                    <a:pt x="1746" y="3728"/>
                  </a:cubicBezTo>
                  <a:lnTo>
                    <a:pt x="15198" y="3728"/>
                  </a:lnTo>
                  <a:cubicBezTo>
                    <a:pt x="16183" y="3728"/>
                    <a:pt x="16944" y="2901"/>
                    <a:pt x="16944" y="1917"/>
                  </a:cubicBezTo>
                  <a:lnTo>
                    <a:pt x="16944" y="1759"/>
                  </a:lnTo>
                  <a:cubicBezTo>
                    <a:pt x="16944" y="827"/>
                    <a:pt x="16183" y="0"/>
                    <a:pt x="15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3"/>
            <p:cNvSpPr/>
            <p:nvPr/>
          </p:nvSpPr>
          <p:spPr>
            <a:xfrm>
              <a:off x="917175" y="3878029"/>
              <a:ext cx="2108034" cy="227748"/>
            </a:xfrm>
            <a:custGeom>
              <a:rect b="b" l="l" r="r" t="t"/>
              <a:pathLst>
                <a:path extrusionOk="0" h="3715" w="34386">
                  <a:moveTo>
                    <a:pt x="1746" y="0"/>
                  </a:moveTo>
                  <a:cubicBezTo>
                    <a:pt x="762" y="0"/>
                    <a:pt x="1" y="814"/>
                    <a:pt x="1" y="1746"/>
                  </a:cubicBezTo>
                  <a:lnTo>
                    <a:pt x="1" y="1903"/>
                  </a:lnTo>
                  <a:cubicBezTo>
                    <a:pt x="1" y="2888"/>
                    <a:pt x="762" y="3715"/>
                    <a:pt x="1746" y="3715"/>
                  </a:cubicBezTo>
                  <a:lnTo>
                    <a:pt x="32587" y="3715"/>
                  </a:lnTo>
                  <a:cubicBezTo>
                    <a:pt x="33572" y="3715"/>
                    <a:pt x="34385" y="2888"/>
                    <a:pt x="34385" y="1903"/>
                  </a:cubicBezTo>
                  <a:lnTo>
                    <a:pt x="34385" y="1746"/>
                  </a:lnTo>
                  <a:cubicBezTo>
                    <a:pt x="34385" y="814"/>
                    <a:pt x="33572" y="0"/>
                    <a:pt x="325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3"/>
            <p:cNvSpPr/>
            <p:nvPr/>
          </p:nvSpPr>
          <p:spPr>
            <a:xfrm>
              <a:off x="917175" y="3878029"/>
              <a:ext cx="1307513" cy="227748"/>
            </a:xfrm>
            <a:custGeom>
              <a:rect b="b" l="l" r="r" t="t"/>
              <a:pathLst>
                <a:path extrusionOk="0" h="3715" w="21328">
                  <a:moveTo>
                    <a:pt x="1746" y="0"/>
                  </a:moveTo>
                  <a:cubicBezTo>
                    <a:pt x="762" y="0"/>
                    <a:pt x="1" y="814"/>
                    <a:pt x="1" y="1746"/>
                  </a:cubicBezTo>
                  <a:lnTo>
                    <a:pt x="1" y="1903"/>
                  </a:lnTo>
                  <a:cubicBezTo>
                    <a:pt x="1" y="2888"/>
                    <a:pt x="762" y="3715"/>
                    <a:pt x="1746" y="3715"/>
                  </a:cubicBezTo>
                  <a:lnTo>
                    <a:pt x="19569" y="3715"/>
                  </a:lnTo>
                  <a:cubicBezTo>
                    <a:pt x="20553" y="3715"/>
                    <a:pt x="21327" y="2888"/>
                    <a:pt x="21327" y="1903"/>
                  </a:cubicBezTo>
                  <a:lnTo>
                    <a:pt x="21327" y="1746"/>
                  </a:lnTo>
                  <a:cubicBezTo>
                    <a:pt x="21327" y="814"/>
                    <a:pt x="20553" y="0"/>
                    <a:pt x="19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8" name="Google Shape;2438;p63"/>
          <p:cNvSpPr/>
          <p:nvPr/>
        </p:nvSpPr>
        <p:spPr>
          <a:xfrm>
            <a:off x="5282375" y="1236049"/>
            <a:ext cx="340308" cy="384886"/>
          </a:xfrm>
          <a:custGeom>
            <a:rect b="b" l="l" r="r" t="t"/>
            <a:pathLst>
              <a:path extrusionOk="0" h="9411" w="8321">
                <a:moveTo>
                  <a:pt x="1641" y="0"/>
                </a:moveTo>
                <a:cubicBezTo>
                  <a:pt x="709" y="0"/>
                  <a:pt x="0" y="709"/>
                  <a:pt x="0" y="1641"/>
                </a:cubicBezTo>
                <a:lnTo>
                  <a:pt x="0" y="7770"/>
                </a:lnTo>
                <a:cubicBezTo>
                  <a:pt x="0" y="8702"/>
                  <a:pt x="709" y="9410"/>
                  <a:pt x="1641" y="9410"/>
                </a:cubicBezTo>
                <a:lnTo>
                  <a:pt x="6680" y="9410"/>
                </a:lnTo>
                <a:cubicBezTo>
                  <a:pt x="7546" y="9410"/>
                  <a:pt x="8321" y="8702"/>
                  <a:pt x="8321" y="7770"/>
                </a:cubicBezTo>
                <a:lnTo>
                  <a:pt x="8321" y="1641"/>
                </a:lnTo>
                <a:cubicBezTo>
                  <a:pt x="8321" y="709"/>
                  <a:pt x="7546" y="0"/>
                  <a:pt x="668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39" name="Google Shape;2439;p63"/>
          <p:cNvGrpSpPr/>
          <p:nvPr/>
        </p:nvGrpSpPr>
        <p:grpSpPr>
          <a:xfrm>
            <a:off x="5658048" y="1236049"/>
            <a:ext cx="2397657" cy="384886"/>
            <a:chOff x="5658048" y="1236049"/>
            <a:chExt cx="2397657" cy="384886"/>
          </a:xfrm>
        </p:grpSpPr>
        <p:sp>
          <p:nvSpPr>
            <p:cNvPr id="2440" name="Google Shape;2440;p63"/>
            <p:cNvSpPr/>
            <p:nvPr/>
          </p:nvSpPr>
          <p:spPr>
            <a:xfrm>
              <a:off x="5658048" y="1236049"/>
              <a:ext cx="2397657" cy="384886"/>
            </a:xfrm>
            <a:custGeom>
              <a:rect b="b" l="l" r="r" t="t"/>
              <a:pathLst>
                <a:path extrusionOk="0" h="9411" w="5862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702"/>
                    <a:pt x="710" y="9410"/>
                    <a:pt x="1641" y="9410"/>
                  </a:cubicBezTo>
                  <a:lnTo>
                    <a:pt x="56985" y="9410"/>
                  </a:lnTo>
                  <a:cubicBezTo>
                    <a:pt x="57864" y="9410"/>
                    <a:pt x="58625" y="8702"/>
                    <a:pt x="58625" y="7770"/>
                  </a:cubicBezTo>
                  <a:lnTo>
                    <a:pt x="58625" y="1641"/>
                  </a:lnTo>
                  <a:cubicBezTo>
                    <a:pt x="58625" y="709"/>
                    <a:pt x="57864" y="0"/>
                    <a:pt x="56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5658048" y="1236049"/>
              <a:ext cx="98808" cy="384886"/>
            </a:xfrm>
            <a:custGeom>
              <a:rect b="b" l="l" r="r" t="t"/>
              <a:pathLst>
                <a:path extrusionOk="0" h="9411" w="241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702"/>
                    <a:pt x="710" y="9410"/>
                    <a:pt x="1641" y="9410"/>
                  </a:cubicBezTo>
                  <a:lnTo>
                    <a:pt x="2416" y="9410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42" name="Google Shape;2442;p63"/>
          <p:cNvSpPr/>
          <p:nvPr/>
        </p:nvSpPr>
        <p:spPr>
          <a:xfrm>
            <a:off x="5282375" y="1697070"/>
            <a:ext cx="340308" cy="384355"/>
          </a:xfrm>
          <a:custGeom>
            <a:rect b="b" l="l" r="r" t="t"/>
            <a:pathLst>
              <a:path extrusionOk="0" h="9398" w="8321">
                <a:moveTo>
                  <a:pt x="1641" y="1"/>
                </a:moveTo>
                <a:cubicBezTo>
                  <a:pt x="709" y="1"/>
                  <a:pt x="0" y="710"/>
                  <a:pt x="0" y="1641"/>
                </a:cubicBezTo>
                <a:lnTo>
                  <a:pt x="0" y="7757"/>
                </a:lnTo>
                <a:cubicBezTo>
                  <a:pt x="0" y="8689"/>
                  <a:pt x="709" y="9398"/>
                  <a:pt x="1641" y="9398"/>
                </a:cubicBezTo>
                <a:lnTo>
                  <a:pt x="6680" y="9398"/>
                </a:lnTo>
                <a:cubicBezTo>
                  <a:pt x="7546" y="9398"/>
                  <a:pt x="8321" y="8689"/>
                  <a:pt x="8321" y="7757"/>
                </a:cubicBezTo>
                <a:lnTo>
                  <a:pt x="8321" y="1641"/>
                </a:lnTo>
                <a:cubicBezTo>
                  <a:pt x="8321" y="710"/>
                  <a:pt x="7546" y="1"/>
                  <a:pt x="66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43" name="Google Shape;2443;p63"/>
          <p:cNvGrpSpPr/>
          <p:nvPr/>
        </p:nvGrpSpPr>
        <p:grpSpPr>
          <a:xfrm>
            <a:off x="5658048" y="1697070"/>
            <a:ext cx="2397657" cy="384355"/>
            <a:chOff x="5658048" y="1697070"/>
            <a:chExt cx="2397657" cy="384355"/>
          </a:xfrm>
        </p:grpSpPr>
        <p:sp>
          <p:nvSpPr>
            <p:cNvPr id="2444" name="Google Shape;2444;p63"/>
            <p:cNvSpPr/>
            <p:nvPr/>
          </p:nvSpPr>
          <p:spPr>
            <a:xfrm>
              <a:off x="5658048" y="1697070"/>
              <a:ext cx="2397657" cy="384355"/>
            </a:xfrm>
            <a:custGeom>
              <a:rect b="b" l="l" r="r" t="t"/>
              <a:pathLst>
                <a:path extrusionOk="0" h="9398" w="58626">
                  <a:moveTo>
                    <a:pt x="1641" y="1"/>
                  </a:moveTo>
                  <a:cubicBezTo>
                    <a:pt x="710" y="1"/>
                    <a:pt x="1" y="710"/>
                    <a:pt x="1" y="1641"/>
                  </a:cubicBezTo>
                  <a:lnTo>
                    <a:pt x="1" y="7757"/>
                  </a:lnTo>
                  <a:cubicBezTo>
                    <a:pt x="1" y="8689"/>
                    <a:pt x="710" y="9398"/>
                    <a:pt x="1641" y="9398"/>
                  </a:cubicBezTo>
                  <a:lnTo>
                    <a:pt x="56985" y="9398"/>
                  </a:lnTo>
                  <a:cubicBezTo>
                    <a:pt x="57864" y="9398"/>
                    <a:pt x="58625" y="8689"/>
                    <a:pt x="58625" y="7757"/>
                  </a:cubicBezTo>
                  <a:lnTo>
                    <a:pt x="58625" y="1641"/>
                  </a:lnTo>
                  <a:cubicBezTo>
                    <a:pt x="58625" y="710"/>
                    <a:pt x="57864" y="1"/>
                    <a:pt x="569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5658048" y="1697070"/>
              <a:ext cx="98808" cy="384355"/>
            </a:xfrm>
            <a:custGeom>
              <a:rect b="b" l="l" r="r" t="t"/>
              <a:pathLst>
                <a:path extrusionOk="0" h="9398" w="2416">
                  <a:moveTo>
                    <a:pt x="1641" y="1"/>
                  </a:moveTo>
                  <a:cubicBezTo>
                    <a:pt x="710" y="1"/>
                    <a:pt x="1" y="710"/>
                    <a:pt x="1" y="1641"/>
                  </a:cubicBezTo>
                  <a:lnTo>
                    <a:pt x="1" y="7757"/>
                  </a:lnTo>
                  <a:cubicBezTo>
                    <a:pt x="1" y="8689"/>
                    <a:pt x="710" y="9398"/>
                    <a:pt x="1641" y="9398"/>
                  </a:cubicBezTo>
                  <a:lnTo>
                    <a:pt x="2416" y="9398"/>
                  </a:lnTo>
                  <a:lnTo>
                    <a:pt x="24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46" name="Google Shape;2446;p63"/>
          <p:cNvSpPr txBox="1"/>
          <p:nvPr/>
        </p:nvSpPr>
        <p:spPr>
          <a:xfrm>
            <a:off x="5218520" y="1335780"/>
            <a:ext cx="457200" cy="18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47" name="Google Shape;2447;p63"/>
          <p:cNvSpPr/>
          <p:nvPr/>
        </p:nvSpPr>
        <p:spPr>
          <a:xfrm>
            <a:off x="5282375" y="2157599"/>
            <a:ext cx="340308" cy="384886"/>
          </a:xfrm>
          <a:custGeom>
            <a:rect b="b" l="l" r="r" t="t"/>
            <a:pathLst>
              <a:path extrusionOk="0" h="9411" w="8321">
                <a:moveTo>
                  <a:pt x="1641" y="0"/>
                </a:moveTo>
                <a:cubicBezTo>
                  <a:pt x="709" y="0"/>
                  <a:pt x="0" y="709"/>
                  <a:pt x="0" y="1641"/>
                </a:cubicBezTo>
                <a:lnTo>
                  <a:pt x="0" y="7770"/>
                </a:lnTo>
                <a:cubicBezTo>
                  <a:pt x="0" y="8688"/>
                  <a:pt x="709" y="9410"/>
                  <a:pt x="1641" y="9410"/>
                </a:cubicBezTo>
                <a:lnTo>
                  <a:pt x="6680" y="9410"/>
                </a:lnTo>
                <a:cubicBezTo>
                  <a:pt x="7546" y="9410"/>
                  <a:pt x="8321" y="8688"/>
                  <a:pt x="8321" y="7770"/>
                </a:cubicBezTo>
                <a:lnTo>
                  <a:pt x="8321" y="1641"/>
                </a:lnTo>
                <a:cubicBezTo>
                  <a:pt x="8321" y="709"/>
                  <a:pt x="7546" y="0"/>
                  <a:pt x="668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48" name="Google Shape;2448;p63"/>
          <p:cNvGrpSpPr/>
          <p:nvPr/>
        </p:nvGrpSpPr>
        <p:grpSpPr>
          <a:xfrm>
            <a:off x="5658048" y="2157599"/>
            <a:ext cx="2397657" cy="384886"/>
            <a:chOff x="5658048" y="2157599"/>
            <a:chExt cx="2397657" cy="384886"/>
          </a:xfrm>
        </p:grpSpPr>
        <p:sp>
          <p:nvSpPr>
            <p:cNvPr id="2449" name="Google Shape;2449;p63"/>
            <p:cNvSpPr/>
            <p:nvPr/>
          </p:nvSpPr>
          <p:spPr>
            <a:xfrm>
              <a:off x="5658048" y="2157599"/>
              <a:ext cx="2397657" cy="384886"/>
            </a:xfrm>
            <a:custGeom>
              <a:rect b="b" l="l" r="r" t="t"/>
              <a:pathLst>
                <a:path extrusionOk="0" h="9411" w="5862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688"/>
                    <a:pt x="710" y="9410"/>
                    <a:pt x="1641" y="9410"/>
                  </a:cubicBezTo>
                  <a:lnTo>
                    <a:pt x="56985" y="9410"/>
                  </a:lnTo>
                  <a:cubicBezTo>
                    <a:pt x="57864" y="9410"/>
                    <a:pt x="58625" y="8688"/>
                    <a:pt x="58625" y="7770"/>
                  </a:cubicBezTo>
                  <a:lnTo>
                    <a:pt x="58625" y="1641"/>
                  </a:lnTo>
                  <a:cubicBezTo>
                    <a:pt x="58625" y="709"/>
                    <a:pt x="57864" y="0"/>
                    <a:pt x="56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5658048" y="2157599"/>
              <a:ext cx="98808" cy="384886"/>
            </a:xfrm>
            <a:custGeom>
              <a:rect b="b" l="l" r="r" t="t"/>
              <a:pathLst>
                <a:path extrusionOk="0" h="9411" w="241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688"/>
                    <a:pt x="710" y="9410"/>
                    <a:pt x="1641" y="9410"/>
                  </a:cubicBezTo>
                  <a:lnTo>
                    <a:pt x="2416" y="9410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51" name="Google Shape;2451;p63"/>
          <p:cNvSpPr txBox="1"/>
          <p:nvPr/>
        </p:nvSpPr>
        <p:spPr>
          <a:xfrm>
            <a:off x="5218520" y="1794892"/>
            <a:ext cx="457200" cy="18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52" name="Google Shape;2452;p63"/>
          <p:cNvSpPr txBox="1"/>
          <p:nvPr/>
        </p:nvSpPr>
        <p:spPr>
          <a:xfrm>
            <a:off x="5218520" y="2253992"/>
            <a:ext cx="457200" cy="18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53" name="Google Shape;2453;p63"/>
          <p:cNvSpPr txBox="1"/>
          <p:nvPr/>
        </p:nvSpPr>
        <p:spPr>
          <a:xfrm>
            <a:off x="5956706" y="1299350"/>
            <a:ext cx="1820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54" name="Google Shape;2454;p63"/>
          <p:cNvSpPr txBox="1"/>
          <p:nvPr/>
        </p:nvSpPr>
        <p:spPr>
          <a:xfrm>
            <a:off x="5956706" y="1758463"/>
            <a:ext cx="1820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VENUS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55" name="Google Shape;2455;p63"/>
          <p:cNvSpPr txBox="1"/>
          <p:nvPr/>
        </p:nvSpPr>
        <p:spPr>
          <a:xfrm>
            <a:off x="5956706" y="2217538"/>
            <a:ext cx="1820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MARS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56" name="Google Shape;2456;p63"/>
          <p:cNvSpPr txBox="1"/>
          <p:nvPr/>
        </p:nvSpPr>
        <p:spPr>
          <a:xfrm>
            <a:off x="3102860" y="3413982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40%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57" name="Google Shape;2457;p63"/>
          <p:cNvSpPr txBox="1"/>
          <p:nvPr/>
        </p:nvSpPr>
        <p:spPr>
          <a:xfrm>
            <a:off x="3102860" y="2831807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9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58" name="Google Shape;2458;p63"/>
          <p:cNvSpPr txBox="1"/>
          <p:nvPr/>
        </p:nvSpPr>
        <p:spPr>
          <a:xfrm>
            <a:off x="3102860" y="3996157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55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462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63" name="Google Shape;2463;p64"/>
          <p:cNvGrpSpPr/>
          <p:nvPr/>
        </p:nvGrpSpPr>
        <p:grpSpPr>
          <a:xfrm>
            <a:off x="635764" y="2032411"/>
            <a:ext cx="7926404" cy="2536248"/>
            <a:chOff x="635764" y="2032411"/>
            <a:chExt cx="7926404" cy="2536248"/>
          </a:xfrm>
        </p:grpSpPr>
        <p:sp>
          <p:nvSpPr>
            <p:cNvPr id="2464" name="Google Shape;2464;p64"/>
            <p:cNvSpPr/>
            <p:nvPr/>
          </p:nvSpPr>
          <p:spPr>
            <a:xfrm rot="-7798543">
              <a:off x="774426" y="2830554"/>
              <a:ext cx="1028236" cy="687349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845386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		</a:t>
              </a:r>
              <a:endParaRPr/>
            </a:p>
          </p:txBody>
        </p:sp>
        <p:sp>
          <p:nvSpPr>
            <p:cNvPr id="2465" name="Google Shape;2465;p64"/>
            <p:cNvSpPr/>
            <p:nvPr/>
          </p:nvSpPr>
          <p:spPr>
            <a:xfrm rot="6744166">
              <a:off x="7389637" y="2251010"/>
              <a:ext cx="1010741" cy="803465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4"/>
            <p:cNvSpPr/>
            <p:nvPr/>
          </p:nvSpPr>
          <p:spPr>
            <a:xfrm rot="2700000">
              <a:off x="5025613" y="3066318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4"/>
            <p:cNvSpPr/>
            <p:nvPr/>
          </p:nvSpPr>
          <p:spPr>
            <a:xfrm rot="2700000">
              <a:off x="4854160" y="2714689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4"/>
            <p:cNvSpPr/>
            <p:nvPr/>
          </p:nvSpPr>
          <p:spPr>
            <a:xfrm rot="-3483362">
              <a:off x="2019372" y="3282621"/>
              <a:ext cx="1374914" cy="91907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4"/>
            <p:cNvSpPr/>
            <p:nvPr/>
          </p:nvSpPr>
          <p:spPr>
            <a:xfrm rot="-5400000">
              <a:off x="2653971" y="2433294"/>
              <a:ext cx="1374921" cy="91906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4"/>
            <p:cNvSpPr/>
            <p:nvPr/>
          </p:nvSpPr>
          <p:spPr>
            <a:xfrm rot="6744261">
              <a:off x="8019196" y="3178340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4"/>
            <p:cNvSpPr/>
            <p:nvPr/>
          </p:nvSpPr>
          <p:spPr>
            <a:xfrm rot="6744261">
              <a:off x="635521" y="2201365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						</a:t>
              </a:r>
              <a:endParaRPr/>
            </a:p>
          </p:txBody>
        </p:sp>
      </p:grpSp>
      <p:sp>
        <p:nvSpPr>
          <p:cNvPr id="2472" name="Google Shape;2472;p64"/>
          <p:cNvSpPr txBox="1"/>
          <p:nvPr>
            <p:ph type="title"/>
          </p:nvPr>
        </p:nvSpPr>
        <p:spPr>
          <a:xfrm>
            <a:off x="914400" y="50446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COMPETITORS</a:t>
            </a:r>
            <a:endParaRPr/>
          </a:p>
        </p:txBody>
      </p:sp>
      <p:grpSp>
        <p:nvGrpSpPr>
          <p:cNvPr id="2473" name="Google Shape;2473;p64"/>
          <p:cNvGrpSpPr/>
          <p:nvPr/>
        </p:nvGrpSpPr>
        <p:grpSpPr>
          <a:xfrm>
            <a:off x="3107060" y="2397370"/>
            <a:ext cx="339253" cy="339253"/>
            <a:chOff x="1492675" y="4992125"/>
            <a:chExt cx="481825" cy="481825"/>
          </a:xfrm>
        </p:grpSpPr>
        <p:sp>
          <p:nvSpPr>
            <p:cNvPr id="2474" name="Google Shape;2474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75" name="Google Shape;2475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76" name="Google Shape;2476;p64"/>
          <p:cNvGrpSpPr/>
          <p:nvPr/>
        </p:nvGrpSpPr>
        <p:grpSpPr>
          <a:xfrm>
            <a:off x="7200693" y="2397370"/>
            <a:ext cx="339253" cy="339253"/>
            <a:chOff x="2085525" y="4992125"/>
            <a:chExt cx="481825" cy="481825"/>
          </a:xfrm>
        </p:grpSpPr>
        <p:sp>
          <p:nvSpPr>
            <p:cNvPr id="2477" name="Google Shape;2477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78" name="Google Shape;2478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79" name="Google Shape;2479;p64"/>
          <p:cNvGrpSpPr/>
          <p:nvPr/>
        </p:nvGrpSpPr>
        <p:grpSpPr>
          <a:xfrm>
            <a:off x="4466971" y="2970859"/>
            <a:ext cx="339253" cy="339253"/>
            <a:chOff x="2085525" y="4992125"/>
            <a:chExt cx="481825" cy="481825"/>
          </a:xfrm>
        </p:grpSpPr>
        <p:sp>
          <p:nvSpPr>
            <p:cNvPr id="2480" name="Google Shape;2480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81" name="Google Shape;2481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82" name="Google Shape;2482;p64"/>
          <p:cNvGrpSpPr/>
          <p:nvPr/>
        </p:nvGrpSpPr>
        <p:grpSpPr>
          <a:xfrm>
            <a:off x="5841138" y="2970859"/>
            <a:ext cx="339253" cy="339253"/>
            <a:chOff x="2085525" y="4992125"/>
            <a:chExt cx="481825" cy="481825"/>
          </a:xfrm>
        </p:grpSpPr>
        <p:sp>
          <p:nvSpPr>
            <p:cNvPr id="2483" name="Google Shape;2483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84" name="Google Shape;2484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85" name="Google Shape;2485;p64"/>
          <p:cNvGrpSpPr/>
          <p:nvPr/>
        </p:nvGrpSpPr>
        <p:grpSpPr>
          <a:xfrm>
            <a:off x="3107060" y="3546540"/>
            <a:ext cx="339253" cy="339253"/>
            <a:chOff x="2085525" y="4992125"/>
            <a:chExt cx="481825" cy="481825"/>
          </a:xfrm>
        </p:grpSpPr>
        <p:sp>
          <p:nvSpPr>
            <p:cNvPr id="2486" name="Google Shape;2486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87" name="Google Shape;2487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88" name="Google Shape;2488;p64"/>
          <p:cNvGrpSpPr/>
          <p:nvPr/>
        </p:nvGrpSpPr>
        <p:grpSpPr>
          <a:xfrm>
            <a:off x="4466971" y="2397370"/>
            <a:ext cx="339253" cy="339253"/>
            <a:chOff x="1492675" y="4992125"/>
            <a:chExt cx="481825" cy="481825"/>
          </a:xfrm>
        </p:grpSpPr>
        <p:sp>
          <p:nvSpPr>
            <p:cNvPr id="2489" name="Google Shape;2489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90" name="Google Shape;2490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91" name="Google Shape;2491;p64"/>
          <p:cNvGrpSpPr/>
          <p:nvPr/>
        </p:nvGrpSpPr>
        <p:grpSpPr>
          <a:xfrm>
            <a:off x="5841138" y="2397370"/>
            <a:ext cx="339253" cy="339253"/>
            <a:chOff x="1492675" y="4992125"/>
            <a:chExt cx="481825" cy="481825"/>
          </a:xfrm>
        </p:grpSpPr>
        <p:sp>
          <p:nvSpPr>
            <p:cNvPr id="2492" name="Google Shape;2492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93" name="Google Shape;2493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94" name="Google Shape;2494;p64"/>
          <p:cNvGrpSpPr/>
          <p:nvPr/>
        </p:nvGrpSpPr>
        <p:grpSpPr>
          <a:xfrm>
            <a:off x="7200693" y="2970859"/>
            <a:ext cx="339253" cy="339253"/>
            <a:chOff x="1492675" y="4992125"/>
            <a:chExt cx="481825" cy="481825"/>
          </a:xfrm>
        </p:grpSpPr>
        <p:sp>
          <p:nvSpPr>
            <p:cNvPr id="2495" name="Google Shape;2495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96" name="Google Shape;2496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97" name="Google Shape;2497;p64"/>
          <p:cNvGrpSpPr/>
          <p:nvPr/>
        </p:nvGrpSpPr>
        <p:grpSpPr>
          <a:xfrm>
            <a:off x="3107060" y="2970859"/>
            <a:ext cx="339253" cy="339253"/>
            <a:chOff x="1492675" y="4992125"/>
            <a:chExt cx="481825" cy="481825"/>
          </a:xfrm>
        </p:grpSpPr>
        <p:sp>
          <p:nvSpPr>
            <p:cNvPr id="2498" name="Google Shape;2498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99" name="Google Shape;2499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00" name="Google Shape;2500;p64"/>
          <p:cNvGrpSpPr/>
          <p:nvPr/>
        </p:nvGrpSpPr>
        <p:grpSpPr>
          <a:xfrm>
            <a:off x="4466971" y="3546540"/>
            <a:ext cx="339253" cy="339253"/>
            <a:chOff x="1492675" y="4992125"/>
            <a:chExt cx="481825" cy="481825"/>
          </a:xfrm>
        </p:grpSpPr>
        <p:sp>
          <p:nvSpPr>
            <p:cNvPr id="2501" name="Google Shape;2501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02" name="Google Shape;2502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03" name="Google Shape;2503;p64"/>
          <p:cNvGrpSpPr/>
          <p:nvPr/>
        </p:nvGrpSpPr>
        <p:grpSpPr>
          <a:xfrm>
            <a:off x="5841138" y="3546540"/>
            <a:ext cx="339253" cy="339253"/>
            <a:chOff x="1492675" y="4992125"/>
            <a:chExt cx="481825" cy="481825"/>
          </a:xfrm>
        </p:grpSpPr>
        <p:sp>
          <p:nvSpPr>
            <p:cNvPr id="2504" name="Google Shape;2504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05" name="Google Shape;2505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06" name="Google Shape;2506;p64"/>
          <p:cNvGrpSpPr/>
          <p:nvPr/>
        </p:nvGrpSpPr>
        <p:grpSpPr>
          <a:xfrm>
            <a:off x="7200693" y="3546540"/>
            <a:ext cx="339253" cy="339253"/>
            <a:chOff x="2085525" y="4992125"/>
            <a:chExt cx="481825" cy="481825"/>
          </a:xfrm>
        </p:grpSpPr>
        <p:sp>
          <p:nvSpPr>
            <p:cNvPr id="2507" name="Google Shape;2507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08" name="Google Shape;2508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aphicFrame>
        <p:nvGraphicFramePr>
          <p:cNvPr id="2509" name="Google Shape;2509;p64"/>
          <p:cNvGraphicFramePr/>
          <p:nvPr/>
        </p:nvGraphicFramePr>
        <p:xfrm>
          <a:off x="1313394" y="1692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{AE70CE18-CB0B-400C-8185-28348DB99452}</a:tableStyleId>
              </a:tblPr>
              <a:tblGrid>
                <a:gridCol w="1307225"/>
                <a:gridCol w="1307225"/>
                <a:gridCol w="1307225"/>
                <a:gridCol w="1307225"/>
                <a:gridCol w="1307225"/>
              </a:tblGrid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A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B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C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D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MARS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</a:tr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JUPITER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</a:tr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SATURN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  <p:grpSp>
        <p:nvGrpSpPr>
          <p:cNvPr id="2510" name="Google Shape;2510;p64"/>
          <p:cNvGrpSpPr/>
          <p:nvPr/>
        </p:nvGrpSpPr>
        <p:grpSpPr>
          <a:xfrm>
            <a:off x="3107120" y="2391118"/>
            <a:ext cx="325087" cy="325087"/>
            <a:chOff x="1492675" y="4992125"/>
            <a:chExt cx="481825" cy="481825"/>
          </a:xfrm>
        </p:grpSpPr>
        <p:sp>
          <p:nvSpPr>
            <p:cNvPr id="2511" name="Google Shape;2511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12" name="Google Shape;2512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13" name="Google Shape;2513;p64"/>
          <p:cNvGrpSpPr/>
          <p:nvPr/>
        </p:nvGrpSpPr>
        <p:grpSpPr>
          <a:xfrm>
            <a:off x="7037341" y="2395672"/>
            <a:ext cx="325087" cy="325087"/>
            <a:chOff x="2085525" y="4992125"/>
            <a:chExt cx="481825" cy="481825"/>
          </a:xfrm>
        </p:grpSpPr>
        <p:sp>
          <p:nvSpPr>
            <p:cNvPr id="2514" name="Google Shape;2514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15" name="Google Shape;2515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16" name="Google Shape;2516;p64"/>
          <p:cNvGrpSpPr/>
          <p:nvPr/>
        </p:nvGrpSpPr>
        <p:grpSpPr>
          <a:xfrm>
            <a:off x="4412058" y="2948559"/>
            <a:ext cx="325087" cy="325087"/>
            <a:chOff x="2085525" y="4992125"/>
            <a:chExt cx="481825" cy="481825"/>
          </a:xfrm>
        </p:grpSpPr>
        <p:sp>
          <p:nvSpPr>
            <p:cNvPr id="2517" name="Google Shape;2517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18" name="Google Shape;2518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2519" name="Google Shape;2519;p64"/>
          <p:cNvGrpSpPr/>
          <p:nvPr/>
        </p:nvGrpSpPr>
        <p:grpSpPr>
          <a:xfrm>
            <a:off x="5731253" y="2948559"/>
            <a:ext cx="325087" cy="325087"/>
            <a:chOff x="2085525" y="4992125"/>
            <a:chExt cx="481825" cy="481825"/>
          </a:xfrm>
        </p:grpSpPr>
        <p:sp>
          <p:nvSpPr>
            <p:cNvPr id="2520" name="Google Shape;2520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21" name="Google Shape;2521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2522" name="Google Shape;2522;p64"/>
          <p:cNvGrpSpPr/>
          <p:nvPr/>
        </p:nvGrpSpPr>
        <p:grpSpPr>
          <a:xfrm>
            <a:off x="3107141" y="3519957"/>
            <a:ext cx="325087" cy="325087"/>
            <a:chOff x="2085525" y="4992125"/>
            <a:chExt cx="481825" cy="481825"/>
          </a:xfrm>
        </p:grpSpPr>
        <p:sp>
          <p:nvSpPr>
            <p:cNvPr id="2523" name="Google Shape;2523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24" name="Google Shape;2524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25" name="Google Shape;2525;p64"/>
          <p:cNvGrpSpPr/>
          <p:nvPr/>
        </p:nvGrpSpPr>
        <p:grpSpPr>
          <a:xfrm>
            <a:off x="4412037" y="2391118"/>
            <a:ext cx="325087" cy="325087"/>
            <a:chOff x="1492675" y="4992125"/>
            <a:chExt cx="481825" cy="481825"/>
          </a:xfrm>
        </p:grpSpPr>
        <p:sp>
          <p:nvSpPr>
            <p:cNvPr id="2526" name="Google Shape;2526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27" name="Google Shape;2527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28" name="Google Shape;2528;p64"/>
          <p:cNvGrpSpPr/>
          <p:nvPr/>
        </p:nvGrpSpPr>
        <p:grpSpPr>
          <a:xfrm>
            <a:off x="5731232" y="2391118"/>
            <a:ext cx="325087" cy="325087"/>
            <a:chOff x="1492675" y="4992125"/>
            <a:chExt cx="481825" cy="481825"/>
          </a:xfrm>
        </p:grpSpPr>
        <p:sp>
          <p:nvSpPr>
            <p:cNvPr id="2529" name="Google Shape;2529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30" name="Google Shape;2530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31" name="Google Shape;2531;p64"/>
          <p:cNvGrpSpPr/>
          <p:nvPr/>
        </p:nvGrpSpPr>
        <p:grpSpPr>
          <a:xfrm>
            <a:off x="3107120" y="2953112"/>
            <a:ext cx="325087" cy="325087"/>
            <a:chOff x="1492675" y="4992125"/>
            <a:chExt cx="481825" cy="481825"/>
          </a:xfrm>
        </p:grpSpPr>
        <p:sp>
          <p:nvSpPr>
            <p:cNvPr id="2532" name="Google Shape;2532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33" name="Google Shape;2533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2534" name="Google Shape;2534;p64"/>
          <p:cNvGrpSpPr/>
          <p:nvPr/>
        </p:nvGrpSpPr>
        <p:grpSpPr>
          <a:xfrm>
            <a:off x="4412037" y="3519957"/>
            <a:ext cx="325087" cy="325087"/>
            <a:chOff x="1492675" y="4992125"/>
            <a:chExt cx="481825" cy="481825"/>
          </a:xfrm>
        </p:grpSpPr>
        <p:sp>
          <p:nvSpPr>
            <p:cNvPr id="2535" name="Google Shape;2535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36" name="Google Shape;2536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37" name="Google Shape;2537;p64"/>
          <p:cNvGrpSpPr/>
          <p:nvPr/>
        </p:nvGrpSpPr>
        <p:grpSpPr>
          <a:xfrm>
            <a:off x="5731232" y="3519957"/>
            <a:ext cx="325087" cy="325087"/>
            <a:chOff x="1492675" y="4992125"/>
            <a:chExt cx="481825" cy="481825"/>
          </a:xfrm>
        </p:grpSpPr>
        <p:sp>
          <p:nvSpPr>
            <p:cNvPr id="2538" name="Google Shape;2538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39" name="Google Shape;2539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40" name="Google Shape;2540;p64"/>
          <p:cNvGrpSpPr/>
          <p:nvPr/>
        </p:nvGrpSpPr>
        <p:grpSpPr>
          <a:xfrm>
            <a:off x="7037341" y="3517680"/>
            <a:ext cx="325087" cy="325087"/>
            <a:chOff x="2085525" y="4992125"/>
            <a:chExt cx="481825" cy="481825"/>
          </a:xfrm>
        </p:grpSpPr>
        <p:sp>
          <p:nvSpPr>
            <p:cNvPr id="2541" name="Google Shape;2541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42" name="Google Shape;2542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43" name="Google Shape;2543;p64"/>
          <p:cNvGrpSpPr/>
          <p:nvPr/>
        </p:nvGrpSpPr>
        <p:grpSpPr>
          <a:xfrm>
            <a:off x="7037345" y="2948556"/>
            <a:ext cx="325087" cy="325087"/>
            <a:chOff x="1492675" y="4992125"/>
            <a:chExt cx="481825" cy="481825"/>
          </a:xfrm>
        </p:grpSpPr>
        <p:sp>
          <p:nvSpPr>
            <p:cNvPr id="2544" name="Google Shape;2544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45" name="Google Shape;2545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549" name="Shape 2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0" name="Google Shape;2550;p65"/>
          <p:cNvSpPr txBox="1"/>
          <p:nvPr>
            <p:ph idx="8" type="subTitle"/>
          </p:nvPr>
        </p:nvSpPr>
        <p:spPr>
          <a:xfrm>
            <a:off x="3527793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the ringed one. It’s a gas giant, composed of hydrogen and helium</a:t>
            </a:r>
            <a:endParaRPr/>
          </a:p>
        </p:txBody>
      </p:sp>
      <p:sp>
        <p:nvSpPr>
          <p:cNvPr id="2551" name="Google Shape;2551;p65"/>
          <p:cNvSpPr txBox="1"/>
          <p:nvPr>
            <p:ph idx="4294967295" type="subTitle"/>
          </p:nvPr>
        </p:nvSpPr>
        <p:spPr>
          <a:xfrm>
            <a:off x="4350693" y="2956340"/>
            <a:ext cx="457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</a:t>
            </a: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.</a:t>
            </a:r>
            <a:endParaRPr sz="1800">
              <a:solidFill>
                <a:schemeClr val="accent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52" name="Google Shape;2552;p65"/>
          <p:cNvSpPr txBox="1"/>
          <p:nvPr>
            <p:ph type="title"/>
          </p:nvPr>
        </p:nvSpPr>
        <p:spPr>
          <a:xfrm>
            <a:off x="914316" y="55056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MODEL</a:t>
            </a:r>
            <a:endParaRPr/>
          </a:p>
        </p:txBody>
      </p:sp>
      <p:sp>
        <p:nvSpPr>
          <p:cNvPr id="2553" name="Google Shape;2553;p65"/>
          <p:cNvSpPr txBox="1"/>
          <p:nvPr>
            <p:ph idx="4" type="subTitle"/>
          </p:nvPr>
        </p:nvSpPr>
        <p:spPr>
          <a:xfrm>
            <a:off x="1331509" y="3226185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554" name="Google Shape;2554;p65"/>
          <p:cNvSpPr txBox="1"/>
          <p:nvPr>
            <p:ph idx="5" type="subTitle"/>
          </p:nvPr>
        </p:nvSpPr>
        <p:spPr>
          <a:xfrm>
            <a:off x="3664893" y="32261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555" name="Google Shape;2555;p65"/>
          <p:cNvSpPr txBox="1"/>
          <p:nvPr>
            <p:ph idx="6" type="subTitle"/>
          </p:nvPr>
        </p:nvSpPr>
        <p:spPr>
          <a:xfrm>
            <a:off x="6006037" y="32261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556" name="Google Shape;2556;p65"/>
          <p:cNvSpPr txBox="1"/>
          <p:nvPr>
            <p:ph idx="13" type="subTitle"/>
          </p:nvPr>
        </p:nvSpPr>
        <p:spPr>
          <a:xfrm>
            <a:off x="3664893" y="17568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557" name="Google Shape;2557;p65"/>
          <p:cNvSpPr txBox="1"/>
          <p:nvPr>
            <p:ph idx="14" type="subTitle"/>
          </p:nvPr>
        </p:nvSpPr>
        <p:spPr>
          <a:xfrm>
            <a:off x="6006037" y="17568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558" name="Google Shape;2558;p65"/>
          <p:cNvSpPr txBox="1"/>
          <p:nvPr>
            <p:ph idx="1" type="subTitle"/>
          </p:nvPr>
        </p:nvSpPr>
        <p:spPr>
          <a:xfrm>
            <a:off x="1194409" y="356293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2559" name="Google Shape;2559;p65"/>
          <p:cNvSpPr txBox="1"/>
          <p:nvPr>
            <p:ph idx="2" type="subTitle"/>
          </p:nvPr>
        </p:nvSpPr>
        <p:spPr>
          <a:xfrm>
            <a:off x="3527793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also the biggest planet in the Solar System</a:t>
            </a:r>
            <a:endParaRPr/>
          </a:p>
        </p:txBody>
      </p:sp>
      <p:sp>
        <p:nvSpPr>
          <p:cNvPr id="2560" name="Google Shape;2560;p65"/>
          <p:cNvSpPr txBox="1"/>
          <p:nvPr>
            <p:ph idx="3" type="subTitle"/>
          </p:nvPr>
        </p:nvSpPr>
        <p:spPr>
          <a:xfrm>
            <a:off x="5868937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2561" name="Google Shape;2561;p65"/>
          <p:cNvSpPr txBox="1"/>
          <p:nvPr>
            <p:ph idx="7" type="subTitle"/>
          </p:nvPr>
        </p:nvSpPr>
        <p:spPr>
          <a:xfrm>
            <a:off x="1194409" y="207555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</a:t>
            </a:r>
            <a:endParaRPr/>
          </a:p>
        </p:txBody>
      </p:sp>
      <p:sp>
        <p:nvSpPr>
          <p:cNvPr id="2562" name="Google Shape;2562;p65"/>
          <p:cNvSpPr txBox="1"/>
          <p:nvPr>
            <p:ph idx="9" type="subTitle"/>
          </p:nvPr>
        </p:nvSpPr>
        <p:spPr>
          <a:xfrm>
            <a:off x="5868937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in the Solar System</a:t>
            </a:r>
            <a:endParaRPr/>
          </a:p>
        </p:txBody>
      </p:sp>
      <p:sp>
        <p:nvSpPr>
          <p:cNvPr id="2563" name="Google Shape;2563;p65"/>
          <p:cNvSpPr txBox="1"/>
          <p:nvPr>
            <p:ph idx="4294967295" type="subTitle"/>
          </p:nvPr>
        </p:nvSpPr>
        <p:spPr>
          <a:xfrm>
            <a:off x="2017297" y="1447158"/>
            <a:ext cx="457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</a:t>
            </a: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.</a:t>
            </a:r>
            <a:endParaRPr sz="1800">
              <a:solidFill>
                <a:schemeClr val="accent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64" name="Google Shape;2564;p65"/>
          <p:cNvSpPr txBox="1"/>
          <p:nvPr>
            <p:ph idx="4294967295" type="subTitle"/>
          </p:nvPr>
        </p:nvSpPr>
        <p:spPr>
          <a:xfrm>
            <a:off x="6684097" y="1447153"/>
            <a:ext cx="457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</a:t>
            </a: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.</a:t>
            </a:r>
            <a:endParaRPr sz="1800">
              <a:solidFill>
                <a:schemeClr val="accent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65" name="Google Shape;2565;p65"/>
          <p:cNvSpPr txBox="1"/>
          <p:nvPr>
            <p:ph idx="4294967295" type="subTitle"/>
          </p:nvPr>
        </p:nvSpPr>
        <p:spPr>
          <a:xfrm>
            <a:off x="2017297" y="2923453"/>
            <a:ext cx="457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4</a:t>
            </a: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.</a:t>
            </a:r>
            <a:endParaRPr sz="1800">
              <a:solidFill>
                <a:schemeClr val="accent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66" name="Google Shape;2566;p65"/>
          <p:cNvSpPr txBox="1"/>
          <p:nvPr>
            <p:ph idx="4294967295" type="subTitle"/>
          </p:nvPr>
        </p:nvSpPr>
        <p:spPr>
          <a:xfrm>
            <a:off x="6684097" y="2923453"/>
            <a:ext cx="457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6</a:t>
            </a: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.</a:t>
            </a:r>
            <a:endParaRPr sz="1800">
              <a:solidFill>
                <a:schemeClr val="accent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67" name="Google Shape;2567;p65"/>
          <p:cNvSpPr txBox="1"/>
          <p:nvPr>
            <p:ph idx="15" type="subTitle"/>
          </p:nvPr>
        </p:nvSpPr>
        <p:spPr>
          <a:xfrm>
            <a:off x="1331509" y="175686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568" name="Google Shape;2568;p65"/>
          <p:cNvSpPr txBox="1"/>
          <p:nvPr>
            <p:ph idx="4294967295" type="subTitle"/>
          </p:nvPr>
        </p:nvSpPr>
        <p:spPr>
          <a:xfrm>
            <a:off x="4350693" y="1447158"/>
            <a:ext cx="457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2.</a:t>
            </a:r>
            <a:endParaRPr sz="1800">
              <a:solidFill>
                <a:schemeClr val="accent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572" name="Shape 2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73" name="Google Shape;2573;p66"/>
          <p:cNvCxnSpPr>
            <a:endCxn id="2574" idx="2"/>
          </p:cNvCxnSpPr>
          <p:nvPr/>
        </p:nvCxnSpPr>
        <p:spPr>
          <a:xfrm rot="10800000">
            <a:off x="6936930" y="2736683"/>
            <a:ext cx="0" cy="2544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75" name="Google Shape;2575;p66"/>
          <p:cNvCxnSpPr/>
          <p:nvPr/>
        </p:nvCxnSpPr>
        <p:spPr>
          <a:xfrm rot="10800000">
            <a:off x="4575975" y="2736750"/>
            <a:ext cx="0" cy="2610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576" name="Google Shape;2576;p66"/>
          <p:cNvGrpSpPr/>
          <p:nvPr/>
        </p:nvGrpSpPr>
        <p:grpSpPr>
          <a:xfrm>
            <a:off x="6600241" y="2198554"/>
            <a:ext cx="670711" cy="572733"/>
            <a:chOff x="2329725" y="1188750"/>
            <a:chExt cx="1083365" cy="925105"/>
          </a:xfrm>
        </p:grpSpPr>
        <p:sp>
          <p:nvSpPr>
            <p:cNvPr id="2577" name="Google Shape;2577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9" name="Google Shape;2579;p66"/>
          <p:cNvGrpSpPr/>
          <p:nvPr/>
        </p:nvGrpSpPr>
        <p:grpSpPr>
          <a:xfrm>
            <a:off x="4239866" y="2198554"/>
            <a:ext cx="670711" cy="572733"/>
            <a:chOff x="2329725" y="1188750"/>
            <a:chExt cx="1083365" cy="925105"/>
          </a:xfrm>
        </p:grpSpPr>
        <p:sp>
          <p:nvSpPr>
            <p:cNvPr id="2580" name="Google Shape;2580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582" name="Google Shape;2582;p66"/>
          <p:cNvCxnSpPr/>
          <p:nvPr/>
        </p:nvCxnSpPr>
        <p:spPr>
          <a:xfrm rot="10800000">
            <a:off x="3397000" y="2976048"/>
            <a:ext cx="0" cy="3213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83" name="Google Shape;2583;p66"/>
          <p:cNvCxnSpPr/>
          <p:nvPr/>
        </p:nvCxnSpPr>
        <p:spPr>
          <a:xfrm rot="10800000">
            <a:off x="5757125" y="2999825"/>
            <a:ext cx="0" cy="2745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84" name="Google Shape;2584;p66"/>
          <p:cNvCxnSpPr/>
          <p:nvPr/>
        </p:nvCxnSpPr>
        <p:spPr>
          <a:xfrm rot="10800000">
            <a:off x="2215844" y="2736683"/>
            <a:ext cx="2700" cy="2484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85" name="Google Shape;2585;p66"/>
          <p:cNvSpPr txBox="1"/>
          <p:nvPr>
            <p:ph idx="4294967295" type="subTitle"/>
          </p:nvPr>
        </p:nvSpPr>
        <p:spPr>
          <a:xfrm>
            <a:off x="2932442" y="3299057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86" name="Google Shape;2586;p66"/>
          <p:cNvSpPr txBox="1"/>
          <p:nvPr>
            <p:ph type="title"/>
          </p:nvPr>
        </p:nvSpPr>
        <p:spPr>
          <a:xfrm>
            <a:off x="914400" y="50547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TIMING</a:t>
            </a:r>
            <a:endParaRPr/>
          </a:p>
        </p:txBody>
      </p:sp>
      <p:sp>
        <p:nvSpPr>
          <p:cNvPr id="2587" name="Google Shape;2587;p66"/>
          <p:cNvSpPr txBox="1"/>
          <p:nvPr/>
        </p:nvSpPr>
        <p:spPr>
          <a:xfrm>
            <a:off x="2622276" y="3777283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Venus </a:t>
            </a: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has a beautiful name, but it’s terribly hot</a:t>
            </a:r>
            <a:endParaRPr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588" name="Google Shape;2588;p66"/>
          <p:cNvSpPr txBox="1"/>
          <p:nvPr/>
        </p:nvSpPr>
        <p:spPr>
          <a:xfrm>
            <a:off x="1432339" y="1261028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Neptune is the farthest planet from the Sun</a:t>
            </a:r>
            <a:endParaRPr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589" name="Google Shape;2589;p66"/>
          <p:cNvSpPr txBox="1"/>
          <p:nvPr/>
        </p:nvSpPr>
        <p:spPr>
          <a:xfrm>
            <a:off x="3798394" y="1259943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Jupiter is the biggest planet in the Solar System</a:t>
            </a:r>
            <a:endParaRPr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590" name="Google Shape;2590;p66"/>
          <p:cNvSpPr txBox="1"/>
          <p:nvPr/>
        </p:nvSpPr>
        <p:spPr>
          <a:xfrm>
            <a:off x="4976871" y="3777283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Despite being red, Mars is actually a cold place</a:t>
            </a:r>
            <a:endParaRPr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591" name="Google Shape;2591;p66"/>
          <p:cNvSpPr txBox="1"/>
          <p:nvPr/>
        </p:nvSpPr>
        <p:spPr>
          <a:xfrm>
            <a:off x="6164142" y="1260632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Saturn is composed of hydrogen and helium</a:t>
            </a:r>
            <a:endParaRPr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cxnSp>
        <p:nvCxnSpPr>
          <p:cNvPr id="2592" name="Google Shape;2592;p66"/>
          <p:cNvCxnSpPr/>
          <p:nvPr/>
        </p:nvCxnSpPr>
        <p:spPr>
          <a:xfrm>
            <a:off x="1031275" y="2993450"/>
            <a:ext cx="7086900" cy="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oval"/>
            <a:tailEnd len="med" w="med" type="triangle"/>
          </a:ln>
        </p:spPr>
      </p:cxnSp>
      <p:grpSp>
        <p:nvGrpSpPr>
          <p:cNvPr id="2593" name="Google Shape;2593;p66"/>
          <p:cNvGrpSpPr/>
          <p:nvPr/>
        </p:nvGrpSpPr>
        <p:grpSpPr>
          <a:xfrm>
            <a:off x="3057910" y="3215885"/>
            <a:ext cx="670711" cy="572733"/>
            <a:chOff x="2329725" y="1188750"/>
            <a:chExt cx="1083365" cy="925105"/>
          </a:xfrm>
        </p:grpSpPr>
        <p:sp>
          <p:nvSpPr>
            <p:cNvPr id="2594" name="Google Shape;2594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6" name="Google Shape;2596;p66"/>
          <p:cNvGrpSpPr/>
          <p:nvPr/>
        </p:nvGrpSpPr>
        <p:grpSpPr>
          <a:xfrm>
            <a:off x="1879479" y="2198554"/>
            <a:ext cx="670711" cy="572733"/>
            <a:chOff x="2329725" y="1188750"/>
            <a:chExt cx="1083365" cy="925105"/>
          </a:xfrm>
        </p:grpSpPr>
        <p:sp>
          <p:nvSpPr>
            <p:cNvPr id="2597" name="Google Shape;2597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9" name="Google Shape;2599;p66"/>
          <p:cNvSpPr txBox="1"/>
          <p:nvPr>
            <p:ph idx="4294967295" type="subTitle"/>
          </p:nvPr>
        </p:nvSpPr>
        <p:spPr>
          <a:xfrm>
            <a:off x="1988594" y="2462483"/>
            <a:ext cx="4572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00" name="Google Shape;2600;p66"/>
          <p:cNvSpPr txBox="1"/>
          <p:nvPr>
            <p:ph idx="4294967295" type="subTitle"/>
          </p:nvPr>
        </p:nvSpPr>
        <p:spPr>
          <a:xfrm>
            <a:off x="4346630" y="2462483"/>
            <a:ext cx="4572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74" name="Google Shape;2574;p66"/>
          <p:cNvSpPr txBox="1"/>
          <p:nvPr>
            <p:ph idx="4294967295" type="subTitle"/>
          </p:nvPr>
        </p:nvSpPr>
        <p:spPr>
          <a:xfrm>
            <a:off x="6708330" y="2462483"/>
            <a:ext cx="4572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01" name="Google Shape;2601;p66"/>
          <p:cNvSpPr txBox="1"/>
          <p:nvPr>
            <p:ph idx="4294967295" type="subTitle"/>
          </p:nvPr>
        </p:nvSpPr>
        <p:spPr>
          <a:xfrm>
            <a:off x="2908893" y="3287294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602" name="Google Shape;2602;p66"/>
          <p:cNvGrpSpPr/>
          <p:nvPr/>
        </p:nvGrpSpPr>
        <p:grpSpPr>
          <a:xfrm>
            <a:off x="5421772" y="3217635"/>
            <a:ext cx="670711" cy="572733"/>
            <a:chOff x="2329725" y="1188750"/>
            <a:chExt cx="1083365" cy="925105"/>
          </a:xfrm>
        </p:grpSpPr>
        <p:sp>
          <p:nvSpPr>
            <p:cNvPr id="2603" name="Google Shape;2603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05" name="Google Shape;2605;p66"/>
          <p:cNvSpPr txBox="1"/>
          <p:nvPr>
            <p:ph idx="4294967295" type="subTitle"/>
          </p:nvPr>
        </p:nvSpPr>
        <p:spPr>
          <a:xfrm>
            <a:off x="5265466" y="3284770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4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609" name="Shape 2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10" name="Google Shape;2610;p6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17656" y="2222800"/>
            <a:ext cx="3502152" cy="2167128"/>
          </a:xfrm>
          <a:prstGeom prst="rect">
            <a:avLst/>
          </a:prstGeom>
          <a:noFill/>
          <a:ln>
            <a:noFill/>
          </a:ln>
        </p:spPr>
      </p:pic>
      <p:sp>
        <p:nvSpPr>
          <p:cNvPr id="2611" name="Google Shape;2611;p67"/>
          <p:cNvSpPr txBox="1"/>
          <p:nvPr>
            <p:ph type="title"/>
          </p:nvPr>
        </p:nvSpPr>
        <p:spPr>
          <a:xfrm>
            <a:off x="914400" y="49970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EXPECTED </a:t>
            </a: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GROWTH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2" name="Google Shape;2612;p67"/>
          <p:cNvSpPr txBox="1"/>
          <p:nvPr/>
        </p:nvSpPr>
        <p:spPr>
          <a:xfrm>
            <a:off x="4670229" y="21975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Increased income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3" name="Google Shape;2613;p67"/>
          <p:cNvSpPr txBox="1"/>
          <p:nvPr/>
        </p:nvSpPr>
        <p:spPr>
          <a:xfrm>
            <a:off x="4573586" y="1487676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50%</a:t>
            </a:r>
            <a:endParaRPr sz="3600">
              <a:solidFill>
                <a:schemeClr val="accen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4" name="Google Shape;2614;p67"/>
          <p:cNvSpPr txBox="1"/>
          <p:nvPr/>
        </p:nvSpPr>
        <p:spPr>
          <a:xfrm>
            <a:off x="6456429" y="21975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Expected income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5" name="Google Shape;2615;p67"/>
          <p:cNvSpPr txBox="1"/>
          <p:nvPr/>
        </p:nvSpPr>
        <p:spPr>
          <a:xfrm>
            <a:off x="6306729" y="1487676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$5M</a:t>
            </a:r>
            <a:endParaRPr sz="3600">
              <a:solidFill>
                <a:schemeClr val="accen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6" name="Google Shape;2616;p67"/>
          <p:cNvSpPr txBox="1"/>
          <p:nvPr/>
        </p:nvSpPr>
        <p:spPr>
          <a:xfrm>
            <a:off x="4670229" y="36893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More employees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7" name="Google Shape;2617;p67"/>
          <p:cNvSpPr txBox="1"/>
          <p:nvPr/>
        </p:nvSpPr>
        <p:spPr>
          <a:xfrm>
            <a:off x="4573586" y="2985613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20%</a:t>
            </a:r>
            <a:endParaRPr sz="3600">
              <a:solidFill>
                <a:schemeClr val="accent2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8" name="Google Shape;2618;p67"/>
          <p:cNvSpPr txBox="1"/>
          <p:nvPr/>
        </p:nvSpPr>
        <p:spPr>
          <a:xfrm>
            <a:off x="6456429" y="36893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Total employees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9" name="Google Shape;2619;p67"/>
          <p:cNvSpPr txBox="1"/>
          <p:nvPr/>
        </p:nvSpPr>
        <p:spPr>
          <a:xfrm>
            <a:off x="6306729" y="2985625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3,000</a:t>
            </a:r>
            <a:endParaRPr sz="3600">
              <a:solidFill>
                <a:schemeClr val="accent2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620" name="Google Shape;2620;p67"/>
          <p:cNvGrpSpPr/>
          <p:nvPr/>
        </p:nvGrpSpPr>
        <p:grpSpPr>
          <a:xfrm>
            <a:off x="1277337" y="1663889"/>
            <a:ext cx="2165201" cy="1683712"/>
            <a:chOff x="7952523" y="2772643"/>
            <a:chExt cx="3026982" cy="1893088"/>
          </a:xfrm>
        </p:grpSpPr>
        <p:sp>
          <p:nvSpPr>
            <p:cNvPr id="2621" name="Google Shape;2621;p67"/>
            <p:cNvSpPr/>
            <p:nvPr/>
          </p:nvSpPr>
          <p:spPr>
            <a:xfrm>
              <a:off x="7952523" y="2909470"/>
              <a:ext cx="2904432" cy="1756261"/>
            </a:xfrm>
            <a:custGeom>
              <a:rect b="b" l="l" r="r" t="t"/>
              <a:pathLst>
                <a:path extrusionOk="0" h="133514" w="273836">
                  <a:moveTo>
                    <a:pt x="268541" y="0"/>
                  </a:moveTo>
                  <a:cubicBezTo>
                    <a:pt x="203297" y="67892"/>
                    <a:pt x="133892" y="98528"/>
                    <a:pt x="87181" y="112333"/>
                  </a:cubicBezTo>
                  <a:cubicBezTo>
                    <a:pt x="43018" y="125303"/>
                    <a:pt x="10257" y="126158"/>
                    <a:pt x="2261" y="126158"/>
                  </a:cubicBezTo>
                  <a:cubicBezTo>
                    <a:pt x="1046" y="126158"/>
                    <a:pt x="403" y="126139"/>
                    <a:pt x="378" y="126139"/>
                  </a:cubicBezTo>
                  <a:lnTo>
                    <a:pt x="0" y="133514"/>
                  </a:lnTo>
                  <a:lnTo>
                    <a:pt x="2837" y="133514"/>
                  </a:lnTo>
                  <a:cubicBezTo>
                    <a:pt x="12292" y="133514"/>
                    <a:pt x="44631" y="132379"/>
                    <a:pt x="88883" y="119520"/>
                  </a:cubicBezTo>
                  <a:cubicBezTo>
                    <a:pt x="136540" y="105525"/>
                    <a:pt x="207457" y="74322"/>
                    <a:pt x="273836" y="5295"/>
                  </a:cubicBezTo>
                  <a:lnTo>
                    <a:pt x="2685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7"/>
            <p:cNvSpPr/>
            <p:nvPr/>
          </p:nvSpPr>
          <p:spPr>
            <a:xfrm>
              <a:off x="10578337" y="2772643"/>
              <a:ext cx="401168" cy="495043"/>
            </a:xfrm>
            <a:custGeom>
              <a:rect b="b" l="l" r="r" t="t"/>
              <a:pathLst>
                <a:path extrusionOk="0" h="37634" w="37823">
                  <a:moveTo>
                    <a:pt x="37823" y="0"/>
                  </a:moveTo>
                  <a:lnTo>
                    <a:pt x="0" y="7754"/>
                  </a:lnTo>
                  <a:lnTo>
                    <a:pt x="29880" y="37633"/>
                  </a:lnTo>
                  <a:lnTo>
                    <a:pt x="378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2626" name="Shape 2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7" name="Google Shape;2627;p68"/>
          <p:cNvSpPr txBox="1"/>
          <p:nvPr>
            <p:ph idx="1" type="subTitle"/>
          </p:nvPr>
        </p:nvSpPr>
        <p:spPr>
          <a:xfrm>
            <a:off x="914400" y="2608180"/>
            <a:ext cx="3651600" cy="121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Do you have any questions?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youremail@freepik.com 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+91  620 421 838 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</a:rPr>
              <a:t>yourcompany.com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2628" name="Google Shape;2628;p68"/>
          <p:cNvSpPr txBox="1"/>
          <p:nvPr/>
        </p:nvSpPr>
        <p:spPr>
          <a:xfrm>
            <a:off x="894598" y="4255350"/>
            <a:ext cx="3349500" cy="44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Please keep this slide for attribution.</a:t>
            </a:r>
            <a:endParaRPr sz="12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629" name="Google Shape;2629;p68"/>
          <p:cNvSpPr txBox="1"/>
          <p:nvPr>
            <p:ph type="ctrTitle"/>
          </p:nvPr>
        </p:nvSpPr>
        <p:spPr>
          <a:xfrm>
            <a:off x="914400" y="1126912"/>
            <a:ext cx="365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THANKS!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630" name="Google Shape;2630;p68"/>
          <p:cNvGrpSpPr/>
          <p:nvPr/>
        </p:nvGrpSpPr>
        <p:grpSpPr>
          <a:xfrm>
            <a:off x="1932640" y="2260203"/>
            <a:ext cx="331758" cy="331758"/>
            <a:chOff x="1379798" y="1723250"/>
            <a:chExt cx="397887" cy="397887"/>
          </a:xfrm>
        </p:grpSpPr>
        <p:sp>
          <p:nvSpPr>
            <p:cNvPr id="2631" name="Google Shape;2631;p68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8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8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8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5" name="Google Shape;2635;p68"/>
          <p:cNvGrpSpPr/>
          <p:nvPr/>
        </p:nvGrpSpPr>
        <p:grpSpPr>
          <a:xfrm>
            <a:off x="1023684" y="2260203"/>
            <a:ext cx="331775" cy="331758"/>
            <a:chOff x="266768" y="1721375"/>
            <a:chExt cx="397907" cy="397887"/>
          </a:xfrm>
        </p:grpSpPr>
        <p:sp>
          <p:nvSpPr>
            <p:cNvPr id="2636" name="Google Shape;2636;p68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8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8" name="Google Shape;2638;p68"/>
          <p:cNvGrpSpPr/>
          <p:nvPr/>
        </p:nvGrpSpPr>
        <p:grpSpPr>
          <a:xfrm>
            <a:off x="1478178" y="2260203"/>
            <a:ext cx="331740" cy="331758"/>
            <a:chOff x="864491" y="1723250"/>
            <a:chExt cx="397866" cy="397887"/>
          </a:xfrm>
        </p:grpSpPr>
        <p:sp>
          <p:nvSpPr>
            <p:cNvPr id="2639" name="Google Shape;2639;p68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8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8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645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6" name="Google Shape;2646;p69"/>
          <p:cNvSpPr txBox="1"/>
          <p:nvPr>
            <p:ph type="title"/>
          </p:nvPr>
        </p:nvSpPr>
        <p:spPr>
          <a:xfrm>
            <a:off x="914400" y="50547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ALTERNATIVE RESOURCES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647" name="Google Shape;2647;p69"/>
          <p:cNvGrpSpPr/>
          <p:nvPr/>
        </p:nvGrpSpPr>
        <p:grpSpPr>
          <a:xfrm>
            <a:off x="6810656" y="1364225"/>
            <a:ext cx="1692375" cy="1771775"/>
            <a:chOff x="1146200" y="1389800"/>
            <a:chExt cx="1692375" cy="1771775"/>
          </a:xfrm>
        </p:grpSpPr>
        <p:sp>
          <p:nvSpPr>
            <p:cNvPr id="2648" name="Google Shape;2648;p69"/>
            <p:cNvSpPr/>
            <p:nvPr/>
          </p:nvSpPr>
          <p:spPr>
            <a:xfrm>
              <a:off x="1388025" y="1648350"/>
              <a:ext cx="1309775" cy="1309800"/>
            </a:xfrm>
            <a:custGeom>
              <a:rect b="b" l="l" r="r" t="t"/>
              <a:pathLst>
                <a:path extrusionOk="0" h="52392" w="52391">
                  <a:moveTo>
                    <a:pt x="26196" y="0"/>
                  </a:moveTo>
                  <a:cubicBezTo>
                    <a:pt x="11759" y="0"/>
                    <a:pt x="0" y="11707"/>
                    <a:pt x="0" y="26196"/>
                  </a:cubicBezTo>
                  <a:cubicBezTo>
                    <a:pt x="0" y="40632"/>
                    <a:pt x="11759" y="52391"/>
                    <a:pt x="26196" y="52391"/>
                  </a:cubicBezTo>
                  <a:cubicBezTo>
                    <a:pt x="40684" y="52391"/>
                    <a:pt x="52391" y="40632"/>
                    <a:pt x="52391" y="26196"/>
                  </a:cubicBezTo>
                  <a:cubicBezTo>
                    <a:pt x="52391" y="11707"/>
                    <a:pt x="40684" y="0"/>
                    <a:pt x="26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9"/>
            <p:cNvSpPr/>
            <p:nvPr/>
          </p:nvSpPr>
          <p:spPr>
            <a:xfrm>
              <a:off x="1293850" y="2908900"/>
              <a:ext cx="254300" cy="252675"/>
            </a:xfrm>
            <a:custGeom>
              <a:rect b="b" l="l" r="r" t="t"/>
              <a:pathLst>
                <a:path extrusionOk="0" h="10107" w="10172">
                  <a:moveTo>
                    <a:pt x="5080" y="1"/>
                  </a:moveTo>
                  <a:cubicBezTo>
                    <a:pt x="2297" y="1"/>
                    <a:pt x="1" y="2232"/>
                    <a:pt x="1" y="5080"/>
                  </a:cubicBezTo>
                  <a:cubicBezTo>
                    <a:pt x="1" y="7875"/>
                    <a:pt x="2297" y="10106"/>
                    <a:pt x="5080" y="10106"/>
                  </a:cubicBezTo>
                  <a:cubicBezTo>
                    <a:pt x="7875" y="10106"/>
                    <a:pt x="10172" y="7875"/>
                    <a:pt x="10172" y="5080"/>
                  </a:cubicBezTo>
                  <a:cubicBezTo>
                    <a:pt x="10172" y="2232"/>
                    <a:pt x="7875" y="1"/>
                    <a:pt x="50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9"/>
            <p:cNvSpPr/>
            <p:nvPr/>
          </p:nvSpPr>
          <p:spPr>
            <a:xfrm>
              <a:off x="1779125" y="2420700"/>
              <a:ext cx="72525" cy="71225"/>
            </a:xfrm>
            <a:custGeom>
              <a:rect b="b" l="l" r="r" t="t"/>
              <a:pathLst>
                <a:path extrusionOk="0" h="2849" w="2901">
                  <a:moveTo>
                    <a:pt x="1470" y="0"/>
                  </a:moveTo>
                  <a:cubicBezTo>
                    <a:pt x="656" y="0"/>
                    <a:pt x="0" y="604"/>
                    <a:pt x="0" y="1418"/>
                  </a:cubicBezTo>
                  <a:cubicBezTo>
                    <a:pt x="0" y="2244"/>
                    <a:pt x="656" y="2848"/>
                    <a:pt x="1470" y="2848"/>
                  </a:cubicBezTo>
                  <a:cubicBezTo>
                    <a:pt x="2244" y="2848"/>
                    <a:pt x="2900" y="2244"/>
                    <a:pt x="2900" y="1418"/>
                  </a:cubicBezTo>
                  <a:cubicBezTo>
                    <a:pt x="2900" y="604"/>
                    <a:pt x="2244" y="0"/>
                    <a:pt x="1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9"/>
            <p:cNvSpPr/>
            <p:nvPr/>
          </p:nvSpPr>
          <p:spPr>
            <a:xfrm>
              <a:off x="1665600" y="1462325"/>
              <a:ext cx="140775" cy="140775"/>
            </a:xfrm>
            <a:custGeom>
              <a:rect b="b" l="l" r="r" t="t"/>
              <a:pathLst>
                <a:path extrusionOk="0" h="5631" w="5631">
                  <a:moveTo>
                    <a:pt x="2782" y="0"/>
                  </a:moveTo>
                  <a:cubicBezTo>
                    <a:pt x="1260" y="0"/>
                    <a:pt x="0" y="1260"/>
                    <a:pt x="0" y="2796"/>
                  </a:cubicBezTo>
                  <a:cubicBezTo>
                    <a:pt x="0" y="4384"/>
                    <a:pt x="1260" y="5630"/>
                    <a:pt x="2782" y="5630"/>
                  </a:cubicBezTo>
                  <a:cubicBezTo>
                    <a:pt x="4370" y="5630"/>
                    <a:pt x="5630" y="4384"/>
                    <a:pt x="5630" y="2796"/>
                  </a:cubicBezTo>
                  <a:cubicBezTo>
                    <a:pt x="5630" y="1260"/>
                    <a:pt x="4370" y="0"/>
                    <a:pt x="27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9"/>
            <p:cNvSpPr/>
            <p:nvPr/>
          </p:nvSpPr>
          <p:spPr>
            <a:xfrm>
              <a:off x="1818800" y="1389800"/>
              <a:ext cx="65650" cy="65650"/>
            </a:xfrm>
            <a:custGeom>
              <a:rect b="b" l="l" r="r" t="t"/>
              <a:pathLst>
                <a:path extrusionOk="0" h="2626" w="2626">
                  <a:moveTo>
                    <a:pt x="1313" y="1"/>
                  </a:moveTo>
                  <a:cubicBezTo>
                    <a:pt x="592" y="1"/>
                    <a:pt x="1" y="604"/>
                    <a:pt x="1" y="1313"/>
                  </a:cubicBezTo>
                  <a:cubicBezTo>
                    <a:pt x="1" y="2087"/>
                    <a:pt x="592" y="2626"/>
                    <a:pt x="1313" y="2626"/>
                  </a:cubicBezTo>
                  <a:cubicBezTo>
                    <a:pt x="2022" y="2626"/>
                    <a:pt x="2626" y="2087"/>
                    <a:pt x="2626" y="1313"/>
                  </a:cubicBezTo>
                  <a:cubicBezTo>
                    <a:pt x="2626" y="604"/>
                    <a:pt x="2022" y="1"/>
                    <a:pt x="1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9"/>
            <p:cNvSpPr/>
            <p:nvPr/>
          </p:nvSpPr>
          <p:spPr>
            <a:xfrm>
              <a:off x="1742025" y="1514325"/>
              <a:ext cx="682150" cy="524900"/>
            </a:xfrm>
            <a:custGeom>
              <a:rect b="b" l="l" r="r" t="t"/>
              <a:pathLst>
                <a:path extrusionOk="0" h="20996" w="27286">
                  <a:moveTo>
                    <a:pt x="8582" y="1"/>
                  </a:moveTo>
                  <a:cubicBezTo>
                    <a:pt x="7495" y="1"/>
                    <a:pt x="6416" y="436"/>
                    <a:pt x="5631" y="1254"/>
                  </a:cubicBezTo>
                  <a:cubicBezTo>
                    <a:pt x="4712" y="2304"/>
                    <a:pt x="4437" y="3668"/>
                    <a:pt x="4489" y="4863"/>
                  </a:cubicBezTo>
                  <a:cubicBezTo>
                    <a:pt x="4489" y="7107"/>
                    <a:pt x="2022" y="10887"/>
                    <a:pt x="2022" y="10939"/>
                  </a:cubicBezTo>
                  <a:cubicBezTo>
                    <a:pt x="933" y="12803"/>
                    <a:pt x="1" y="18262"/>
                    <a:pt x="6025" y="20349"/>
                  </a:cubicBezTo>
                  <a:cubicBezTo>
                    <a:pt x="7341" y="20792"/>
                    <a:pt x="8749" y="20996"/>
                    <a:pt x="10184" y="20996"/>
                  </a:cubicBezTo>
                  <a:cubicBezTo>
                    <a:pt x="15303" y="20996"/>
                    <a:pt x="20764" y="18400"/>
                    <a:pt x="23624" y="14771"/>
                  </a:cubicBezTo>
                  <a:cubicBezTo>
                    <a:pt x="27286" y="10178"/>
                    <a:pt x="24608" y="6726"/>
                    <a:pt x="22640" y="6123"/>
                  </a:cubicBezTo>
                  <a:cubicBezTo>
                    <a:pt x="20396" y="5361"/>
                    <a:pt x="16577" y="6018"/>
                    <a:pt x="13729" y="3012"/>
                  </a:cubicBezTo>
                  <a:cubicBezTo>
                    <a:pt x="12521" y="1700"/>
                    <a:pt x="11379" y="926"/>
                    <a:pt x="10500" y="492"/>
                  </a:cubicBezTo>
                  <a:cubicBezTo>
                    <a:pt x="9901" y="161"/>
                    <a:pt x="9240" y="1"/>
                    <a:pt x="85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9"/>
            <p:cNvSpPr/>
            <p:nvPr/>
          </p:nvSpPr>
          <p:spPr>
            <a:xfrm>
              <a:off x="1146200" y="1918025"/>
              <a:ext cx="689050" cy="547175"/>
            </a:xfrm>
            <a:custGeom>
              <a:rect b="b" l="l" r="r" t="t"/>
              <a:pathLst>
                <a:path extrusionOk="0" h="21887" w="27562">
                  <a:moveTo>
                    <a:pt x="14672" y="1"/>
                  </a:moveTo>
                  <a:cubicBezTo>
                    <a:pt x="14319" y="1"/>
                    <a:pt x="13962" y="48"/>
                    <a:pt x="13610" y="146"/>
                  </a:cubicBezTo>
                  <a:cubicBezTo>
                    <a:pt x="12246" y="592"/>
                    <a:pt x="11314" y="1629"/>
                    <a:pt x="10710" y="2665"/>
                  </a:cubicBezTo>
                  <a:cubicBezTo>
                    <a:pt x="9621" y="4582"/>
                    <a:pt x="5513" y="6550"/>
                    <a:pt x="5461" y="6550"/>
                  </a:cubicBezTo>
                  <a:cubicBezTo>
                    <a:pt x="3610" y="7587"/>
                    <a:pt x="1" y="11852"/>
                    <a:pt x="4096" y="16669"/>
                  </a:cubicBezTo>
                  <a:cubicBezTo>
                    <a:pt x="7009" y="20113"/>
                    <a:pt x="12036" y="21887"/>
                    <a:pt x="16685" y="21887"/>
                  </a:cubicBezTo>
                  <a:cubicBezTo>
                    <a:pt x="18589" y="21887"/>
                    <a:pt x="20430" y="21589"/>
                    <a:pt x="22036" y="20986"/>
                  </a:cubicBezTo>
                  <a:cubicBezTo>
                    <a:pt x="27561" y="18965"/>
                    <a:pt x="27010" y="14634"/>
                    <a:pt x="25698" y="13060"/>
                  </a:cubicBezTo>
                  <a:cubicBezTo>
                    <a:pt x="24110" y="11301"/>
                    <a:pt x="20501" y="9884"/>
                    <a:pt x="19621" y="5841"/>
                  </a:cubicBezTo>
                  <a:cubicBezTo>
                    <a:pt x="19241" y="4083"/>
                    <a:pt x="18703" y="2823"/>
                    <a:pt x="18151" y="2009"/>
                  </a:cubicBezTo>
                  <a:cubicBezTo>
                    <a:pt x="17407" y="741"/>
                    <a:pt x="16069" y="1"/>
                    <a:pt x="146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9"/>
            <p:cNvSpPr/>
            <p:nvPr/>
          </p:nvSpPr>
          <p:spPr>
            <a:xfrm>
              <a:off x="2216475" y="1927725"/>
              <a:ext cx="622100" cy="511725"/>
            </a:xfrm>
            <a:custGeom>
              <a:rect b="b" l="l" r="r" t="t"/>
              <a:pathLst>
                <a:path extrusionOk="0" h="20469" w="24884">
                  <a:moveTo>
                    <a:pt x="17125" y="0"/>
                  </a:moveTo>
                  <a:cubicBezTo>
                    <a:pt x="11084" y="0"/>
                    <a:pt x="4706" y="4715"/>
                    <a:pt x="2402" y="9824"/>
                  </a:cubicBezTo>
                  <a:cubicBezTo>
                    <a:pt x="0" y="15231"/>
                    <a:pt x="3504" y="17856"/>
                    <a:pt x="5525" y="17974"/>
                  </a:cubicBezTo>
                  <a:cubicBezTo>
                    <a:pt x="5640" y="17981"/>
                    <a:pt x="5758" y="17985"/>
                    <a:pt x="5878" y="17985"/>
                  </a:cubicBezTo>
                  <a:cubicBezTo>
                    <a:pt x="7194" y="17985"/>
                    <a:pt x="8837" y="17564"/>
                    <a:pt x="10615" y="17564"/>
                  </a:cubicBezTo>
                  <a:cubicBezTo>
                    <a:pt x="12003" y="17564"/>
                    <a:pt x="13474" y="17821"/>
                    <a:pt x="14935" y="18735"/>
                  </a:cubicBezTo>
                  <a:cubicBezTo>
                    <a:pt x="16458" y="19667"/>
                    <a:pt x="17770" y="20100"/>
                    <a:pt x="18702" y="20375"/>
                  </a:cubicBezTo>
                  <a:cubicBezTo>
                    <a:pt x="18999" y="20438"/>
                    <a:pt x="19297" y="20468"/>
                    <a:pt x="19592" y="20468"/>
                  </a:cubicBezTo>
                  <a:cubicBezTo>
                    <a:pt x="21093" y="20468"/>
                    <a:pt x="22499" y="19682"/>
                    <a:pt x="23190" y="18354"/>
                  </a:cubicBezTo>
                  <a:cubicBezTo>
                    <a:pt x="23846" y="17094"/>
                    <a:pt x="23794" y="15729"/>
                    <a:pt x="23466" y="14575"/>
                  </a:cubicBezTo>
                  <a:cubicBezTo>
                    <a:pt x="22862" y="12449"/>
                    <a:pt x="24279" y="8131"/>
                    <a:pt x="24279" y="8078"/>
                  </a:cubicBezTo>
                  <a:cubicBezTo>
                    <a:pt x="24883" y="5992"/>
                    <a:pt x="24332" y="466"/>
                    <a:pt x="17993" y="33"/>
                  </a:cubicBezTo>
                  <a:cubicBezTo>
                    <a:pt x="17705" y="11"/>
                    <a:pt x="17415" y="0"/>
                    <a:pt x="17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9"/>
            <p:cNvSpPr/>
            <p:nvPr/>
          </p:nvSpPr>
          <p:spPr>
            <a:xfrm>
              <a:off x="2209575" y="2479000"/>
              <a:ext cx="530550" cy="571775"/>
            </a:xfrm>
            <a:custGeom>
              <a:rect b="b" l="l" r="r" t="t"/>
              <a:pathLst>
                <a:path extrusionOk="0" h="22871" w="21222">
                  <a:moveTo>
                    <a:pt x="7035" y="0"/>
                  </a:moveTo>
                  <a:cubicBezTo>
                    <a:pt x="4541" y="0"/>
                    <a:pt x="840" y="1329"/>
                    <a:pt x="447" y="6422"/>
                  </a:cubicBezTo>
                  <a:cubicBezTo>
                    <a:pt x="1" y="12761"/>
                    <a:pt x="4870" y="19651"/>
                    <a:pt x="10290" y="22052"/>
                  </a:cubicBezTo>
                  <a:cubicBezTo>
                    <a:pt x="11587" y="22632"/>
                    <a:pt x="12725" y="22871"/>
                    <a:pt x="13706" y="22871"/>
                  </a:cubicBezTo>
                  <a:cubicBezTo>
                    <a:pt x="16812" y="22871"/>
                    <a:pt x="18347" y="20478"/>
                    <a:pt x="18427" y="18942"/>
                  </a:cubicBezTo>
                  <a:cubicBezTo>
                    <a:pt x="18597" y="16593"/>
                    <a:pt x="16957" y="13036"/>
                    <a:pt x="19148" y="9480"/>
                  </a:cubicBezTo>
                  <a:cubicBezTo>
                    <a:pt x="20133" y="8010"/>
                    <a:pt x="20566" y="6697"/>
                    <a:pt x="20789" y="5766"/>
                  </a:cubicBezTo>
                  <a:cubicBezTo>
                    <a:pt x="21222" y="3955"/>
                    <a:pt x="20395" y="2104"/>
                    <a:pt x="18820" y="1277"/>
                  </a:cubicBezTo>
                  <a:cubicBezTo>
                    <a:pt x="18137" y="893"/>
                    <a:pt x="17404" y="748"/>
                    <a:pt x="16694" y="748"/>
                  </a:cubicBezTo>
                  <a:cubicBezTo>
                    <a:pt x="16094" y="748"/>
                    <a:pt x="15511" y="851"/>
                    <a:pt x="14988" y="1002"/>
                  </a:cubicBezTo>
                  <a:cubicBezTo>
                    <a:pt x="14612" y="1108"/>
                    <a:pt x="14171" y="1151"/>
                    <a:pt x="13699" y="1151"/>
                  </a:cubicBezTo>
                  <a:cubicBezTo>
                    <a:pt x="11481" y="1151"/>
                    <a:pt x="8574" y="188"/>
                    <a:pt x="8531" y="188"/>
                  </a:cubicBezTo>
                  <a:cubicBezTo>
                    <a:pt x="8137" y="73"/>
                    <a:pt x="7619" y="0"/>
                    <a:pt x="7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9"/>
            <p:cNvSpPr/>
            <p:nvPr/>
          </p:nvSpPr>
          <p:spPr>
            <a:xfrm>
              <a:off x="1545175" y="2589900"/>
              <a:ext cx="593200" cy="501100"/>
            </a:xfrm>
            <a:custGeom>
              <a:rect b="b" l="l" r="r" t="t"/>
              <a:pathLst>
                <a:path extrusionOk="0" h="20044" w="23728">
                  <a:moveTo>
                    <a:pt x="18212" y="0"/>
                  </a:moveTo>
                  <a:cubicBezTo>
                    <a:pt x="18100" y="0"/>
                    <a:pt x="17992" y="6"/>
                    <a:pt x="17889" y="17"/>
                  </a:cubicBezTo>
                  <a:cubicBezTo>
                    <a:pt x="16121" y="264"/>
                    <a:pt x="13886" y="1558"/>
                    <a:pt x="11233" y="1558"/>
                  </a:cubicBezTo>
                  <a:cubicBezTo>
                    <a:pt x="10359" y="1558"/>
                    <a:pt x="9441" y="1418"/>
                    <a:pt x="8479" y="1054"/>
                  </a:cubicBezTo>
                  <a:cubicBezTo>
                    <a:pt x="6838" y="398"/>
                    <a:pt x="5473" y="175"/>
                    <a:pt x="4489" y="122"/>
                  </a:cubicBezTo>
                  <a:cubicBezTo>
                    <a:pt x="4449" y="121"/>
                    <a:pt x="4409" y="121"/>
                    <a:pt x="4369" y="121"/>
                  </a:cubicBezTo>
                  <a:cubicBezTo>
                    <a:pt x="2604" y="121"/>
                    <a:pt x="973" y="1249"/>
                    <a:pt x="447" y="2918"/>
                  </a:cubicBezTo>
                  <a:cubicBezTo>
                    <a:pt x="1" y="4283"/>
                    <a:pt x="381" y="5647"/>
                    <a:pt x="880" y="6684"/>
                  </a:cubicBezTo>
                  <a:cubicBezTo>
                    <a:pt x="1864" y="8705"/>
                    <a:pt x="1261" y="13194"/>
                    <a:pt x="1261" y="13246"/>
                  </a:cubicBezTo>
                  <a:cubicBezTo>
                    <a:pt x="1113" y="15253"/>
                    <a:pt x="2443" y="20043"/>
                    <a:pt x="7799" y="20043"/>
                  </a:cubicBezTo>
                  <a:cubicBezTo>
                    <a:pt x="8152" y="20043"/>
                    <a:pt x="8523" y="20023"/>
                    <a:pt x="8912" y="19979"/>
                  </a:cubicBezTo>
                  <a:cubicBezTo>
                    <a:pt x="15264" y="19257"/>
                    <a:pt x="21117" y="13194"/>
                    <a:pt x="22482" y="7445"/>
                  </a:cubicBezTo>
                  <a:cubicBezTo>
                    <a:pt x="23727" y="2003"/>
                    <a:pt x="20293" y="0"/>
                    <a:pt x="18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9"/>
            <p:cNvSpPr/>
            <p:nvPr/>
          </p:nvSpPr>
          <p:spPr>
            <a:xfrm>
              <a:off x="2771600" y="2911525"/>
              <a:ext cx="62700" cy="63025"/>
            </a:xfrm>
            <a:custGeom>
              <a:rect b="b" l="l" r="r" t="t"/>
              <a:pathLst>
                <a:path extrusionOk="0" h="2521" w="2508">
                  <a:moveTo>
                    <a:pt x="1261" y="1"/>
                  </a:moveTo>
                  <a:cubicBezTo>
                    <a:pt x="605" y="1"/>
                    <a:pt x="1" y="552"/>
                    <a:pt x="1" y="1260"/>
                  </a:cubicBezTo>
                  <a:cubicBezTo>
                    <a:pt x="1" y="1969"/>
                    <a:pt x="605" y="2520"/>
                    <a:pt x="1261" y="2520"/>
                  </a:cubicBezTo>
                  <a:cubicBezTo>
                    <a:pt x="1969" y="2520"/>
                    <a:pt x="2507" y="1969"/>
                    <a:pt x="2507" y="1260"/>
                  </a:cubicBezTo>
                  <a:cubicBezTo>
                    <a:pt x="2507" y="552"/>
                    <a:pt x="1969" y="1"/>
                    <a:pt x="1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9"/>
            <p:cNvSpPr/>
            <p:nvPr/>
          </p:nvSpPr>
          <p:spPr>
            <a:xfrm>
              <a:off x="2446125" y="1790425"/>
              <a:ext cx="99775" cy="101400"/>
            </a:xfrm>
            <a:custGeom>
              <a:rect b="b" l="l" r="r" t="t"/>
              <a:pathLst>
                <a:path extrusionOk="0" h="4056" w="3991">
                  <a:moveTo>
                    <a:pt x="2022" y="0"/>
                  </a:moveTo>
                  <a:cubicBezTo>
                    <a:pt x="933" y="0"/>
                    <a:pt x="1" y="932"/>
                    <a:pt x="1" y="2021"/>
                  </a:cubicBezTo>
                  <a:cubicBezTo>
                    <a:pt x="1" y="3124"/>
                    <a:pt x="933" y="4055"/>
                    <a:pt x="2022" y="4055"/>
                  </a:cubicBezTo>
                  <a:cubicBezTo>
                    <a:pt x="3124" y="4055"/>
                    <a:pt x="3991" y="3124"/>
                    <a:pt x="3991" y="2021"/>
                  </a:cubicBezTo>
                  <a:cubicBezTo>
                    <a:pt x="3991" y="932"/>
                    <a:pt x="3124" y="0"/>
                    <a:pt x="20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0" name="Google Shape;2660;p69"/>
          <p:cNvGrpSpPr/>
          <p:nvPr/>
        </p:nvGrpSpPr>
        <p:grpSpPr>
          <a:xfrm>
            <a:off x="6210725" y="3562264"/>
            <a:ext cx="1082378" cy="733189"/>
            <a:chOff x="6917100" y="2240375"/>
            <a:chExt cx="935100" cy="633425"/>
          </a:xfrm>
        </p:grpSpPr>
        <p:sp>
          <p:nvSpPr>
            <p:cNvPr id="2661" name="Google Shape;2661;p69"/>
            <p:cNvSpPr/>
            <p:nvPr/>
          </p:nvSpPr>
          <p:spPr>
            <a:xfrm>
              <a:off x="6917100" y="2284550"/>
              <a:ext cx="839300" cy="589250"/>
            </a:xfrm>
            <a:custGeom>
              <a:rect b="b" l="l" r="r" t="t"/>
              <a:pathLst>
                <a:path extrusionOk="0" h="23570" w="33572">
                  <a:moveTo>
                    <a:pt x="11224" y="1"/>
                  </a:moveTo>
                  <a:cubicBezTo>
                    <a:pt x="7603" y="1"/>
                    <a:pt x="3668" y="456"/>
                    <a:pt x="1693" y="2431"/>
                  </a:cubicBezTo>
                  <a:cubicBezTo>
                    <a:pt x="551" y="3625"/>
                    <a:pt x="0" y="5384"/>
                    <a:pt x="276" y="7025"/>
                  </a:cubicBezTo>
                  <a:cubicBezTo>
                    <a:pt x="709" y="9151"/>
                    <a:pt x="2244" y="10135"/>
                    <a:pt x="3334" y="11775"/>
                  </a:cubicBezTo>
                  <a:cubicBezTo>
                    <a:pt x="4488" y="13534"/>
                    <a:pt x="4698" y="15608"/>
                    <a:pt x="5578" y="17524"/>
                  </a:cubicBezTo>
                  <a:cubicBezTo>
                    <a:pt x="6457" y="19322"/>
                    <a:pt x="7874" y="21015"/>
                    <a:pt x="9790" y="21736"/>
                  </a:cubicBezTo>
                  <a:cubicBezTo>
                    <a:pt x="11536" y="22445"/>
                    <a:pt x="13452" y="22275"/>
                    <a:pt x="15316" y="22327"/>
                  </a:cubicBezTo>
                  <a:cubicBezTo>
                    <a:pt x="18633" y="22464"/>
                    <a:pt x="21215" y="23569"/>
                    <a:pt x="23852" y="23569"/>
                  </a:cubicBezTo>
                  <a:cubicBezTo>
                    <a:pt x="25512" y="23569"/>
                    <a:pt x="27194" y="23131"/>
                    <a:pt x="29096" y="21736"/>
                  </a:cubicBezTo>
                  <a:cubicBezTo>
                    <a:pt x="30618" y="20634"/>
                    <a:pt x="32101" y="19217"/>
                    <a:pt x="32757" y="17406"/>
                  </a:cubicBezTo>
                  <a:cubicBezTo>
                    <a:pt x="33571" y="15332"/>
                    <a:pt x="33309" y="12930"/>
                    <a:pt x="32482" y="10791"/>
                  </a:cubicBezTo>
                  <a:cubicBezTo>
                    <a:pt x="29962" y="4282"/>
                    <a:pt x="23243" y="791"/>
                    <a:pt x="16576" y="239"/>
                  </a:cubicBezTo>
                  <a:cubicBezTo>
                    <a:pt x="15147" y="141"/>
                    <a:pt x="13234" y="1"/>
                    <a:pt x="11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9"/>
            <p:cNvSpPr/>
            <p:nvPr/>
          </p:nvSpPr>
          <p:spPr>
            <a:xfrm>
              <a:off x="7007325" y="2240375"/>
              <a:ext cx="844875" cy="563475"/>
            </a:xfrm>
            <a:custGeom>
              <a:rect b="b" l="l" r="r" t="t"/>
              <a:pathLst>
                <a:path extrusionOk="0" h="22539" w="33795">
                  <a:moveTo>
                    <a:pt x="18863" y="0"/>
                  </a:moveTo>
                  <a:cubicBezTo>
                    <a:pt x="17448" y="0"/>
                    <a:pt x="16033" y="146"/>
                    <a:pt x="14660" y="418"/>
                  </a:cubicBezTo>
                  <a:cubicBezTo>
                    <a:pt x="10552" y="1245"/>
                    <a:pt x="6510" y="3214"/>
                    <a:pt x="4108" y="6600"/>
                  </a:cubicBezTo>
                  <a:cubicBezTo>
                    <a:pt x="0" y="12401"/>
                    <a:pt x="2467" y="21036"/>
                    <a:pt x="9843" y="22401"/>
                  </a:cubicBezTo>
                  <a:cubicBezTo>
                    <a:pt x="10381" y="22496"/>
                    <a:pt x="10913" y="22539"/>
                    <a:pt x="11440" y="22539"/>
                  </a:cubicBezTo>
                  <a:cubicBezTo>
                    <a:pt x="13978" y="22539"/>
                    <a:pt x="16398" y="21548"/>
                    <a:pt x="18702" y="20603"/>
                  </a:cubicBezTo>
                  <a:cubicBezTo>
                    <a:pt x="19699" y="20209"/>
                    <a:pt x="20615" y="20078"/>
                    <a:pt x="21506" y="20078"/>
                  </a:cubicBezTo>
                  <a:cubicBezTo>
                    <a:pt x="23289" y="20078"/>
                    <a:pt x="24969" y="20605"/>
                    <a:pt x="26988" y="20605"/>
                  </a:cubicBezTo>
                  <a:cubicBezTo>
                    <a:pt x="27051" y="20605"/>
                    <a:pt x="27115" y="20604"/>
                    <a:pt x="27180" y="20603"/>
                  </a:cubicBezTo>
                  <a:cubicBezTo>
                    <a:pt x="31340" y="20485"/>
                    <a:pt x="33361" y="17046"/>
                    <a:pt x="33637" y="13267"/>
                  </a:cubicBezTo>
                  <a:cubicBezTo>
                    <a:pt x="33794" y="11692"/>
                    <a:pt x="33519" y="10104"/>
                    <a:pt x="32915" y="8568"/>
                  </a:cubicBezTo>
                  <a:cubicBezTo>
                    <a:pt x="32049" y="6272"/>
                    <a:pt x="30461" y="4198"/>
                    <a:pt x="28492" y="2833"/>
                  </a:cubicBezTo>
                  <a:cubicBezTo>
                    <a:pt x="25706" y="855"/>
                    <a:pt x="22288" y="0"/>
                    <a:pt x="18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3" name="Google Shape;2663;p69"/>
          <p:cNvGrpSpPr/>
          <p:nvPr/>
        </p:nvGrpSpPr>
        <p:grpSpPr>
          <a:xfrm>
            <a:off x="7552640" y="3478063"/>
            <a:ext cx="915209" cy="901403"/>
            <a:chOff x="5962975" y="3195175"/>
            <a:chExt cx="812075" cy="799825"/>
          </a:xfrm>
        </p:grpSpPr>
        <p:sp>
          <p:nvSpPr>
            <p:cNvPr id="2664" name="Google Shape;2664;p69"/>
            <p:cNvSpPr/>
            <p:nvPr/>
          </p:nvSpPr>
          <p:spPr>
            <a:xfrm>
              <a:off x="5962975" y="3195175"/>
              <a:ext cx="812075" cy="799825"/>
            </a:xfrm>
            <a:custGeom>
              <a:rect b="b" l="l" r="r" t="t"/>
              <a:pathLst>
                <a:path extrusionOk="0" h="31993" w="32483">
                  <a:moveTo>
                    <a:pt x="15772" y="0"/>
                  </a:moveTo>
                  <a:cubicBezTo>
                    <a:pt x="14053" y="0"/>
                    <a:pt x="12278" y="485"/>
                    <a:pt x="10828" y="1388"/>
                  </a:cubicBezTo>
                  <a:cubicBezTo>
                    <a:pt x="5736" y="4551"/>
                    <a:pt x="985" y="12596"/>
                    <a:pt x="211" y="18502"/>
                  </a:cubicBezTo>
                  <a:cubicBezTo>
                    <a:pt x="1" y="20024"/>
                    <a:pt x="1" y="21665"/>
                    <a:pt x="709" y="23095"/>
                  </a:cubicBezTo>
                  <a:cubicBezTo>
                    <a:pt x="2954" y="27794"/>
                    <a:pt x="9949" y="28069"/>
                    <a:pt x="14214" y="29605"/>
                  </a:cubicBezTo>
                  <a:cubicBezTo>
                    <a:pt x="17090" y="30653"/>
                    <a:pt x="19800" y="31993"/>
                    <a:pt x="22550" y="31993"/>
                  </a:cubicBezTo>
                  <a:cubicBezTo>
                    <a:pt x="24242" y="31993"/>
                    <a:pt x="25949" y="31485"/>
                    <a:pt x="27718" y="30090"/>
                  </a:cubicBezTo>
                  <a:cubicBezTo>
                    <a:pt x="31603" y="26980"/>
                    <a:pt x="32482" y="20746"/>
                    <a:pt x="29582" y="16691"/>
                  </a:cubicBezTo>
                  <a:cubicBezTo>
                    <a:pt x="27942" y="14394"/>
                    <a:pt x="25317" y="12806"/>
                    <a:pt x="24004" y="10299"/>
                  </a:cubicBezTo>
                  <a:cubicBezTo>
                    <a:pt x="22744" y="7832"/>
                    <a:pt x="22915" y="4722"/>
                    <a:pt x="21275" y="2530"/>
                  </a:cubicBezTo>
                  <a:cubicBezTo>
                    <a:pt x="20618" y="1546"/>
                    <a:pt x="19687" y="890"/>
                    <a:pt x="18650" y="509"/>
                  </a:cubicBezTo>
                  <a:cubicBezTo>
                    <a:pt x="17760" y="166"/>
                    <a:pt x="16775" y="0"/>
                    <a:pt x="157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9"/>
            <p:cNvSpPr/>
            <p:nvPr/>
          </p:nvSpPr>
          <p:spPr>
            <a:xfrm>
              <a:off x="5973800" y="3283525"/>
              <a:ext cx="717900" cy="644400"/>
            </a:xfrm>
            <a:custGeom>
              <a:rect b="b" l="l" r="r" t="t"/>
              <a:pathLst>
                <a:path extrusionOk="0" h="25776" w="28716">
                  <a:moveTo>
                    <a:pt x="12896" y="1"/>
                  </a:moveTo>
                  <a:cubicBezTo>
                    <a:pt x="11994" y="1"/>
                    <a:pt x="11094" y="116"/>
                    <a:pt x="10224" y="361"/>
                  </a:cubicBezTo>
                  <a:cubicBezTo>
                    <a:pt x="8479" y="860"/>
                    <a:pt x="6943" y="1844"/>
                    <a:pt x="5526" y="2933"/>
                  </a:cubicBezTo>
                  <a:cubicBezTo>
                    <a:pt x="2521" y="5335"/>
                    <a:pt x="1" y="8616"/>
                    <a:pt x="53" y="12225"/>
                  </a:cubicBezTo>
                  <a:cubicBezTo>
                    <a:pt x="285" y="19673"/>
                    <a:pt x="8476" y="25776"/>
                    <a:pt x="16414" y="25776"/>
                  </a:cubicBezTo>
                  <a:cubicBezTo>
                    <a:pt x="17918" y="25776"/>
                    <a:pt x="19412" y="25557"/>
                    <a:pt x="20842" y="25086"/>
                  </a:cubicBezTo>
                  <a:cubicBezTo>
                    <a:pt x="24123" y="24037"/>
                    <a:pt x="26682" y="21412"/>
                    <a:pt x="27561" y="18406"/>
                  </a:cubicBezTo>
                  <a:cubicBezTo>
                    <a:pt x="27614" y="18131"/>
                    <a:pt x="27732" y="17868"/>
                    <a:pt x="27732" y="17645"/>
                  </a:cubicBezTo>
                  <a:cubicBezTo>
                    <a:pt x="28716" y="12173"/>
                    <a:pt x="24004" y="4902"/>
                    <a:pt x="19359" y="1949"/>
                  </a:cubicBezTo>
                  <a:cubicBezTo>
                    <a:pt x="17477" y="736"/>
                    <a:pt x="15178" y="1"/>
                    <a:pt x="12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6" name="Google Shape;2666;p69"/>
          <p:cNvGrpSpPr/>
          <p:nvPr/>
        </p:nvGrpSpPr>
        <p:grpSpPr>
          <a:xfrm>
            <a:off x="4786923" y="3448656"/>
            <a:ext cx="1115171" cy="844301"/>
            <a:chOff x="6020400" y="2387300"/>
            <a:chExt cx="974800" cy="738025"/>
          </a:xfrm>
        </p:grpSpPr>
        <p:sp>
          <p:nvSpPr>
            <p:cNvPr id="2667" name="Google Shape;2667;p69"/>
            <p:cNvSpPr/>
            <p:nvPr/>
          </p:nvSpPr>
          <p:spPr>
            <a:xfrm>
              <a:off x="6020400" y="2516200"/>
              <a:ext cx="974800" cy="609125"/>
            </a:xfrm>
            <a:custGeom>
              <a:rect b="b" l="l" r="r" t="t"/>
              <a:pathLst>
                <a:path extrusionOk="0" h="24365" w="38992">
                  <a:moveTo>
                    <a:pt x="19051" y="1"/>
                  </a:moveTo>
                  <a:cubicBezTo>
                    <a:pt x="15817" y="1"/>
                    <a:pt x="12595" y="258"/>
                    <a:pt x="9397" y="816"/>
                  </a:cubicBezTo>
                  <a:cubicBezTo>
                    <a:pt x="5854" y="1420"/>
                    <a:pt x="2678" y="2129"/>
                    <a:pt x="1365" y="5908"/>
                  </a:cubicBezTo>
                  <a:cubicBezTo>
                    <a:pt x="0" y="9951"/>
                    <a:pt x="2783" y="12195"/>
                    <a:pt x="4594" y="15305"/>
                  </a:cubicBezTo>
                  <a:cubicBezTo>
                    <a:pt x="6510" y="18534"/>
                    <a:pt x="8859" y="21762"/>
                    <a:pt x="12350" y="23403"/>
                  </a:cubicBezTo>
                  <a:cubicBezTo>
                    <a:pt x="13823" y="24056"/>
                    <a:pt x="15337" y="24364"/>
                    <a:pt x="16830" y="24364"/>
                  </a:cubicBezTo>
                  <a:cubicBezTo>
                    <a:pt x="19449" y="24364"/>
                    <a:pt x="22005" y="23415"/>
                    <a:pt x="24162" y="21710"/>
                  </a:cubicBezTo>
                  <a:cubicBezTo>
                    <a:pt x="25920" y="20345"/>
                    <a:pt x="27561" y="18757"/>
                    <a:pt x="29529" y="17773"/>
                  </a:cubicBezTo>
                  <a:cubicBezTo>
                    <a:pt x="32692" y="16132"/>
                    <a:pt x="36196" y="16080"/>
                    <a:pt x="37942" y="12470"/>
                  </a:cubicBezTo>
                  <a:cubicBezTo>
                    <a:pt x="38821" y="10830"/>
                    <a:pt x="38992" y="9242"/>
                    <a:pt x="38663" y="7811"/>
                  </a:cubicBezTo>
                  <a:cubicBezTo>
                    <a:pt x="38165" y="5252"/>
                    <a:pt x="36144" y="3166"/>
                    <a:pt x="33466" y="2076"/>
                  </a:cubicBezTo>
                  <a:cubicBezTo>
                    <a:pt x="29739" y="541"/>
                    <a:pt x="25592" y="265"/>
                    <a:pt x="21655" y="55"/>
                  </a:cubicBezTo>
                  <a:cubicBezTo>
                    <a:pt x="20786" y="19"/>
                    <a:pt x="19918" y="1"/>
                    <a:pt x="190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9"/>
            <p:cNvSpPr/>
            <p:nvPr/>
          </p:nvSpPr>
          <p:spPr>
            <a:xfrm>
              <a:off x="6115875" y="2387300"/>
              <a:ext cx="784825" cy="673975"/>
            </a:xfrm>
            <a:custGeom>
              <a:rect b="b" l="l" r="r" t="t"/>
              <a:pathLst>
                <a:path extrusionOk="0" h="26959" w="31393">
                  <a:moveTo>
                    <a:pt x="12305" y="1"/>
                  </a:moveTo>
                  <a:cubicBezTo>
                    <a:pt x="10343" y="1"/>
                    <a:pt x="8563" y="368"/>
                    <a:pt x="7219" y="1156"/>
                  </a:cubicBezTo>
                  <a:cubicBezTo>
                    <a:pt x="2192" y="4056"/>
                    <a:pt x="0" y="14779"/>
                    <a:pt x="4056" y="20842"/>
                  </a:cubicBezTo>
                  <a:cubicBezTo>
                    <a:pt x="6647" y="24789"/>
                    <a:pt x="11132" y="26958"/>
                    <a:pt x="15724" y="26958"/>
                  </a:cubicBezTo>
                  <a:cubicBezTo>
                    <a:pt x="18201" y="26958"/>
                    <a:pt x="20709" y="26327"/>
                    <a:pt x="22967" y="25002"/>
                  </a:cubicBezTo>
                  <a:cubicBezTo>
                    <a:pt x="29424" y="21288"/>
                    <a:pt x="31393" y="13296"/>
                    <a:pt x="27403" y="7232"/>
                  </a:cubicBezTo>
                  <a:cubicBezTo>
                    <a:pt x="24478" y="2777"/>
                    <a:pt x="17700" y="1"/>
                    <a:pt x="12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9" name="Google Shape;2669;p69"/>
          <p:cNvGrpSpPr/>
          <p:nvPr/>
        </p:nvGrpSpPr>
        <p:grpSpPr>
          <a:xfrm>
            <a:off x="4769481" y="1475775"/>
            <a:ext cx="1683275" cy="1587463"/>
            <a:chOff x="3139750" y="1378838"/>
            <a:chExt cx="1683275" cy="1587463"/>
          </a:xfrm>
        </p:grpSpPr>
        <p:sp>
          <p:nvSpPr>
            <p:cNvPr id="2670" name="Google Shape;2670;p69"/>
            <p:cNvSpPr/>
            <p:nvPr/>
          </p:nvSpPr>
          <p:spPr>
            <a:xfrm>
              <a:off x="3139750" y="1378838"/>
              <a:ext cx="1603775" cy="1549625"/>
            </a:xfrm>
            <a:custGeom>
              <a:rect b="b" l="l" r="r" t="t"/>
              <a:pathLst>
                <a:path extrusionOk="0" h="61985" w="64151">
                  <a:moveTo>
                    <a:pt x="36550" y="0"/>
                  </a:moveTo>
                  <a:cubicBezTo>
                    <a:pt x="33216" y="0"/>
                    <a:pt x="29867" y="1400"/>
                    <a:pt x="27298" y="4039"/>
                  </a:cubicBezTo>
                  <a:cubicBezTo>
                    <a:pt x="21983" y="9459"/>
                    <a:pt x="23899" y="10982"/>
                    <a:pt x="10723" y="17872"/>
                  </a:cubicBezTo>
                  <a:cubicBezTo>
                    <a:pt x="8203" y="19184"/>
                    <a:pt x="3505" y="20168"/>
                    <a:pt x="1864" y="24604"/>
                  </a:cubicBezTo>
                  <a:cubicBezTo>
                    <a:pt x="1" y="29683"/>
                    <a:pt x="3610" y="33568"/>
                    <a:pt x="3610" y="44238"/>
                  </a:cubicBezTo>
                  <a:cubicBezTo>
                    <a:pt x="3610" y="55136"/>
                    <a:pt x="9734" y="60131"/>
                    <a:pt x="19076" y="60131"/>
                  </a:cubicBezTo>
                  <a:cubicBezTo>
                    <a:pt x="20185" y="60131"/>
                    <a:pt x="21339" y="60060"/>
                    <a:pt x="22534" y="59921"/>
                  </a:cubicBezTo>
                  <a:cubicBezTo>
                    <a:pt x="23812" y="59766"/>
                    <a:pt x="25042" y="59700"/>
                    <a:pt x="26229" y="59700"/>
                  </a:cubicBezTo>
                  <a:cubicBezTo>
                    <a:pt x="33202" y="59700"/>
                    <a:pt x="38657" y="61985"/>
                    <a:pt x="43199" y="61985"/>
                  </a:cubicBezTo>
                  <a:cubicBezTo>
                    <a:pt x="44697" y="61985"/>
                    <a:pt x="46096" y="61736"/>
                    <a:pt x="47417" y="61076"/>
                  </a:cubicBezTo>
                  <a:cubicBezTo>
                    <a:pt x="53481" y="58018"/>
                    <a:pt x="49767" y="53254"/>
                    <a:pt x="54636" y="46141"/>
                  </a:cubicBezTo>
                  <a:cubicBezTo>
                    <a:pt x="59229" y="39474"/>
                    <a:pt x="64150" y="34395"/>
                    <a:pt x="60817" y="27557"/>
                  </a:cubicBezTo>
                  <a:cubicBezTo>
                    <a:pt x="57260" y="20221"/>
                    <a:pt x="52444" y="18856"/>
                    <a:pt x="48297" y="8685"/>
                  </a:cubicBezTo>
                  <a:cubicBezTo>
                    <a:pt x="45869" y="2749"/>
                    <a:pt x="41224" y="0"/>
                    <a:pt x="365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9"/>
            <p:cNvSpPr/>
            <p:nvPr/>
          </p:nvSpPr>
          <p:spPr>
            <a:xfrm>
              <a:off x="3184150" y="1378850"/>
              <a:ext cx="1638875" cy="1587450"/>
            </a:xfrm>
            <a:custGeom>
              <a:rect b="b" l="l" r="r" t="t"/>
              <a:pathLst>
                <a:path extrusionOk="0" h="63498" w="65555">
                  <a:moveTo>
                    <a:pt x="17391" y="0"/>
                  </a:moveTo>
                  <a:cubicBezTo>
                    <a:pt x="10186" y="0"/>
                    <a:pt x="5114" y="5863"/>
                    <a:pt x="5250" y="12874"/>
                  </a:cubicBezTo>
                  <a:cubicBezTo>
                    <a:pt x="5355" y="20525"/>
                    <a:pt x="7809" y="20197"/>
                    <a:pt x="3439" y="34423"/>
                  </a:cubicBezTo>
                  <a:cubicBezTo>
                    <a:pt x="2626" y="37153"/>
                    <a:pt x="1" y="41195"/>
                    <a:pt x="2022" y="45460"/>
                  </a:cubicBezTo>
                  <a:cubicBezTo>
                    <a:pt x="4318" y="50329"/>
                    <a:pt x="9568" y="50553"/>
                    <a:pt x="17167" y="57994"/>
                  </a:cubicBezTo>
                  <a:cubicBezTo>
                    <a:pt x="20965" y="61769"/>
                    <a:pt x="24785" y="63497"/>
                    <a:pt x="28468" y="63497"/>
                  </a:cubicBezTo>
                  <a:cubicBezTo>
                    <a:pt x="33210" y="63497"/>
                    <a:pt x="37725" y="60632"/>
                    <a:pt x="41669" y="55579"/>
                  </a:cubicBezTo>
                  <a:cubicBezTo>
                    <a:pt x="48612" y="46615"/>
                    <a:pt x="60633" y="47377"/>
                    <a:pt x="63100" y="41195"/>
                  </a:cubicBezTo>
                  <a:cubicBezTo>
                    <a:pt x="65555" y="34961"/>
                    <a:pt x="56040" y="31523"/>
                    <a:pt x="54399" y="23097"/>
                  </a:cubicBezTo>
                  <a:cubicBezTo>
                    <a:pt x="52877" y="15118"/>
                    <a:pt x="52706" y="8057"/>
                    <a:pt x="45488" y="5603"/>
                  </a:cubicBezTo>
                  <a:cubicBezTo>
                    <a:pt x="37784" y="2978"/>
                    <a:pt x="33467" y="5432"/>
                    <a:pt x="23296" y="1233"/>
                  </a:cubicBezTo>
                  <a:cubicBezTo>
                    <a:pt x="21222" y="385"/>
                    <a:pt x="19237" y="0"/>
                    <a:pt x="17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2" name="Google Shape;2672;p69"/>
          <p:cNvGrpSpPr/>
          <p:nvPr/>
        </p:nvGrpSpPr>
        <p:grpSpPr>
          <a:xfrm>
            <a:off x="2420190" y="3123149"/>
            <a:ext cx="1741558" cy="1238980"/>
            <a:chOff x="2420190" y="3123149"/>
            <a:chExt cx="1741558" cy="1238980"/>
          </a:xfrm>
        </p:grpSpPr>
        <p:sp>
          <p:nvSpPr>
            <p:cNvPr id="2673" name="Google Shape;2673;p69"/>
            <p:cNvSpPr/>
            <p:nvPr/>
          </p:nvSpPr>
          <p:spPr>
            <a:xfrm>
              <a:off x="2898504" y="3203829"/>
              <a:ext cx="1040765" cy="1028271"/>
            </a:xfrm>
            <a:custGeom>
              <a:rect b="b" l="l" r="r" t="t"/>
              <a:pathLst>
                <a:path extrusionOk="0" h="75221" w="76135">
                  <a:moveTo>
                    <a:pt x="915" y="1"/>
                  </a:moveTo>
                  <a:cubicBezTo>
                    <a:pt x="582" y="112"/>
                    <a:pt x="361" y="361"/>
                    <a:pt x="0" y="472"/>
                  </a:cubicBezTo>
                  <a:cubicBezTo>
                    <a:pt x="25064" y="25425"/>
                    <a:pt x="50017" y="50267"/>
                    <a:pt x="75081" y="75220"/>
                  </a:cubicBezTo>
                  <a:cubicBezTo>
                    <a:pt x="75441" y="75110"/>
                    <a:pt x="75663" y="74971"/>
                    <a:pt x="76134" y="74749"/>
                  </a:cubicBezTo>
                  <a:cubicBezTo>
                    <a:pt x="75330" y="73945"/>
                    <a:pt x="74637" y="73252"/>
                    <a:pt x="73833" y="72559"/>
                  </a:cubicBezTo>
                  <a:lnTo>
                    <a:pt x="46801" y="45526"/>
                  </a:lnTo>
                  <a:cubicBezTo>
                    <a:pt x="43335" y="42061"/>
                    <a:pt x="39731" y="38595"/>
                    <a:pt x="36265" y="35129"/>
                  </a:cubicBezTo>
                  <a:cubicBezTo>
                    <a:pt x="27033" y="25897"/>
                    <a:pt x="17800" y="16636"/>
                    <a:pt x="8540" y="7515"/>
                  </a:cubicBezTo>
                  <a:cubicBezTo>
                    <a:pt x="6238" y="5213"/>
                    <a:pt x="4048" y="2884"/>
                    <a:pt x="1747" y="694"/>
                  </a:cubicBezTo>
                  <a:cubicBezTo>
                    <a:pt x="1497" y="472"/>
                    <a:pt x="1276" y="250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9"/>
            <p:cNvSpPr/>
            <p:nvPr/>
          </p:nvSpPr>
          <p:spPr>
            <a:xfrm>
              <a:off x="2993250" y="3172593"/>
              <a:ext cx="1023336" cy="1013644"/>
            </a:xfrm>
            <a:custGeom>
              <a:rect b="b" l="l" r="r" t="t"/>
              <a:pathLst>
                <a:path extrusionOk="0" h="74151" w="74860">
                  <a:moveTo>
                    <a:pt x="951" y="0"/>
                  </a:moveTo>
                  <a:cubicBezTo>
                    <a:pt x="678" y="0"/>
                    <a:pt x="371" y="145"/>
                    <a:pt x="1" y="456"/>
                  </a:cubicBezTo>
                  <a:cubicBezTo>
                    <a:pt x="583" y="900"/>
                    <a:pt x="1165" y="1371"/>
                    <a:pt x="1609" y="1953"/>
                  </a:cubicBezTo>
                  <a:cubicBezTo>
                    <a:pt x="6350" y="6556"/>
                    <a:pt x="11091" y="11297"/>
                    <a:pt x="15832" y="16038"/>
                  </a:cubicBezTo>
                  <a:cubicBezTo>
                    <a:pt x="22181" y="22276"/>
                    <a:pt x="28419" y="28514"/>
                    <a:pt x="34657" y="34753"/>
                  </a:cubicBezTo>
                  <a:cubicBezTo>
                    <a:pt x="44722" y="44678"/>
                    <a:pt x="54648" y="54632"/>
                    <a:pt x="64684" y="64668"/>
                  </a:cubicBezTo>
                  <a:cubicBezTo>
                    <a:pt x="66764" y="66748"/>
                    <a:pt x="68982" y="68938"/>
                    <a:pt x="71172" y="71156"/>
                  </a:cubicBezTo>
                  <a:lnTo>
                    <a:pt x="74166" y="74151"/>
                  </a:lnTo>
                  <a:cubicBezTo>
                    <a:pt x="74527" y="73790"/>
                    <a:pt x="74749" y="73679"/>
                    <a:pt x="74859" y="73568"/>
                  </a:cubicBezTo>
                  <a:cubicBezTo>
                    <a:pt x="72087" y="70796"/>
                    <a:pt x="69536" y="68134"/>
                    <a:pt x="67013" y="65473"/>
                  </a:cubicBezTo>
                  <a:cubicBezTo>
                    <a:pt x="60664" y="59234"/>
                    <a:pt x="54287" y="52885"/>
                    <a:pt x="47938" y="46536"/>
                  </a:cubicBezTo>
                  <a:cubicBezTo>
                    <a:pt x="36044" y="34642"/>
                    <a:pt x="24039" y="22747"/>
                    <a:pt x="12144" y="10853"/>
                  </a:cubicBezTo>
                  <a:lnTo>
                    <a:pt x="2191" y="900"/>
                  </a:lnTo>
                  <a:lnTo>
                    <a:pt x="1609" y="317"/>
                  </a:lnTo>
                  <a:cubicBezTo>
                    <a:pt x="1402" y="111"/>
                    <a:pt x="1189" y="0"/>
                    <a:pt x="9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9"/>
            <p:cNvSpPr/>
            <p:nvPr/>
          </p:nvSpPr>
          <p:spPr>
            <a:xfrm>
              <a:off x="2854158" y="3222790"/>
              <a:ext cx="1036213" cy="1023158"/>
            </a:xfrm>
            <a:custGeom>
              <a:rect b="b" l="l" r="r" t="t"/>
              <a:pathLst>
                <a:path extrusionOk="0" h="74847" w="75802">
                  <a:moveTo>
                    <a:pt x="943" y="0"/>
                  </a:moveTo>
                  <a:cubicBezTo>
                    <a:pt x="583" y="111"/>
                    <a:pt x="361" y="361"/>
                    <a:pt x="0" y="472"/>
                  </a:cubicBezTo>
                  <a:cubicBezTo>
                    <a:pt x="361" y="804"/>
                    <a:pt x="583" y="1165"/>
                    <a:pt x="832" y="1386"/>
                  </a:cubicBezTo>
                  <a:cubicBezTo>
                    <a:pt x="9954" y="10508"/>
                    <a:pt x="19076" y="19519"/>
                    <a:pt x="28308" y="28668"/>
                  </a:cubicBezTo>
                  <a:cubicBezTo>
                    <a:pt x="36182" y="36626"/>
                    <a:pt x="44139" y="44472"/>
                    <a:pt x="52124" y="52457"/>
                  </a:cubicBezTo>
                  <a:cubicBezTo>
                    <a:pt x="59388" y="59721"/>
                    <a:pt x="66680" y="66902"/>
                    <a:pt x="73944" y="74166"/>
                  </a:cubicBezTo>
                  <a:cubicBezTo>
                    <a:pt x="74055" y="74277"/>
                    <a:pt x="74055" y="74416"/>
                    <a:pt x="74166" y="74416"/>
                  </a:cubicBezTo>
                  <a:cubicBezTo>
                    <a:pt x="74473" y="74708"/>
                    <a:pt x="74619" y="74847"/>
                    <a:pt x="74842" y="74847"/>
                  </a:cubicBezTo>
                  <a:cubicBezTo>
                    <a:pt x="75042" y="74847"/>
                    <a:pt x="75304" y="74736"/>
                    <a:pt x="75802" y="74527"/>
                  </a:cubicBezTo>
                  <a:lnTo>
                    <a:pt x="75441" y="74166"/>
                  </a:lnTo>
                  <a:cubicBezTo>
                    <a:pt x="70479" y="69314"/>
                    <a:pt x="65627" y="64351"/>
                    <a:pt x="60664" y="59388"/>
                  </a:cubicBezTo>
                  <a:cubicBezTo>
                    <a:pt x="54315" y="53150"/>
                    <a:pt x="47965" y="46801"/>
                    <a:pt x="41589" y="40563"/>
                  </a:cubicBezTo>
                  <a:cubicBezTo>
                    <a:pt x="30748" y="29694"/>
                    <a:pt x="19990" y="18965"/>
                    <a:pt x="9150" y="8096"/>
                  </a:cubicBezTo>
                  <a:cubicBezTo>
                    <a:pt x="6599" y="5656"/>
                    <a:pt x="4159" y="3133"/>
                    <a:pt x="1636" y="693"/>
                  </a:cubicBezTo>
                  <a:lnTo>
                    <a:pt x="9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9"/>
            <p:cNvSpPr/>
            <p:nvPr/>
          </p:nvSpPr>
          <p:spPr>
            <a:xfrm>
              <a:off x="2945870" y="3188191"/>
              <a:ext cx="1032810" cy="1023446"/>
            </a:xfrm>
            <a:custGeom>
              <a:rect b="b" l="l" r="r" t="t"/>
              <a:pathLst>
                <a:path extrusionOk="0" h="74868" w="75553">
                  <a:moveTo>
                    <a:pt x="844" y="0"/>
                  </a:moveTo>
                  <a:cubicBezTo>
                    <a:pt x="662" y="0"/>
                    <a:pt x="434" y="118"/>
                    <a:pt x="1" y="341"/>
                  </a:cubicBezTo>
                  <a:cubicBezTo>
                    <a:pt x="223" y="563"/>
                    <a:pt x="361" y="812"/>
                    <a:pt x="583" y="1034"/>
                  </a:cubicBezTo>
                  <a:cubicBezTo>
                    <a:pt x="1498" y="1838"/>
                    <a:pt x="2302" y="2642"/>
                    <a:pt x="3245" y="3585"/>
                  </a:cubicBezTo>
                  <a:lnTo>
                    <a:pt x="16747" y="17087"/>
                  </a:lnTo>
                  <a:cubicBezTo>
                    <a:pt x="20795" y="21135"/>
                    <a:pt x="24843" y="25072"/>
                    <a:pt x="28780" y="29120"/>
                  </a:cubicBezTo>
                  <a:cubicBezTo>
                    <a:pt x="32689" y="32918"/>
                    <a:pt x="36515" y="36745"/>
                    <a:pt x="40314" y="40543"/>
                  </a:cubicBezTo>
                  <a:cubicBezTo>
                    <a:pt x="49574" y="49776"/>
                    <a:pt x="58807" y="58925"/>
                    <a:pt x="68039" y="68158"/>
                  </a:cubicBezTo>
                  <a:cubicBezTo>
                    <a:pt x="69426" y="69544"/>
                    <a:pt x="70923" y="71041"/>
                    <a:pt x="72309" y="72427"/>
                  </a:cubicBezTo>
                  <a:cubicBezTo>
                    <a:pt x="73141" y="73231"/>
                    <a:pt x="73945" y="74035"/>
                    <a:pt x="74749" y="74867"/>
                  </a:cubicBezTo>
                  <a:cubicBezTo>
                    <a:pt x="75082" y="74618"/>
                    <a:pt x="75331" y="74507"/>
                    <a:pt x="75553" y="74285"/>
                  </a:cubicBezTo>
                  <a:cubicBezTo>
                    <a:pt x="74527" y="73231"/>
                    <a:pt x="73584" y="72206"/>
                    <a:pt x="72669" y="71263"/>
                  </a:cubicBezTo>
                  <a:cubicBezTo>
                    <a:pt x="63548" y="62252"/>
                    <a:pt x="54426" y="53130"/>
                    <a:pt x="45415" y="44009"/>
                  </a:cubicBezTo>
                  <a:cubicBezTo>
                    <a:pt x="38817" y="37549"/>
                    <a:pt x="32246" y="30950"/>
                    <a:pt x="25647" y="24379"/>
                  </a:cubicBezTo>
                  <a:cubicBezTo>
                    <a:pt x="18494" y="17198"/>
                    <a:pt x="11202" y="10045"/>
                    <a:pt x="4049" y="2781"/>
                  </a:cubicBezTo>
                  <a:cubicBezTo>
                    <a:pt x="3245" y="1949"/>
                    <a:pt x="2302" y="1256"/>
                    <a:pt x="1498" y="452"/>
                  </a:cubicBezTo>
                  <a:cubicBezTo>
                    <a:pt x="1192" y="145"/>
                    <a:pt x="1046" y="0"/>
                    <a:pt x="8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9"/>
            <p:cNvSpPr/>
            <p:nvPr/>
          </p:nvSpPr>
          <p:spPr>
            <a:xfrm>
              <a:off x="2810195" y="3243254"/>
              <a:ext cx="1026357" cy="1012277"/>
            </a:xfrm>
            <a:custGeom>
              <a:rect b="b" l="l" r="r" t="t"/>
              <a:pathLst>
                <a:path extrusionOk="0" h="74051" w="75081">
                  <a:moveTo>
                    <a:pt x="1026" y="0"/>
                  </a:moveTo>
                  <a:cubicBezTo>
                    <a:pt x="693" y="250"/>
                    <a:pt x="444" y="361"/>
                    <a:pt x="0" y="472"/>
                  </a:cubicBezTo>
                  <a:cubicBezTo>
                    <a:pt x="333" y="832"/>
                    <a:pt x="582" y="1054"/>
                    <a:pt x="804" y="1276"/>
                  </a:cubicBezTo>
                  <a:cubicBezTo>
                    <a:pt x="10286" y="10758"/>
                    <a:pt x="19630" y="20101"/>
                    <a:pt x="29112" y="29473"/>
                  </a:cubicBezTo>
                  <a:cubicBezTo>
                    <a:pt x="37180" y="37569"/>
                    <a:pt x="45276" y="45637"/>
                    <a:pt x="53372" y="53622"/>
                  </a:cubicBezTo>
                  <a:lnTo>
                    <a:pt x="73112" y="73362"/>
                  </a:lnTo>
                  <a:cubicBezTo>
                    <a:pt x="73508" y="73758"/>
                    <a:pt x="73852" y="74051"/>
                    <a:pt x="74318" y="74051"/>
                  </a:cubicBezTo>
                  <a:cubicBezTo>
                    <a:pt x="74539" y="74051"/>
                    <a:pt x="74787" y="73985"/>
                    <a:pt x="75081" y="73834"/>
                  </a:cubicBezTo>
                  <a:cubicBezTo>
                    <a:pt x="50350" y="49102"/>
                    <a:pt x="25646" y="24621"/>
                    <a:pt x="10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9"/>
            <p:cNvSpPr/>
            <p:nvPr/>
          </p:nvSpPr>
          <p:spPr>
            <a:xfrm>
              <a:off x="3042148" y="3158445"/>
              <a:ext cx="1005893" cy="994438"/>
            </a:xfrm>
            <a:custGeom>
              <a:rect b="b" l="l" r="r" t="t"/>
              <a:pathLst>
                <a:path extrusionOk="0" h="72746" w="73584">
                  <a:moveTo>
                    <a:pt x="1106" y="1"/>
                  </a:moveTo>
                  <a:cubicBezTo>
                    <a:pt x="874" y="1"/>
                    <a:pt x="582" y="146"/>
                    <a:pt x="0" y="437"/>
                  </a:cubicBezTo>
                  <a:cubicBezTo>
                    <a:pt x="472" y="798"/>
                    <a:pt x="804" y="1020"/>
                    <a:pt x="1165" y="1352"/>
                  </a:cubicBezTo>
                  <a:cubicBezTo>
                    <a:pt x="12837" y="12914"/>
                    <a:pt x="24510" y="24586"/>
                    <a:pt x="36154" y="36259"/>
                  </a:cubicBezTo>
                  <a:cubicBezTo>
                    <a:pt x="42753" y="42719"/>
                    <a:pt x="49213" y="49179"/>
                    <a:pt x="55701" y="55667"/>
                  </a:cubicBezTo>
                  <a:cubicBezTo>
                    <a:pt x="60414" y="60269"/>
                    <a:pt x="65044" y="65010"/>
                    <a:pt x="69674" y="69641"/>
                  </a:cubicBezTo>
                  <a:cubicBezTo>
                    <a:pt x="70700" y="70555"/>
                    <a:pt x="71643" y="71609"/>
                    <a:pt x="72669" y="72524"/>
                  </a:cubicBezTo>
                  <a:cubicBezTo>
                    <a:pt x="72780" y="72635"/>
                    <a:pt x="72891" y="72635"/>
                    <a:pt x="73029" y="72746"/>
                  </a:cubicBezTo>
                  <a:cubicBezTo>
                    <a:pt x="73251" y="72524"/>
                    <a:pt x="73362" y="72302"/>
                    <a:pt x="73584" y="72053"/>
                  </a:cubicBezTo>
                  <a:cubicBezTo>
                    <a:pt x="73251" y="71609"/>
                    <a:pt x="72891" y="71360"/>
                    <a:pt x="72669" y="71027"/>
                  </a:cubicBezTo>
                  <a:cubicBezTo>
                    <a:pt x="64018" y="62487"/>
                    <a:pt x="55451" y="53920"/>
                    <a:pt x="46801" y="45270"/>
                  </a:cubicBezTo>
                  <a:cubicBezTo>
                    <a:pt x="42060" y="40640"/>
                    <a:pt x="37430" y="35898"/>
                    <a:pt x="32689" y="31296"/>
                  </a:cubicBezTo>
                  <a:cubicBezTo>
                    <a:pt x="25314" y="23893"/>
                    <a:pt x="18022" y="16601"/>
                    <a:pt x="10647" y="9226"/>
                  </a:cubicBezTo>
                  <a:cubicBezTo>
                    <a:pt x="7736" y="6343"/>
                    <a:pt x="4741" y="3432"/>
                    <a:pt x="1858" y="437"/>
                  </a:cubicBezTo>
                  <a:cubicBezTo>
                    <a:pt x="1511" y="146"/>
                    <a:pt x="1338" y="1"/>
                    <a:pt x="1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9"/>
            <p:cNvSpPr/>
            <p:nvPr/>
          </p:nvSpPr>
          <p:spPr>
            <a:xfrm>
              <a:off x="2765850" y="3265618"/>
              <a:ext cx="1007411" cy="989913"/>
            </a:xfrm>
            <a:custGeom>
              <a:rect b="b" l="l" r="r" t="t"/>
              <a:pathLst>
                <a:path extrusionOk="0" h="72415" w="73695">
                  <a:moveTo>
                    <a:pt x="1165" y="0"/>
                  </a:moveTo>
                  <a:cubicBezTo>
                    <a:pt x="915" y="222"/>
                    <a:pt x="583" y="333"/>
                    <a:pt x="0" y="693"/>
                  </a:cubicBezTo>
                  <a:cubicBezTo>
                    <a:pt x="583" y="1026"/>
                    <a:pt x="915" y="1276"/>
                    <a:pt x="1165" y="1497"/>
                  </a:cubicBezTo>
                  <a:cubicBezTo>
                    <a:pt x="7847" y="8207"/>
                    <a:pt x="14556" y="14889"/>
                    <a:pt x="21266" y="21598"/>
                  </a:cubicBezTo>
                  <a:cubicBezTo>
                    <a:pt x="25757" y="25979"/>
                    <a:pt x="30277" y="30498"/>
                    <a:pt x="34657" y="34879"/>
                  </a:cubicBezTo>
                  <a:cubicBezTo>
                    <a:pt x="44250" y="44361"/>
                    <a:pt x="53732" y="53954"/>
                    <a:pt x="63298" y="63409"/>
                  </a:cubicBezTo>
                  <a:cubicBezTo>
                    <a:pt x="66070" y="66181"/>
                    <a:pt x="68981" y="68954"/>
                    <a:pt x="71754" y="71837"/>
                  </a:cubicBezTo>
                  <a:cubicBezTo>
                    <a:pt x="72135" y="72237"/>
                    <a:pt x="72529" y="72415"/>
                    <a:pt x="72999" y="72415"/>
                  </a:cubicBezTo>
                  <a:cubicBezTo>
                    <a:pt x="73213" y="72415"/>
                    <a:pt x="73443" y="72378"/>
                    <a:pt x="73695" y="72309"/>
                  </a:cubicBezTo>
                  <a:cubicBezTo>
                    <a:pt x="49435" y="48160"/>
                    <a:pt x="25314" y="24149"/>
                    <a:pt x="1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9"/>
            <p:cNvSpPr/>
            <p:nvPr/>
          </p:nvSpPr>
          <p:spPr>
            <a:xfrm>
              <a:off x="2727943" y="3290634"/>
              <a:ext cx="977473" cy="960413"/>
            </a:xfrm>
            <a:custGeom>
              <a:rect b="b" l="l" r="r" t="t"/>
              <a:pathLst>
                <a:path extrusionOk="0" h="70257" w="71505">
                  <a:moveTo>
                    <a:pt x="805" y="0"/>
                  </a:moveTo>
                  <a:cubicBezTo>
                    <a:pt x="694" y="139"/>
                    <a:pt x="472" y="361"/>
                    <a:pt x="1" y="693"/>
                  </a:cubicBezTo>
                  <a:cubicBezTo>
                    <a:pt x="361" y="943"/>
                    <a:pt x="694" y="1165"/>
                    <a:pt x="916" y="1386"/>
                  </a:cubicBezTo>
                  <a:cubicBezTo>
                    <a:pt x="4381" y="4852"/>
                    <a:pt x="7986" y="8456"/>
                    <a:pt x="11562" y="11922"/>
                  </a:cubicBezTo>
                  <a:cubicBezTo>
                    <a:pt x="16165" y="16635"/>
                    <a:pt x="20906" y="21266"/>
                    <a:pt x="25647" y="26007"/>
                  </a:cubicBezTo>
                  <a:cubicBezTo>
                    <a:pt x="28780" y="29112"/>
                    <a:pt x="31885" y="32245"/>
                    <a:pt x="35129" y="35350"/>
                  </a:cubicBezTo>
                  <a:cubicBezTo>
                    <a:pt x="41478" y="41838"/>
                    <a:pt x="47938" y="48187"/>
                    <a:pt x="54426" y="54647"/>
                  </a:cubicBezTo>
                  <a:cubicBezTo>
                    <a:pt x="59278" y="59499"/>
                    <a:pt x="64241" y="64351"/>
                    <a:pt x="69093" y="69314"/>
                  </a:cubicBezTo>
                  <a:cubicBezTo>
                    <a:pt x="69675" y="69896"/>
                    <a:pt x="70368" y="70257"/>
                    <a:pt x="71505" y="70257"/>
                  </a:cubicBezTo>
                  <a:lnTo>
                    <a:pt x="70701" y="69453"/>
                  </a:lnTo>
                  <a:cubicBezTo>
                    <a:pt x="69675" y="68288"/>
                    <a:pt x="68510" y="67235"/>
                    <a:pt x="67457" y="66098"/>
                  </a:cubicBezTo>
                  <a:cubicBezTo>
                    <a:pt x="59500" y="58224"/>
                    <a:pt x="51653" y="50377"/>
                    <a:pt x="43668" y="42531"/>
                  </a:cubicBezTo>
                  <a:lnTo>
                    <a:pt x="20324" y="19186"/>
                  </a:lnTo>
                  <a:cubicBezTo>
                    <a:pt x="14224" y="13059"/>
                    <a:pt x="8097" y="6931"/>
                    <a:pt x="1969" y="943"/>
                  </a:cubicBezTo>
                  <a:cubicBezTo>
                    <a:pt x="1747" y="582"/>
                    <a:pt x="1387" y="361"/>
                    <a:pt x="1165" y="139"/>
                  </a:cubicBezTo>
                  <a:cubicBezTo>
                    <a:pt x="1165" y="139"/>
                    <a:pt x="1054" y="139"/>
                    <a:pt x="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9"/>
            <p:cNvSpPr/>
            <p:nvPr/>
          </p:nvSpPr>
          <p:spPr>
            <a:xfrm>
              <a:off x="3095967" y="3145472"/>
              <a:ext cx="980508" cy="972921"/>
            </a:xfrm>
            <a:custGeom>
              <a:rect b="b" l="l" r="r" t="t"/>
              <a:pathLst>
                <a:path extrusionOk="0" h="71172" w="71727">
                  <a:moveTo>
                    <a:pt x="1165" y="0"/>
                  </a:moveTo>
                  <a:cubicBezTo>
                    <a:pt x="804" y="111"/>
                    <a:pt x="472" y="222"/>
                    <a:pt x="0" y="361"/>
                  </a:cubicBezTo>
                  <a:cubicBezTo>
                    <a:pt x="23678" y="24038"/>
                    <a:pt x="47355" y="47494"/>
                    <a:pt x="71033" y="71172"/>
                  </a:cubicBezTo>
                  <a:cubicBezTo>
                    <a:pt x="71393" y="70811"/>
                    <a:pt x="71504" y="70590"/>
                    <a:pt x="71726" y="70229"/>
                  </a:cubicBezTo>
                  <a:cubicBezTo>
                    <a:pt x="48159" y="46801"/>
                    <a:pt x="24731" y="23456"/>
                    <a:pt x="1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9"/>
            <p:cNvSpPr/>
            <p:nvPr/>
          </p:nvSpPr>
          <p:spPr>
            <a:xfrm>
              <a:off x="3151303" y="3136682"/>
              <a:ext cx="950557" cy="940400"/>
            </a:xfrm>
            <a:custGeom>
              <a:rect b="b" l="l" r="r" t="t"/>
              <a:pathLst>
                <a:path extrusionOk="0" h="68793" w="69536">
                  <a:moveTo>
                    <a:pt x="794" y="0"/>
                  </a:moveTo>
                  <a:cubicBezTo>
                    <a:pt x="562" y="0"/>
                    <a:pt x="305" y="90"/>
                    <a:pt x="0" y="310"/>
                  </a:cubicBezTo>
                  <a:cubicBezTo>
                    <a:pt x="222" y="532"/>
                    <a:pt x="444" y="865"/>
                    <a:pt x="693" y="1115"/>
                  </a:cubicBezTo>
                  <a:cubicBezTo>
                    <a:pt x="2662" y="3083"/>
                    <a:pt x="4741" y="4913"/>
                    <a:pt x="6682" y="6881"/>
                  </a:cubicBezTo>
                  <a:cubicBezTo>
                    <a:pt x="14556" y="14728"/>
                    <a:pt x="22402" y="22602"/>
                    <a:pt x="30249" y="30337"/>
                  </a:cubicBezTo>
                  <a:cubicBezTo>
                    <a:pt x="39149" y="39348"/>
                    <a:pt x="48048" y="48248"/>
                    <a:pt x="57059" y="57148"/>
                  </a:cubicBezTo>
                  <a:lnTo>
                    <a:pt x="68149" y="68238"/>
                  </a:lnTo>
                  <a:cubicBezTo>
                    <a:pt x="68260" y="68349"/>
                    <a:pt x="68510" y="68571"/>
                    <a:pt x="68732" y="68682"/>
                  </a:cubicBezTo>
                  <a:cubicBezTo>
                    <a:pt x="68732" y="68793"/>
                    <a:pt x="68843" y="68793"/>
                    <a:pt x="68953" y="68793"/>
                  </a:cubicBezTo>
                  <a:cubicBezTo>
                    <a:pt x="69064" y="68571"/>
                    <a:pt x="69203" y="68460"/>
                    <a:pt x="69314" y="68349"/>
                  </a:cubicBezTo>
                  <a:lnTo>
                    <a:pt x="69314" y="67989"/>
                  </a:lnTo>
                  <a:cubicBezTo>
                    <a:pt x="69425" y="67878"/>
                    <a:pt x="69425" y="67878"/>
                    <a:pt x="69536" y="67767"/>
                  </a:cubicBezTo>
                  <a:cubicBezTo>
                    <a:pt x="69203" y="67545"/>
                    <a:pt x="68843" y="67295"/>
                    <a:pt x="68510" y="67074"/>
                  </a:cubicBezTo>
                  <a:cubicBezTo>
                    <a:pt x="63408" y="62000"/>
                    <a:pt x="58224" y="56898"/>
                    <a:pt x="53122" y="51714"/>
                  </a:cubicBezTo>
                  <a:cubicBezTo>
                    <a:pt x="48409" y="47084"/>
                    <a:pt x="43668" y="42342"/>
                    <a:pt x="38927" y="37601"/>
                  </a:cubicBezTo>
                  <a:cubicBezTo>
                    <a:pt x="29334" y="28036"/>
                    <a:pt x="19630" y="18443"/>
                    <a:pt x="10037" y="8850"/>
                  </a:cubicBezTo>
                  <a:cubicBezTo>
                    <a:pt x="7264" y="6077"/>
                    <a:pt x="4492" y="3305"/>
                    <a:pt x="1830" y="532"/>
                  </a:cubicBezTo>
                  <a:cubicBezTo>
                    <a:pt x="1486" y="240"/>
                    <a:pt x="1174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9"/>
            <p:cNvSpPr/>
            <p:nvPr/>
          </p:nvSpPr>
          <p:spPr>
            <a:xfrm>
              <a:off x="3208143" y="3129806"/>
              <a:ext cx="912664" cy="906348"/>
            </a:xfrm>
            <a:custGeom>
              <a:rect b="b" l="l" r="r" t="t"/>
              <a:pathLst>
                <a:path extrusionOk="0" h="66302" w="66764">
                  <a:moveTo>
                    <a:pt x="858" y="0"/>
                  </a:moveTo>
                  <a:cubicBezTo>
                    <a:pt x="659" y="0"/>
                    <a:pt x="412" y="87"/>
                    <a:pt x="1" y="231"/>
                  </a:cubicBezTo>
                  <a:cubicBezTo>
                    <a:pt x="22070" y="22301"/>
                    <a:pt x="44112" y="44232"/>
                    <a:pt x="66293" y="66301"/>
                  </a:cubicBezTo>
                  <a:cubicBezTo>
                    <a:pt x="66764" y="65275"/>
                    <a:pt x="66764" y="65275"/>
                    <a:pt x="66071" y="64582"/>
                  </a:cubicBezTo>
                  <a:cubicBezTo>
                    <a:pt x="61108" y="59592"/>
                    <a:pt x="56145" y="54740"/>
                    <a:pt x="51182" y="49777"/>
                  </a:cubicBezTo>
                  <a:cubicBezTo>
                    <a:pt x="43197" y="41820"/>
                    <a:pt x="35101" y="33724"/>
                    <a:pt x="27033" y="25767"/>
                  </a:cubicBezTo>
                  <a:cubicBezTo>
                    <a:pt x="18605" y="17310"/>
                    <a:pt x="10287" y="8993"/>
                    <a:pt x="1831" y="675"/>
                  </a:cubicBezTo>
                  <a:cubicBezTo>
                    <a:pt x="1349" y="193"/>
                    <a:pt x="1156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9"/>
            <p:cNvSpPr/>
            <p:nvPr/>
          </p:nvSpPr>
          <p:spPr>
            <a:xfrm>
              <a:off x="2691567" y="3316019"/>
              <a:ext cx="938049" cy="924393"/>
            </a:xfrm>
            <a:custGeom>
              <a:rect b="b" l="l" r="r" t="t"/>
              <a:pathLst>
                <a:path extrusionOk="0" h="67622" w="68621">
                  <a:moveTo>
                    <a:pt x="804" y="1"/>
                  </a:moveTo>
                  <a:cubicBezTo>
                    <a:pt x="582" y="222"/>
                    <a:pt x="361" y="361"/>
                    <a:pt x="0" y="583"/>
                  </a:cubicBezTo>
                  <a:cubicBezTo>
                    <a:pt x="804" y="1498"/>
                    <a:pt x="1636" y="2302"/>
                    <a:pt x="2440" y="2995"/>
                  </a:cubicBezTo>
                  <a:cubicBezTo>
                    <a:pt x="8789" y="9372"/>
                    <a:pt x="15138" y="15610"/>
                    <a:pt x="21376" y="21959"/>
                  </a:cubicBezTo>
                  <a:cubicBezTo>
                    <a:pt x="33520" y="33965"/>
                    <a:pt x="45525" y="45970"/>
                    <a:pt x="57531" y="58003"/>
                  </a:cubicBezTo>
                  <a:cubicBezTo>
                    <a:pt x="60553" y="60886"/>
                    <a:pt x="63547" y="63880"/>
                    <a:pt x="66430" y="66903"/>
                  </a:cubicBezTo>
                  <a:cubicBezTo>
                    <a:pt x="66922" y="67371"/>
                    <a:pt x="67493" y="67621"/>
                    <a:pt x="68209" y="67621"/>
                  </a:cubicBezTo>
                  <a:cubicBezTo>
                    <a:pt x="68341" y="67621"/>
                    <a:pt x="68478" y="67613"/>
                    <a:pt x="68621" y="67596"/>
                  </a:cubicBezTo>
                  <a:cubicBezTo>
                    <a:pt x="45997" y="44944"/>
                    <a:pt x="23456" y="22542"/>
                    <a:pt x="8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9"/>
            <p:cNvSpPr/>
            <p:nvPr/>
          </p:nvSpPr>
          <p:spPr>
            <a:xfrm>
              <a:off x="2653660" y="3344453"/>
              <a:ext cx="901673" cy="885556"/>
            </a:xfrm>
            <a:custGeom>
              <a:rect b="b" l="l" r="r" t="t"/>
              <a:pathLst>
                <a:path extrusionOk="0" h="64781" w="65960">
                  <a:moveTo>
                    <a:pt x="1054" y="0"/>
                  </a:moveTo>
                  <a:cubicBezTo>
                    <a:pt x="805" y="111"/>
                    <a:pt x="694" y="111"/>
                    <a:pt x="694" y="222"/>
                  </a:cubicBezTo>
                  <a:cubicBezTo>
                    <a:pt x="472" y="361"/>
                    <a:pt x="361" y="471"/>
                    <a:pt x="1" y="804"/>
                  </a:cubicBezTo>
                  <a:cubicBezTo>
                    <a:pt x="472" y="1054"/>
                    <a:pt x="805" y="1275"/>
                    <a:pt x="1054" y="1608"/>
                  </a:cubicBezTo>
                  <a:cubicBezTo>
                    <a:pt x="7986" y="8429"/>
                    <a:pt x="14806" y="15249"/>
                    <a:pt x="21737" y="22181"/>
                  </a:cubicBezTo>
                  <a:cubicBezTo>
                    <a:pt x="29805" y="30166"/>
                    <a:pt x="37901" y="38234"/>
                    <a:pt x="45997" y="46330"/>
                  </a:cubicBezTo>
                  <a:cubicBezTo>
                    <a:pt x="51986" y="52207"/>
                    <a:pt x="57891" y="58113"/>
                    <a:pt x="63769" y="64129"/>
                  </a:cubicBezTo>
                  <a:cubicBezTo>
                    <a:pt x="64198" y="64538"/>
                    <a:pt x="64687" y="64781"/>
                    <a:pt x="65280" y="64781"/>
                  </a:cubicBezTo>
                  <a:cubicBezTo>
                    <a:pt x="65493" y="64781"/>
                    <a:pt x="65718" y="64750"/>
                    <a:pt x="65960" y="64684"/>
                  </a:cubicBezTo>
                  <a:cubicBezTo>
                    <a:pt x="44250" y="43086"/>
                    <a:pt x="22652" y="21487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9"/>
            <p:cNvSpPr/>
            <p:nvPr/>
          </p:nvSpPr>
          <p:spPr>
            <a:xfrm>
              <a:off x="3264996" y="3124530"/>
              <a:ext cx="873253" cy="862727"/>
            </a:xfrm>
            <a:custGeom>
              <a:rect b="b" l="l" r="r" t="t"/>
              <a:pathLst>
                <a:path extrusionOk="0" h="63111" w="63881">
                  <a:moveTo>
                    <a:pt x="858" y="0"/>
                  </a:moveTo>
                  <a:cubicBezTo>
                    <a:pt x="610" y="0"/>
                    <a:pt x="334" y="54"/>
                    <a:pt x="1" y="146"/>
                  </a:cubicBezTo>
                  <a:cubicBezTo>
                    <a:pt x="21128" y="21162"/>
                    <a:pt x="42282" y="42206"/>
                    <a:pt x="63298" y="63111"/>
                  </a:cubicBezTo>
                  <a:cubicBezTo>
                    <a:pt x="63769" y="62196"/>
                    <a:pt x="63880" y="62196"/>
                    <a:pt x="63076" y="61364"/>
                  </a:cubicBezTo>
                  <a:cubicBezTo>
                    <a:pt x="58446" y="56872"/>
                    <a:pt x="53955" y="52353"/>
                    <a:pt x="49324" y="47862"/>
                  </a:cubicBezTo>
                  <a:cubicBezTo>
                    <a:pt x="40535" y="39073"/>
                    <a:pt x="31774" y="30173"/>
                    <a:pt x="22874" y="21411"/>
                  </a:cubicBezTo>
                  <a:cubicBezTo>
                    <a:pt x="16525" y="15062"/>
                    <a:pt x="10037" y="8574"/>
                    <a:pt x="3577" y="2225"/>
                  </a:cubicBezTo>
                  <a:cubicBezTo>
                    <a:pt x="2995" y="1532"/>
                    <a:pt x="2413" y="1061"/>
                    <a:pt x="1831" y="368"/>
                  </a:cubicBezTo>
                  <a:cubicBezTo>
                    <a:pt x="1506" y="108"/>
                    <a:pt x="1210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9"/>
            <p:cNvSpPr/>
            <p:nvPr/>
          </p:nvSpPr>
          <p:spPr>
            <a:xfrm>
              <a:off x="2622206" y="3374390"/>
              <a:ext cx="865284" cy="852721"/>
            </a:xfrm>
            <a:custGeom>
              <a:rect b="b" l="l" r="r" t="t"/>
              <a:pathLst>
                <a:path extrusionOk="0" h="62379" w="63298">
                  <a:moveTo>
                    <a:pt x="693" y="0"/>
                  </a:moveTo>
                  <a:cubicBezTo>
                    <a:pt x="472" y="250"/>
                    <a:pt x="222" y="472"/>
                    <a:pt x="0" y="694"/>
                  </a:cubicBezTo>
                  <a:cubicBezTo>
                    <a:pt x="222" y="943"/>
                    <a:pt x="583" y="1276"/>
                    <a:pt x="804" y="1498"/>
                  </a:cubicBezTo>
                  <a:cubicBezTo>
                    <a:pt x="6128" y="6821"/>
                    <a:pt x="11312" y="12033"/>
                    <a:pt x="16636" y="17218"/>
                  </a:cubicBezTo>
                  <a:lnTo>
                    <a:pt x="35822" y="36404"/>
                  </a:lnTo>
                  <a:cubicBezTo>
                    <a:pt x="41921" y="42531"/>
                    <a:pt x="48049" y="48631"/>
                    <a:pt x="54176" y="54758"/>
                  </a:cubicBezTo>
                  <a:cubicBezTo>
                    <a:pt x="56616" y="57087"/>
                    <a:pt x="59028" y="59500"/>
                    <a:pt x="61329" y="61801"/>
                  </a:cubicBezTo>
                  <a:cubicBezTo>
                    <a:pt x="61729" y="62201"/>
                    <a:pt x="62129" y="62378"/>
                    <a:pt x="62601" y="62378"/>
                  </a:cubicBezTo>
                  <a:cubicBezTo>
                    <a:pt x="62816" y="62378"/>
                    <a:pt x="63046" y="62342"/>
                    <a:pt x="63298" y="62272"/>
                  </a:cubicBezTo>
                  <a:cubicBezTo>
                    <a:pt x="62965" y="61939"/>
                    <a:pt x="62854" y="61690"/>
                    <a:pt x="62605" y="61468"/>
                  </a:cubicBezTo>
                  <a:cubicBezTo>
                    <a:pt x="61218" y="60193"/>
                    <a:pt x="59943" y="58917"/>
                    <a:pt x="58695" y="57642"/>
                  </a:cubicBezTo>
                  <a:cubicBezTo>
                    <a:pt x="49906" y="48992"/>
                    <a:pt x="41117" y="40203"/>
                    <a:pt x="32356" y="31441"/>
                  </a:cubicBezTo>
                  <a:cubicBezTo>
                    <a:pt x="25757" y="24953"/>
                    <a:pt x="19297" y="18383"/>
                    <a:pt x="12810" y="11895"/>
                  </a:cubicBezTo>
                  <a:cubicBezTo>
                    <a:pt x="9704" y="8789"/>
                    <a:pt x="6571" y="5795"/>
                    <a:pt x="3577" y="2662"/>
                  </a:cubicBezTo>
                  <a:cubicBezTo>
                    <a:pt x="2662" y="1747"/>
                    <a:pt x="1608" y="943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9"/>
            <p:cNvSpPr/>
            <p:nvPr/>
          </p:nvSpPr>
          <p:spPr>
            <a:xfrm>
              <a:off x="2585816" y="3406227"/>
              <a:ext cx="840281" cy="827295"/>
            </a:xfrm>
            <a:custGeom>
              <a:rect b="b" l="l" r="r" t="t"/>
              <a:pathLst>
                <a:path extrusionOk="0" h="60519" w="61469">
                  <a:moveTo>
                    <a:pt x="1054" y="0"/>
                  </a:moveTo>
                  <a:cubicBezTo>
                    <a:pt x="694" y="222"/>
                    <a:pt x="472" y="333"/>
                    <a:pt x="1" y="694"/>
                  </a:cubicBezTo>
                  <a:cubicBezTo>
                    <a:pt x="583" y="1137"/>
                    <a:pt x="916" y="1387"/>
                    <a:pt x="1165" y="1608"/>
                  </a:cubicBezTo>
                  <a:cubicBezTo>
                    <a:pt x="5768" y="6239"/>
                    <a:pt x="10287" y="10730"/>
                    <a:pt x="14917" y="15249"/>
                  </a:cubicBezTo>
                  <a:lnTo>
                    <a:pt x="26700" y="27033"/>
                  </a:lnTo>
                  <a:cubicBezTo>
                    <a:pt x="36155" y="36376"/>
                    <a:pt x="45637" y="45859"/>
                    <a:pt x="55119" y="55313"/>
                  </a:cubicBezTo>
                  <a:cubicBezTo>
                    <a:pt x="56727" y="56949"/>
                    <a:pt x="58335" y="58557"/>
                    <a:pt x="59971" y="60165"/>
                  </a:cubicBezTo>
                  <a:cubicBezTo>
                    <a:pt x="60248" y="60401"/>
                    <a:pt x="60422" y="60518"/>
                    <a:pt x="60626" y="60518"/>
                  </a:cubicBezTo>
                  <a:cubicBezTo>
                    <a:pt x="60830" y="60518"/>
                    <a:pt x="61066" y="60401"/>
                    <a:pt x="61468" y="60165"/>
                  </a:cubicBezTo>
                  <a:cubicBezTo>
                    <a:pt x="60525" y="59250"/>
                    <a:pt x="59721" y="58446"/>
                    <a:pt x="58806" y="57531"/>
                  </a:cubicBezTo>
                  <a:cubicBezTo>
                    <a:pt x="51071" y="49768"/>
                    <a:pt x="43197" y="42032"/>
                    <a:pt x="35462" y="34297"/>
                  </a:cubicBezTo>
                  <a:cubicBezTo>
                    <a:pt x="30388" y="29223"/>
                    <a:pt x="25175" y="24122"/>
                    <a:pt x="20102" y="18937"/>
                  </a:cubicBezTo>
                  <a:cubicBezTo>
                    <a:pt x="13863" y="12810"/>
                    <a:pt x="7736" y="6571"/>
                    <a:pt x="1498" y="444"/>
                  </a:cubicBezTo>
                  <a:cubicBezTo>
                    <a:pt x="1387" y="222"/>
                    <a:pt x="1165" y="111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9"/>
            <p:cNvSpPr/>
            <p:nvPr/>
          </p:nvSpPr>
          <p:spPr>
            <a:xfrm>
              <a:off x="2558913" y="3440717"/>
              <a:ext cx="813365" cy="806653"/>
            </a:xfrm>
            <a:custGeom>
              <a:rect b="b" l="l" r="r" t="t"/>
              <a:pathLst>
                <a:path extrusionOk="0" h="59009" w="59500">
                  <a:moveTo>
                    <a:pt x="693" y="0"/>
                  </a:moveTo>
                  <a:cubicBezTo>
                    <a:pt x="472" y="250"/>
                    <a:pt x="250" y="472"/>
                    <a:pt x="0" y="804"/>
                  </a:cubicBezTo>
                  <a:cubicBezTo>
                    <a:pt x="361" y="1165"/>
                    <a:pt x="693" y="1387"/>
                    <a:pt x="943" y="1636"/>
                  </a:cubicBezTo>
                  <a:cubicBezTo>
                    <a:pt x="4741" y="5324"/>
                    <a:pt x="8429" y="9011"/>
                    <a:pt x="12144" y="12726"/>
                  </a:cubicBezTo>
                  <a:cubicBezTo>
                    <a:pt x="20101" y="20684"/>
                    <a:pt x="28086" y="28530"/>
                    <a:pt x="36043" y="36515"/>
                  </a:cubicBezTo>
                  <a:cubicBezTo>
                    <a:pt x="43335" y="43779"/>
                    <a:pt x="50599" y="50960"/>
                    <a:pt x="57780" y="58224"/>
                  </a:cubicBezTo>
                  <a:cubicBezTo>
                    <a:pt x="57891" y="58335"/>
                    <a:pt x="58002" y="58474"/>
                    <a:pt x="58002" y="58474"/>
                  </a:cubicBezTo>
                  <a:cubicBezTo>
                    <a:pt x="58364" y="58835"/>
                    <a:pt x="58567" y="59008"/>
                    <a:pt x="58777" y="59008"/>
                  </a:cubicBezTo>
                  <a:cubicBezTo>
                    <a:pt x="58969" y="59008"/>
                    <a:pt x="59168" y="58863"/>
                    <a:pt x="59499" y="58585"/>
                  </a:cubicBezTo>
                  <a:cubicBezTo>
                    <a:pt x="59277" y="58224"/>
                    <a:pt x="58917" y="57891"/>
                    <a:pt x="58584" y="57531"/>
                  </a:cubicBezTo>
                  <a:cubicBezTo>
                    <a:pt x="46912" y="45859"/>
                    <a:pt x="35239" y="34214"/>
                    <a:pt x="23456" y="22541"/>
                  </a:cubicBezTo>
                  <a:cubicBezTo>
                    <a:pt x="16746" y="15832"/>
                    <a:pt x="10065" y="9122"/>
                    <a:pt x="3355" y="2440"/>
                  </a:cubicBezTo>
                  <a:cubicBezTo>
                    <a:pt x="2551" y="1636"/>
                    <a:pt x="1747" y="943"/>
                    <a:pt x="943" y="111"/>
                  </a:cubicBezTo>
                  <a:cubicBezTo>
                    <a:pt x="943" y="0"/>
                    <a:pt x="804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9"/>
            <p:cNvSpPr/>
            <p:nvPr/>
          </p:nvSpPr>
          <p:spPr>
            <a:xfrm>
              <a:off x="3326402" y="3123149"/>
              <a:ext cx="822838" cy="811807"/>
            </a:xfrm>
            <a:custGeom>
              <a:rect b="b" l="l" r="r" t="t"/>
              <a:pathLst>
                <a:path extrusionOk="0" h="59386" w="60193">
                  <a:moveTo>
                    <a:pt x="976" y="0"/>
                  </a:moveTo>
                  <a:cubicBezTo>
                    <a:pt x="702" y="0"/>
                    <a:pt x="382" y="76"/>
                    <a:pt x="0" y="247"/>
                  </a:cubicBezTo>
                  <a:cubicBezTo>
                    <a:pt x="472" y="469"/>
                    <a:pt x="693" y="718"/>
                    <a:pt x="1054" y="940"/>
                  </a:cubicBezTo>
                  <a:cubicBezTo>
                    <a:pt x="5102" y="5099"/>
                    <a:pt x="9122" y="9147"/>
                    <a:pt x="13281" y="13195"/>
                  </a:cubicBezTo>
                  <a:cubicBezTo>
                    <a:pt x="16996" y="16882"/>
                    <a:pt x="20684" y="20570"/>
                    <a:pt x="24371" y="24174"/>
                  </a:cubicBezTo>
                  <a:cubicBezTo>
                    <a:pt x="28308" y="28083"/>
                    <a:pt x="32245" y="32020"/>
                    <a:pt x="36043" y="35957"/>
                  </a:cubicBezTo>
                  <a:cubicBezTo>
                    <a:pt x="42753" y="42639"/>
                    <a:pt x="49463" y="49349"/>
                    <a:pt x="56144" y="55920"/>
                  </a:cubicBezTo>
                  <a:lnTo>
                    <a:pt x="59277" y="59053"/>
                  </a:lnTo>
                  <a:cubicBezTo>
                    <a:pt x="59388" y="59164"/>
                    <a:pt x="59610" y="59275"/>
                    <a:pt x="59860" y="59386"/>
                  </a:cubicBezTo>
                  <a:cubicBezTo>
                    <a:pt x="60192" y="58692"/>
                    <a:pt x="60081" y="58249"/>
                    <a:pt x="59499" y="57667"/>
                  </a:cubicBezTo>
                  <a:cubicBezTo>
                    <a:pt x="58473" y="56752"/>
                    <a:pt x="57309" y="55587"/>
                    <a:pt x="56255" y="54534"/>
                  </a:cubicBezTo>
                  <a:cubicBezTo>
                    <a:pt x="48520" y="46909"/>
                    <a:pt x="40785" y="39174"/>
                    <a:pt x="33160" y="31438"/>
                  </a:cubicBezTo>
                  <a:cubicBezTo>
                    <a:pt x="26811" y="25089"/>
                    <a:pt x="20462" y="18851"/>
                    <a:pt x="14113" y="12502"/>
                  </a:cubicBezTo>
                  <a:cubicBezTo>
                    <a:pt x="10065" y="8454"/>
                    <a:pt x="6128" y="4517"/>
                    <a:pt x="2080" y="607"/>
                  </a:cubicBezTo>
                  <a:cubicBezTo>
                    <a:pt x="1797" y="236"/>
                    <a:pt x="1458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9"/>
            <p:cNvSpPr/>
            <p:nvPr/>
          </p:nvSpPr>
          <p:spPr>
            <a:xfrm>
              <a:off x="2530480" y="3474072"/>
              <a:ext cx="797453" cy="789128"/>
            </a:xfrm>
            <a:custGeom>
              <a:rect b="b" l="l" r="r" t="t"/>
              <a:pathLst>
                <a:path extrusionOk="0" h="57727" w="58336">
                  <a:moveTo>
                    <a:pt x="694" y="0"/>
                  </a:moveTo>
                  <a:cubicBezTo>
                    <a:pt x="472" y="444"/>
                    <a:pt x="361" y="693"/>
                    <a:pt x="1" y="1026"/>
                  </a:cubicBezTo>
                  <a:cubicBezTo>
                    <a:pt x="361" y="1387"/>
                    <a:pt x="694" y="1608"/>
                    <a:pt x="1054" y="1830"/>
                  </a:cubicBezTo>
                  <a:cubicBezTo>
                    <a:pt x="4631" y="5434"/>
                    <a:pt x="8318" y="9122"/>
                    <a:pt x="11895" y="12699"/>
                  </a:cubicBezTo>
                  <a:cubicBezTo>
                    <a:pt x="20102" y="20794"/>
                    <a:pt x="28198" y="28863"/>
                    <a:pt x="36404" y="36958"/>
                  </a:cubicBezTo>
                  <a:cubicBezTo>
                    <a:pt x="43086" y="43668"/>
                    <a:pt x="49796" y="50489"/>
                    <a:pt x="56505" y="57170"/>
                  </a:cubicBezTo>
                  <a:cubicBezTo>
                    <a:pt x="56952" y="57556"/>
                    <a:pt x="57151" y="57727"/>
                    <a:pt x="57415" y="57727"/>
                  </a:cubicBezTo>
                  <a:cubicBezTo>
                    <a:pt x="57626" y="57727"/>
                    <a:pt x="57879" y="57617"/>
                    <a:pt x="58335" y="57420"/>
                  </a:cubicBezTo>
                  <a:cubicBezTo>
                    <a:pt x="39066" y="38234"/>
                    <a:pt x="19991" y="19159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9"/>
            <p:cNvSpPr/>
            <p:nvPr/>
          </p:nvSpPr>
          <p:spPr>
            <a:xfrm>
              <a:off x="2506981" y="3515000"/>
              <a:ext cx="773572" cy="766860"/>
            </a:xfrm>
            <a:custGeom>
              <a:rect b="b" l="l" r="r" t="t"/>
              <a:pathLst>
                <a:path extrusionOk="0" h="56098" w="56589">
                  <a:moveTo>
                    <a:pt x="444" y="1"/>
                  </a:moveTo>
                  <a:cubicBezTo>
                    <a:pt x="334" y="222"/>
                    <a:pt x="112" y="583"/>
                    <a:pt x="1" y="805"/>
                  </a:cubicBezTo>
                  <a:cubicBezTo>
                    <a:pt x="694" y="1498"/>
                    <a:pt x="1387" y="2191"/>
                    <a:pt x="2080" y="2773"/>
                  </a:cubicBezTo>
                  <a:cubicBezTo>
                    <a:pt x="6683" y="7403"/>
                    <a:pt x="11313" y="12006"/>
                    <a:pt x="15943" y="16636"/>
                  </a:cubicBezTo>
                  <a:cubicBezTo>
                    <a:pt x="22403" y="23235"/>
                    <a:pt x="29002" y="29695"/>
                    <a:pt x="35573" y="36155"/>
                  </a:cubicBezTo>
                  <a:cubicBezTo>
                    <a:pt x="42033" y="42643"/>
                    <a:pt x="48520" y="49103"/>
                    <a:pt x="54870" y="55563"/>
                  </a:cubicBezTo>
                  <a:cubicBezTo>
                    <a:pt x="55289" y="55924"/>
                    <a:pt x="55490" y="56097"/>
                    <a:pt x="55716" y="56097"/>
                  </a:cubicBezTo>
                  <a:cubicBezTo>
                    <a:pt x="55923" y="56097"/>
                    <a:pt x="56151" y="55952"/>
                    <a:pt x="56589" y="55674"/>
                  </a:cubicBezTo>
                  <a:lnTo>
                    <a:pt x="55895" y="54980"/>
                  </a:lnTo>
                  <a:cubicBezTo>
                    <a:pt x="53372" y="52457"/>
                    <a:pt x="50711" y="49907"/>
                    <a:pt x="48160" y="47356"/>
                  </a:cubicBezTo>
                  <a:cubicBezTo>
                    <a:pt x="40314" y="39510"/>
                    <a:pt x="32329" y="31552"/>
                    <a:pt x="24482" y="23678"/>
                  </a:cubicBezTo>
                  <a:cubicBezTo>
                    <a:pt x="17080" y="16414"/>
                    <a:pt x="9816" y="9122"/>
                    <a:pt x="2524" y="1858"/>
                  </a:cubicBezTo>
                  <a:cubicBezTo>
                    <a:pt x="1969" y="1276"/>
                    <a:pt x="1387" y="694"/>
                    <a:pt x="805" y="112"/>
                  </a:cubicBezTo>
                  <a:cubicBezTo>
                    <a:pt x="694" y="112"/>
                    <a:pt x="583" y="1"/>
                    <a:pt x="4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9"/>
            <p:cNvSpPr/>
            <p:nvPr/>
          </p:nvSpPr>
          <p:spPr>
            <a:xfrm>
              <a:off x="3394246" y="3123873"/>
              <a:ext cx="762950" cy="757646"/>
            </a:xfrm>
            <a:custGeom>
              <a:rect b="b" l="l" r="r" t="t"/>
              <a:pathLst>
                <a:path extrusionOk="0" h="55424" w="55812">
                  <a:moveTo>
                    <a:pt x="640" y="0"/>
                  </a:moveTo>
                  <a:cubicBezTo>
                    <a:pt x="446" y="0"/>
                    <a:pt x="234" y="28"/>
                    <a:pt x="0" y="83"/>
                  </a:cubicBezTo>
                  <a:cubicBezTo>
                    <a:pt x="361" y="416"/>
                    <a:pt x="582" y="776"/>
                    <a:pt x="832" y="998"/>
                  </a:cubicBezTo>
                  <a:cubicBezTo>
                    <a:pt x="3133" y="3327"/>
                    <a:pt x="5434" y="5628"/>
                    <a:pt x="7763" y="7929"/>
                  </a:cubicBezTo>
                  <a:cubicBezTo>
                    <a:pt x="12477" y="12560"/>
                    <a:pt x="17107" y="17190"/>
                    <a:pt x="21737" y="21903"/>
                  </a:cubicBezTo>
                  <a:cubicBezTo>
                    <a:pt x="28197" y="28280"/>
                    <a:pt x="34546" y="34629"/>
                    <a:pt x="40895" y="40978"/>
                  </a:cubicBezTo>
                  <a:cubicBezTo>
                    <a:pt x="45525" y="45608"/>
                    <a:pt x="50156" y="50100"/>
                    <a:pt x="54758" y="54730"/>
                  </a:cubicBezTo>
                  <a:cubicBezTo>
                    <a:pt x="55008" y="54952"/>
                    <a:pt x="55229" y="55063"/>
                    <a:pt x="55451" y="55423"/>
                  </a:cubicBezTo>
                  <a:cubicBezTo>
                    <a:pt x="55812" y="54619"/>
                    <a:pt x="55701" y="54037"/>
                    <a:pt x="55118" y="53566"/>
                  </a:cubicBezTo>
                  <a:cubicBezTo>
                    <a:pt x="54647" y="53233"/>
                    <a:pt x="54204" y="52762"/>
                    <a:pt x="53843" y="52290"/>
                  </a:cubicBezTo>
                  <a:cubicBezTo>
                    <a:pt x="49213" y="47688"/>
                    <a:pt x="44611" y="43169"/>
                    <a:pt x="39980" y="38538"/>
                  </a:cubicBezTo>
                  <a:cubicBezTo>
                    <a:pt x="29472" y="28141"/>
                    <a:pt x="19075" y="17633"/>
                    <a:pt x="8567" y="7236"/>
                  </a:cubicBezTo>
                  <a:cubicBezTo>
                    <a:pt x="6377" y="5046"/>
                    <a:pt x="4159" y="2966"/>
                    <a:pt x="2080" y="776"/>
                  </a:cubicBezTo>
                  <a:cubicBezTo>
                    <a:pt x="1663" y="255"/>
                    <a:pt x="1230" y="0"/>
                    <a:pt x="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9"/>
            <p:cNvSpPr/>
            <p:nvPr/>
          </p:nvSpPr>
          <p:spPr>
            <a:xfrm>
              <a:off x="2464153" y="3598756"/>
              <a:ext cx="723539" cy="718468"/>
            </a:xfrm>
            <a:custGeom>
              <a:rect b="b" l="l" r="r" t="t"/>
              <a:pathLst>
                <a:path extrusionOk="0" h="52558" w="52929">
                  <a:moveTo>
                    <a:pt x="361" y="1"/>
                  </a:moveTo>
                  <a:cubicBezTo>
                    <a:pt x="250" y="334"/>
                    <a:pt x="112" y="583"/>
                    <a:pt x="1" y="1165"/>
                  </a:cubicBezTo>
                  <a:cubicBezTo>
                    <a:pt x="250" y="1276"/>
                    <a:pt x="583" y="1498"/>
                    <a:pt x="943" y="1859"/>
                  </a:cubicBezTo>
                  <a:cubicBezTo>
                    <a:pt x="5435" y="6239"/>
                    <a:pt x="9954" y="10731"/>
                    <a:pt x="14446" y="15250"/>
                  </a:cubicBezTo>
                  <a:cubicBezTo>
                    <a:pt x="19409" y="20324"/>
                    <a:pt x="24510" y="25425"/>
                    <a:pt x="29584" y="30499"/>
                  </a:cubicBezTo>
                  <a:cubicBezTo>
                    <a:pt x="35129" y="35933"/>
                    <a:pt x="40674" y="41478"/>
                    <a:pt x="46219" y="47024"/>
                  </a:cubicBezTo>
                  <a:cubicBezTo>
                    <a:pt x="47938" y="48743"/>
                    <a:pt x="49685" y="50378"/>
                    <a:pt x="51293" y="52097"/>
                  </a:cubicBezTo>
                  <a:cubicBezTo>
                    <a:pt x="51564" y="52369"/>
                    <a:pt x="51836" y="52557"/>
                    <a:pt x="52150" y="52557"/>
                  </a:cubicBezTo>
                  <a:cubicBezTo>
                    <a:pt x="52381" y="52557"/>
                    <a:pt x="52635" y="52455"/>
                    <a:pt x="52929" y="52208"/>
                  </a:cubicBezTo>
                  <a:cubicBezTo>
                    <a:pt x="52679" y="51876"/>
                    <a:pt x="52347" y="51626"/>
                    <a:pt x="52097" y="51404"/>
                  </a:cubicBezTo>
                  <a:cubicBezTo>
                    <a:pt x="49214" y="48410"/>
                    <a:pt x="46219" y="45526"/>
                    <a:pt x="43225" y="42504"/>
                  </a:cubicBezTo>
                  <a:lnTo>
                    <a:pt x="32689" y="31996"/>
                  </a:lnTo>
                  <a:cubicBezTo>
                    <a:pt x="25647" y="25065"/>
                    <a:pt x="18716" y="18134"/>
                    <a:pt x="11784" y="11202"/>
                  </a:cubicBezTo>
                  <a:lnTo>
                    <a:pt x="1387" y="805"/>
                  </a:lnTo>
                  <a:cubicBezTo>
                    <a:pt x="1165" y="583"/>
                    <a:pt x="943" y="334"/>
                    <a:pt x="694" y="112"/>
                  </a:cubicBezTo>
                  <a:cubicBezTo>
                    <a:pt x="583" y="112"/>
                    <a:pt x="472" y="112"/>
                    <a:pt x="3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9"/>
            <p:cNvSpPr/>
            <p:nvPr/>
          </p:nvSpPr>
          <p:spPr>
            <a:xfrm>
              <a:off x="2484631" y="3552906"/>
              <a:ext cx="751959" cy="746765"/>
            </a:xfrm>
            <a:custGeom>
              <a:rect b="b" l="l" r="r" t="t"/>
              <a:pathLst>
                <a:path extrusionOk="0" h="54628" w="55008">
                  <a:moveTo>
                    <a:pt x="471" y="0"/>
                  </a:moveTo>
                  <a:cubicBezTo>
                    <a:pt x="250" y="472"/>
                    <a:pt x="139" y="804"/>
                    <a:pt x="0" y="1054"/>
                  </a:cubicBezTo>
                  <a:cubicBezTo>
                    <a:pt x="471" y="1608"/>
                    <a:pt x="943" y="1969"/>
                    <a:pt x="1386" y="2440"/>
                  </a:cubicBezTo>
                  <a:cubicBezTo>
                    <a:pt x="9149" y="10175"/>
                    <a:pt x="16885" y="17911"/>
                    <a:pt x="24731" y="25646"/>
                  </a:cubicBezTo>
                  <a:lnTo>
                    <a:pt x="46579" y="47494"/>
                  </a:lnTo>
                  <a:lnTo>
                    <a:pt x="53261" y="54176"/>
                  </a:lnTo>
                  <a:cubicBezTo>
                    <a:pt x="53626" y="54482"/>
                    <a:pt x="53798" y="54628"/>
                    <a:pt x="54034" y="54628"/>
                  </a:cubicBezTo>
                  <a:cubicBezTo>
                    <a:pt x="54246" y="54628"/>
                    <a:pt x="54508" y="54510"/>
                    <a:pt x="55007" y="54287"/>
                  </a:cubicBezTo>
                  <a:cubicBezTo>
                    <a:pt x="36736" y="36154"/>
                    <a:pt x="18604" y="18133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9"/>
            <p:cNvSpPr/>
            <p:nvPr/>
          </p:nvSpPr>
          <p:spPr>
            <a:xfrm>
              <a:off x="3463977" y="3130148"/>
              <a:ext cx="697771" cy="691101"/>
            </a:xfrm>
            <a:custGeom>
              <a:rect b="b" l="l" r="r" t="t"/>
              <a:pathLst>
                <a:path extrusionOk="0" h="50556" w="51044">
                  <a:moveTo>
                    <a:pt x="656" y="1"/>
                  </a:moveTo>
                  <a:cubicBezTo>
                    <a:pt x="450" y="1"/>
                    <a:pt x="233" y="32"/>
                    <a:pt x="1" y="95"/>
                  </a:cubicBezTo>
                  <a:cubicBezTo>
                    <a:pt x="222" y="428"/>
                    <a:pt x="444" y="650"/>
                    <a:pt x="805" y="899"/>
                  </a:cubicBezTo>
                  <a:cubicBezTo>
                    <a:pt x="2995" y="3201"/>
                    <a:pt x="5296" y="5391"/>
                    <a:pt x="7625" y="7720"/>
                  </a:cubicBezTo>
                  <a:cubicBezTo>
                    <a:pt x="14557" y="14651"/>
                    <a:pt x="21488" y="21444"/>
                    <a:pt x="28419" y="28375"/>
                  </a:cubicBezTo>
                  <a:lnTo>
                    <a:pt x="47134" y="47090"/>
                  </a:lnTo>
                  <a:cubicBezTo>
                    <a:pt x="48160" y="48144"/>
                    <a:pt x="49103" y="49059"/>
                    <a:pt x="50128" y="50001"/>
                  </a:cubicBezTo>
                  <a:cubicBezTo>
                    <a:pt x="50239" y="50223"/>
                    <a:pt x="50489" y="50334"/>
                    <a:pt x="50711" y="50556"/>
                  </a:cubicBezTo>
                  <a:cubicBezTo>
                    <a:pt x="51043" y="49752"/>
                    <a:pt x="50711" y="49170"/>
                    <a:pt x="50239" y="48615"/>
                  </a:cubicBezTo>
                  <a:cubicBezTo>
                    <a:pt x="42726" y="41212"/>
                    <a:pt x="35351" y="33810"/>
                    <a:pt x="27837" y="26435"/>
                  </a:cubicBezTo>
                  <a:cubicBezTo>
                    <a:pt x="21238" y="19836"/>
                    <a:pt x="14557" y="13126"/>
                    <a:pt x="7958" y="6555"/>
                  </a:cubicBezTo>
                  <a:cubicBezTo>
                    <a:pt x="5989" y="4587"/>
                    <a:pt x="4049" y="2729"/>
                    <a:pt x="2191" y="788"/>
                  </a:cubicBezTo>
                  <a:cubicBezTo>
                    <a:pt x="1756" y="271"/>
                    <a:pt x="1260" y="1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9"/>
            <p:cNvSpPr/>
            <p:nvPr/>
          </p:nvSpPr>
          <p:spPr>
            <a:xfrm>
              <a:off x="2448624" y="3644618"/>
              <a:ext cx="691702" cy="690198"/>
            </a:xfrm>
            <a:custGeom>
              <a:rect b="b" l="l" r="r" t="t"/>
              <a:pathLst>
                <a:path extrusionOk="0" h="50490" w="50600">
                  <a:moveTo>
                    <a:pt x="333" y="1"/>
                  </a:moveTo>
                  <a:cubicBezTo>
                    <a:pt x="111" y="444"/>
                    <a:pt x="111" y="805"/>
                    <a:pt x="0" y="1138"/>
                  </a:cubicBezTo>
                  <a:cubicBezTo>
                    <a:pt x="16497" y="17551"/>
                    <a:pt x="33021" y="34076"/>
                    <a:pt x="49435" y="50489"/>
                  </a:cubicBezTo>
                  <a:cubicBezTo>
                    <a:pt x="49906" y="50350"/>
                    <a:pt x="50128" y="50240"/>
                    <a:pt x="50599" y="50129"/>
                  </a:cubicBezTo>
                  <a:cubicBezTo>
                    <a:pt x="50239" y="49657"/>
                    <a:pt x="50017" y="49436"/>
                    <a:pt x="49767" y="49214"/>
                  </a:cubicBezTo>
                  <a:cubicBezTo>
                    <a:pt x="48048" y="47578"/>
                    <a:pt x="46440" y="45970"/>
                    <a:pt x="44804" y="44251"/>
                  </a:cubicBezTo>
                  <a:cubicBezTo>
                    <a:pt x="37180" y="36737"/>
                    <a:pt x="29555" y="29113"/>
                    <a:pt x="21931" y="21488"/>
                  </a:cubicBezTo>
                  <a:cubicBezTo>
                    <a:pt x="15693" y="15361"/>
                    <a:pt x="9565" y="9122"/>
                    <a:pt x="3327" y="2995"/>
                  </a:cubicBezTo>
                  <a:cubicBezTo>
                    <a:pt x="2523" y="2191"/>
                    <a:pt x="1830" y="1387"/>
                    <a:pt x="1026" y="583"/>
                  </a:cubicBezTo>
                  <a:cubicBezTo>
                    <a:pt x="804" y="444"/>
                    <a:pt x="555" y="223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9"/>
            <p:cNvSpPr/>
            <p:nvPr/>
          </p:nvSpPr>
          <p:spPr>
            <a:xfrm>
              <a:off x="2432698" y="3695033"/>
              <a:ext cx="655312" cy="650350"/>
            </a:xfrm>
            <a:custGeom>
              <a:rect b="b" l="l" r="r" t="t"/>
              <a:pathLst>
                <a:path extrusionOk="0" h="47575" w="47938">
                  <a:moveTo>
                    <a:pt x="583" y="0"/>
                  </a:moveTo>
                  <a:lnTo>
                    <a:pt x="583" y="0"/>
                  </a:lnTo>
                  <a:cubicBezTo>
                    <a:pt x="1" y="804"/>
                    <a:pt x="222" y="1387"/>
                    <a:pt x="805" y="1858"/>
                  </a:cubicBezTo>
                  <a:cubicBezTo>
                    <a:pt x="1387" y="2302"/>
                    <a:pt x="1969" y="2884"/>
                    <a:pt x="2551" y="3466"/>
                  </a:cubicBezTo>
                  <a:cubicBezTo>
                    <a:pt x="11091" y="12005"/>
                    <a:pt x="19630" y="20573"/>
                    <a:pt x="28308" y="29112"/>
                  </a:cubicBezTo>
                  <a:cubicBezTo>
                    <a:pt x="34186" y="35129"/>
                    <a:pt x="40203" y="41006"/>
                    <a:pt x="46219" y="47023"/>
                  </a:cubicBezTo>
                  <a:cubicBezTo>
                    <a:pt x="46660" y="47403"/>
                    <a:pt x="46859" y="47574"/>
                    <a:pt x="47099" y="47574"/>
                  </a:cubicBezTo>
                  <a:cubicBezTo>
                    <a:pt x="47298" y="47574"/>
                    <a:pt x="47525" y="47458"/>
                    <a:pt x="47938" y="47245"/>
                  </a:cubicBezTo>
                  <a:cubicBezTo>
                    <a:pt x="32107" y="31552"/>
                    <a:pt x="16414" y="15832"/>
                    <a:pt x="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9"/>
            <p:cNvSpPr/>
            <p:nvPr/>
          </p:nvSpPr>
          <p:spPr>
            <a:xfrm>
              <a:off x="2423225" y="3751887"/>
              <a:ext cx="615902" cy="603995"/>
            </a:xfrm>
            <a:custGeom>
              <a:rect b="b" l="l" r="r" t="t"/>
              <a:pathLst>
                <a:path extrusionOk="0" h="44184" w="45055">
                  <a:moveTo>
                    <a:pt x="472" y="0"/>
                  </a:moveTo>
                  <a:lnTo>
                    <a:pt x="472" y="0"/>
                  </a:lnTo>
                  <a:cubicBezTo>
                    <a:pt x="0" y="804"/>
                    <a:pt x="333" y="1275"/>
                    <a:pt x="915" y="1747"/>
                  </a:cubicBezTo>
                  <a:cubicBezTo>
                    <a:pt x="7265" y="7985"/>
                    <a:pt x="13503" y="14334"/>
                    <a:pt x="19880" y="20573"/>
                  </a:cubicBezTo>
                  <a:cubicBezTo>
                    <a:pt x="27033" y="27726"/>
                    <a:pt x="34186" y="35018"/>
                    <a:pt x="41478" y="42171"/>
                  </a:cubicBezTo>
                  <a:cubicBezTo>
                    <a:pt x="41921" y="42642"/>
                    <a:pt x="42504" y="43086"/>
                    <a:pt x="42975" y="43668"/>
                  </a:cubicBezTo>
                  <a:cubicBezTo>
                    <a:pt x="43312" y="44005"/>
                    <a:pt x="43602" y="44184"/>
                    <a:pt x="43991" y="44184"/>
                  </a:cubicBezTo>
                  <a:cubicBezTo>
                    <a:pt x="44274" y="44184"/>
                    <a:pt x="44610" y="44088"/>
                    <a:pt x="45054" y="43890"/>
                  </a:cubicBezTo>
                  <a:cubicBezTo>
                    <a:pt x="44472" y="43446"/>
                    <a:pt x="44001" y="43197"/>
                    <a:pt x="43779" y="42864"/>
                  </a:cubicBezTo>
                  <a:cubicBezTo>
                    <a:pt x="38705" y="37901"/>
                    <a:pt x="33604" y="32799"/>
                    <a:pt x="28530" y="27837"/>
                  </a:cubicBezTo>
                  <a:cubicBezTo>
                    <a:pt x="19408" y="18715"/>
                    <a:pt x="10398" y="9704"/>
                    <a:pt x="1276" y="693"/>
                  </a:cubicBezTo>
                  <a:cubicBezTo>
                    <a:pt x="1276" y="582"/>
                    <a:pt x="1165" y="582"/>
                    <a:pt x="1165" y="471"/>
                  </a:cubicBezTo>
                  <a:cubicBezTo>
                    <a:pt x="915" y="361"/>
                    <a:pt x="694" y="111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9"/>
            <p:cNvSpPr/>
            <p:nvPr/>
          </p:nvSpPr>
          <p:spPr>
            <a:xfrm>
              <a:off x="3538260" y="3140920"/>
              <a:ext cx="618937" cy="614002"/>
            </a:xfrm>
            <a:custGeom>
              <a:rect b="b" l="l" r="r" t="t"/>
              <a:pathLst>
                <a:path extrusionOk="0" h="44916" w="45277">
                  <a:moveTo>
                    <a:pt x="1" y="0"/>
                  </a:moveTo>
                  <a:lnTo>
                    <a:pt x="1831" y="1830"/>
                  </a:lnTo>
                  <a:lnTo>
                    <a:pt x="15943" y="15943"/>
                  </a:lnTo>
                  <a:cubicBezTo>
                    <a:pt x="25287" y="25286"/>
                    <a:pt x="34769" y="34657"/>
                    <a:pt x="44112" y="44001"/>
                  </a:cubicBezTo>
                  <a:cubicBezTo>
                    <a:pt x="44223" y="44112"/>
                    <a:pt x="44362" y="44223"/>
                    <a:pt x="44473" y="44361"/>
                  </a:cubicBezTo>
                  <a:cubicBezTo>
                    <a:pt x="44694" y="44583"/>
                    <a:pt x="44916" y="44694"/>
                    <a:pt x="45166" y="44916"/>
                  </a:cubicBezTo>
                  <a:cubicBezTo>
                    <a:pt x="45277" y="44001"/>
                    <a:pt x="45055" y="43419"/>
                    <a:pt x="44473" y="42837"/>
                  </a:cubicBezTo>
                  <a:cubicBezTo>
                    <a:pt x="37763" y="36266"/>
                    <a:pt x="31053" y="29556"/>
                    <a:pt x="24483" y="22985"/>
                  </a:cubicBezTo>
                  <a:cubicBezTo>
                    <a:pt x="17191" y="15693"/>
                    <a:pt x="9927" y="8429"/>
                    <a:pt x="2635" y="1026"/>
                  </a:cubicBezTo>
                  <a:cubicBezTo>
                    <a:pt x="1942" y="333"/>
                    <a:pt x="1138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9"/>
            <p:cNvSpPr/>
            <p:nvPr/>
          </p:nvSpPr>
          <p:spPr>
            <a:xfrm>
              <a:off x="2420190" y="3811762"/>
              <a:ext cx="555644" cy="550368"/>
            </a:xfrm>
            <a:custGeom>
              <a:rect b="b" l="l" r="r" t="t"/>
              <a:pathLst>
                <a:path extrusionOk="0" h="40261" w="40647">
                  <a:moveTo>
                    <a:pt x="333" y="1"/>
                  </a:moveTo>
                  <a:lnTo>
                    <a:pt x="333" y="1"/>
                  </a:lnTo>
                  <a:cubicBezTo>
                    <a:pt x="1" y="833"/>
                    <a:pt x="333" y="1276"/>
                    <a:pt x="916" y="1858"/>
                  </a:cubicBezTo>
                  <a:cubicBezTo>
                    <a:pt x="3688" y="4520"/>
                    <a:pt x="6350" y="7182"/>
                    <a:pt x="9011" y="9843"/>
                  </a:cubicBezTo>
                  <a:cubicBezTo>
                    <a:pt x="18937" y="19769"/>
                    <a:pt x="28863" y="29695"/>
                    <a:pt x="38816" y="39648"/>
                  </a:cubicBezTo>
                  <a:cubicBezTo>
                    <a:pt x="39193" y="40025"/>
                    <a:pt x="39531" y="40261"/>
                    <a:pt x="39961" y="40261"/>
                  </a:cubicBezTo>
                  <a:cubicBezTo>
                    <a:pt x="40164" y="40261"/>
                    <a:pt x="40388" y="40208"/>
                    <a:pt x="40646" y="40092"/>
                  </a:cubicBezTo>
                  <a:cubicBezTo>
                    <a:pt x="39260" y="38373"/>
                    <a:pt x="1027" y="36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9"/>
            <p:cNvSpPr/>
            <p:nvPr/>
          </p:nvSpPr>
          <p:spPr>
            <a:xfrm>
              <a:off x="3621647" y="3159867"/>
              <a:ext cx="521155" cy="519255"/>
            </a:xfrm>
            <a:custGeom>
              <a:rect b="b" l="l" r="r" t="t"/>
              <a:pathLst>
                <a:path extrusionOk="0" h="37985" w="38124">
                  <a:moveTo>
                    <a:pt x="1" y="1"/>
                  </a:moveTo>
                  <a:lnTo>
                    <a:pt x="1" y="1"/>
                  </a:lnTo>
                  <a:cubicBezTo>
                    <a:pt x="472" y="444"/>
                    <a:pt x="694" y="805"/>
                    <a:pt x="943" y="1027"/>
                  </a:cubicBezTo>
                  <a:cubicBezTo>
                    <a:pt x="3355" y="3466"/>
                    <a:pt x="5906" y="5879"/>
                    <a:pt x="8318" y="8318"/>
                  </a:cubicBezTo>
                  <a:cubicBezTo>
                    <a:pt x="17911" y="17884"/>
                    <a:pt x="27615" y="27588"/>
                    <a:pt x="37319" y="37181"/>
                  </a:cubicBezTo>
                  <a:lnTo>
                    <a:pt x="38123" y="37985"/>
                  </a:lnTo>
                  <a:cubicBezTo>
                    <a:pt x="38123" y="36737"/>
                    <a:pt x="37679" y="36044"/>
                    <a:pt x="36986" y="35351"/>
                  </a:cubicBezTo>
                  <a:cubicBezTo>
                    <a:pt x="31552" y="30028"/>
                    <a:pt x="26118" y="24593"/>
                    <a:pt x="20795" y="19270"/>
                  </a:cubicBezTo>
                  <a:cubicBezTo>
                    <a:pt x="14806" y="13281"/>
                    <a:pt x="8789" y="7376"/>
                    <a:pt x="2912" y="1387"/>
                  </a:cubicBezTo>
                  <a:cubicBezTo>
                    <a:pt x="2080" y="555"/>
                    <a:pt x="1276" y="2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9"/>
            <p:cNvSpPr/>
            <p:nvPr/>
          </p:nvSpPr>
          <p:spPr>
            <a:xfrm>
              <a:off x="2424742" y="3876571"/>
              <a:ext cx="489687" cy="485449"/>
            </a:xfrm>
            <a:custGeom>
              <a:rect b="b" l="l" r="r" t="t"/>
              <a:pathLst>
                <a:path extrusionOk="0" h="35512" w="35822">
                  <a:moveTo>
                    <a:pt x="111" y="1"/>
                  </a:moveTo>
                  <a:lnTo>
                    <a:pt x="111" y="1"/>
                  </a:lnTo>
                  <a:cubicBezTo>
                    <a:pt x="0" y="944"/>
                    <a:pt x="361" y="1637"/>
                    <a:pt x="915" y="2191"/>
                  </a:cubicBezTo>
                  <a:cubicBezTo>
                    <a:pt x="4159" y="5435"/>
                    <a:pt x="7514" y="8679"/>
                    <a:pt x="10758" y="11895"/>
                  </a:cubicBezTo>
                  <a:cubicBezTo>
                    <a:pt x="16525" y="17690"/>
                    <a:pt x="22181" y="23346"/>
                    <a:pt x="27948" y="29002"/>
                  </a:cubicBezTo>
                  <a:cubicBezTo>
                    <a:pt x="29916" y="30970"/>
                    <a:pt x="31885" y="32939"/>
                    <a:pt x="33853" y="34907"/>
                  </a:cubicBezTo>
                  <a:cubicBezTo>
                    <a:pt x="34213" y="35331"/>
                    <a:pt x="34703" y="35512"/>
                    <a:pt x="35223" y="35512"/>
                  </a:cubicBezTo>
                  <a:cubicBezTo>
                    <a:pt x="35384" y="35512"/>
                    <a:pt x="35547" y="35495"/>
                    <a:pt x="35711" y="35462"/>
                  </a:cubicBezTo>
                  <a:cubicBezTo>
                    <a:pt x="35711" y="35351"/>
                    <a:pt x="35711" y="35351"/>
                    <a:pt x="35822" y="35240"/>
                  </a:cubicBezTo>
                  <a:cubicBezTo>
                    <a:pt x="35461" y="35018"/>
                    <a:pt x="35129" y="34769"/>
                    <a:pt x="34879" y="34436"/>
                  </a:cubicBezTo>
                  <a:cubicBezTo>
                    <a:pt x="31663" y="31303"/>
                    <a:pt x="28530" y="28198"/>
                    <a:pt x="25314" y="24954"/>
                  </a:cubicBezTo>
                  <a:cubicBezTo>
                    <a:pt x="18937" y="18494"/>
                    <a:pt x="12477" y="12145"/>
                    <a:pt x="6017" y="5657"/>
                  </a:cubicBezTo>
                  <a:lnTo>
                    <a:pt x="804" y="472"/>
                  </a:lnTo>
                  <a:cubicBezTo>
                    <a:pt x="583" y="361"/>
                    <a:pt x="361" y="250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9"/>
            <p:cNvSpPr/>
            <p:nvPr/>
          </p:nvSpPr>
          <p:spPr>
            <a:xfrm>
              <a:off x="2437250" y="3949350"/>
              <a:ext cx="405931" cy="404413"/>
            </a:xfrm>
            <a:custGeom>
              <a:rect b="b" l="l" r="r" t="t"/>
              <a:pathLst>
                <a:path extrusionOk="0" h="29584" w="29695">
                  <a:moveTo>
                    <a:pt x="0" y="0"/>
                  </a:moveTo>
                  <a:cubicBezTo>
                    <a:pt x="139" y="1165"/>
                    <a:pt x="250" y="1969"/>
                    <a:pt x="1054" y="2551"/>
                  </a:cubicBezTo>
                  <a:lnTo>
                    <a:pt x="2218" y="3688"/>
                  </a:lnTo>
                  <a:cubicBezTo>
                    <a:pt x="10536" y="11894"/>
                    <a:pt x="18715" y="20101"/>
                    <a:pt x="26922" y="28308"/>
                  </a:cubicBezTo>
                  <a:cubicBezTo>
                    <a:pt x="27615" y="29112"/>
                    <a:pt x="28419" y="29583"/>
                    <a:pt x="29694" y="29583"/>
                  </a:cubicBezTo>
                  <a:cubicBezTo>
                    <a:pt x="19769" y="19741"/>
                    <a:pt x="10065" y="992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9"/>
            <p:cNvSpPr/>
            <p:nvPr/>
          </p:nvSpPr>
          <p:spPr>
            <a:xfrm>
              <a:off x="3722846" y="3197774"/>
              <a:ext cx="390005" cy="385084"/>
            </a:xfrm>
            <a:custGeom>
              <a:rect b="b" l="l" r="r" t="t"/>
              <a:pathLst>
                <a:path extrusionOk="0" h="28170" w="28530">
                  <a:moveTo>
                    <a:pt x="0" y="0"/>
                  </a:moveTo>
                  <a:cubicBezTo>
                    <a:pt x="9482" y="9344"/>
                    <a:pt x="18826" y="18715"/>
                    <a:pt x="28308" y="28170"/>
                  </a:cubicBezTo>
                  <a:cubicBezTo>
                    <a:pt x="28419" y="28059"/>
                    <a:pt x="28419" y="28059"/>
                    <a:pt x="28530" y="28059"/>
                  </a:cubicBezTo>
                  <a:cubicBezTo>
                    <a:pt x="28086" y="26894"/>
                    <a:pt x="27726" y="25868"/>
                    <a:pt x="26811" y="25064"/>
                  </a:cubicBezTo>
                  <a:cubicBezTo>
                    <a:pt x="26229" y="24593"/>
                    <a:pt x="25757" y="24122"/>
                    <a:pt x="25314" y="23678"/>
                  </a:cubicBezTo>
                  <a:lnTo>
                    <a:pt x="7153" y="5545"/>
                  </a:lnTo>
                  <a:cubicBezTo>
                    <a:pt x="5767" y="4270"/>
                    <a:pt x="4519" y="2995"/>
                    <a:pt x="3244" y="1608"/>
                  </a:cubicBezTo>
                  <a:cubicBezTo>
                    <a:pt x="2301" y="693"/>
                    <a:pt x="1276" y="33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9"/>
            <p:cNvSpPr/>
            <p:nvPr/>
          </p:nvSpPr>
          <p:spPr>
            <a:xfrm>
              <a:off x="2467571" y="4044097"/>
              <a:ext cx="280850" cy="282750"/>
            </a:xfrm>
            <a:custGeom>
              <a:rect b="b" l="l" r="r" t="t"/>
              <a:pathLst>
                <a:path extrusionOk="0" h="20684" w="20545">
                  <a:moveTo>
                    <a:pt x="0" y="1"/>
                  </a:moveTo>
                  <a:lnTo>
                    <a:pt x="0" y="1"/>
                  </a:lnTo>
                  <a:cubicBezTo>
                    <a:pt x="333" y="1165"/>
                    <a:pt x="693" y="2191"/>
                    <a:pt x="1498" y="2995"/>
                  </a:cubicBezTo>
                  <a:cubicBezTo>
                    <a:pt x="6932" y="8318"/>
                    <a:pt x="12338" y="13752"/>
                    <a:pt x="17662" y="19187"/>
                  </a:cubicBezTo>
                  <a:cubicBezTo>
                    <a:pt x="18466" y="19991"/>
                    <a:pt x="19519" y="20323"/>
                    <a:pt x="20545" y="20684"/>
                  </a:cubicBezTo>
                  <a:cubicBezTo>
                    <a:pt x="13614" y="13752"/>
                    <a:pt x="6793" y="69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9"/>
            <p:cNvSpPr/>
            <p:nvPr/>
          </p:nvSpPr>
          <p:spPr>
            <a:xfrm>
              <a:off x="3871411" y="3278126"/>
              <a:ext cx="162605" cy="164122"/>
            </a:xfrm>
            <a:custGeom>
              <a:rect b="b" l="l" r="r" t="t"/>
              <a:pathLst>
                <a:path extrusionOk="0" h="12006" w="11895">
                  <a:moveTo>
                    <a:pt x="1" y="0"/>
                  </a:moveTo>
                  <a:lnTo>
                    <a:pt x="1" y="0"/>
                  </a:lnTo>
                  <a:cubicBezTo>
                    <a:pt x="3910" y="3937"/>
                    <a:pt x="7847" y="7985"/>
                    <a:pt x="11895" y="12005"/>
                  </a:cubicBezTo>
                  <a:cubicBezTo>
                    <a:pt x="9926" y="8207"/>
                    <a:pt x="2080" y="4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8" name="Google Shape;2708;p69"/>
          <p:cNvGrpSpPr/>
          <p:nvPr/>
        </p:nvGrpSpPr>
        <p:grpSpPr>
          <a:xfrm>
            <a:off x="2329996" y="1506261"/>
            <a:ext cx="2061053" cy="1317063"/>
            <a:chOff x="2329996" y="1506261"/>
            <a:chExt cx="2061053" cy="1317063"/>
          </a:xfrm>
        </p:grpSpPr>
        <p:sp>
          <p:nvSpPr>
            <p:cNvPr id="2709" name="Google Shape;2709;p69"/>
            <p:cNvSpPr/>
            <p:nvPr/>
          </p:nvSpPr>
          <p:spPr>
            <a:xfrm>
              <a:off x="3541294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" y="805"/>
                    <a:pt x="112" y="1748"/>
                  </a:cubicBezTo>
                  <a:cubicBezTo>
                    <a:pt x="112" y="2552"/>
                    <a:pt x="805" y="3356"/>
                    <a:pt x="1720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9"/>
            <p:cNvSpPr/>
            <p:nvPr/>
          </p:nvSpPr>
          <p:spPr>
            <a:xfrm>
              <a:off x="3692895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663" y="3356"/>
                    <a:pt x="3356" y="2552"/>
                    <a:pt x="3356" y="1637"/>
                  </a:cubicBezTo>
                  <a:cubicBezTo>
                    <a:pt x="3356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9"/>
            <p:cNvSpPr/>
            <p:nvPr/>
          </p:nvSpPr>
          <p:spPr>
            <a:xfrm>
              <a:off x="3844509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1"/>
                  </a:moveTo>
                  <a:cubicBezTo>
                    <a:pt x="804" y="1"/>
                    <a:pt x="111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9"/>
            <p:cNvSpPr/>
            <p:nvPr/>
          </p:nvSpPr>
          <p:spPr>
            <a:xfrm>
              <a:off x="3996109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9"/>
            <p:cNvSpPr/>
            <p:nvPr/>
          </p:nvSpPr>
          <p:spPr>
            <a:xfrm>
              <a:off x="4147709" y="17160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0" y="0"/>
                  </a:moveTo>
                  <a:cubicBezTo>
                    <a:pt x="805" y="0"/>
                    <a:pt x="104" y="659"/>
                    <a:pt x="0" y="1509"/>
                  </a:cubicBezTo>
                  <a:cubicBezTo>
                    <a:pt x="0" y="2452"/>
                    <a:pt x="694" y="3256"/>
                    <a:pt x="1609" y="3367"/>
                  </a:cubicBezTo>
                  <a:cubicBezTo>
                    <a:pt x="2551" y="3367"/>
                    <a:pt x="3244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4"/>
                    <a:pt x="1725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9"/>
            <p:cNvSpPr/>
            <p:nvPr/>
          </p:nvSpPr>
          <p:spPr>
            <a:xfrm>
              <a:off x="2405796" y="1792033"/>
              <a:ext cx="45863" cy="45863"/>
            </a:xfrm>
            <a:custGeom>
              <a:rect b="b" l="l" r="r" t="t"/>
              <a:pathLst>
                <a:path extrusionOk="0" h="3355" w="3355">
                  <a:moveTo>
                    <a:pt x="1747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662" y="3244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9"/>
            <p:cNvSpPr/>
            <p:nvPr/>
          </p:nvSpPr>
          <p:spPr>
            <a:xfrm>
              <a:off x="2557396" y="1792033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8" y="0"/>
                  </a:moveTo>
                  <a:cubicBezTo>
                    <a:pt x="693" y="0"/>
                    <a:pt x="0" y="804"/>
                    <a:pt x="0" y="1747"/>
                  </a:cubicBezTo>
                  <a:cubicBezTo>
                    <a:pt x="0" y="2551"/>
                    <a:pt x="80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9"/>
            <p:cNvSpPr/>
            <p:nvPr/>
          </p:nvSpPr>
          <p:spPr>
            <a:xfrm>
              <a:off x="2707479" y="1792033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20" y="0"/>
                  </a:moveTo>
                  <a:cubicBezTo>
                    <a:pt x="916" y="0"/>
                    <a:pt x="112" y="693"/>
                    <a:pt x="112" y="1497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77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9"/>
            <p:cNvSpPr/>
            <p:nvPr/>
          </p:nvSpPr>
          <p:spPr>
            <a:xfrm>
              <a:off x="2860597" y="1791869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6" y="0"/>
                  </a:moveTo>
                  <a:cubicBezTo>
                    <a:pt x="1645" y="0"/>
                    <a:pt x="1572" y="4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7" y="3367"/>
                  </a:cubicBezTo>
                  <a:cubicBezTo>
                    <a:pt x="2662" y="3256"/>
                    <a:pt x="3355" y="2452"/>
                    <a:pt x="3355" y="1509"/>
                  </a:cubicBezTo>
                  <a:cubicBezTo>
                    <a:pt x="3252" y="659"/>
                    <a:pt x="2647" y="0"/>
                    <a:pt x="17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9"/>
            <p:cNvSpPr/>
            <p:nvPr/>
          </p:nvSpPr>
          <p:spPr>
            <a:xfrm>
              <a:off x="3010680" y="1792033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20" y="0"/>
                  </a:moveTo>
                  <a:cubicBezTo>
                    <a:pt x="805" y="0"/>
                    <a:pt x="1" y="804"/>
                    <a:pt x="112" y="1747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3" y="3355"/>
                    <a:pt x="3467" y="2551"/>
                    <a:pt x="3467" y="1636"/>
                  </a:cubicBezTo>
                  <a:cubicBezTo>
                    <a:pt x="3467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9"/>
            <p:cNvSpPr/>
            <p:nvPr/>
          </p:nvSpPr>
          <p:spPr>
            <a:xfrm>
              <a:off x="3162294" y="1792033"/>
              <a:ext cx="47380" cy="45863"/>
            </a:xfrm>
            <a:custGeom>
              <a:rect b="b" l="l" r="r" t="t"/>
              <a:pathLst>
                <a:path extrusionOk="0" h="3355" w="3466">
                  <a:moveTo>
                    <a:pt x="1719" y="0"/>
                  </a:moveTo>
                  <a:cubicBezTo>
                    <a:pt x="804" y="0"/>
                    <a:pt x="111" y="693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9"/>
            <p:cNvSpPr/>
            <p:nvPr/>
          </p:nvSpPr>
          <p:spPr>
            <a:xfrm>
              <a:off x="3313894" y="1792033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9"/>
            <p:cNvSpPr/>
            <p:nvPr/>
          </p:nvSpPr>
          <p:spPr>
            <a:xfrm>
              <a:off x="3465494" y="17918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5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694" y="12"/>
                    <a:pt x="1" y="816"/>
                    <a:pt x="111" y="1648"/>
                  </a:cubicBezTo>
                  <a:cubicBezTo>
                    <a:pt x="111" y="2563"/>
                    <a:pt x="916" y="3367"/>
                    <a:pt x="1720" y="3367"/>
                  </a:cubicBezTo>
                  <a:cubicBezTo>
                    <a:pt x="2662" y="3256"/>
                    <a:pt x="3466" y="2563"/>
                    <a:pt x="3355" y="1648"/>
                  </a:cubicBezTo>
                  <a:cubicBezTo>
                    <a:pt x="3355" y="668"/>
                    <a:pt x="2660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9"/>
            <p:cNvSpPr/>
            <p:nvPr/>
          </p:nvSpPr>
          <p:spPr>
            <a:xfrm>
              <a:off x="3617094" y="17918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7" y="0"/>
                  </a:moveTo>
                  <a:cubicBezTo>
                    <a:pt x="1742" y="0"/>
                    <a:pt x="1676" y="4"/>
                    <a:pt x="1609" y="12"/>
                  </a:cubicBezTo>
                  <a:cubicBezTo>
                    <a:pt x="694" y="12"/>
                    <a:pt x="1" y="816"/>
                    <a:pt x="112" y="1648"/>
                  </a:cubicBezTo>
                  <a:cubicBezTo>
                    <a:pt x="112" y="2563"/>
                    <a:pt x="916" y="3367"/>
                    <a:pt x="1720" y="3367"/>
                  </a:cubicBezTo>
                  <a:cubicBezTo>
                    <a:pt x="2662" y="3256"/>
                    <a:pt x="3466" y="2452"/>
                    <a:pt x="3356" y="1509"/>
                  </a:cubicBezTo>
                  <a:cubicBezTo>
                    <a:pt x="3356" y="659"/>
                    <a:pt x="2661" y="0"/>
                    <a:pt x="1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9"/>
            <p:cNvSpPr/>
            <p:nvPr/>
          </p:nvSpPr>
          <p:spPr>
            <a:xfrm>
              <a:off x="3768695" y="17918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1" y="0"/>
                  </a:moveTo>
                  <a:cubicBezTo>
                    <a:pt x="806" y="0"/>
                    <a:pt x="104" y="659"/>
                    <a:pt x="1" y="1509"/>
                  </a:cubicBezTo>
                  <a:cubicBezTo>
                    <a:pt x="1" y="2452"/>
                    <a:pt x="694" y="3256"/>
                    <a:pt x="1609" y="3367"/>
                  </a:cubicBezTo>
                  <a:cubicBezTo>
                    <a:pt x="2552" y="3367"/>
                    <a:pt x="3356" y="2674"/>
                    <a:pt x="3356" y="1759"/>
                  </a:cubicBezTo>
                  <a:cubicBezTo>
                    <a:pt x="3467" y="816"/>
                    <a:pt x="2774" y="12"/>
                    <a:pt x="1859" y="12"/>
                  </a:cubicBezTo>
                  <a:cubicBezTo>
                    <a:pt x="1792" y="4"/>
                    <a:pt x="1726" y="0"/>
                    <a:pt x="16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9"/>
            <p:cNvSpPr/>
            <p:nvPr/>
          </p:nvSpPr>
          <p:spPr>
            <a:xfrm>
              <a:off x="3920309" y="1791869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805" y="0"/>
                  </a:moveTo>
                  <a:cubicBezTo>
                    <a:pt x="1740" y="0"/>
                    <a:pt x="1675" y="4"/>
                    <a:pt x="1608" y="12"/>
                  </a:cubicBezTo>
                  <a:cubicBezTo>
                    <a:pt x="693" y="12"/>
                    <a:pt x="0" y="816"/>
                    <a:pt x="0" y="1648"/>
                  </a:cubicBezTo>
                  <a:cubicBezTo>
                    <a:pt x="111" y="2563"/>
                    <a:pt x="804" y="3367"/>
                    <a:pt x="1719" y="3367"/>
                  </a:cubicBezTo>
                  <a:cubicBezTo>
                    <a:pt x="2662" y="3256"/>
                    <a:pt x="3466" y="2563"/>
                    <a:pt x="3355" y="1648"/>
                  </a:cubicBezTo>
                  <a:cubicBezTo>
                    <a:pt x="3355" y="668"/>
                    <a:pt x="2660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9"/>
            <p:cNvSpPr/>
            <p:nvPr/>
          </p:nvSpPr>
          <p:spPr>
            <a:xfrm>
              <a:off x="4071909" y="1792033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19" y="0"/>
                  </a:moveTo>
                  <a:cubicBezTo>
                    <a:pt x="804" y="0"/>
                    <a:pt x="111" y="693"/>
                    <a:pt x="0" y="1497"/>
                  </a:cubicBezTo>
                  <a:cubicBezTo>
                    <a:pt x="0" y="2440"/>
                    <a:pt x="694" y="3244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9"/>
            <p:cNvSpPr/>
            <p:nvPr/>
          </p:nvSpPr>
          <p:spPr>
            <a:xfrm>
              <a:off x="4223509" y="1792033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9" y="0"/>
                  </a:moveTo>
                  <a:cubicBezTo>
                    <a:pt x="694" y="0"/>
                    <a:pt x="1" y="804"/>
                    <a:pt x="1" y="1747"/>
                  </a:cubicBezTo>
                  <a:cubicBezTo>
                    <a:pt x="111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9"/>
            <p:cNvSpPr/>
            <p:nvPr/>
          </p:nvSpPr>
          <p:spPr>
            <a:xfrm>
              <a:off x="2329996" y="18678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693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9"/>
            <p:cNvSpPr/>
            <p:nvPr/>
          </p:nvSpPr>
          <p:spPr>
            <a:xfrm>
              <a:off x="2481596" y="18678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0"/>
                  </a:moveTo>
                  <a:cubicBezTo>
                    <a:pt x="693" y="0"/>
                    <a:pt x="0" y="804"/>
                    <a:pt x="0" y="1747"/>
                  </a:cubicBezTo>
                  <a:cubicBezTo>
                    <a:pt x="0" y="2551"/>
                    <a:pt x="80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9"/>
            <p:cNvSpPr/>
            <p:nvPr/>
          </p:nvSpPr>
          <p:spPr>
            <a:xfrm>
              <a:off x="2633196" y="18676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714" y="1"/>
                  </a:moveTo>
                  <a:cubicBezTo>
                    <a:pt x="1644" y="1"/>
                    <a:pt x="1572" y="4"/>
                    <a:pt x="1498" y="12"/>
                  </a:cubicBezTo>
                  <a:cubicBezTo>
                    <a:pt x="694" y="12"/>
                    <a:pt x="0" y="816"/>
                    <a:pt x="0" y="1648"/>
                  </a:cubicBezTo>
                  <a:cubicBezTo>
                    <a:pt x="0" y="2563"/>
                    <a:pt x="804" y="3367"/>
                    <a:pt x="1747" y="3367"/>
                  </a:cubicBezTo>
                  <a:cubicBezTo>
                    <a:pt x="2662" y="3256"/>
                    <a:pt x="3355" y="2563"/>
                    <a:pt x="3355" y="1648"/>
                  </a:cubicBezTo>
                  <a:cubicBezTo>
                    <a:pt x="3252" y="669"/>
                    <a:pt x="2646" y="1"/>
                    <a:pt x="1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9"/>
            <p:cNvSpPr/>
            <p:nvPr/>
          </p:nvSpPr>
          <p:spPr>
            <a:xfrm>
              <a:off x="2784797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694" y="335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9"/>
            <p:cNvSpPr/>
            <p:nvPr/>
          </p:nvSpPr>
          <p:spPr>
            <a:xfrm>
              <a:off x="2936397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8" y="3355"/>
                  </a:cubicBezTo>
                  <a:cubicBezTo>
                    <a:pt x="2552" y="3244"/>
                    <a:pt x="3245" y="2551"/>
                    <a:pt x="3356" y="1747"/>
                  </a:cubicBezTo>
                  <a:cubicBezTo>
                    <a:pt x="3356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9"/>
            <p:cNvSpPr/>
            <p:nvPr/>
          </p:nvSpPr>
          <p:spPr>
            <a:xfrm>
              <a:off x="3086493" y="18678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0"/>
                  </a:moveTo>
                  <a:cubicBezTo>
                    <a:pt x="804" y="0"/>
                    <a:pt x="111" y="693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9"/>
            <p:cNvSpPr/>
            <p:nvPr/>
          </p:nvSpPr>
          <p:spPr>
            <a:xfrm>
              <a:off x="3238094" y="1867683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684" y="1"/>
                  </a:moveTo>
                  <a:cubicBezTo>
                    <a:pt x="818" y="1"/>
                    <a:pt x="111" y="763"/>
                    <a:pt x="111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466" y="2562"/>
                    <a:pt x="3466" y="1647"/>
                  </a:cubicBezTo>
                  <a:cubicBezTo>
                    <a:pt x="3355" y="704"/>
                    <a:pt x="2773" y="11"/>
                    <a:pt x="1858" y="11"/>
                  </a:cubicBezTo>
                  <a:cubicBezTo>
                    <a:pt x="1799" y="4"/>
                    <a:pt x="1741" y="1"/>
                    <a:pt x="1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9"/>
            <p:cNvSpPr/>
            <p:nvPr/>
          </p:nvSpPr>
          <p:spPr>
            <a:xfrm>
              <a:off x="3389694" y="1867669"/>
              <a:ext cx="47394" cy="46041"/>
            </a:xfrm>
            <a:custGeom>
              <a:rect b="b" l="l" r="r" t="t"/>
              <a:pathLst>
                <a:path extrusionOk="0" h="3368" w="3467">
                  <a:moveTo>
                    <a:pt x="1660" y="1"/>
                  </a:moveTo>
                  <a:cubicBezTo>
                    <a:pt x="806" y="1"/>
                    <a:pt x="111" y="659"/>
                    <a:pt x="111" y="1509"/>
                  </a:cubicBezTo>
                  <a:cubicBezTo>
                    <a:pt x="0" y="2452"/>
                    <a:pt x="805" y="3256"/>
                    <a:pt x="1719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4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9"/>
            <p:cNvSpPr/>
            <p:nvPr/>
          </p:nvSpPr>
          <p:spPr>
            <a:xfrm>
              <a:off x="3541294" y="18678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693"/>
                    <a:pt x="112" y="1636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244"/>
                    <a:pt x="3355" y="2551"/>
                    <a:pt x="3355" y="1747"/>
                  </a:cubicBezTo>
                  <a:cubicBezTo>
                    <a:pt x="346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9"/>
            <p:cNvSpPr/>
            <p:nvPr/>
          </p:nvSpPr>
          <p:spPr>
            <a:xfrm>
              <a:off x="3692895" y="18678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3" y="3355"/>
                    <a:pt x="3467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9"/>
            <p:cNvSpPr/>
            <p:nvPr/>
          </p:nvSpPr>
          <p:spPr>
            <a:xfrm>
              <a:off x="3844509" y="18678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0"/>
                  </a:moveTo>
                  <a:cubicBezTo>
                    <a:pt x="804" y="0"/>
                    <a:pt x="111" y="693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9"/>
            <p:cNvSpPr/>
            <p:nvPr/>
          </p:nvSpPr>
          <p:spPr>
            <a:xfrm>
              <a:off x="3996109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804" y="0"/>
                    <a:pt x="0" y="693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9"/>
            <p:cNvSpPr/>
            <p:nvPr/>
          </p:nvSpPr>
          <p:spPr>
            <a:xfrm>
              <a:off x="4147709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805" y="0"/>
                    <a:pt x="111" y="693"/>
                    <a:pt x="0" y="1636"/>
                  </a:cubicBezTo>
                  <a:cubicBezTo>
                    <a:pt x="0" y="2551"/>
                    <a:pt x="805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9"/>
            <p:cNvSpPr/>
            <p:nvPr/>
          </p:nvSpPr>
          <p:spPr>
            <a:xfrm>
              <a:off x="4299310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804"/>
                    <a:pt x="1" y="1747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9"/>
            <p:cNvSpPr/>
            <p:nvPr/>
          </p:nvSpPr>
          <p:spPr>
            <a:xfrm>
              <a:off x="2405796" y="19436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47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551" y="3244"/>
                    <a:pt x="3355" y="2551"/>
                    <a:pt x="3355" y="1747"/>
                  </a:cubicBezTo>
                  <a:cubicBezTo>
                    <a:pt x="3355" y="693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9"/>
            <p:cNvSpPr/>
            <p:nvPr/>
          </p:nvSpPr>
          <p:spPr>
            <a:xfrm>
              <a:off x="2555879" y="1943469"/>
              <a:ext cx="47394" cy="46041"/>
            </a:xfrm>
            <a:custGeom>
              <a:rect b="b" l="l" r="r" t="t"/>
              <a:pathLst>
                <a:path extrusionOk="0" h="3368" w="3467">
                  <a:moveTo>
                    <a:pt x="1660" y="1"/>
                  </a:moveTo>
                  <a:cubicBezTo>
                    <a:pt x="806" y="1"/>
                    <a:pt x="111" y="659"/>
                    <a:pt x="111" y="1510"/>
                  </a:cubicBezTo>
                  <a:cubicBezTo>
                    <a:pt x="0" y="2452"/>
                    <a:pt x="804" y="3256"/>
                    <a:pt x="1719" y="3367"/>
                  </a:cubicBezTo>
                  <a:cubicBezTo>
                    <a:pt x="2551" y="3367"/>
                    <a:pt x="3355" y="2674"/>
                    <a:pt x="3466" y="1759"/>
                  </a:cubicBezTo>
                  <a:cubicBezTo>
                    <a:pt x="3466" y="816"/>
                    <a:pt x="2884" y="12"/>
                    <a:pt x="1858" y="12"/>
                  </a:cubicBezTo>
                  <a:cubicBezTo>
                    <a:pt x="1791" y="4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9"/>
            <p:cNvSpPr/>
            <p:nvPr/>
          </p:nvSpPr>
          <p:spPr>
            <a:xfrm>
              <a:off x="2708996" y="19434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715" y="1"/>
                  </a:moveTo>
                  <a:cubicBezTo>
                    <a:pt x="1644" y="1"/>
                    <a:pt x="1572" y="5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7" y="3367"/>
                  </a:cubicBezTo>
                  <a:cubicBezTo>
                    <a:pt x="2662" y="3256"/>
                    <a:pt x="3355" y="2563"/>
                    <a:pt x="3355" y="1648"/>
                  </a:cubicBezTo>
                  <a:cubicBezTo>
                    <a:pt x="3252" y="669"/>
                    <a:pt x="2646" y="1"/>
                    <a:pt x="1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9"/>
            <p:cNvSpPr/>
            <p:nvPr/>
          </p:nvSpPr>
          <p:spPr>
            <a:xfrm>
              <a:off x="2860597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0"/>
                  </a:moveTo>
                  <a:cubicBezTo>
                    <a:pt x="805" y="0"/>
                    <a:pt x="1" y="693"/>
                    <a:pt x="1" y="1636"/>
                  </a:cubicBezTo>
                  <a:cubicBezTo>
                    <a:pt x="1" y="2551"/>
                    <a:pt x="694" y="3244"/>
                    <a:pt x="1498" y="3355"/>
                  </a:cubicBezTo>
                  <a:cubicBezTo>
                    <a:pt x="2441" y="3355"/>
                    <a:pt x="3245" y="2662"/>
                    <a:pt x="3355" y="1747"/>
                  </a:cubicBezTo>
                  <a:cubicBezTo>
                    <a:pt x="3355" y="80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9"/>
            <p:cNvSpPr/>
            <p:nvPr/>
          </p:nvSpPr>
          <p:spPr>
            <a:xfrm>
              <a:off x="3012197" y="1943496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782" y="0"/>
                  </a:moveTo>
                  <a:cubicBezTo>
                    <a:pt x="1725" y="0"/>
                    <a:pt x="1668" y="3"/>
                    <a:pt x="1609" y="10"/>
                  </a:cubicBezTo>
                  <a:cubicBezTo>
                    <a:pt x="694" y="10"/>
                    <a:pt x="1" y="703"/>
                    <a:pt x="1" y="1646"/>
                  </a:cubicBezTo>
                  <a:cubicBezTo>
                    <a:pt x="1" y="2561"/>
                    <a:pt x="694" y="3365"/>
                    <a:pt x="1609" y="3365"/>
                  </a:cubicBezTo>
                  <a:cubicBezTo>
                    <a:pt x="2552" y="3365"/>
                    <a:pt x="3356" y="2561"/>
                    <a:pt x="3356" y="1646"/>
                  </a:cubicBezTo>
                  <a:cubicBezTo>
                    <a:pt x="3252" y="762"/>
                    <a:pt x="2636" y="0"/>
                    <a:pt x="17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9"/>
            <p:cNvSpPr/>
            <p:nvPr/>
          </p:nvSpPr>
          <p:spPr>
            <a:xfrm>
              <a:off x="3163811" y="1943469"/>
              <a:ext cx="45863" cy="46041"/>
            </a:xfrm>
            <a:custGeom>
              <a:rect b="b" l="l" r="r" t="t"/>
              <a:pathLst>
                <a:path extrusionOk="0" h="3368" w="3355">
                  <a:moveTo>
                    <a:pt x="1695" y="1"/>
                  </a:moveTo>
                  <a:cubicBezTo>
                    <a:pt x="1630" y="1"/>
                    <a:pt x="1564" y="4"/>
                    <a:pt x="1497" y="12"/>
                  </a:cubicBezTo>
                  <a:cubicBezTo>
                    <a:pt x="693" y="12"/>
                    <a:pt x="0" y="816"/>
                    <a:pt x="0" y="1648"/>
                  </a:cubicBezTo>
                  <a:cubicBezTo>
                    <a:pt x="0" y="2563"/>
                    <a:pt x="804" y="3367"/>
                    <a:pt x="1747" y="3367"/>
                  </a:cubicBezTo>
                  <a:cubicBezTo>
                    <a:pt x="2662" y="3256"/>
                    <a:pt x="3355" y="2452"/>
                    <a:pt x="3355" y="1510"/>
                  </a:cubicBezTo>
                  <a:cubicBezTo>
                    <a:pt x="3252" y="659"/>
                    <a:pt x="2550" y="1"/>
                    <a:pt x="16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9"/>
            <p:cNvSpPr/>
            <p:nvPr/>
          </p:nvSpPr>
          <p:spPr>
            <a:xfrm>
              <a:off x="3315411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693" y="3355"/>
                    <a:pt x="1608" y="3355"/>
                  </a:cubicBezTo>
                  <a:cubicBezTo>
                    <a:pt x="2551" y="3355"/>
                    <a:pt x="3355" y="2551"/>
                    <a:pt x="3244" y="1636"/>
                  </a:cubicBezTo>
                  <a:cubicBezTo>
                    <a:pt x="3244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9"/>
            <p:cNvSpPr/>
            <p:nvPr/>
          </p:nvSpPr>
          <p:spPr>
            <a:xfrm>
              <a:off x="3465494" y="19436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858" y="0"/>
                  </a:moveTo>
                  <a:cubicBezTo>
                    <a:pt x="916" y="0"/>
                    <a:pt x="111" y="693"/>
                    <a:pt x="11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9"/>
            <p:cNvSpPr/>
            <p:nvPr/>
          </p:nvSpPr>
          <p:spPr>
            <a:xfrm>
              <a:off x="3617094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12" y="693"/>
                    <a:pt x="112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356" y="2551"/>
                    <a:pt x="3356" y="1636"/>
                  </a:cubicBezTo>
                  <a:cubicBezTo>
                    <a:pt x="335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9"/>
            <p:cNvSpPr/>
            <p:nvPr/>
          </p:nvSpPr>
          <p:spPr>
            <a:xfrm>
              <a:off x="3768695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12" y="693"/>
                    <a:pt x="1" y="1636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552" y="3355"/>
                    <a:pt x="3356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9"/>
            <p:cNvSpPr/>
            <p:nvPr/>
          </p:nvSpPr>
          <p:spPr>
            <a:xfrm>
              <a:off x="3920309" y="19436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0"/>
                  </a:moveTo>
                  <a:cubicBezTo>
                    <a:pt x="804" y="0"/>
                    <a:pt x="111" y="693"/>
                    <a:pt x="0" y="1636"/>
                  </a:cubicBezTo>
                  <a:cubicBezTo>
                    <a:pt x="0" y="2440"/>
                    <a:pt x="804" y="3244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9"/>
            <p:cNvSpPr/>
            <p:nvPr/>
          </p:nvSpPr>
          <p:spPr>
            <a:xfrm>
              <a:off x="4071909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694" y="0"/>
                    <a:pt x="0" y="804"/>
                    <a:pt x="0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9"/>
            <p:cNvSpPr/>
            <p:nvPr/>
          </p:nvSpPr>
          <p:spPr>
            <a:xfrm>
              <a:off x="4223509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11" y="693"/>
                    <a:pt x="1" y="1636"/>
                  </a:cubicBezTo>
                  <a:cubicBezTo>
                    <a:pt x="1" y="2440"/>
                    <a:pt x="694" y="3244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9"/>
            <p:cNvSpPr/>
            <p:nvPr/>
          </p:nvSpPr>
          <p:spPr>
            <a:xfrm>
              <a:off x="2329996" y="20194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47" y="0"/>
                  </a:moveTo>
                  <a:cubicBezTo>
                    <a:pt x="804" y="0"/>
                    <a:pt x="0" y="694"/>
                    <a:pt x="0" y="1636"/>
                  </a:cubicBezTo>
                  <a:cubicBezTo>
                    <a:pt x="0" y="2551"/>
                    <a:pt x="693" y="3244"/>
                    <a:pt x="1608" y="3355"/>
                  </a:cubicBezTo>
                  <a:cubicBezTo>
                    <a:pt x="2551" y="3355"/>
                    <a:pt x="3355" y="2662"/>
                    <a:pt x="3355" y="1747"/>
                  </a:cubicBezTo>
                  <a:cubicBezTo>
                    <a:pt x="3355" y="69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9"/>
            <p:cNvSpPr/>
            <p:nvPr/>
          </p:nvSpPr>
          <p:spPr>
            <a:xfrm>
              <a:off x="2481596" y="20194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47" y="0"/>
                  </a:moveTo>
                  <a:cubicBezTo>
                    <a:pt x="693" y="0"/>
                    <a:pt x="0" y="694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551" y="3244"/>
                    <a:pt x="3355" y="2551"/>
                    <a:pt x="3355" y="1747"/>
                  </a:cubicBezTo>
                  <a:cubicBezTo>
                    <a:pt x="3355" y="69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9"/>
            <p:cNvSpPr/>
            <p:nvPr/>
          </p:nvSpPr>
          <p:spPr>
            <a:xfrm>
              <a:off x="2633196" y="20194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0"/>
                  </a:moveTo>
                  <a:cubicBezTo>
                    <a:pt x="804" y="0"/>
                    <a:pt x="0" y="694"/>
                    <a:pt x="0" y="1636"/>
                  </a:cubicBezTo>
                  <a:cubicBezTo>
                    <a:pt x="0" y="2551"/>
                    <a:pt x="69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9"/>
            <p:cNvSpPr/>
            <p:nvPr/>
          </p:nvSpPr>
          <p:spPr>
            <a:xfrm>
              <a:off x="2784797" y="20194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4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551" y="3355"/>
                    <a:pt x="3244" y="2551"/>
                    <a:pt x="3355" y="1747"/>
                  </a:cubicBezTo>
                  <a:cubicBezTo>
                    <a:pt x="3355" y="694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9"/>
            <p:cNvSpPr/>
            <p:nvPr/>
          </p:nvSpPr>
          <p:spPr>
            <a:xfrm>
              <a:off x="2934879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916" y="0"/>
                    <a:pt x="112" y="694"/>
                    <a:pt x="112" y="1498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3" y="3355"/>
                    <a:pt x="3356" y="2551"/>
                    <a:pt x="3467" y="1636"/>
                  </a:cubicBezTo>
                  <a:cubicBezTo>
                    <a:pt x="3467" y="694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9"/>
            <p:cNvSpPr/>
            <p:nvPr/>
          </p:nvSpPr>
          <p:spPr>
            <a:xfrm>
              <a:off x="3088011" y="2019296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781" y="0"/>
                  </a:moveTo>
                  <a:cubicBezTo>
                    <a:pt x="1724" y="0"/>
                    <a:pt x="1667" y="4"/>
                    <a:pt x="1608" y="10"/>
                  </a:cubicBezTo>
                  <a:cubicBezTo>
                    <a:pt x="693" y="10"/>
                    <a:pt x="0" y="704"/>
                    <a:pt x="0" y="1646"/>
                  </a:cubicBezTo>
                  <a:cubicBezTo>
                    <a:pt x="0" y="2561"/>
                    <a:pt x="693" y="3365"/>
                    <a:pt x="1608" y="3365"/>
                  </a:cubicBezTo>
                  <a:cubicBezTo>
                    <a:pt x="2551" y="3365"/>
                    <a:pt x="3355" y="2561"/>
                    <a:pt x="3355" y="1646"/>
                  </a:cubicBezTo>
                  <a:cubicBezTo>
                    <a:pt x="3251" y="762"/>
                    <a:pt x="2635" y="0"/>
                    <a:pt x="17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9"/>
            <p:cNvSpPr/>
            <p:nvPr/>
          </p:nvSpPr>
          <p:spPr>
            <a:xfrm>
              <a:off x="3238094" y="20194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858" y="0"/>
                  </a:moveTo>
                  <a:cubicBezTo>
                    <a:pt x="915" y="0"/>
                    <a:pt x="111" y="694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355" y="694"/>
                    <a:pt x="2773" y="0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9"/>
            <p:cNvSpPr/>
            <p:nvPr/>
          </p:nvSpPr>
          <p:spPr>
            <a:xfrm>
              <a:off x="3389694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0"/>
                  </a:moveTo>
                  <a:cubicBezTo>
                    <a:pt x="805" y="0"/>
                    <a:pt x="0" y="804"/>
                    <a:pt x="111" y="1747"/>
                  </a:cubicBezTo>
                  <a:cubicBezTo>
                    <a:pt x="111" y="2551"/>
                    <a:pt x="805" y="3355"/>
                    <a:pt x="1719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4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9"/>
            <p:cNvSpPr/>
            <p:nvPr/>
          </p:nvSpPr>
          <p:spPr>
            <a:xfrm>
              <a:off x="3541294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609" y="0"/>
                  </a:moveTo>
                  <a:cubicBezTo>
                    <a:pt x="805" y="0"/>
                    <a:pt x="112" y="694"/>
                    <a:pt x="112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4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9"/>
            <p:cNvSpPr/>
            <p:nvPr/>
          </p:nvSpPr>
          <p:spPr>
            <a:xfrm>
              <a:off x="3692895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12" y="694"/>
                    <a:pt x="1" y="1636"/>
                  </a:cubicBezTo>
                  <a:cubicBezTo>
                    <a:pt x="1" y="2551"/>
                    <a:pt x="694" y="3244"/>
                    <a:pt x="1609" y="3355"/>
                  </a:cubicBezTo>
                  <a:cubicBezTo>
                    <a:pt x="2552" y="3355"/>
                    <a:pt x="3356" y="2662"/>
                    <a:pt x="3356" y="1747"/>
                  </a:cubicBezTo>
                  <a:cubicBezTo>
                    <a:pt x="3467" y="804"/>
                    <a:pt x="277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9"/>
            <p:cNvSpPr/>
            <p:nvPr/>
          </p:nvSpPr>
          <p:spPr>
            <a:xfrm>
              <a:off x="3844509" y="20194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0"/>
                  </a:moveTo>
                  <a:cubicBezTo>
                    <a:pt x="804" y="0"/>
                    <a:pt x="111" y="694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9"/>
            <p:cNvSpPr/>
            <p:nvPr/>
          </p:nvSpPr>
          <p:spPr>
            <a:xfrm>
              <a:off x="3996109" y="2019269"/>
              <a:ext cx="47380" cy="46041"/>
            </a:xfrm>
            <a:custGeom>
              <a:rect b="b" l="l" r="r" t="t"/>
              <a:pathLst>
                <a:path extrusionOk="0" h="3368" w="3466">
                  <a:moveTo>
                    <a:pt x="1660" y="1"/>
                  </a:moveTo>
                  <a:cubicBezTo>
                    <a:pt x="805" y="1"/>
                    <a:pt x="103" y="659"/>
                    <a:pt x="0" y="1510"/>
                  </a:cubicBezTo>
                  <a:cubicBezTo>
                    <a:pt x="0" y="2452"/>
                    <a:pt x="693" y="3256"/>
                    <a:pt x="1608" y="3367"/>
                  </a:cubicBezTo>
                  <a:cubicBezTo>
                    <a:pt x="2551" y="3367"/>
                    <a:pt x="3244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5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9"/>
            <p:cNvSpPr/>
            <p:nvPr/>
          </p:nvSpPr>
          <p:spPr>
            <a:xfrm>
              <a:off x="4147709" y="20192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660" y="1"/>
                  </a:moveTo>
                  <a:cubicBezTo>
                    <a:pt x="805" y="1"/>
                    <a:pt x="104" y="659"/>
                    <a:pt x="0" y="1510"/>
                  </a:cubicBezTo>
                  <a:cubicBezTo>
                    <a:pt x="0" y="2452"/>
                    <a:pt x="694" y="3256"/>
                    <a:pt x="1609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355" y="816"/>
                    <a:pt x="2773" y="12"/>
                    <a:pt x="1858" y="12"/>
                  </a:cubicBezTo>
                  <a:cubicBezTo>
                    <a:pt x="1791" y="5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9"/>
            <p:cNvSpPr/>
            <p:nvPr/>
          </p:nvSpPr>
          <p:spPr>
            <a:xfrm>
              <a:off x="4299310" y="20194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" y="694"/>
                    <a:pt x="1" y="1636"/>
                  </a:cubicBezTo>
                  <a:cubicBezTo>
                    <a:pt x="1" y="2551"/>
                    <a:pt x="805" y="3244"/>
                    <a:pt x="1609" y="3355"/>
                  </a:cubicBezTo>
                  <a:cubicBezTo>
                    <a:pt x="2551" y="3355"/>
                    <a:pt x="3355" y="2662"/>
                    <a:pt x="3355" y="1747"/>
                  </a:cubicBezTo>
                  <a:cubicBezTo>
                    <a:pt x="3355" y="694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9"/>
            <p:cNvSpPr/>
            <p:nvPr/>
          </p:nvSpPr>
          <p:spPr>
            <a:xfrm>
              <a:off x="2405796" y="20952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6"/>
                  </a:cubicBezTo>
                  <a:cubicBezTo>
                    <a:pt x="0" y="2551"/>
                    <a:pt x="693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9"/>
            <p:cNvSpPr/>
            <p:nvPr/>
          </p:nvSpPr>
          <p:spPr>
            <a:xfrm>
              <a:off x="2557396" y="20952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693" y="1"/>
                    <a:pt x="0" y="694"/>
                    <a:pt x="0" y="1636"/>
                  </a:cubicBezTo>
                  <a:cubicBezTo>
                    <a:pt x="0" y="2551"/>
                    <a:pt x="693" y="3244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9"/>
            <p:cNvSpPr/>
            <p:nvPr/>
          </p:nvSpPr>
          <p:spPr>
            <a:xfrm>
              <a:off x="2708996" y="20950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783" y="0"/>
                  </a:moveTo>
                  <a:cubicBezTo>
                    <a:pt x="1725" y="0"/>
                    <a:pt x="1667" y="4"/>
                    <a:pt x="1609" y="11"/>
                  </a:cubicBezTo>
                  <a:cubicBezTo>
                    <a:pt x="694" y="11"/>
                    <a:pt x="1" y="704"/>
                    <a:pt x="1" y="1646"/>
                  </a:cubicBezTo>
                  <a:cubicBezTo>
                    <a:pt x="1" y="2561"/>
                    <a:pt x="805" y="3365"/>
                    <a:pt x="1609" y="3365"/>
                  </a:cubicBezTo>
                  <a:cubicBezTo>
                    <a:pt x="2551" y="3365"/>
                    <a:pt x="3355" y="2561"/>
                    <a:pt x="3355" y="1646"/>
                  </a:cubicBezTo>
                  <a:cubicBezTo>
                    <a:pt x="3355" y="762"/>
                    <a:pt x="2648" y="0"/>
                    <a:pt x="17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9"/>
            <p:cNvSpPr/>
            <p:nvPr/>
          </p:nvSpPr>
          <p:spPr>
            <a:xfrm>
              <a:off x="2860597" y="20950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804" y="1"/>
                  </a:moveTo>
                  <a:cubicBezTo>
                    <a:pt x="1740" y="1"/>
                    <a:pt x="1675" y="5"/>
                    <a:pt x="1609" y="13"/>
                  </a:cubicBezTo>
                  <a:cubicBezTo>
                    <a:pt x="694" y="13"/>
                    <a:pt x="1" y="817"/>
                    <a:pt x="1" y="1648"/>
                  </a:cubicBezTo>
                  <a:cubicBezTo>
                    <a:pt x="1" y="2563"/>
                    <a:pt x="805" y="3367"/>
                    <a:pt x="1747" y="3367"/>
                  </a:cubicBezTo>
                  <a:cubicBezTo>
                    <a:pt x="2662" y="3367"/>
                    <a:pt x="3355" y="2563"/>
                    <a:pt x="3355" y="1648"/>
                  </a:cubicBezTo>
                  <a:cubicBezTo>
                    <a:pt x="3252" y="669"/>
                    <a:pt x="2646" y="1"/>
                    <a:pt x="18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9"/>
            <p:cNvSpPr/>
            <p:nvPr/>
          </p:nvSpPr>
          <p:spPr>
            <a:xfrm>
              <a:off x="3010680" y="20952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3" y="3355"/>
                    <a:pt x="3356" y="2551"/>
                    <a:pt x="3467" y="1636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9"/>
            <p:cNvSpPr/>
            <p:nvPr/>
          </p:nvSpPr>
          <p:spPr>
            <a:xfrm>
              <a:off x="3162294" y="20952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9"/>
            <p:cNvSpPr/>
            <p:nvPr/>
          </p:nvSpPr>
          <p:spPr>
            <a:xfrm>
              <a:off x="3313894" y="2095097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0"/>
                  </a:moveTo>
                  <a:cubicBezTo>
                    <a:pt x="818" y="0"/>
                    <a:pt x="111" y="762"/>
                    <a:pt x="111" y="1646"/>
                  </a:cubicBezTo>
                  <a:cubicBezTo>
                    <a:pt x="0" y="2561"/>
                    <a:pt x="804" y="3254"/>
                    <a:pt x="1719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466" y="704"/>
                    <a:pt x="2773" y="11"/>
                    <a:pt x="1858" y="11"/>
                  </a:cubicBezTo>
                  <a:cubicBezTo>
                    <a:pt x="1799" y="4"/>
                    <a:pt x="1741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9"/>
            <p:cNvSpPr/>
            <p:nvPr/>
          </p:nvSpPr>
          <p:spPr>
            <a:xfrm>
              <a:off x="3465494" y="20952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1" y="694"/>
                    <a:pt x="111" y="1498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551" y="3355"/>
                    <a:pt x="3355" y="2662"/>
                    <a:pt x="3355" y="1636"/>
                  </a:cubicBezTo>
                  <a:cubicBezTo>
                    <a:pt x="346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9"/>
            <p:cNvSpPr/>
            <p:nvPr/>
          </p:nvSpPr>
          <p:spPr>
            <a:xfrm>
              <a:off x="3617094" y="20952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2" y="694"/>
                    <a:pt x="112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6" y="1636"/>
                  </a:cubicBezTo>
                  <a:cubicBezTo>
                    <a:pt x="335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9"/>
            <p:cNvSpPr/>
            <p:nvPr/>
          </p:nvSpPr>
          <p:spPr>
            <a:xfrm>
              <a:off x="3768695" y="20952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3" y="3355"/>
                    <a:pt x="3356" y="2551"/>
                    <a:pt x="3356" y="1636"/>
                  </a:cubicBezTo>
                  <a:cubicBezTo>
                    <a:pt x="3356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9"/>
            <p:cNvSpPr/>
            <p:nvPr/>
          </p:nvSpPr>
          <p:spPr>
            <a:xfrm>
              <a:off x="3920309" y="2095097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665" y="0"/>
                  </a:moveTo>
                  <a:cubicBezTo>
                    <a:pt x="720" y="0"/>
                    <a:pt x="104" y="762"/>
                    <a:pt x="0" y="1646"/>
                  </a:cubicBezTo>
                  <a:cubicBezTo>
                    <a:pt x="0" y="2561"/>
                    <a:pt x="804" y="3365"/>
                    <a:pt x="1719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355" y="704"/>
                    <a:pt x="2662" y="11"/>
                    <a:pt x="1858" y="11"/>
                  </a:cubicBezTo>
                  <a:cubicBezTo>
                    <a:pt x="1792" y="4"/>
                    <a:pt x="1728" y="0"/>
                    <a:pt x="16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9"/>
            <p:cNvSpPr/>
            <p:nvPr/>
          </p:nvSpPr>
          <p:spPr>
            <a:xfrm>
              <a:off x="4071909" y="20952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4" y="1"/>
                    <a:pt x="111" y="694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9"/>
            <p:cNvSpPr/>
            <p:nvPr/>
          </p:nvSpPr>
          <p:spPr>
            <a:xfrm>
              <a:off x="4223509" y="20950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783" y="0"/>
                  </a:moveTo>
                  <a:cubicBezTo>
                    <a:pt x="1725" y="0"/>
                    <a:pt x="1667" y="4"/>
                    <a:pt x="1609" y="11"/>
                  </a:cubicBezTo>
                  <a:cubicBezTo>
                    <a:pt x="694" y="11"/>
                    <a:pt x="1" y="704"/>
                    <a:pt x="1" y="1646"/>
                  </a:cubicBezTo>
                  <a:cubicBezTo>
                    <a:pt x="1" y="2561"/>
                    <a:pt x="805" y="3365"/>
                    <a:pt x="1720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355" y="762"/>
                    <a:pt x="2648" y="0"/>
                    <a:pt x="17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9"/>
            <p:cNvSpPr/>
            <p:nvPr/>
          </p:nvSpPr>
          <p:spPr>
            <a:xfrm>
              <a:off x="2481596" y="2170883"/>
              <a:ext cx="45863" cy="46027"/>
            </a:xfrm>
            <a:custGeom>
              <a:rect b="b" l="l" r="r" t="t"/>
              <a:pathLst>
                <a:path extrusionOk="0" h="3367" w="3355">
                  <a:moveTo>
                    <a:pt x="1716" y="0"/>
                  </a:moveTo>
                  <a:cubicBezTo>
                    <a:pt x="1645" y="0"/>
                    <a:pt x="1572" y="4"/>
                    <a:pt x="1497" y="12"/>
                  </a:cubicBezTo>
                  <a:cubicBezTo>
                    <a:pt x="693" y="12"/>
                    <a:pt x="0" y="816"/>
                    <a:pt x="0" y="1647"/>
                  </a:cubicBezTo>
                  <a:cubicBezTo>
                    <a:pt x="0" y="2562"/>
                    <a:pt x="804" y="3366"/>
                    <a:pt x="1747" y="3366"/>
                  </a:cubicBezTo>
                  <a:cubicBezTo>
                    <a:pt x="2662" y="3256"/>
                    <a:pt x="3355" y="2452"/>
                    <a:pt x="3355" y="1509"/>
                  </a:cubicBezTo>
                  <a:cubicBezTo>
                    <a:pt x="3252" y="659"/>
                    <a:pt x="2646" y="0"/>
                    <a:pt x="17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9"/>
            <p:cNvSpPr/>
            <p:nvPr/>
          </p:nvSpPr>
          <p:spPr>
            <a:xfrm>
              <a:off x="2631679" y="21710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5" y="3245"/>
                    <a:pt x="1719" y="3355"/>
                  </a:cubicBezTo>
                  <a:cubicBezTo>
                    <a:pt x="2662" y="3355"/>
                    <a:pt x="3466" y="2662"/>
                    <a:pt x="3466" y="1636"/>
                  </a:cubicBezTo>
                  <a:cubicBezTo>
                    <a:pt x="3466" y="694"/>
                    <a:pt x="2773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9"/>
            <p:cNvSpPr/>
            <p:nvPr/>
          </p:nvSpPr>
          <p:spPr>
            <a:xfrm>
              <a:off x="4071909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245"/>
                    <a:pt x="1608" y="3356"/>
                  </a:cubicBezTo>
                  <a:cubicBezTo>
                    <a:pt x="2551" y="3356"/>
                    <a:pt x="3355" y="2663"/>
                    <a:pt x="3355" y="1748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9"/>
            <p:cNvSpPr/>
            <p:nvPr/>
          </p:nvSpPr>
          <p:spPr>
            <a:xfrm>
              <a:off x="2936397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6"/>
                  </a:cubicBezTo>
                  <a:cubicBezTo>
                    <a:pt x="1" y="2551"/>
                    <a:pt x="805" y="3355"/>
                    <a:pt x="1748" y="3355"/>
                  </a:cubicBezTo>
                  <a:cubicBezTo>
                    <a:pt x="2552" y="3245"/>
                    <a:pt x="3245" y="2551"/>
                    <a:pt x="3356" y="1747"/>
                  </a:cubicBezTo>
                  <a:cubicBezTo>
                    <a:pt x="3356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9"/>
            <p:cNvSpPr/>
            <p:nvPr/>
          </p:nvSpPr>
          <p:spPr>
            <a:xfrm>
              <a:off x="3086493" y="21710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4" y="3245"/>
                    <a:pt x="1719" y="3355"/>
                  </a:cubicBezTo>
                  <a:cubicBezTo>
                    <a:pt x="2662" y="3355"/>
                    <a:pt x="3355" y="2662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9"/>
            <p:cNvSpPr/>
            <p:nvPr/>
          </p:nvSpPr>
          <p:spPr>
            <a:xfrm>
              <a:off x="3238094" y="21710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6"/>
                  </a:cubicBezTo>
                  <a:cubicBezTo>
                    <a:pt x="0" y="2441"/>
                    <a:pt x="804" y="3245"/>
                    <a:pt x="1719" y="3355"/>
                  </a:cubicBezTo>
                  <a:cubicBezTo>
                    <a:pt x="2662" y="3355"/>
                    <a:pt x="3355" y="2551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9"/>
            <p:cNvSpPr/>
            <p:nvPr/>
          </p:nvSpPr>
          <p:spPr>
            <a:xfrm>
              <a:off x="3389694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5" y="1"/>
                    <a:pt x="111" y="694"/>
                    <a:pt x="111" y="1636"/>
                  </a:cubicBezTo>
                  <a:cubicBezTo>
                    <a:pt x="0" y="2551"/>
                    <a:pt x="805" y="324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9"/>
            <p:cNvSpPr/>
            <p:nvPr/>
          </p:nvSpPr>
          <p:spPr>
            <a:xfrm>
              <a:off x="3541294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12" y="1636"/>
                  </a:cubicBezTo>
                  <a:cubicBezTo>
                    <a:pt x="1" y="2551"/>
                    <a:pt x="805" y="324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9"/>
            <p:cNvSpPr/>
            <p:nvPr/>
          </p:nvSpPr>
          <p:spPr>
            <a:xfrm>
              <a:off x="3692895" y="21710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694"/>
                    <a:pt x="1" y="1636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3" y="3245"/>
                    <a:pt x="3356" y="2551"/>
                    <a:pt x="3356" y="1747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9"/>
            <p:cNvSpPr/>
            <p:nvPr/>
          </p:nvSpPr>
          <p:spPr>
            <a:xfrm>
              <a:off x="3844509" y="2170883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806" y="0"/>
                  </a:moveTo>
                  <a:cubicBezTo>
                    <a:pt x="1741" y="0"/>
                    <a:pt x="1675" y="4"/>
                    <a:pt x="1608" y="12"/>
                  </a:cubicBezTo>
                  <a:cubicBezTo>
                    <a:pt x="693" y="12"/>
                    <a:pt x="0" y="816"/>
                    <a:pt x="0" y="1647"/>
                  </a:cubicBezTo>
                  <a:cubicBezTo>
                    <a:pt x="111" y="2562"/>
                    <a:pt x="804" y="3366"/>
                    <a:pt x="1719" y="3366"/>
                  </a:cubicBezTo>
                  <a:cubicBezTo>
                    <a:pt x="2662" y="3256"/>
                    <a:pt x="3466" y="2452"/>
                    <a:pt x="3355" y="1509"/>
                  </a:cubicBezTo>
                  <a:cubicBezTo>
                    <a:pt x="3355" y="659"/>
                    <a:pt x="2661" y="0"/>
                    <a:pt x="1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9"/>
            <p:cNvSpPr/>
            <p:nvPr/>
          </p:nvSpPr>
          <p:spPr>
            <a:xfrm>
              <a:off x="3996109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693" y="1"/>
                    <a:pt x="0" y="805"/>
                    <a:pt x="0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9"/>
            <p:cNvSpPr/>
            <p:nvPr/>
          </p:nvSpPr>
          <p:spPr>
            <a:xfrm>
              <a:off x="4147709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5" y="1"/>
                    <a:pt x="111" y="694"/>
                    <a:pt x="0" y="1498"/>
                  </a:cubicBezTo>
                  <a:cubicBezTo>
                    <a:pt x="0" y="2441"/>
                    <a:pt x="694" y="324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9"/>
            <p:cNvSpPr/>
            <p:nvPr/>
          </p:nvSpPr>
          <p:spPr>
            <a:xfrm>
              <a:off x="2557396" y="22466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573" y="1"/>
                  </a:moveTo>
                  <a:cubicBezTo>
                    <a:pt x="707" y="1"/>
                    <a:pt x="0" y="763"/>
                    <a:pt x="0" y="1647"/>
                  </a:cubicBezTo>
                  <a:cubicBezTo>
                    <a:pt x="0" y="2562"/>
                    <a:pt x="693" y="3366"/>
                    <a:pt x="1608" y="3366"/>
                  </a:cubicBezTo>
                  <a:cubicBezTo>
                    <a:pt x="2551" y="3366"/>
                    <a:pt x="3355" y="2562"/>
                    <a:pt x="3355" y="1647"/>
                  </a:cubicBezTo>
                  <a:cubicBezTo>
                    <a:pt x="3355" y="704"/>
                    <a:pt x="2662" y="11"/>
                    <a:pt x="1747" y="11"/>
                  </a:cubicBezTo>
                  <a:cubicBezTo>
                    <a:pt x="1688" y="4"/>
                    <a:pt x="1630" y="1"/>
                    <a:pt x="1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9"/>
            <p:cNvSpPr/>
            <p:nvPr/>
          </p:nvSpPr>
          <p:spPr>
            <a:xfrm>
              <a:off x="2707479" y="2246834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805"/>
                    <a:pt x="112" y="1748"/>
                  </a:cubicBezTo>
                  <a:cubicBezTo>
                    <a:pt x="112" y="2552"/>
                    <a:pt x="916" y="3356"/>
                    <a:pt x="1720" y="3356"/>
                  </a:cubicBezTo>
                  <a:cubicBezTo>
                    <a:pt x="2662" y="3356"/>
                    <a:pt x="3466" y="2552"/>
                    <a:pt x="3466" y="1637"/>
                  </a:cubicBezTo>
                  <a:cubicBezTo>
                    <a:pt x="346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9"/>
            <p:cNvSpPr/>
            <p:nvPr/>
          </p:nvSpPr>
          <p:spPr>
            <a:xfrm>
              <a:off x="2859079" y="2246834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2" y="694"/>
                    <a:pt x="112" y="1637"/>
                  </a:cubicBezTo>
                  <a:cubicBezTo>
                    <a:pt x="1" y="2552"/>
                    <a:pt x="805" y="3245"/>
                    <a:pt x="1720" y="3356"/>
                  </a:cubicBezTo>
                  <a:cubicBezTo>
                    <a:pt x="2662" y="3356"/>
                    <a:pt x="3466" y="2552"/>
                    <a:pt x="3466" y="1637"/>
                  </a:cubicBezTo>
                  <a:cubicBezTo>
                    <a:pt x="346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9"/>
            <p:cNvSpPr/>
            <p:nvPr/>
          </p:nvSpPr>
          <p:spPr>
            <a:xfrm>
              <a:off x="3012197" y="22468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2"/>
                    <a:pt x="805" y="3356"/>
                    <a:pt x="1748" y="3356"/>
                  </a:cubicBezTo>
                  <a:cubicBezTo>
                    <a:pt x="2552" y="3356"/>
                    <a:pt x="3245" y="2552"/>
                    <a:pt x="3356" y="1748"/>
                  </a:cubicBezTo>
                  <a:cubicBezTo>
                    <a:pt x="3356" y="694"/>
                    <a:pt x="2663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9"/>
            <p:cNvSpPr/>
            <p:nvPr/>
          </p:nvSpPr>
          <p:spPr>
            <a:xfrm>
              <a:off x="3162294" y="2246697"/>
              <a:ext cx="47380" cy="46013"/>
            </a:xfrm>
            <a:custGeom>
              <a:rect b="b" l="l" r="r" t="t"/>
              <a:pathLst>
                <a:path extrusionOk="0" h="3366" w="3466">
                  <a:moveTo>
                    <a:pt x="1684" y="1"/>
                  </a:moveTo>
                  <a:cubicBezTo>
                    <a:pt x="818" y="1"/>
                    <a:pt x="111" y="763"/>
                    <a:pt x="111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466" y="2562"/>
                    <a:pt x="3466" y="1647"/>
                  </a:cubicBezTo>
                  <a:cubicBezTo>
                    <a:pt x="3466" y="704"/>
                    <a:pt x="2773" y="11"/>
                    <a:pt x="1858" y="11"/>
                  </a:cubicBezTo>
                  <a:cubicBezTo>
                    <a:pt x="1799" y="4"/>
                    <a:pt x="1741" y="1"/>
                    <a:pt x="1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9"/>
            <p:cNvSpPr/>
            <p:nvPr/>
          </p:nvSpPr>
          <p:spPr>
            <a:xfrm>
              <a:off x="3315411" y="2246683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4" y="0"/>
                  </a:moveTo>
                  <a:cubicBezTo>
                    <a:pt x="1644" y="0"/>
                    <a:pt x="1572" y="4"/>
                    <a:pt x="1497" y="12"/>
                  </a:cubicBezTo>
                  <a:cubicBezTo>
                    <a:pt x="693" y="12"/>
                    <a:pt x="0" y="816"/>
                    <a:pt x="0" y="1648"/>
                  </a:cubicBezTo>
                  <a:cubicBezTo>
                    <a:pt x="0" y="2563"/>
                    <a:pt x="804" y="3367"/>
                    <a:pt x="1608" y="3367"/>
                  </a:cubicBezTo>
                  <a:cubicBezTo>
                    <a:pt x="2551" y="3256"/>
                    <a:pt x="3355" y="2563"/>
                    <a:pt x="3244" y="1648"/>
                  </a:cubicBezTo>
                  <a:cubicBezTo>
                    <a:pt x="3244" y="668"/>
                    <a:pt x="2645" y="0"/>
                    <a:pt x="17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9"/>
            <p:cNvSpPr/>
            <p:nvPr/>
          </p:nvSpPr>
          <p:spPr>
            <a:xfrm>
              <a:off x="3465494" y="2246834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858" y="1"/>
                  </a:moveTo>
                  <a:cubicBezTo>
                    <a:pt x="916" y="1"/>
                    <a:pt x="111" y="694"/>
                    <a:pt x="11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662" y="3356"/>
                    <a:pt x="3466" y="2552"/>
                    <a:pt x="3355" y="1637"/>
                  </a:cubicBezTo>
                  <a:cubicBezTo>
                    <a:pt x="3355" y="694"/>
                    <a:pt x="2662" y="1"/>
                    <a:pt x="1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9"/>
            <p:cNvSpPr/>
            <p:nvPr/>
          </p:nvSpPr>
          <p:spPr>
            <a:xfrm>
              <a:off x="3617094" y="22466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5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694" y="12"/>
                    <a:pt x="1" y="816"/>
                    <a:pt x="112" y="1648"/>
                  </a:cubicBezTo>
                  <a:cubicBezTo>
                    <a:pt x="112" y="2563"/>
                    <a:pt x="916" y="3367"/>
                    <a:pt x="1720" y="3367"/>
                  </a:cubicBezTo>
                  <a:cubicBezTo>
                    <a:pt x="2662" y="3256"/>
                    <a:pt x="3466" y="2563"/>
                    <a:pt x="3356" y="1648"/>
                  </a:cubicBezTo>
                  <a:cubicBezTo>
                    <a:pt x="3356" y="668"/>
                    <a:pt x="2661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9"/>
            <p:cNvSpPr/>
            <p:nvPr/>
          </p:nvSpPr>
          <p:spPr>
            <a:xfrm>
              <a:off x="3768695" y="22466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1" y="0"/>
                  </a:moveTo>
                  <a:cubicBezTo>
                    <a:pt x="806" y="0"/>
                    <a:pt x="104" y="659"/>
                    <a:pt x="1" y="1509"/>
                  </a:cubicBezTo>
                  <a:cubicBezTo>
                    <a:pt x="1" y="2452"/>
                    <a:pt x="694" y="3256"/>
                    <a:pt x="1609" y="3367"/>
                  </a:cubicBezTo>
                  <a:cubicBezTo>
                    <a:pt x="2552" y="3367"/>
                    <a:pt x="3356" y="2673"/>
                    <a:pt x="3356" y="1759"/>
                  </a:cubicBezTo>
                  <a:cubicBezTo>
                    <a:pt x="3467" y="816"/>
                    <a:pt x="2774" y="12"/>
                    <a:pt x="1859" y="12"/>
                  </a:cubicBezTo>
                  <a:cubicBezTo>
                    <a:pt x="1792" y="4"/>
                    <a:pt x="1726" y="0"/>
                    <a:pt x="16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9"/>
            <p:cNvSpPr/>
            <p:nvPr/>
          </p:nvSpPr>
          <p:spPr>
            <a:xfrm>
              <a:off x="3920309" y="2246697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801" y="1"/>
                  </a:moveTo>
                  <a:cubicBezTo>
                    <a:pt x="1738" y="1"/>
                    <a:pt x="1674" y="4"/>
                    <a:pt x="1608" y="11"/>
                  </a:cubicBezTo>
                  <a:cubicBezTo>
                    <a:pt x="804" y="11"/>
                    <a:pt x="0" y="704"/>
                    <a:pt x="0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355" y="2562"/>
                    <a:pt x="3355" y="1647"/>
                  </a:cubicBezTo>
                  <a:cubicBezTo>
                    <a:pt x="3355" y="763"/>
                    <a:pt x="2745" y="1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9"/>
            <p:cNvSpPr/>
            <p:nvPr/>
          </p:nvSpPr>
          <p:spPr>
            <a:xfrm>
              <a:off x="4071909" y="22468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748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9"/>
            <p:cNvSpPr/>
            <p:nvPr/>
          </p:nvSpPr>
          <p:spPr>
            <a:xfrm>
              <a:off x="4223509" y="22468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1" y="694"/>
                    <a:pt x="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9"/>
            <p:cNvSpPr/>
            <p:nvPr/>
          </p:nvSpPr>
          <p:spPr>
            <a:xfrm>
              <a:off x="2633196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694" y="3245"/>
                    <a:pt x="1608" y="3356"/>
                  </a:cubicBezTo>
                  <a:cubicBezTo>
                    <a:pt x="2440" y="3356"/>
                    <a:pt x="3244" y="2663"/>
                    <a:pt x="3355" y="1748"/>
                  </a:cubicBezTo>
                  <a:cubicBezTo>
                    <a:pt x="3355" y="805"/>
                    <a:pt x="2662" y="1"/>
                    <a:pt x="1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9"/>
            <p:cNvSpPr/>
            <p:nvPr/>
          </p:nvSpPr>
          <p:spPr>
            <a:xfrm>
              <a:off x="2784797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2"/>
                    <a:pt x="694" y="3356"/>
                    <a:pt x="1609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355" y="694"/>
                    <a:pt x="2551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9"/>
            <p:cNvSpPr/>
            <p:nvPr/>
          </p:nvSpPr>
          <p:spPr>
            <a:xfrm>
              <a:off x="2934879" y="23224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1" y="0"/>
                  </a:moveTo>
                  <a:cubicBezTo>
                    <a:pt x="806" y="0"/>
                    <a:pt x="112" y="659"/>
                    <a:pt x="112" y="1509"/>
                  </a:cubicBezTo>
                  <a:cubicBezTo>
                    <a:pt x="1" y="2452"/>
                    <a:pt x="805" y="3256"/>
                    <a:pt x="1720" y="3367"/>
                  </a:cubicBezTo>
                  <a:cubicBezTo>
                    <a:pt x="2552" y="3367"/>
                    <a:pt x="3356" y="2674"/>
                    <a:pt x="3467" y="1759"/>
                  </a:cubicBezTo>
                  <a:cubicBezTo>
                    <a:pt x="3467" y="816"/>
                    <a:pt x="2773" y="12"/>
                    <a:pt x="1859" y="12"/>
                  </a:cubicBezTo>
                  <a:cubicBezTo>
                    <a:pt x="1792" y="4"/>
                    <a:pt x="1726" y="0"/>
                    <a:pt x="16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9"/>
            <p:cNvSpPr/>
            <p:nvPr/>
          </p:nvSpPr>
          <p:spPr>
            <a:xfrm>
              <a:off x="3086493" y="2322634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466" y="2552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9"/>
            <p:cNvSpPr/>
            <p:nvPr/>
          </p:nvSpPr>
          <p:spPr>
            <a:xfrm>
              <a:off x="3238094" y="2322634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7"/>
                  </a:cubicBezTo>
                  <a:cubicBezTo>
                    <a:pt x="0" y="2441"/>
                    <a:pt x="804" y="3245"/>
                    <a:pt x="1719" y="3356"/>
                  </a:cubicBezTo>
                  <a:cubicBezTo>
                    <a:pt x="2662" y="3356"/>
                    <a:pt x="3355" y="2552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9"/>
            <p:cNvSpPr/>
            <p:nvPr/>
          </p:nvSpPr>
          <p:spPr>
            <a:xfrm>
              <a:off x="3391211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694" y="1"/>
                    <a:pt x="0" y="694"/>
                    <a:pt x="0" y="1637"/>
                  </a:cubicBezTo>
                  <a:cubicBezTo>
                    <a:pt x="0" y="2552"/>
                    <a:pt x="694" y="3356"/>
                    <a:pt x="1608" y="3356"/>
                  </a:cubicBezTo>
                  <a:cubicBezTo>
                    <a:pt x="2551" y="3356"/>
                    <a:pt x="3244" y="2552"/>
                    <a:pt x="3244" y="1748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9"/>
            <p:cNvSpPr/>
            <p:nvPr/>
          </p:nvSpPr>
          <p:spPr>
            <a:xfrm>
              <a:off x="3541294" y="23224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5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805" y="12"/>
                    <a:pt x="1" y="816"/>
                    <a:pt x="112" y="1648"/>
                  </a:cubicBezTo>
                  <a:cubicBezTo>
                    <a:pt x="112" y="2563"/>
                    <a:pt x="805" y="3367"/>
                    <a:pt x="1720" y="3367"/>
                  </a:cubicBezTo>
                  <a:cubicBezTo>
                    <a:pt x="2662" y="3256"/>
                    <a:pt x="3466" y="2563"/>
                    <a:pt x="3355" y="1648"/>
                  </a:cubicBezTo>
                  <a:cubicBezTo>
                    <a:pt x="3355" y="668"/>
                    <a:pt x="2661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9"/>
            <p:cNvSpPr/>
            <p:nvPr/>
          </p:nvSpPr>
          <p:spPr>
            <a:xfrm>
              <a:off x="3692895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" y="1637"/>
                  </a:cubicBezTo>
                  <a:cubicBezTo>
                    <a:pt x="1" y="2552"/>
                    <a:pt x="805" y="3245"/>
                    <a:pt x="1720" y="3356"/>
                  </a:cubicBezTo>
                  <a:cubicBezTo>
                    <a:pt x="2663" y="3356"/>
                    <a:pt x="3356" y="2552"/>
                    <a:pt x="3356" y="1637"/>
                  </a:cubicBezTo>
                  <a:cubicBezTo>
                    <a:pt x="3356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9"/>
            <p:cNvSpPr/>
            <p:nvPr/>
          </p:nvSpPr>
          <p:spPr>
            <a:xfrm>
              <a:off x="3844509" y="2322634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1"/>
                  </a:moveTo>
                  <a:cubicBezTo>
                    <a:pt x="804" y="1"/>
                    <a:pt x="111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9"/>
            <p:cNvSpPr/>
            <p:nvPr/>
          </p:nvSpPr>
          <p:spPr>
            <a:xfrm>
              <a:off x="3996109" y="2322483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660" y="0"/>
                  </a:moveTo>
                  <a:cubicBezTo>
                    <a:pt x="805" y="0"/>
                    <a:pt x="103" y="659"/>
                    <a:pt x="0" y="1509"/>
                  </a:cubicBezTo>
                  <a:cubicBezTo>
                    <a:pt x="0" y="2452"/>
                    <a:pt x="693" y="3256"/>
                    <a:pt x="1608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355" y="816"/>
                    <a:pt x="2773" y="12"/>
                    <a:pt x="1858" y="12"/>
                  </a:cubicBezTo>
                  <a:cubicBezTo>
                    <a:pt x="1791" y="4"/>
                    <a:pt x="1725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9"/>
            <p:cNvSpPr/>
            <p:nvPr/>
          </p:nvSpPr>
          <p:spPr>
            <a:xfrm>
              <a:off x="2557396" y="23982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573" y="1"/>
                  </a:moveTo>
                  <a:cubicBezTo>
                    <a:pt x="707" y="1"/>
                    <a:pt x="0" y="763"/>
                    <a:pt x="0" y="1647"/>
                  </a:cubicBezTo>
                  <a:cubicBezTo>
                    <a:pt x="0" y="2451"/>
                    <a:pt x="804" y="3366"/>
                    <a:pt x="1608" y="3366"/>
                  </a:cubicBezTo>
                  <a:cubicBezTo>
                    <a:pt x="2551" y="3366"/>
                    <a:pt x="3355" y="2562"/>
                    <a:pt x="3355" y="1647"/>
                  </a:cubicBezTo>
                  <a:cubicBezTo>
                    <a:pt x="3355" y="704"/>
                    <a:pt x="2662" y="11"/>
                    <a:pt x="1747" y="11"/>
                  </a:cubicBezTo>
                  <a:cubicBezTo>
                    <a:pt x="1688" y="4"/>
                    <a:pt x="1630" y="1"/>
                    <a:pt x="1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9"/>
            <p:cNvSpPr/>
            <p:nvPr/>
          </p:nvSpPr>
          <p:spPr>
            <a:xfrm>
              <a:off x="2708996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47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244" y="693"/>
                    <a:pt x="2551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9"/>
            <p:cNvSpPr/>
            <p:nvPr/>
          </p:nvSpPr>
          <p:spPr>
            <a:xfrm>
              <a:off x="2860597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662" y="3244"/>
                    <a:pt x="3355" y="2551"/>
                    <a:pt x="3355" y="1636"/>
                  </a:cubicBezTo>
                  <a:cubicBezTo>
                    <a:pt x="324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9"/>
            <p:cNvSpPr/>
            <p:nvPr/>
          </p:nvSpPr>
          <p:spPr>
            <a:xfrm>
              <a:off x="3010680" y="2398297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1"/>
                  </a:moveTo>
                  <a:cubicBezTo>
                    <a:pt x="819" y="1"/>
                    <a:pt x="112" y="763"/>
                    <a:pt x="112" y="1647"/>
                  </a:cubicBezTo>
                  <a:cubicBezTo>
                    <a:pt x="1" y="2562"/>
                    <a:pt x="805" y="3366"/>
                    <a:pt x="1720" y="3366"/>
                  </a:cubicBezTo>
                  <a:cubicBezTo>
                    <a:pt x="2663" y="3366"/>
                    <a:pt x="3467" y="2562"/>
                    <a:pt x="3467" y="1647"/>
                  </a:cubicBezTo>
                  <a:cubicBezTo>
                    <a:pt x="3467" y="704"/>
                    <a:pt x="2774" y="11"/>
                    <a:pt x="1859" y="11"/>
                  </a:cubicBezTo>
                  <a:cubicBezTo>
                    <a:pt x="1800" y="4"/>
                    <a:pt x="1742" y="1"/>
                    <a:pt x="1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9"/>
            <p:cNvSpPr/>
            <p:nvPr/>
          </p:nvSpPr>
          <p:spPr>
            <a:xfrm>
              <a:off x="3163811" y="2398297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781" y="1"/>
                  </a:moveTo>
                  <a:cubicBezTo>
                    <a:pt x="1725" y="1"/>
                    <a:pt x="1667" y="4"/>
                    <a:pt x="1608" y="11"/>
                  </a:cubicBezTo>
                  <a:cubicBezTo>
                    <a:pt x="693" y="11"/>
                    <a:pt x="0" y="704"/>
                    <a:pt x="0" y="1647"/>
                  </a:cubicBezTo>
                  <a:cubicBezTo>
                    <a:pt x="0" y="2562"/>
                    <a:pt x="693" y="3366"/>
                    <a:pt x="1608" y="3366"/>
                  </a:cubicBezTo>
                  <a:cubicBezTo>
                    <a:pt x="2551" y="3366"/>
                    <a:pt x="3355" y="2562"/>
                    <a:pt x="3355" y="1647"/>
                  </a:cubicBezTo>
                  <a:cubicBezTo>
                    <a:pt x="3251" y="763"/>
                    <a:pt x="2635" y="1"/>
                    <a:pt x="17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9"/>
            <p:cNvSpPr/>
            <p:nvPr/>
          </p:nvSpPr>
          <p:spPr>
            <a:xfrm>
              <a:off x="3313894" y="2398448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19" y="0"/>
                  </a:moveTo>
                  <a:cubicBezTo>
                    <a:pt x="804" y="0"/>
                    <a:pt x="111" y="693"/>
                    <a:pt x="111" y="1497"/>
                  </a:cubicBezTo>
                  <a:cubicBezTo>
                    <a:pt x="0" y="2440"/>
                    <a:pt x="804" y="3244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9"/>
            <p:cNvSpPr/>
            <p:nvPr/>
          </p:nvSpPr>
          <p:spPr>
            <a:xfrm>
              <a:off x="3465494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11" y="693"/>
                    <a:pt x="11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9"/>
            <p:cNvSpPr/>
            <p:nvPr/>
          </p:nvSpPr>
          <p:spPr>
            <a:xfrm>
              <a:off x="3617094" y="2398448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20" y="0"/>
                  </a:moveTo>
                  <a:cubicBezTo>
                    <a:pt x="805" y="0"/>
                    <a:pt x="1" y="693"/>
                    <a:pt x="112" y="1636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355"/>
                    <a:pt x="3356" y="2551"/>
                    <a:pt x="3356" y="1747"/>
                  </a:cubicBezTo>
                  <a:cubicBezTo>
                    <a:pt x="346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9"/>
            <p:cNvSpPr/>
            <p:nvPr/>
          </p:nvSpPr>
          <p:spPr>
            <a:xfrm>
              <a:off x="3768695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12" y="693"/>
                    <a:pt x="1" y="1497"/>
                  </a:cubicBezTo>
                  <a:cubicBezTo>
                    <a:pt x="1" y="2440"/>
                    <a:pt x="694" y="3244"/>
                    <a:pt x="1609" y="3355"/>
                  </a:cubicBezTo>
                  <a:cubicBezTo>
                    <a:pt x="2552" y="3355"/>
                    <a:pt x="3356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9"/>
            <p:cNvSpPr/>
            <p:nvPr/>
          </p:nvSpPr>
          <p:spPr>
            <a:xfrm>
              <a:off x="3920309" y="2398284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660" y="0"/>
                  </a:moveTo>
                  <a:cubicBezTo>
                    <a:pt x="805" y="0"/>
                    <a:pt x="103" y="659"/>
                    <a:pt x="0" y="1509"/>
                  </a:cubicBezTo>
                  <a:cubicBezTo>
                    <a:pt x="0" y="2452"/>
                    <a:pt x="693" y="3256"/>
                    <a:pt x="1608" y="3367"/>
                  </a:cubicBezTo>
                  <a:cubicBezTo>
                    <a:pt x="2551" y="3367"/>
                    <a:pt x="3244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4"/>
                    <a:pt x="1725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9"/>
            <p:cNvSpPr/>
            <p:nvPr/>
          </p:nvSpPr>
          <p:spPr>
            <a:xfrm>
              <a:off x="2633196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8" y="0"/>
                  </a:moveTo>
                  <a:cubicBezTo>
                    <a:pt x="694" y="0"/>
                    <a:pt x="0" y="693"/>
                    <a:pt x="0" y="1636"/>
                  </a:cubicBezTo>
                  <a:cubicBezTo>
                    <a:pt x="0" y="2551"/>
                    <a:pt x="69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9"/>
            <p:cNvSpPr/>
            <p:nvPr/>
          </p:nvSpPr>
          <p:spPr>
            <a:xfrm>
              <a:off x="2784797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694" y="335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9"/>
            <p:cNvSpPr/>
            <p:nvPr/>
          </p:nvSpPr>
          <p:spPr>
            <a:xfrm>
              <a:off x="2936397" y="2474084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5" y="1"/>
                  </a:moveTo>
                  <a:cubicBezTo>
                    <a:pt x="1644" y="1"/>
                    <a:pt x="1572" y="4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8" y="3367"/>
                  </a:cubicBezTo>
                  <a:cubicBezTo>
                    <a:pt x="2662" y="3256"/>
                    <a:pt x="3356" y="2563"/>
                    <a:pt x="3356" y="1648"/>
                  </a:cubicBezTo>
                  <a:cubicBezTo>
                    <a:pt x="3252" y="668"/>
                    <a:pt x="2646" y="1"/>
                    <a:pt x="1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9"/>
            <p:cNvSpPr/>
            <p:nvPr/>
          </p:nvSpPr>
          <p:spPr>
            <a:xfrm>
              <a:off x="3086493" y="2474097"/>
              <a:ext cx="47380" cy="46013"/>
            </a:xfrm>
            <a:custGeom>
              <a:rect b="b" l="l" r="r" t="t"/>
              <a:pathLst>
                <a:path extrusionOk="0" h="3366" w="3466">
                  <a:moveTo>
                    <a:pt x="1683" y="1"/>
                  </a:moveTo>
                  <a:cubicBezTo>
                    <a:pt x="818" y="1"/>
                    <a:pt x="111" y="763"/>
                    <a:pt x="111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466" y="2562"/>
                    <a:pt x="3466" y="1647"/>
                  </a:cubicBezTo>
                  <a:cubicBezTo>
                    <a:pt x="3466" y="704"/>
                    <a:pt x="2773" y="11"/>
                    <a:pt x="1858" y="11"/>
                  </a:cubicBezTo>
                  <a:cubicBezTo>
                    <a:pt x="1799" y="4"/>
                    <a:pt x="1741" y="1"/>
                    <a:pt x="16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9"/>
            <p:cNvSpPr/>
            <p:nvPr/>
          </p:nvSpPr>
          <p:spPr>
            <a:xfrm>
              <a:off x="3238094" y="2474248"/>
              <a:ext cx="47380" cy="45863"/>
            </a:xfrm>
            <a:custGeom>
              <a:rect b="b" l="l" r="r" t="t"/>
              <a:pathLst>
                <a:path extrusionOk="0" h="3355" w="3466">
                  <a:moveTo>
                    <a:pt x="1719" y="0"/>
                  </a:moveTo>
                  <a:cubicBezTo>
                    <a:pt x="915" y="0"/>
                    <a:pt x="111" y="693"/>
                    <a:pt x="111" y="1497"/>
                  </a:cubicBezTo>
                  <a:cubicBezTo>
                    <a:pt x="0" y="2440"/>
                    <a:pt x="804" y="3244"/>
                    <a:pt x="1719" y="3355"/>
                  </a:cubicBezTo>
                  <a:cubicBezTo>
                    <a:pt x="2551" y="3355"/>
                    <a:pt x="3355" y="2662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9"/>
            <p:cNvSpPr/>
            <p:nvPr/>
          </p:nvSpPr>
          <p:spPr>
            <a:xfrm>
              <a:off x="3389694" y="2474084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6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694" y="12"/>
                    <a:pt x="0" y="816"/>
                    <a:pt x="111" y="1648"/>
                  </a:cubicBezTo>
                  <a:cubicBezTo>
                    <a:pt x="111" y="2563"/>
                    <a:pt x="915" y="3367"/>
                    <a:pt x="1858" y="3367"/>
                  </a:cubicBezTo>
                  <a:cubicBezTo>
                    <a:pt x="2773" y="3256"/>
                    <a:pt x="3466" y="2452"/>
                    <a:pt x="3355" y="1509"/>
                  </a:cubicBezTo>
                  <a:cubicBezTo>
                    <a:pt x="3355" y="659"/>
                    <a:pt x="2661" y="0"/>
                    <a:pt x="1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9"/>
            <p:cNvSpPr/>
            <p:nvPr/>
          </p:nvSpPr>
          <p:spPr>
            <a:xfrm>
              <a:off x="3541294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" y="804"/>
                    <a:pt x="112" y="1747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9"/>
            <p:cNvSpPr/>
            <p:nvPr/>
          </p:nvSpPr>
          <p:spPr>
            <a:xfrm>
              <a:off x="3692895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12" y="693"/>
                    <a:pt x="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3" y="3355"/>
                    <a:pt x="3356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9"/>
            <p:cNvSpPr/>
            <p:nvPr/>
          </p:nvSpPr>
          <p:spPr>
            <a:xfrm>
              <a:off x="2708996" y="25500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551" y="3355"/>
                    <a:pt x="3244" y="2551"/>
                    <a:pt x="3355" y="1747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9"/>
            <p:cNvSpPr/>
            <p:nvPr/>
          </p:nvSpPr>
          <p:spPr>
            <a:xfrm>
              <a:off x="2860597" y="25500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694" y="335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9"/>
            <p:cNvSpPr/>
            <p:nvPr/>
          </p:nvSpPr>
          <p:spPr>
            <a:xfrm>
              <a:off x="3162294" y="2550048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9"/>
            <p:cNvSpPr/>
            <p:nvPr/>
          </p:nvSpPr>
          <p:spPr>
            <a:xfrm>
              <a:off x="3313894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9"/>
            <p:cNvSpPr/>
            <p:nvPr/>
          </p:nvSpPr>
          <p:spPr>
            <a:xfrm>
              <a:off x="3465494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11" y="693"/>
                    <a:pt x="11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9"/>
            <p:cNvSpPr/>
            <p:nvPr/>
          </p:nvSpPr>
          <p:spPr>
            <a:xfrm>
              <a:off x="3617094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693"/>
                    <a:pt x="112" y="1636"/>
                  </a:cubicBezTo>
                  <a:cubicBezTo>
                    <a:pt x="112" y="2551"/>
                    <a:pt x="805" y="3244"/>
                    <a:pt x="1609" y="3355"/>
                  </a:cubicBezTo>
                  <a:cubicBezTo>
                    <a:pt x="2552" y="3355"/>
                    <a:pt x="3356" y="2662"/>
                    <a:pt x="3356" y="1747"/>
                  </a:cubicBezTo>
                  <a:cubicBezTo>
                    <a:pt x="346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9"/>
            <p:cNvSpPr/>
            <p:nvPr/>
          </p:nvSpPr>
          <p:spPr>
            <a:xfrm>
              <a:off x="2784797" y="26258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4"/>
                    <a:pt x="1" y="1636"/>
                  </a:cubicBezTo>
                  <a:cubicBezTo>
                    <a:pt x="1" y="2551"/>
                    <a:pt x="694" y="3244"/>
                    <a:pt x="1609" y="3355"/>
                  </a:cubicBezTo>
                  <a:cubicBezTo>
                    <a:pt x="2551" y="3355"/>
                    <a:pt x="3244" y="2662"/>
                    <a:pt x="3355" y="1747"/>
                  </a:cubicBezTo>
                  <a:cubicBezTo>
                    <a:pt x="3355" y="694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9"/>
            <p:cNvSpPr/>
            <p:nvPr/>
          </p:nvSpPr>
          <p:spPr>
            <a:xfrm>
              <a:off x="2934879" y="26258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804"/>
                    <a:pt x="112" y="1747"/>
                  </a:cubicBezTo>
                  <a:cubicBezTo>
                    <a:pt x="112" y="2551"/>
                    <a:pt x="916" y="3355"/>
                    <a:pt x="1720" y="3355"/>
                  </a:cubicBezTo>
                  <a:cubicBezTo>
                    <a:pt x="2663" y="3355"/>
                    <a:pt x="3467" y="2551"/>
                    <a:pt x="3467" y="1636"/>
                  </a:cubicBezTo>
                  <a:cubicBezTo>
                    <a:pt x="3467" y="694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9"/>
            <p:cNvSpPr/>
            <p:nvPr/>
          </p:nvSpPr>
          <p:spPr>
            <a:xfrm>
              <a:off x="3086493" y="2625848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4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9"/>
            <p:cNvSpPr/>
            <p:nvPr/>
          </p:nvSpPr>
          <p:spPr>
            <a:xfrm>
              <a:off x="3238094" y="2625684"/>
              <a:ext cx="47380" cy="46041"/>
            </a:xfrm>
            <a:custGeom>
              <a:rect b="b" l="l" r="r" t="t"/>
              <a:pathLst>
                <a:path extrusionOk="0" h="3368" w="3466">
                  <a:moveTo>
                    <a:pt x="1660" y="1"/>
                  </a:moveTo>
                  <a:cubicBezTo>
                    <a:pt x="805" y="1"/>
                    <a:pt x="111" y="659"/>
                    <a:pt x="111" y="1510"/>
                  </a:cubicBezTo>
                  <a:cubicBezTo>
                    <a:pt x="0" y="2452"/>
                    <a:pt x="804" y="3256"/>
                    <a:pt x="1719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5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9"/>
            <p:cNvSpPr/>
            <p:nvPr/>
          </p:nvSpPr>
          <p:spPr>
            <a:xfrm>
              <a:off x="3391211" y="26258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694" y="0"/>
                    <a:pt x="0" y="694"/>
                    <a:pt x="0" y="1636"/>
                  </a:cubicBezTo>
                  <a:cubicBezTo>
                    <a:pt x="0" y="2551"/>
                    <a:pt x="694" y="3355"/>
                    <a:pt x="1608" y="3355"/>
                  </a:cubicBezTo>
                  <a:cubicBezTo>
                    <a:pt x="2551" y="3355"/>
                    <a:pt x="3355" y="2551"/>
                    <a:pt x="3244" y="1636"/>
                  </a:cubicBezTo>
                  <a:cubicBezTo>
                    <a:pt x="3244" y="694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9"/>
            <p:cNvSpPr/>
            <p:nvPr/>
          </p:nvSpPr>
          <p:spPr>
            <a:xfrm>
              <a:off x="3541294" y="2625711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684" y="0"/>
                  </a:moveTo>
                  <a:cubicBezTo>
                    <a:pt x="819" y="0"/>
                    <a:pt x="112" y="762"/>
                    <a:pt x="112" y="1646"/>
                  </a:cubicBezTo>
                  <a:cubicBezTo>
                    <a:pt x="1" y="2561"/>
                    <a:pt x="805" y="3365"/>
                    <a:pt x="1720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355" y="704"/>
                    <a:pt x="2773" y="10"/>
                    <a:pt x="1858" y="10"/>
                  </a:cubicBezTo>
                  <a:cubicBezTo>
                    <a:pt x="1800" y="3"/>
                    <a:pt x="1741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9"/>
            <p:cNvSpPr/>
            <p:nvPr/>
          </p:nvSpPr>
          <p:spPr>
            <a:xfrm>
              <a:off x="2860597" y="27016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551" y="3244"/>
                    <a:pt x="3245" y="2551"/>
                    <a:pt x="3355" y="1747"/>
                  </a:cubicBezTo>
                  <a:cubicBezTo>
                    <a:pt x="3355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9"/>
            <p:cNvSpPr/>
            <p:nvPr/>
          </p:nvSpPr>
          <p:spPr>
            <a:xfrm>
              <a:off x="3010680" y="2701512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0"/>
                  </a:moveTo>
                  <a:cubicBezTo>
                    <a:pt x="819" y="0"/>
                    <a:pt x="112" y="762"/>
                    <a:pt x="112" y="1646"/>
                  </a:cubicBezTo>
                  <a:cubicBezTo>
                    <a:pt x="1" y="2561"/>
                    <a:pt x="805" y="3254"/>
                    <a:pt x="1720" y="3365"/>
                  </a:cubicBezTo>
                  <a:cubicBezTo>
                    <a:pt x="2663" y="3365"/>
                    <a:pt x="3467" y="2561"/>
                    <a:pt x="3467" y="1646"/>
                  </a:cubicBezTo>
                  <a:cubicBezTo>
                    <a:pt x="3467" y="704"/>
                    <a:pt x="2774" y="11"/>
                    <a:pt x="1859" y="11"/>
                  </a:cubicBezTo>
                  <a:cubicBezTo>
                    <a:pt x="1800" y="4"/>
                    <a:pt x="1742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9"/>
            <p:cNvSpPr/>
            <p:nvPr/>
          </p:nvSpPr>
          <p:spPr>
            <a:xfrm>
              <a:off x="3163811" y="2701512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781" y="0"/>
                  </a:moveTo>
                  <a:cubicBezTo>
                    <a:pt x="1725" y="0"/>
                    <a:pt x="1667" y="4"/>
                    <a:pt x="1608" y="11"/>
                  </a:cubicBezTo>
                  <a:cubicBezTo>
                    <a:pt x="693" y="11"/>
                    <a:pt x="0" y="704"/>
                    <a:pt x="0" y="1646"/>
                  </a:cubicBezTo>
                  <a:cubicBezTo>
                    <a:pt x="0" y="2561"/>
                    <a:pt x="693" y="3365"/>
                    <a:pt x="1608" y="3365"/>
                  </a:cubicBezTo>
                  <a:cubicBezTo>
                    <a:pt x="2551" y="3365"/>
                    <a:pt x="3355" y="2561"/>
                    <a:pt x="3355" y="1646"/>
                  </a:cubicBezTo>
                  <a:cubicBezTo>
                    <a:pt x="3251" y="762"/>
                    <a:pt x="2635" y="0"/>
                    <a:pt x="17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9"/>
            <p:cNvSpPr/>
            <p:nvPr/>
          </p:nvSpPr>
          <p:spPr>
            <a:xfrm>
              <a:off x="3313894" y="2701512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0"/>
                  </a:moveTo>
                  <a:cubicBezTo>
                    <a:pt x="818" y="0"/>
                    <a:pt x="111" y="762"/>
                    <a:pt x="111" y="1646"/>
                  </a:cubicBezTo>
                  <a:cubicBezTo>
                    <a:pt x="0" y="2561"/>
                    <a:pt x="804" y="3365"/>
                    <a:pt x="1719" y="3365"/>
                  </a:cubicBezTo>
                  <a:cubicBezTo>
                    <a:pt x="2662" y="3365"/>
                    <a:pt x="3466" y="2561"/>
                    <a:pt x="3355" y="1646"/>
                  </a:cubicBezTo>
                  <a:cubicBezTo>
                    <a:pt x="3355" y="704"/>
                    <a:pt x="2773" y="11"/>
                    <a:pt x="1858" y="11"/>
                  </a:cubicBezTo>
                  <a:cubicBezTo>
                    <a:pt x="1799" y="4"/>
                    <a:pt x="1741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9"/>
            <p:cNvSpPr/>
            <p:nvPr/>
          </p:nvSpPr>
          <p:spPr>
            <a:xfrm>
              <a:off x="3465494" y="27016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694"/>
                    <a:pt x="111" y="1636"/>
                  </a:cubicBezTo>
                  <a:cubicBezTo>
                    <a:pt x="111" y="2551"/>
                    <a:pt x="805" y="3355"/>
                    <a:pt x="1720" y="3355"/>
                  </a:cubicBezTo>
                  <a:cubicBezTo>
                    <a:pt x="2662" y="3244"/>
                    <a:pt x="3466" y="2551"/>
                    <a:pt x="3355" y="1636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9"/>
            <p:cNvSpPr/>
            <p:nvPr/>
          </p:nvSpPr>
          <p:spPr>
            <a:xfrm>
              <a:off x="3088011" y="2777448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551" y="3245"/>
                    <a:pt x="3244" y="2551"/>
                    <a:pt x="3355" y="1747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9"/>
            <p:cNvSpPr/>
            <p:nvPr/>
          </p:nvSpPr>
          <p:spPr>
            <a:xfrm>
              <a:off x="3238094" y="2777448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9"/>
            <p:cNvSpPr/>
            <p:nvPr/>
          </p:nvSpPr>
          <p:spPr>
            <a:xfrm>
              <a:off x="2784797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6"/>
                  </a:cubicBezTo>
                  <a:cubicBezTo>
                    <a:pt x="1" y="2551"/>
                    <a:pt x="694" y="3245"/>
                    <a:pt x="1609" y="3355"/>
                  </a:cubicBezTo>
                  <a:cubicBezTo>
                    <a:pt x="2551" y="3355"/>
                    <a:pt x="3244" y="2662"/>
                    <a:pt x="3355" y="1747"/>
                  </a:cubicBezTo>
                  <a:cubicBezTo>
                    <a:pt x="3355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9"/>
            <p:cNvSpPr/>
            <p:nvPr/>
          </p:nvSpPr>
          <p:spPr>
            <a:xfrm>
              <a:off x="2784797" y="15646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1"/>
                    <a:pt x="694" y="3356"/>
                    <a:pt x="1609" y="3356"/>
                  </a:cubicBezTo>
                  <a:cubicBezTo>
                    <a:pt x="2551" y="3356"/>
                    <a:pt x="3355" y="2551"/>
                    <a:pt x="3355" y="1637"/>
                  </a:cubicBezTo>
                  <a:cubicBezTo>
                    <a:pt x="3355" y="694"/>
                    <a:pt x="2551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9"/>
            <p:cNvSpPr/>
            <p:nvPr/>
          </p:nvSpPr>
          <p:spPr>
            <a:xfrm>
              <a:off x="2934879" y="15646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2" y="694"/>
                    <a:pt x="112" y="1637"/>
                  </a:cubicBezTo>
                  <a:cubicBezTo>
                    <a:pt x="1" y="2551"/>
                    <a:pt x="805" y="3356"/>
                    <a:pt x="1720" y="3356"/>
                  </a:cubicBezTo>
                  <a:cubicBezTo>
                    <a:pt x="2663" y="3356"/>
                    <a:pt x="3467" y="2551"/>
                    <a:pt x="3467" y="1637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9"/>
            <p:cNvSpPr/>
            <p:nvPr/>
          </p:nvSpPr>
          <p:spPr>
            <a:xfrm>
              <a:off x="3086493" y="1564619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7"/>
                  </a:cubicBezTo>
                  <a:cubicBezTo>
                    <a:pt x="0" y="2551"/>
                    <a:pt x="804" y="3245"/>
                    <a:pt x="1719" y="3356"/>
                  </a:cubicBezTo>
                  <a:cubicBezTo>
                    <a:pt x="2662" y="3356"/>
                    <a:pt x="3466" y="2551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9"/>
            <p:cNvSpPr/>
            <p:nvPr/>
          </p:nvSpPr>
          <p:spPr>
            <a:xfrm>
              <a:off x="3239611" y="15646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1"/>
                    <a:pt x="804" y="3356"/>
                    <a:pt x="1608" y="3356"/>
                  </a:cubicBezTo>
                  <a:cubicBezTo>
                    <a:pt x="2551" y="3356"/>
                    <a:pt x="3244" y="2551"/>
                    <a:pt x="3355" y="1747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9"/>
            <p:cNvSpPr/>
            <p:nvPr/>
          </p:nvSpPr>
          <p:spPr>
            <a:xfrm>
              <a:off x="3389694" y="15646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1"/>
                  </a:moveTo>
                  <a:cubicBezTo>
                    <a:pt x="805" y="1"/>
                    <a:pt x="111" y="694"/>
                    <a:pt x="111" y="1637"/>
                  </a:cubicBezTo>
                  <a:cubicBezTo>
                    <a:pt x="0" y="2551"/>
                    <a:pt x="805" y="3356"/>
                    <a:pt x="1719" y="3356"/>
                  </a:cubicBezTo>
                  <a:cubicBezTo>
                    <a:pt x="2662" y="3356"/>
                    <a:pt x="3466" y="2551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9"/>
            <p:cNvSpPr/>
            <p:nvPr/>
          </p:nvSpPr>
          <p:spPr>
            <a:xfrm>
              <a:off x="3541294" y="15646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" y="805"/>
                    <a:pt x="112" y="1747"/>
                  </a:cubicBezTo>
                  <a:cubicBezTo>
                    <a:pt x="112" y="2551"/>
                    <a:pt x="805" y="3356"/>
                    <a:pt x="1720" y="3356"/>
                  </a:cubicBezTo>
                  <a:cubicBezTo>
                    <a:pt x="2662" y="3356"/>
                    <a:pt x="3355" y="2551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9"/>
            <p:cNvSpPr/>
            <p:nvPr/>
          </p:nvSpPr>
          <p:spPr>
            <a:xfrm>
              <a:off x="3692895" y="1564482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684" y="0"/>
                  </a:moveTo>
                  <a:cubicBezTo>
                    <a:pt x="818" y="0"/>
                    <a:pt x="105" y="763"/>
                    <a:pt x="1" y="1647"/>
                  </a:cubicBezTo>
                  <a:cubicBezTo>
                    <a:pt x="1" y="2561"/>
                    <a:pt x="805" y="3366"/>
                    <a:pt x="1720" y="3366"/>
                  </a:cubicBezTo>
                  <a:cubicBezTo>
                    <a:pt x="2663" y="3366"/>
                    <a:pt x="3356" y="2561"/>
                    <a:pt x="3356" y="1647"/>
                  </a:cubicBezTo>
                  <a:cubicBezTo>
                    <a:pt x="3356" y="704"/>
                    <a:pt x="2663" y="11"/>
                    <a:pt x="1859" y="11"/>
                  </a:cubicBezTo>
                  <a:cubicBezTo>
                    <a:pt x="1800" y="4"/>
                    <a:pt x="1742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9"/>
            <p:cNvSpPr/>
            <p:nvPr/>
          </p:nvSpPr>
          <p:spPr>
            <a:xfrm>
              <a:off x="3844509" y="1564482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665" y="0"/>
                  </a:moveTo>
                  <a:cubicBezTo>
                    <a:pt x="720" y="0"/>
                    <a:pt x="104" y="763"/>
                    <a:pt x="0" y="1647"/>
                  </a:cubicBezTo>
                  <a:cubicBezTo>
                    <a:pt x="0" y="2561"/>
                    <a:pt x="804" y="3366"/>
                    <a:pt x="1719" y="3366"/>
                  </a:cubicBezTo>
                  <a:cubicBezTo>
                    <a:pt x="2662" y="3366"/>
                    <a:pt x="3355" y="2561"/>
                    <a:pt x="3355" y="1647"/>
                  </a:cubicBezTo>
                  <a:cubicBezTo>
                    <a:pt x="3355" y="704"/>
                    <a:pt x="2662" y="11"/>
                    <a:pt x="1858" y="11"/>
                  </a:cubicBezTo>
                  <a:cubicBezTo>
                    <a:pt x="1792" y="4"/>
                    <a:pt x="1728" y="0"/>
                    <a:pt x="16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9"/>
            <p:cNvSpPr/>
            <p:nvPr/>
          </p:nvSpPr>
          <p:spPr>
            <a:xfrm>
              <a:off x="2555879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4" y="3245"/>
                    <a:pt x="1719" y="3356"/>
                  </a:cubicBezTo>
                  <a:cubicBezTo>
                    <a:pt x="2662" y="3356"/>
                    <a:pt x="3466" y="2663"/>
                    <a:pt x="3466" y="1637"/>
                  </a:cubicBezTo>
                  <a:cubicBezTo>
                    <a:pt x="3466" y="694"/>
                    <a:pt x="2773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9"/>
            <p:cNvSpPr/>
            <p:nvPr/>
          </p:nvSpPr>
          <p:spPr>
            <a:xfrm>
              <a:off x="2707479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1"/>
                    <a:pt x="805" y="3245"/>
                    <a:pt x="1720" y="3356"/>
                  </a:cubicBezTo>
                  <a:cubicBezTo>
                    <a:pt x="2662" y="3356"/>
                    <a:pt x="3466" y="2663"/>
                    <a:pt x="3466" y="1637"/>
                  </a:cubicBezTo>
                  <a:cubicBezTo>
                    <a:pt x="3466" y="694"/>
                    <a:pt x="277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9"/>
            <p:cNvSpPr/>
            <p:nvPr/>
          </p:nvSpPr>
          <p:spPr>
            <a:xfrm>
              <a:off x="2859079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1"/>
                    <a:pt x="805" y="3245"/>
                    <a:pt x="1720" y="3356"/>
                  </a:cubicBezTo>
                  <a:cubicBezTo>
                    <a:pt x="2662" y="3356"/>
                    <a:pt x="3356" y="2663"/>
                    <a:pt x="3466" y="1637"/>
                  </a:cubicBezTo>
                  <a:cubicBezTo>
                    <a:pt x="3466" y="694"/>
                    <a:pt x="277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9"/>
            <p:cNvSpPr/>
            <p:nvPr/>
          </p:nvSpPr>
          <p:spPr>
            <a:xfrm>
              <a:off x="3010680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1"/>
                    <a:pt x="805" y="3245"/>
                    <a:pt x="1720" y="3356"/>
                  </a:cubicBezTo>
                  <a:cubicBezTo>
                    <a:pt x="2663" y="3356"/>
                    <a:pt x="3356" y="2663"/>
                    <a:pt x="3467" y="1637"/>
                  </a:cubicBezTo>
                  <a:cubicBezTo>
                    <a:pt x="3467" y="694"/>
                    <a:pt x="2774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9"/>
            <p:cNvSpPr/>
            <p:nvPr/>
          </p:nvSpPr>
          <p:spPr>
            <a:xfrm>
              <a:off x="3162294" y="1640419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4" y="3245"/>
                    <a:pt x="1719" y="3356"/>
                  </a:cubicBezTo>
                  <a:cubicBezTo>
                    <a:pt x="2662" y="3356"/>
                    <a:pt x="3355" y="2663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9"/>
            <p:cNvSpPr/>
            <p:nvPr/>
          </p:nvSpPr>
          <p:spPr>
            <a:xfrm>
              <a:off x="3315411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693" y="3245"/>
                    <a:pt x="1497" y="3356"/>
                  </a:cubicBezTo>
                  <a:cubicBezTo>
                    <a:pt x="2440" y="3356"/>
                    <a:pt x="3244" y="2663"/>
                    <a:pt x="3244" y="1748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9"/>
            <p:cNvSpPr/>
            <p:nvPr/>
          </p:nvSpPr>
          <p:spPr>
            <a:xfrm>
              <a:off x="3465494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1" y="694"/>
                    <a:pt x="11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9"/>
            <p:cNvSpPr/>
            <p:nvPr/>
          </p:nvSpPr>
          <p:spPr>
            <a:xfrm>
              <a:off x="3617094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" y="805"/>
                    <a:pt x="112" y="1748"/>
                  </a:cubicBezTo>
                  <a:cubicBezTo>
                    <a:pt x="112" y="2552"/>
                    <a:pt x="805" y="3356"/>
                    <a:pt x="1720" y="3356"/>
                  </a:cubicBezTo>
                  <a:cubicBezTo>
                    <a:pt x="2662" y="3356"/>
                    <a:pt x="3356" y="2552"/>
                    <a:pt x="3356" y="1637"/>
                  </a:cubicBezTo>
                  <a:cubicBezTo>
                    <a:pt x="335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9"/>
            <p:cNvSpPr/>
            <p:nvPr/>
          </p:nvSpPr>
          <p:spPr>
            <a:xfrm>
              <a:off x="3768695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694"/>
                    <a:pt x="1" y="1637"/>
                  </a:cubicBezTo>
                  <a:cubicBezTo>
                    <a:pt x="112" y="2552"/>
                    <a:pt x="805" y="3356"/>
                    <a:pt x="1720" y="3356"/>
                  </a:cubicBezTo>
                  <a:cubicBezTo>
                    <a:pt x="2663" y="3356"/>
                    <a:pt x="3356" y="2552"/>
                    <a:pt x="3356" y="1748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9"/>
            <p:cNvSpPr/>
            <p:nvPr/>
          </p:nvSpPr>
          <p:spPr>
            <a:xfrm>
              <a:off x="3920309" y="1640419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245"/>
                    <a:pt x="1608" y="3356"/>
                  </a:cubicBezTo>
                  <a:cubicBezTo>
                    <a:pt x="2551" y="3356"/>
                    <a:pt x="3355" y="2663"/>
                    <a:pt x="3355" y="1748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9"/>
            <p:cNvSpPr/>
            <p:nvPr/>
          </p:nvSpPr>
          <p:spPr>
            <a:xfrm>
              <a:off x="2481596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608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9"/>
            <p:cNvSpPr/>
            <p:nvPr/>
          </p:nvSpPr>
          <p:spPr>
            <a:xfrm>
              <a:off x="2633196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1"/>
                  </a:moveTo>
                  <a:cubicBezTo>
                    <a:pt x="694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47" y="3356"/>
                  </a:cubicBezTo>
                  <a:cubicBezTo>
                    <a:pt x="2551" y="3356"/>
                    <a:pt x="3355" y="2552"/>
                    <a:pt x="3355" y="1748"/>
                  </a:cubicBezTo>
                  <a:cubicBezTo>
                    <a:pt x="3355" y="694"/>
                    <a:pt x="2662" y="1"/>
                    <a:pt x="1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9"/>
            <p:cNvSpPr/>
            <p:nvPr/>
          </p:nvSpPr>
          <p:spPr>
            <a:xfrm>
              <a:off x="2784797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2"/>
                    <a:pt x="805" y="3356"/>
                    <a:pt x="1747" y="3356"/>
                  </a:cubicBezTo>
                  <a:cubicBezTo>
                    <a:pt x="2551" y="3356"/>
                    <a:pt x="3244" y="2552"/>
                    <a:pt x="3355" y="1748"/>
                  </a:cubicBezTo>
                  <a:cubicBezTo>
                    <a:pt x="3355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9"/>
            <p:cNvSpPr/>
            <p:nvPr/>
          </p:nvSpPr>
          <p:spPr>
            <a:xfrm>
              <a:off x="2936397" y="1716069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6" y="0"/>
                  </a:moveTo>
                  <a:cubicBezTo>
                    <a:pt x="1645" y="0"/>
                    <a:pt x="1573" y="4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8" y="3367"/>
                  </a:cubicBezTo>
                  <a:cubicBezTo>
                    <a:pt x="2662" y="3256"/>
                    <a:pt x="3356" y="2452"/>
                    <a:pt x="3356" y="1509"/>
                  </a:cubicBezTo>
                  <a:cubicBezTo>
                    <a:pt x="3253" y="659"/>
                    <a:pt x="2647" y="0"/>
                    <a:pt x="17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9"/>
            <p:cNvSpPr/>
            <p:nvPr/>
          </p:nvSpPr>
          <p:spPr>
            <a:xfrm>
              <a:off x="3088011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47" y="3356"/>
                  </a:cubicBezTo>
                  <a:cubicBezTo>
                    <a:pt x="2551" y="3245"/>
                    <a:pt x="3244" y="2552"/>
                    <a:pt x="3355" y="1748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9"/>
            <p:cNvSpPr/>
            <p:nvPr/>
          </p:nvSpPr>
          <p:spPr>
            <a:xfrm>
              <a:off x="3239611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693" y="3356"/>
                    <a:pt x="1608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244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9"/>
            <p:cNvSpPr/>
            <p:nvPr/>
          </p:nvSpPr>
          <p:spPr>
            <a:xfrm>
              <a:off x="3389694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5" y="1"/>
                    <a:pt x="111" y="694"/>
                    <a:pt x="111" y="1637"/>
                  </a:cubicBezTo>
                  <a:cubicBezTo>
                    <a:pt x="0" y="2552"/>
                    <a:pt x="805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9"/>
            <p:cNvSpPr/>
            <p:nvPr/>
          </p:nvSpPr>
          <p:spPr>
            <a:xfrm>
              <a:off x="3010680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916" y="0"/>
                    <a:pt x="112" y="693"/>
                    <a:pt x="112" y="1497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3" y="3355"/>
                    <a:pt x="3356" y="2662"/>
                    <a:pt x="3467" y="1636"/>
                  </a:cubicBezTo>
                  <a:cubicBezTo>
                    <a:pt x="3467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9"/>
            <p:cNvSpPr/>
            <p:nvPr/>
          </p:nvSpPr>
          <p:spPr>
            <a:xfrm>
              <a:off x="4297792" y="2171061"/>
              <a:ext cx="48911" cy="45849"/>
            </a:xfrm>
            <a:custGeom>
              <a:rect b="b" l="l" r="r" t="t"/>
              <a:pathLst>
                <a:path extrusionOk="0" h="3354" w="3578">
                  <a:moveTo>
                    <a:pt x="1867" y="1"/>
                  </a:moveTo>
                  <a:cubicBezTo>
                    <a:pt x="1548" y="1"/>
                    <a:pt x="1221" y="90"/>
                    <a:pt x="916" y="248"/>
                  </a:cubicBezTo>
                  <a:cubicBezTo>
                    <a:pt x="333" y="581"/>
                    <a:pt x="1" y="1385"/>
                    <a:pt x="223" y="2078"/>
                  </a:cubicBezTo>
                  <a:cubicBezTo>
                    <a:pt x="333" y="2771"/>
                    <a:pt x="1027" y="3353"/>
                    <a:pt x="2080" y="3353"/>
                  </a:cubicBezTo>
                  <a:cubicBezTo>
                    <a:pt x="2191" y="3243"/>
                    <a:pt x="2524" y="3021"/>
                    <a:pt x="2773" y="2771"/>
                  </a:cubicBezTo>
                  <a:cubicBezTo>
                    <a:pt x="2995" y="2549"/>
                    <a:pt x="3106" y="2189"/>
                    <a:pt x="3217" y="1856"/>
                  </a:cubicBezTo>
                  <a:cubicBezTo>
                    <a:pt x="3577" y="1274"/>
                    <a:pt x="3356" y="803"/>
                    <a:pt x="2995" y="470"/>
                  </a:cubicBezTo>
                  <a:cubicBezTo>
                    <a:pt x="2669" y="144"/>
                    <a:pt x="2274" y="1"/>
                    <a:pt x="1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9"/>
            <p:cNvSpPr/>
            <p:nvPr/>
          </p:nvSpPr>
          <p:spPr>
            <a:xfrm>
              <a:off x="4146192" y="2322374"/>
              <a:ext cx="47394" cy="43730"/>
            </a:xfrm>
            <a:custGeom>
              <a:rect b="b" l="l" r="r" t="t"/>
              <a:pathLst>
                <a:path extrusionOk="0" h="3199" w="3467">
                  <a:moveTo>
                    <a:pt x="1800" y="0"/>
                  </a:moveTo>
                  <a:cubicBezTo>
                    <a:pt x="1117" y="0"/>
                    <a:pt x="540" y="364"/>
                    <a:pt x="222" y="1073"/>
                  </a:cubicBezTo>
                  <a:cubicBezTo>
                    <a:pt x="1" y="1767"/>
                    <a:pt x="222" y="2682"/>
                    <a:pt x="916" y="3042"/>
                  </a:cubicBezTo>
                  <a:cubicBezTo>
                    <a:pt x="994" y="3120"/>
                    <a:pt x="1197" y="3199"/>
                    <a:pt x="1388" y="3199"/>
                  </a:cubicBezTo>
                  <a:cubicBezTo>
                    <a:pt x="1467" y="3199"/>
                    <a:pt x="1544" y="3185"/>
                    <a:pt x="1609" y="3153"/>
                  </a:cubicBezTo>
                  <a:cubicBezTo>
                    <a:pt x="2191" y="2903"/>
                    <a:pt x="2662" y="2682"/>
                    <a:pt x="3106" y="2349"/>
                  </a:cubicBezTo>
                  <a:cubicBezTo>
                    <a:pt x="3355" y="2210"/>
                    <a:pt x="3466" y="1878"/>
                    <a:pt x="3466" y="1767"/>
                  </a:cubicBezTo>
                  <a:cubicBezTo>
                    <a:pt x="3466" y="824"/>
                    <a:pt x="2884" y="131"/>
                    <a:pt x="2080" y="20"/>
                  </a:cubicBezTo>
                  <a:cubicBezTo>
                    <a:pt x="1985" y="7"/>
                    <a:pt x="1892" y="0"/>
                    <a:pt x="1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9"/>
            <p:cNvSpPr/>
            <p:nvPr/>
          </p:nvSpPr>
          <p:spPr>
            <a:xfrm>
              <a:off x="2630162" y="1570784"/>
              <a:ext cx="48911" cy="38987"/>
            </a:xfrm>
            <a:custGeom>
              <a:rect b="b" l="l" r="r" t="t"/>
              <a:pathLst>
                <a:path extrusionOk="0" h="2852" w="3578">
                  <a:moveTo>
                    <a:pt x="2506" y="1"/>
                  </a:moveTo>
                  <a:cubicBezTo>
                    <a:pt x="2408" y="1"/>
                    <a:pt x="2303" y="8"/>
                    <a:pt x="2191" y="21"/>
                  </a:cubicBezTo>
                  <a:lnTo>
                    <a:pt x="1137" y="354"/>
                  </a:lnTo>
                  <a:cubicBezTo>
                    <a:pt x="222" y="603"/>
                    <a:pt x="1" y="1047"/>
                    <a:pt x="333" y="1879"/>
                  </a:cubicBezTo>
                  <a:cubicBezTo>
                    <a:pt x="630" y="2450"/>
                    <a:pt x="1153" y="2851"/>
                    <a:pt x="1777" y="2851"/>
                  </a:cubicBezTo>
                  <a:cubicBezTo>
                    <a:pt x="1911" y="2851"/>
                    <a:pt x="2049" y="2833"/>
                    <a:pt x="2191" y="2794"/>
                  </a:cubicBezTo>
                  <a:cubicBezTo>
                    <a:pt x="2995" y="2683"/>
                    <a:pt x="3577" y="1990"/>
                    <a:pt x="3577" y="1186"/>
                  </a:cubicBezTo>
                  <a:cubicBezTo>
                    <a:pt x="3577" y="358"/>
                    <a:pt x="3214" y="1"/>
                    <a:pt x="25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9"/>
            <p:cNvSpPr/>
            <p:nvPr/>
          </p:nvSpPr>
          <p:spPr>
            <a:xfrm>
              <a:off x="3313894" y="1506261"/>
              <a:ext cx="48898" cy="28147"/>
            </a:xfrm>
            <a:custGeom>
              <a:rect b="b" l="l" r="r" t="t"/>
              <a:pathLst>
                <a:path extrusionOk="0" h="2059" w="3577">
                  <a:moveTo>
                    <a:pt x="111" y="0"/>
                  </a:moveTo>
                  <a:cubicBezTo>
                    <a:pt x="0" y="804"/>
                    <a:pt x="222" y="1386"/>
                    <a:pt x="915" y="1858"/>
                  </a:cubicBezTo>
                  <a:cubicBezTo>
                    <a:pt x="1159" y="1997"/>
                    <a:pt x="1423" y="2059"/>
                    <a:pt x="1681" y="2059"/>
                  </a:cubicBezTo>
                  <a:cubicBezTo>
                    <a:pt x="2039" y="2059"/>
                    <a:pt x="2388" y="1940"/>
                    <a:pt x="2662" y="1747"/>
                  </a:cubicBezTo>
                  <a:cubicBezTo>
                    <a:pt x="3244" y="1275"/>
                    <a:pt x="3577" y="693"/>
                    <a:pt x="3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9"/>
            <p:cNvSpPr/>
            <p:nvPr/>
          </p:nvSpPr>
          <p:spPr>
            <a:xfrm>
              <a:off x="3163811" y="1507765"/>
              <a:ext cx="44345" cy="26930"/>
            </a:xfrm>
            <a:custGeom>
              <a:rect b="b" l="l" r="r" t="t"/>
              <a:pathLst>
                <a:path extrusionOk="0" h="1970" w="3244">
                  <a:moveTo>
                    <a:pt x="0" y="1"/>
                  </a:moveTo>
                  <a:cubicBezTo>
                    <a:pt x="111" y="1276"/>
                    <a:pt x="693" y="1969"/>
                    <a:pt x="1608" y="1969"/>
                  </a:cubicBezTo>
                  <a:cubicBezTo>
                    <a:pt x="2662" y="1969"/>
                    <a:pt x="3244" y="1276"/>
                    <a:pt x="32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9"/>
            <p:cNvSpPr/>
            <p:nvPr/>
          </p:nvSpPr>
          <p:spPr>
            <a:xfrm>
              <a:off x="2937914" y="2777298"/>
              <a:ext cx="45877" cy="33519"/>
            </a:xfrm>
            <a:custGeom>
              <a:rect b="b" l="l" r="r" t="t"/>
              <a:pathLst>
                <a:path extrusionOk="0" h="2452" w="3356">
                  <a:moveTo>
                    <a:pt x="1500" y="0"/>
                  </a:moveTo>
                  <a:cubicBezTo>
                    <a:pt x="905" y="0"/>
                    <a:pt x="358" y="405"/>
                    <a:pt x="1" y="1287"/>
                  </a:cubicBezTo>
                  <a:cubicBezTo>
                    <a:pt x="943" y="1647"/>
                    <a:pt x="1969" y="1980"/>
                    <a:pt x="3023" y="2451"/>
                  </a:cubicBezTo>
                  <a:cubicBezTo>
                    <a:pt x="3355" y="1176"/>
                    <a:pt x="3023" y="372"/>
                    <a:pt x="2080" y="123"/>
                  </a:cubicBezTo>
                  <a:cubicBezTo>
                    <a:pt x="1885" y="42"/>
                    <a:pt x="1690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9"/>
            <p:cNvSpPr/>
            <p:nvPr/>
          </p:nvSpPr>
          <p:spPr>
            <a:xfrm>
              <a:off x="3389694" y="2777694"/>
              <a:ext cx="44359" cy="31605"/>
            </a:xfrm>
            <a:custGeom>
              <a:rect b="b" l="l" r="r" t="t"/>
              <a:pathLst>
                <a:path extrusionOk="0" h="2312" w="3245">
                  <a:moveTo>
                    <a:pt x="1717" y="1"/>
                  </a:moveTo>
                  <a:cubicBezTo>
                    <a:pt x="1447" y="1"/>
                    <a:pt x="1174" y="81"/>
                    <a:pt x="915" y="232"/>
                  </a:cubicBezTo>
                  <a:cubicBezTo>
                    <a:pt x="111" y="565"/>
                    <a:pt x="0" y="1369"/>
                    <a:pt x="333" y="2312"/>
                  </a:cubicBezTo>
                  <a:cubicBezTo>
                    <a:pt x="1276" y="1840"/>
                    <a:pt x="2191" y="1480"/>
                    <a:pt x="3244" y="1147"/>
                  </a:cubicBezTo>
                  <a:cubicBezTo>
                    <a:pt x="2849" y="357"/>
                    <a:pt x="2288" y="1"/>
                    <a:pt x="17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9"/>
            <p:cNvSpPr/>
            <p:nvPr/>
          </p:nvSpPr>
          <p:spPr>
            <a:xfrm>
              <a:off x="3467012" y="1509282"/>
              <a:ext cx="42842" cy="25413"/>
            </a:xfrm>
            <a:custGeom>
              <a:rect b="b" l="l" r="r" t="t"/>
              <a:pathLst>
                <a:path extrusionOk="0" h="1859" w="3134">
                  <a:moveTo>
                    <a:pt x="0" y="1"/>
                  </a:moveTo>
                  <a:cubicBezTo>
                    <a:pt x="111" y="1165"/>
                    <a:pt x="694" y="1858"/>
                    <a:pt x="1609" y="1858"/>
                  </a:cubicBezTo>
                  <a:cubicBezTo>
                    <a:pt x="2551" y="1858"/>
                    <a:pt x="3133" y="1276"/>
                    <a:pt x="3133" y="139"/>
                  </a:cubicBezTo>
                  <a:cubicBezTo>
                    <a:pt x="2080" y="139"/>
                    <a:pt x="1054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9"/>
            <p:cNvSpPr/>
            <p:nvPr/>
          </p:nvSpPr>
          <p:spPr>
            <a:xfrm>
              <a:off x="2495990" y="2323304"/>
              <a:ext cx="32986" cy="40668"/>
            </a:xfrm>
            <a:custGeom>
              <a:rect b="b" l="l" r="r" t="t"/>
              <a:pathLst>
                <a:path extrusionOk="0" h="2975" w="2413">
                  <a:moveTo>
                    <a:pt x="882" y="1"/>
                  </a:moveTo>
                  <a:cubicBezTo>
                    <a:pt x="627" y="1"/>
                    <a:pt x="336" y="69"/>
                    <a:pt x="1" y="201"/>
                  </a:cubicBezTo>
                  <a:cubicBezTo>
                    <a:pt x="555" y="1116"/>
                    <a:pt x="1027" y="1920"/>
                    <a:pt x="1609" y="2974"/>
                  </a:cubicBezTo>
                  <a:cubicBezTo>
                    <a:pt x="2413" y="1920"/>
                    <a:pt x="2413" y="1227"/>
                    <a:pt x="1942" y="645"/>
                  </a:cubicBezTo>
                  <a:cubicBezTo>
                    <a:pt x="1661" y="206"/>
                    <a:pt x="1324" y="1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9"/>
            <p:cNvSpPr/>
            <p:nvPr/>
          </p:nvSpPr>
          <p:spPr>
            <a:xfrm>
              <a:off x="3997626" y="1583579"/>
              <a:ext cx="40942" cy="26492"/>
            </a:xfrm>
            <a:custGeom>
              <a:rect b="b" l="l" r="r" t="t"/>
              <a:pathLst>
                <a:path extrusionOk="0" h="1938" w="2995">
                  <a:moveTo>
                    <a:pt x="0" y="0"/>
                  </a:moveTo>
                  <a:cubicBezTo>
                    <a:pt x="0" y="1164"/>
                    <a:pt x="361" y="1636"/>
                    <a:pt x="1165" y="1858"/>
                  </a:cubicBezTo>
                  <a:cubicBezTo>
                    <a:pt x="1353" y="1910"/>
                    <a:pt x="1524" y="1937"/>
                    <a:pt x="1681" y="1937"/>
                  </a:cubicBezTo>
                  <a:cubicBezTo>
                    <a:pt x="2194" y="1937"/>
                    <a:pt x="2570" y="1643"/>
                    <a:pt x="2995" y="943"/>
                  </a:cubicBezTo>
                  <a:cubicBezTo>
                    <a:pt x="1969" y="693"/>
                    <a:pt x="1054" y="3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9"/>
            <p:cNvSpPr/>
            <p:nvPr/>
          </p:nvSpPr>
          <p:spPr>
            <a:xfrm>
              <a:off x="3015232" y="1514217"/>
              <a:ext cx="39807" cy="20478"/>
            </a:xfrm>
            <a:custGeom>
              <a:rect b="b" l="l" r="r" t="t"/>
              <a:pathLst>
                <a:path extrusionOk="0" h="1498" w="2912">
                  <a:moveTo>
                    <a:pt x="2912" y="0"/>
                  </a:moveTo>
                  <a:lnTo>
                    <a:pt x="2912" y="0"/>
                  </a:lnTo>
                  <a:cubicBezTo>
                    <a:pt x="1969" y="111"/>
                    <a:pt x="943" y="222"/>
                    <a:pt x="1" y="333"/>
                  </a:cubicBezTo>
                  <a:cubicBezTo>
                    <a:pt x="361" y="1165"/>
                    <a:pt x="943" y="1497"/>
                    <a:pt x="1637" y="1497"/>
                  </a:cubicBezTo>
                  <a:cubicBezTo>
                    <a:pt x="2441" y="1387"/>
                    <a:pt x="2773" y="915"/>
                    <a:pt x="29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9"/>
            <p:cNvSpPr/>
            <p:nvPr/>
          </p:nvSpPr>
          <p:spPr>
            <a:xfrm>
              <a:off x="3844509" y="2474275"/>
              <a:ext cx="39424" cy="28406"/>
            </a:xfrm>
            <a:custGeom>
              <a:rect b="b" l="l" r="r" t="t"/>
              <a:pathLst>
                <a:path extrusionOk="0" h="2078" w="2884">
                  <a:moveTo>
                    <a:pt x="1739" y="0"/>
                  </a:moveTo>
                  <a:cubicBezTo>
                    <a:pt x="1449" y="0"/>
                    <a:pt x="1171" y="89"/>
                    <a:pt x="915" y="248"/>
                  </a:cubicBezTo>
                  <a:cubicBezTo>
                    <a:pt x="222" y="580"/>
                    <a:pt x="0" y="1163"/>
                    <a:pt x="111" y="2078"/>
                  </a:cubicBezTo>
                  <a:cubicBezTo>
                    <a:pt x="1026" y="1495"/>
                    <a:pt x="1969" y="1052"/>
                    <a:pt x="2884" y="469"/>
                  </a:cubicBezTo>
                  <a:cubicBezTo>
                    <a:pt x="2496" y="144"/>
                    <a:pt x="2108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9"/>
            <p:cNvSpPr/>
            <p:nvPr/>
          </p:nvSpPr>
          <p:spPr>
            <a:xfrm>
              <a:off x="4370188" y="1947037"/>
              <a:ext cx="20860" cy="39438"/>
            </a:xfrm>
            <a:custGeom>
              <a:rect b="b" l="l" r="r" t="t"/>
              <a:pathLst>
                <a:path extrusionOk="0" h="2885" w="1526">
                  <a:moveTo>
                    <a:pt x="1165" y="1"/>
                  </a:moveTo>
                  <a:lnTo>
                    <a:pt x="1165" y="1"/>
                  </a:lnTo>
                  <a:cubicBezTo>
                    <a:pt x="0" y="1249"/>
                    <a:pt x="250" y="2302"/>
                    <a:pt x="1525" y="2884"/>
                  </a:cubicBezTo>
                  <a:cubicBezTo>
                    <a:pt x="1387" y="1942"/>
                    <a:pt x="1276" y="1027"/>
                    <a:pt x="1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9"/>
            <p:cNvSpPr/>
            <p:nvPr/>
          </p:nvSpPr>
          <p:spPr>
            <a:xfrm>
              <a:off x="3621647" y="1519781"/>
              <a:ext cx="36403" cy="14258"/>
            </a:xfrm>
            <a:custGeom>
              <a:rect b="b" l="l" r="r" t="t"/>
              <a:pathLst>
                <a:path extrusionOk="0" h="1043" w="2663">
                  <a:moveTo>
                    <a:pt x="1056" y="0"/>
                  </a:moveTo>
                  <a:cubicBezTo>
                    <a:pt x="699" y="0"/>
                    <a:pt x="378" y="62"/>
                    <a:pt x="1" y="175"/>
                  </a:cubicBezTo>
                  <a:cubicBezTo>
                    <a:pt x="427" y="758"/>
                    <a:pt x="846" y="1042"/>
                    <a:pt x="1292" y="1042"/>
                  </a:cubicBezTo>
                  <a:cubicBezTo>
                    <a:pt x="1715" y="1042"/>
                    <a:pt x="2162" y="786"/>
                    <a:pt x="2662" y="286"/>
                  </a:cubicBezTo>
                  <a:cubicBezTo>
                    <a:pt x="1966" y="90"/>
                    <a:pt x="1485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9"/>
            <p:cNvSpPr/>
            <p:nvPr/>
          </p:nvSpPr>
          <p:spPr>
            <a:xfrm>
              <a:off x="2423225" y="1659379"/>
              <a:ext cx="26916" cy="24592"/>
            </a:xfrm>
            <a:custGeom>
              <a:rect b="b" l="l" r="r" t="t"/>
              <a:pathLst>
                <a:path extrusionOk="0" h="1799" w="1969">
                  <a:moveTo>
                    <a:pt x="1969" y="0"/>
                  </a:moveTo>
                  <a:lnTo>
                    <a:pt x="1969" y="0"/>
                  </a:lnTo>
                  <a:cubicBezTo>
                    <a:pt x="1165" y="693"/>
                    <a:pt x="583" y="1165"/>
                    <a:pt x="0" y="1747"/>
                  </a:cubicBezTo>
                  <a:cubicBezTo>
                    <a:pt x="197" y="1781"/>
                    <a:pt x="380" y="1799"/>
                    <a:pt x="549" y="1799"/>
                  </a:cubicBezTo>
                  <a:cubicBezTo>
                    <a:pt x="1473" y="1799"/>
                    <a:pt x="1969" y="1266"/>
                    <a:pt x="19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4" name="Google Shape;2894;p69"/>
          <p:cNvGrpSpPr/>
          <p:nvPr/>
        </p:nvGrpSpPr>
        <p:grpSpPr>
          <a:xfrm>
            <a:off x="646625" y="1625569"/>
            <a:ext cx="1248849" cy="1249070"/>
            <a:chOff x="4566375" y="4123125"/>
            <a:chExt cx="565525" cy="565625"/>
          </a:xfrm>
        </p:grpSpPr>
        <p:sp>
          <p:nvSpPr>
            <p:cNvPr id="2895" name="Google Shape;2895;p69"/>
            <p:cNvSpPr/>
            <p:nvPr/>
          </p:nvSpPr>
          <p:spPr>
            <a:xfrm>
              <a:off x="4566375" y="4123125"/>
              <a:ext cx="565525" cy="565625"/>
            </a:xfrm>
            <a:custGeom>
              <a:rect b="b" l="l" r="r" t="t"/>
              <a:pathLst>
                <a:path extrusionOk="0" h="22625" w="22621">
                  <a:moveTo>
                    <a:pt x="0" y="1"/>
                  </a:moveTo>
                  <a:lnTo>
                    <a:pt x="0" y="5911"/>
                  </a:lnTo>
                  <a:cubicBezTo>
                    <a:pt x="511" y="8092"/>
                    <a:pt x="1547" y="10275"/>
                    <a:pt x="3540" y="11314"/>
                  </a:cubicBezTo>
                  <a:cubicBezTo>
                    <a:pt x="6922" y="13074"/>
                    <a:pt x="8863" y="13333"/>
                    <a:pt x="10258" y="13333"/>
                  </a:cubicBezTo>
                  <a:cubicBezTo>
                    <a:pt x="10645" y="13333"/>
                    <a:pt x="10989" y="13313"/>
                    <a:pt x="11311" y="13300"/>
                  </a:cubicBezTo>
                  <a:cubicBezTo>
                    <a:pt x="11443" y="13295"/>
                    <a:pt x="11572" y="13292"/>
                    <a:pt x="11699" y="13292"/>
                  </a:cubicBezTo>
                  <a:cubicBezTo>
                    <a:pt x="19177" y="13292"/>
                    <a:pt x="18328" y="22209"/>
                    <a:pt x="21544" y="22625"/>
                  </a:cubicBezTo>
                  <a:lnTo>
                    <a:pt x="22621" y="22625"/>
                  </a:lnTo>
                  <a:lnTo>
                    <a:pt x="2262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9"/>
            <p:cNvSpPr/>
            <p:nvPr/>
          </p:nvSpPr>
          <p:spPr>
            <a:xfrm>
              <a:off x="4575400" y="4123125"/>
              <a:ext cx="556500" cy="428500"/>
            </a:xfrm>
            <a:custGeom>
              <a:rect b="b" l="l" r="r" t="t"/>
              <a:pathLst>
                <a:path extrusionOk="0" h="17140" w="22260">
                  <a:moveTo>
                    <a:pt x="982" y="1"/>
                  </a:moveTo>
                  <a:cubicBezTo>
                    <a:pt x="498" y="2099"/>
                    <a:pt x="1" y="6644"/>
                    <a:pt x="4004" y="8776"/>
                  </a:cubicBezTo>
                  <a:cubicBezTo>
                    <a:pt x="9307" y="11607"/>
                    <a:pt x="14728" y="9249"/>
                    <a:pt x="16376" y="12609"/>
                  </a:cubicBezTo>
                  <a:cubicBezTo>
                    <a:pt x="17722" y="15343"/>
                    <a:pt x="19573" y="17139"/>
                    <a:pt x="21583" y="17139"/>
                  </a:cubicBezTo>
                  <a:cubicBezTo>
                    <a:pt x="21807" y="17139"/>
                    <a:pt x="22033" y="17117"/>
                    <a:pt x="22260" y="17071"/>
                  </a:cubicBezTo>
                  <a:lnTo>
                    <a:pt x="222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9"/>
            <p:cNvSpPr/>
            <p:nvPr/>
          </p:nvSpPr>
          <p:spPr>
            <a:xfrm>
              <a:off x="4932850" y="4123125"/>
              <a:ext cx="194025" cy="75100"/>
            </a:xfrm>
            <a:custGeom>
              <a:rect b="b" l="l" r="r" t="t"/>
              <a:pathLst>
                <a:path extrusionOk="0" h="3004" w="7761">
                  <a:moveTo>
                    <a:pt x="324" y="1"/>
                  </a:moveTo>
                  <a:cubicBezTo>
                    <a:pt x="151" y="300"/>
                    <a:pt x="1" y="798"/>
                    <a:pt x="239" y="1489"/>
                  </a:cubicBezTo>
                  <a:cubicBezTo>
                    <a:pt x="536" y="2352"/>
                    <a:pt x="1622" y="3004"/>
                    <a:pt x="2776" y="3004"/>
                  </a:cubicBezTo>
                  <a:cubicBezTo>
                    <a:pt x="3239" y="3004"/>
                    <a:pt x="3712" y="2899"/>
                    <a:pt x="4150" y="2661"/>
                  </a:cubicBezTo>
                  <a:cubicBezTo>
                    <a:pt x="5676" y="1826"/>
                    <a:pt x="6292" y="1210"/>
                    <a:pt x="6947" y="1012"/>
                  </a:cubicBezTo>
                  <a:cubicBezTo>
                    <a:pt x="7359" y="886"/>
                    <a:pt x="7761" y="402"/>
                    <a:pt x="7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9"/>
            <p:cNvSpPr/>
            <p:nvPr/>
          </p:nvSpPr>
          <p:spPr>
            <a:xfrm>
              <a:off x="4836025" y="4582925"/>
              <a:ext cx="124500" cy="87550"/>
            </a:xfrm>
            <a:custGeom>
              <a:rect b="b" l="l" r="r" t="t"/>
              <a:pathLst>
                <a:path extrusionOk="0" h="3502" w="4980">
                  <a:moveTo>
                    <a:pt x="2355" y="0"/>
                  </a:moveTo>
                  <a:cubicBezTo>
                    <a:pt x="1993" y="0"/>
                    <a:pt x="1597" y="92"/>
                    <a:pt x="1179" y="304"/>
                  </a:cubicBezTo>
                  <a:cubicBezTo>
                    <a:pt x="1179" y="304"/>
                    <a:pt x="0" y="965"/>
                    <a:pt x="395" y="2283"/>
                  </a:cubicBezTo>
                  <a:cubicBezTo>
                    <a:pt x="626" y="3060"/>
                    <a:pt x="1728" y="3502"/>
                    <a:pt x="2740" y="3502"/>
                  </a:cubicBezTo>
                  <a:cubicBezTo>
                    <a:pt x="3447" y="3502"/>
                    <a:pt x="4110" y="3286"/>
                    <a:pt x="4401" y="2818"/>
                  </a:cubicBezTo>
                  <a:cubicBezTo>
                    <a:pt x="4980" y="1883"/>
                    <a:pt x="4003" y="0"/>
                    <a:pt x="2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9" name="Google Shape;2899;p69"/>
          <p:cNvGrpSpPr/>
          <p:nvPr/>
        </p:nvGrpSpPr>
        <p:grpSpPr>
          <a:xfrm>
            <a:off x="1234769" y="3333654"/>
            <a:ext cx="698952" cy="857985"/>
            <a:chOff x="6384910" y="432029"/>
            <a:chExt cx="698952" cy="857985"/>
          </a:xfrm>
        </p:grpSpPr>
        <p:sp>
          <p:nvSpPr>
            <p:cNvPr id="2900" name="Google Shape;2900;p69"/>
            <p:cNvSpPr/>
            <p:nvPr/>
          </p:nvSpPr>
          <p:spPr>
            <a:xfrm>
              <a:off x="7020215" y="710034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7"/>
                    <a:pt x="99" y="433"/>
                    <a:pt x="218" y="433"/>
                  </a:cubicBezTo>
                  <a:cubicBezTo>
                    <a:pt x="337" y="433"/>
                    <a:pt x="433" y="337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9"/>
            <p:cNvSpPr/>
            <p:nvPr/>
          </p:nvSpPr>
          <p:spPr>
            <a:xfrm>
              <a:off x="7020215" y="789440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9"/>
            <p:cNvSpPr/>
            <p:nvPr/>
          </p:nvSpPr>
          <p:spPr>
            <a:xfrm>
              <a:off x="7060001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5"/>
                    <a:pt x="96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9"/>
            <p:cNvSpPr/>
            <p:nvPr/>
          </p:nvSpPr>
          <p:spPr>
            <a:xfrm>
              <a:off x="7020215" y="86884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9"/>
            <p:cNvSpPr/>
            <p:nvPr/>
          </p:nvSpPr>
          <p:spPr>
            <a:xfrm>
              <a:off x="7020215" y="948253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9"/>
            <p:cNvSpPr/>
            <p:nvPr/>
          </p:nvSpPr>
          <p:spPr>
            <a:xfrm>
              <a:off x="7060001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9"/>
            <p:cNvSpPr/>
            <p:nvPr/>
          </p:nvSpPr>
          <p:spPr>
            <a:xfrm>
              <a:off x="7020215" y="1027880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8" y="0"/>
                  </a:moveTo>
                  <a:cubicBezTo>
                    <a:pt x="99" y="0"/>
                    <a:pt x="0" y="96"/>
                    <a:pt x="0" y="214"/>
                  </a:cubicBezTo>
                  <a:cubicBezTo>
                    <a:pt x="0" y="334"/>
                    <a:pt x="99" y="429"/>
                    <a:pt x="218" y="429"/>
                  </a:cubicBezTo>
                  <a:cubicBezTo>
                    <a:pt x="337" y="429"/>
                    <a:pt x="433" y="334"/>
                    <a:pt x="433" y="214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9"/>
            <p:cNvSpPr/>
            <p:nvPr/>
          </p:nvSpPr>
          <p:spPr>
            <a:xfrm>
              <a:off x="7060001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6" y="0"/>
                    <a:pt x="0" y="95"/>
                    <a:pt x="0" y="214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9"/>
            <p:cNvSpPr/>
            <p:nvPr/>
          </p:nvSpPr>
          <p:spPr>
            <a:xfrm>
              <a:off x="7060001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9"/>
                  </a:cubicBezTo>
                  <a:cubicBezTo>
                    <a:pt x="0" y="338"/>
                    <a:pt x="96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9"/>
            <p:cNvSpPr/>
            <p:nvPr/>
          </p:nvSpPr>
          <p:spPr>
            <a:xfrm>
              <a:off x="7020215" y="1107231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96"/>
                    <a:pt x="0" y="216"/>
                  </a:cubicBezTo>
                  <a:cubicBezTo>
                    <a:pt x="0" y="335"/>
                    <a:pt x="99" y="434"/>
                    <a:pt x="218" y="434"/>
                  </a:cubicBezTo>
                  <a:cubicBezTo>
                    <a:pt x="337" y="434"/>
                    <a:pt x="433" y="335"/>
                    <a:pt x="433" y="216"/>
                  </a:cubicBezTo>
                  <a:cubicBezTo>
                    <a:pt x="433" y="96"/>
                    <a:pt x="337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9"/>
            <p:cNvSpPr/>
            <p:nvPr/>
          </p:nvSpPr>
          <p:spPr>
            <a:xfrm>
              <a:off x="6940754" y="551221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95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9"/>
            <p:cNvSpPr/>
            <p:nvPr/>
          </p:nvSpPr>
          <p:spPr>
            <a:xfrm>
              <a:off x="6980595" y="591007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5" y="0"/>
                  </a:moveTo>
                  <a:cubicBezTo>
                    <a:pt x="95" y="0"/>
                    <a:pt x="0" y="96"/>
                    <a:pt x="0" y="215"/>
                  </a:cubicBezTo>
                  <a:cubicBezTo>
                    <a:pt x="0" y="334"/>
                    <a:pt x="95" y="430"/>
                    <a:pt x="215" y="430"/>
                  </a:cubicBezTo>
                  <a:cubicBezTo>
                    <a:pt x="334" y="430"/>
                    <a:pt x="433" y="334"/>
                    <a:pt x="433" y="215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9"/>
            <p:cNvSpPr/>
            <p:nvPr/>
          </p:nvSpPr>
          <p:spPr>
            <a:xfrm>
              <a:off x="6940754" y="630628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6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9"/>
            <p:cNvSpPr/>
            <p:nvPr/>
          </p:nvSpPr>
          <p:spPr>
            <a:xfrm>
              <a:off x="6980595" y="670413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3"/>
                    <a:pt x="215" y="433"/>
                  </a:cubicBezTo>
                  <a:cubicBezTo>
                    <a:pt x="334" y="433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9"/>
            <p:cNvSpPr/>
            <p:nvPr/>
          </p:nvSpPr>
          <p:spPr>
            <a:xfrm>
              <a:off x="6940754" y="710034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9"/>
            <p:cNvSpPr/>
            <p:nvPr/>
          </p:nvSpPr>
          <p:spPr>
            <a:xfrm>
              <a:off x="6940754" y="789440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9"/>
            <p:cNvSpPr/>
            <p:nvPr/>
          </p:nvSpPr>
          <p:spPr>
            <a:xfrm>
              <a:off x="6980595" y="749820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9"/>
            <p:cNvSpPr/>
            <p:nvPr/>
          </p:nvSpPr>
          <p:spPr>
            <a:xfrm>
              <a:off x="6980595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9"/>
            <p:cNvSpPr/>
            <p:nvPr/>
          </p:nvSpPr>
          <p:spPr>
            <a:xfrm>
              <a:off x="6940754" y="868846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9"/>
            <p:cNvSpPr/>
            <p:nvPr/>
          </p:nvSpPr>
          <p:spPr>
            <a:xfrm>
              <a:off x="6940754" y="948253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9"/>
            <p:cNvSpPr/>
            <p:nvPr/>
          </p:nvSpPr>
          <p:spPr>
            <a:xfrm>
              <a:off x="6980595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9"/>
            <p:cNvSpPr/>
            <p:nvPr/>
          </p:nvSpPr>
          <p:spPr>
            <a:xfrm>
              <a:off x="6940754" y="1027880"/>
              <a:ext cx="23971" cy="23695"/>
            </a:xfrm>
            <a:custGeom>
              <a:rect b="b" l="l" r="r" t="t"/>
              <a:pathLst>
                <a:path extrusionOk="0" h="430" w="435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29"/>
                    <a:pt x="219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9"/>
            <p:cNvSpPr/>
            <p:nvPr/>
          </p:nvSpPr>
          <p:spPr>
            <a:xfrm>
              <a:off x="6980595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9"/>
            <p:cNvSpPr/>
            <p:nvPr/>
          </p:nvSpPr>
          <p:spPr>
            <a:xfrm>
              <a:off x="6940754" y="1107231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9"/>
            <p:cNvSpPr/>
            <p:nvPr/>
          </p:nvSpPr>
          <p:spPr>
            <a:xfrm>
              <a:off x="6980595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9"/>
            <p:cNvSpPr/>
            <p:nvPr/>
          </p:nvSpPr>
          <p:spPr>
            <a:xfrm>
              <a:off x="6940754" y="1186692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9"/>
            <p:cNvSpPr/>
            <p:nvPr/>
          </p:nvSpPr>
          <p:spPr>
            <a:xfrm>
              <a:off x="6980595" y="1146906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8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3" y="337"/>
                    <a:pt x="433" y="218"/>
                  </a:cubicBezTo>
                  <a:cubicBezTo>
                    <a:pt x="433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9"/>
            <p:cNvSpPr/>
            <p:nvPr/>
          </p:nvSpPr>
          <p:spPr>
            <a:xfrm>
              <a:off x="6861403" y="471815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6"/>
                    <a:pt x="0" y="215"/>
                  </a:cubicBezTo>
                  <a:cubicBezTo>
                    <a:pt x="0" y="334"/>
                    <a:pt x="99" y="433"/>
                    <a:pt x="218" y="433"/>
                  </a:cubicBezTo>
                  <a:cubicBezTo>
                    <a:pt x="337" y="433"/>
                    <a:pt x="433" y="334"/>
                    <a:pt x="433" y="215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9"/>
            <p:cNvSpPr/>
            <p:nvPr/>
          </p:nvSpPr>
          <p:spPr>
            <a:xfrm>
              <a:off x="6901189" y="511380"/>
              <a:ext cx="23860" cy="23971"/>
            </a:xfrm>
            <a:custGeom>
              <a:rect b="b" l="l" r="r" t="t"/>
              <a:pathLst>
                <a:path extrusionOk="0" h="435" w="433">
                  <a:moveTo>
                    <a:pt x="215" y="1"/>
                  </a:moveTo>
                  <a:cubicBezTo>
                    <a:pt x="96" y="1"/>
                    <a:pt x="0" y="100"/>
                    <a:pt x="0" y="219"/>
                  </a:cubicBezTo>
                  <a:cubicBezTo>
                    <a:pt x="0" y="338"/>
                    <a:pt x="96" y="434"/>
                    <a:pt x="215" y="434"/>
                  </a:cubicBezTo>
                  <a:cubicBezTo>
                    <a:pt x="334" y="434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9"/>
            <p:cNvSpPr/>
            <p:nvPr/>
          </p:nvSpPr>
          <p:spPr>
            <a:xfrm>
              <a:off x="6861403" y="551221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95"/>
                    <a:pt x="0" y="215"/>
                  </a:cubicBezTo>
                  <a:cubicBezTo>
                    <a:pt x="0" y="334"/>
                    <a:pt x="99" y="433"/>
                    <a:pt x="218" y="433"/>
                  </a:cubicBezTo>
                  <a:cubicBezTo>
                    <a:pt x="337" y="433"/>
                    <a:pt x="433" y="334"/>
                    <a:pt x="433" y="215"/>
                  </a:cubicBezTo>
                  <a:cubicBezTo>
                    <a:pt x="433" y="95"/>
                    <a:pt x="337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9"/>
            <p:cNvSpPr/>
            <p:nvPr/>
          </p:nvSpPr>
          <p:spPr>
            <a:xfrm>
              <a:off x="6901189" y="591007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5" y="0"/>
                  </a:moveTo>
                  <a:cubicBezTo>
                    <a:pt x="96" y="0"/>
                    <a:pt x="0" y="96"/>
                    <a:pt x="0" y="215"/>
                  </a:cubicBezTo>
                  <a:cubicBezTo>
                    <a:pt x="0" y="334"/>
                    <a:pt x="96" y="430"/>
                    <a:pt x="215" y="430"/>
                  </a:cubicBezTo>
                  <a:cubicBezTo>
                    <a:pt x="334" y="430"/>
                    <a:pt x="433" y="334"/>
                    <a:pt x="433" y="215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9"/>
            <p:cNvSpPr/>
            <p:nvPr/>
          </p:nvSpPr>
          <p:spPr>
            <a:xfrm>
              <a:off x="6861403" y="630628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6"/>
                    <a:pt x="0" y="218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8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9"/>
            <p:cNvSpPr/>
            <p:nvPr/>
          </p:nvSpPr>
          <p:spPr>
            <a:xfrm>
              <a:off x="6861403" y="710034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7"/>
                    <a:pt x="99" y="433"/>
                    <a:pt x="218" y="433"/>
                  </a:cubicBezTo>
                  <a:cubicBezTo>
                    <a:pt x="337" y="433"/>
                    <a:pt x="433" y="337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9"/>
            <p:cNvSpPr/>
            <p:nvPr/>
          </p:nvSpPr>
          <p:spPr>
            <a:xfrm>
              <a:off x="6901189" y="670413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5"/>
                    <a:pt x="96" y="433"/>
                    <a:pt x="215" y="433"/>
                  </a:cubicBezTo>
                  <a:cubicBezTo>
                    <a:pt x="334" y="433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9"/>
            <p:cNvSpPr/>
            <p:nvPr/>
          </p:nvSpPr>
          <p:spPr>
            <a:xfrm>
              <a:off x="6861403" y="789440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9"/>
            <p:cNvSpPr/>
            <p:nvPr/>
          </p:nvSpPr>
          <p:spPr>
            <a:xfrm>
              <a:off x="6901189" y="749820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9"/>
            <p:cNvSpPr/>
            <p:nvPr/>
          </p:nvSpPr>
          <p:spPr>
            <a:xfrm>
              <a:off x="6861403" y="86884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9"/>
            <p:cNvSpPr/>
            <p:nvPr/>
          </p:nvSpPr>
          <p:spPr>
            <a:xfrm>
              <a:off x="6901189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5"/>
                    <a:pt x="96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9"/>
            <p:cNvSpPr/>
            <p:nvPr/>
          </p:nvSpPr>
          <p:spPr>
            <a:xfrm>
              <a:off x="6861403" y="948253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9"/>
            <p:cNvSpPr/>
            <p:nvPr/>
          </p:nvSpPr>
          <p:spPr>
            <a:xfrm>
              <a:off x="6901189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9"/>
            <p:cNvSpPr/>
            <p:nvPr/>
          </p:nvSpPr>
          <p:spPr>
            <a:xfrm>
              <a:off x="6861403" y="1027880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8" y="0"/>
                  </a:moveTo>
                  <a:cubicBezTo>
                    <a:pt x="99" y="0"/>
                    <a:pt x="0" y="96"/>
                    <a:pt x="0" y="214"/>
                  </a:cubicBezTo>
                  <a:cubicBezTo>
                    <a:pt x="0" y="334"/>
                    <a:pt x="99" y="429"/>
                    <a:pt x="218" y="429"/>
                  </a:cubicBezTo>
                  <a:cubicBezTo>
                    <a:pt x="337" y="429"/>
                    <a:pt x="433" y="334"/>
                    <a:pt x="433" y="214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9"/>
            <p:cNvSpPr/>
            <p:nvPr/>
          </p:nvSpPr>
          <p:spPr>
            <a:xfrm>
              <a:off x="6901189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6" y="0"/>
                    <a:pt x="0" y="95"/>
                    <a:pt x="0" y="214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9"/>
            <p:cNvSpPr/>
            <p:nvPr/>
          </p:nvSpPr>
          <p:spPr>
            <a:xfrm>
              <a:off x="6901189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9"/>
                  </a:cubicBezTo>
                  <a:cubicBezTo>
                    <a:pt x="0" y="338"/>
                    <a:pt x="96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9"/>
            <p:cNvSpPr/>
            <p:nvPr/>
          </p:nvSpPr>
          <p:spPr>
            <a:xfrm>
              <a:off x="6861403" y="1107231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96"/>
                    <a:pt x="0" y="216"/>
                  </a:cubicBezTo>
                  <a:cubicBezTo>
                    <a:pt x="0" y="335"/>
                    <a:pt x="99" y="434"/>
                    <a:pt x="218" y="434"/>
                  </a:cubicBezTo>
                  <a:cubicBezTo>
                    <a:pt x="337" y="434"/>
                    <a:pt x="433" y="335"/>
                    <a:pt x="433" y="216"/>
                  </a:cubicBezTo>
                  <a:cubicBezTo>
                    <a:pt x="433" y="96"/>
                    <a:pt x="337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9"/>
            <p:cNvSpPr/>
            <p:nvPr/>
          </p:nvSpPr>
          <p:spPr>
            <a:xfrm>
              <a:off x="6861403" y="1186692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6"/>
                    <a:pt x="0" y="214"/>
                  </a:cubicBezTo>
                  <a:cubicBezTo>
                    <a:pt x="0" y="334"/>
                    <a:pt x="99" y="433"/>
                    <a:pt x="218" y="433"/>
                  </a:cubicBezTo>
                  <a:cubicBezTo>
                    <a:pt x="337" y="433"/>
                    <a:pt x="433" y="334"/>
                    <a:pt x="433" y="214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9"/>
            <p:cNvSpPr/>
            <p:nvPr/>
          </p:nvSpPr>
          <p:spPr>
            <a:xfrm>
              <a:off x="6901189" y="1146906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6" y="0"/>
                    <a:pt x="0" y="98"/>
                    <a:pt x="0" y="218"/>
                  </a:cubicBezTo>
                  <a:cubicBezTo>
                    <a:pt x="0" y="337"/>
                    <a:pt x="96" y="433"/>
                    <a:pt x="215" y="433"/>
                  </a:cubicBezTo>
                  <a:cubicBezTo>
                    <a:pt x="334" y="433"/>
                    <a:pt x="433" y="337"/>
                    <a:pt x="433" y="218"/>
                  </a:cubicBezTo>
                  <a:cubicBezTo>
                    <a:pt x="433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9"/>
            <p:cNvSpPr/>
            <p:nvPr/>
          </p:nvSpPr>
          <p:spPr>
            <a:xfrm>
              <a:off x="6901189" y="1226258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100"/>
                    <a:pt x="0" y="219"/>
                  </a:cubicBezTo>
                  <a:cubicBezTo>
                    <a:pt x="0" y="338"/>
                    <a:pt x="96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9"/>
            <p:cNvSpPr/>
            <p:nvPr/>
          </p:nvSpPr>
          <p:spPr>
            <a:xfrm>
              <a:off x="6781941" y="471815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9"/>
            <p:cNvSpPr/>
            <p:nvPr/>
          </p:nvSpPr>
          <p:spPr>
            <a:xfrm>
              <a:off x="6821782" y="511380"/>
              <a:ext cx="23860" cy="23971"/>
            </a:xfrm>
            <a:custGeom>
              <a:rect b="b" l="l" r="r" t="t"/>
              <a:pathLst>
                <a:path extrusionOk="0" h="435" w="433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4"/>
                    <a:pt x="215" y="434"/>
                  </a:cubicBezTo>
                  <a:cubicBezTo>
                    <a:pt x="334" y="434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9"/>
            <p:cNvSpPr/>
            <p:nvPr/>
          </p:nvSpPr>
          <p:spPr>
            <a:xfrm>
              <a:off x="6781941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5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9"/>
            <p:cNvSpPr/>
            <p:nvPr/>
          </p:nvSpPr>
          <p:spPr>
            <a:xfrm>
              <a:off x="6781941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9"/>
            <p:cNvSpPr/>
            <p:nvPr/>
          </p:nvSpPr>
          <p:spPr>
            <a:xfrm>
              <a:off x="6821782" y="591007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5" y="0"/>
                  </a:moveTo>
                  <a:cubicBezTo>
                    <a:pt x="95" y="0"/>
                    <a:pt x="0" y="96"/>
                    <a:pt x="0" y="215"/>
                  </a:cubicBezTo>
                  <a:cubicBezTo>
                    <a:pt x="0" y="334"/>
                    <a:pt x="95" y="430"/>
                    <a:pt x="215" y="430"/>
                  </a:cubicBezTo>
                  <a:cubicBezTo>
                    <a:pt x="334" y="430"/>
                    <a:pt x="433" y="334"/>
                    <a:pt x="433" y="215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9"/>
            <p:cNvSpPr/>
            <p:nvPr/>
          </p:nvSpPr>
          <p:spPr>
            <a:xfrm>
              <a:off x="6781941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9"/>
            <p:cNvSpPr/>
            <p:nvPr/>
          </p:nvSpPr>
          <p:spPr>
            <a:xfrm>
              <a:off x="6821782" y="670413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3"/>
                    <a:pt x="215" y="433"/>
                  </a:cubicBezTo>
                  <a:cubicBezTo>
                    <a:pt x="334" y="433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9"/>
            <p:cNvSpPr/>
            <p:nvPr/>
          </p:nvSpPr>
          <p:spPr>
            <a:xfrm>
              <a:off x="6821782" y="749820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9"/>
            <p:cNvSpPr/>
            <p:nvPr/>
          </p:nvSpPr>
          <p:spPr>
            <a:xfrm>
              <a:off x="6781941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9"/>
            <p:cNvSpPr/>
            <p:nvPr/>
          </p:nvSpPr>
          <p:spPr>
            <a:xfrm>
              <a:off x="6821782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9"/>
            <p:cNvSpPr/>
            <p:nvPr/>
          </p:nvSpPr>
          <p:spPr>
            <a:xfrm>
              <a:off x="6781941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9"/>
            <p:cNvSpPr/>
            <p:nvPr/>
          </p:nvSpPr>
          <p:spPr>
            <a:xfrm>
              <a:off x="6821782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9"/>
            <p:cNvSpPr/>
            <p:nvPr/>
          </p:nvSpPr>
          <p:spPr>
            <a:xfrm>
              <a:off x="6781941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9"/>
            <p:cNvSpPr/>
            <p:nvPr/>
          </p:nvSpPr>
          <p:spPr>
            <a:xfrm>
              <a:off x="6781941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29"/>
                    <a:pt x="219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9"/>
            <p:cNvSpPr/>
            <p:nvPr/>
          </p:nvSpPr>
          <p:spPr>
            <a:xfrm>
              <a:off x="6821782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9"/>
            <p:cNvSpPr/>
            <p:nvPr/>
          </p:nvSpPr>
          <p:spPr>
            <a:xfrm>
              <a:off x="6821782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9"/>
            <p:cNvSpPr/>
            <p:nvPr/>
          </p:nvSpPr>
          <p:spPr>
            <a:xfrm>
              <a:off x="6781941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9"/>
            <p:cNvSpPr/>
            <p:nvPr/>
          </p:nvSpPr>
          <p:spPr>
            <a:xfrm>
              <a:off x="6781941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9"/>
            <p:cNvSpPr/>
            <p:nvPr/>
          </p:nvSpPr>
          <p:spPr>
            <a:xfrm>
              <a:off x="6821782" y="1146906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8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3" y="337"/>
                    <a:pt x="433" y="218"/>
                  </a:cubicBezTo>
                  <a:cubicBezTo>
                    <a:pt x="433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9"/>
            <p:cNvSpPr/>
            <p:nvPr/>
          </p:nvSpPr>
          <p:spPr>
            <a:xfrm>
              <a:off x="6781941" y="1266043"/>
              <a:ext cx="23916" cy="23971"/>
            </a:xfrm>
            <a:custGeom>
              <a:rect b="b" l="l" r="r" t="t"/>
              <a:pathLst>
                <a:path extrusionOk="0" h="435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9"/>
            <p:cNvSpPr/>
            <p:nvPr/>
          </p:nvSpPr>
          <p:spPr>
            <a:xfrm>
              <a:off x="6821782" y="1226258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9"/>
            <p:cNvSpPr/>
            <p:nvPr/>
          </p:nvSpPr>
          <p:spPr>
            <a:xfrm>
              <a:off x="6702535" y="471815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9"/>
            <p:cNvSpPr/>
            <p:nvPr/>
          </p:nvSpPr>
          <p:spPr>
            <a:xfrm>
              <a:off x="6742321" y="432029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7" y="0"/>
                    <a:pt x="1" y="99"/>
                    <a:pt x="1" y="218"/>
                  </a:cubicBezTo>
                  <a:cubicBezTo>
                    <a:pt x="1" y="337"/>
                    <a:pt x="97" y="433"/>
                    <a:pt x="216" y="433"/>
                  </a:cubicBezTo>
                  <a:cubicBezTo>
                    <a:pt x="335" y="433"/>
                    <a:pt x="433" y="337"/>
                    <a:pt x="433" y="218"/>
                  </a:cubicBezTo>
                  <a:cubicBezTo>
                    <a:pt x="433" y="99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9"/>
            <p:cNvSpPr/>
            <p:nvPr/>
          </p:nvSpPr>
          <p:spPr>
            <a:xfrm>
              <a:off x="6742321" y="511380"/>
              <a:ext cx="23916" cy="23971"/>
            </a:xfrm>
            <a:custGeom>
              <a:rect b="b" l="l" r="r" t="t"/>
              <a:pathLst>
                <a:path extrusionOk="0" h="435" w="434">
                  <a:moveTo>
                    <a:pt x="216" y="1"/>
                  </a:moveTo>
                  <a:cubicBezTo>
                    <a:pt x="97" y="1"/>
                    <a:pt x="1" y="100"/>
                    <a:pt x="1" y="219"/>
                  </a:cubicBezTo>
                  <a:cubicBezTo>
                    <a:pt x="1" y="338"/>
                    <a:pt x="97" y="434"/>
                    <a:pt x="216" y="434"/>
                  </a:cubicBezTo>
                  <a:cubicBezTo>
                    <a:pt x="335" y="434"/>
                    <a:pt x="433" y="338"/>
                    <a:pt x="433" y="219"/>
                  </a:cubicBezTo>
                  <a:cubicBezTo>
                    <a:pt x="433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9"/>
            <p:cNvSpPr/>
            <p:nvPr/>
          </p:nvSpPr>
          <p:spPr>
            <a:xfrm>
              <a:off x="6702535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5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9"/>
            <p:cNvSpPr/>
            <p:nvPr/>
          </p:nvSpPr>
          <p:spPr>
            <a:xfrm>
              <a:off x="6742321" y="591007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6" y="0"/>
                  </a:moveTo>
                  <a:cubicBezTo>
                    <a:pt x="97" y="0"/>
                    <a:pt x="1" y="96"/>
                    <a:pt x="1" y="215"/>
                  </a:cubicBezTo>
                  <a:cubicBezTo>
                    <a:pt x="1" y="334"/>
                    <a:pt x="97" y="430"/>
                    <a:pt x="216" y="430"/>
                  </a:cubicBezTo>
                  <a:cubicBezTo>
                    <a:pt x="335" y="430"/>
                    <a:pt x="433" y="334"/>
                    <a:pt x="433" y="215"/>
                  </a:cubicBezTo>
                  <a:cubicBezTo>
                    <a:pt x="433" y="96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9"/>
            <p:cNvSpPr/>
            <p:nvPr/>
          </p:nvSpPr>
          <p:spPr>
            <a:xfrm>
              <a:off x="6702535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9"/>
            <p:cNvSpPr/>
            <p:nvPr/>
          </p:nvSpPr>
          <p:spPr>
            <a:xfrm>
              <a:off x="6742321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5"/>
                  </a:cubicBezTo>
                  <a:cubicBezTo>
                    <a:pt x="1" y="335"/>
                    <a:pt x="97" y="433"/>
                    <a:pt x="216" y="433"/>
                  </a:cubicBezTo>
                  <a:cubicBezTo>
                    <a:pt x="335" y="433"/>
                    <a:pt x="433" y="335"/>
                    <a:pt x="433" y="215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9"/>
            <p:cNvSpPr/>
            <p:nvPr/>
          </p:nvSpPr>
          <p:spPr>
            <a:xfrm>
              <a:off x="6702535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9"/>
            <p:cNvSpPr/>
            <p:nvPr/>
          </p:nvSpPr>
          <p:spPr>
            <a:xfrm>
              <a:off x="6702535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9"/>
            <p:cNvSpPr/>
            <p:nvPr/>
          </p:nvSpPr>
          <p:spPr>
            <a:xfrm>
              <a:off x="6742321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6"/>
                  </a:cubicBezTo>
                  <a:cubicBezTo>
                    <a:pt x="1" y="334"/>
                    <a:pt x="97" y="433"/>
                    <a:pt x="216" y="433"/>
                  </a:cubicBezTo>
                  <a:cubicBezTo>
                    <a:pt x="335" y="433"/>
                    <a:pt x="433" y="334"/>
                    <a:pt x="433" y="216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9"/>
            <p:cNvSpPr/>
            <p:nvPr/>
          </p:nvSpPr>
          <p:spPr>
            <a:xfrm>
              <a:off x="6742321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5"/>
                  </a:cubicBezTo>
                  <a:cubicBezTo>
                    <a:pt x="1" y="335"/>
                    <a:pt x="97" y="434"/>
                    <a:pt x="216" y="434"/>
                  </a:cubicBezTo>
                  <a:cubicBezTo>
                    <a:pt x="335" y="434"/>
                    <a:pt x="433" y="335"/>
                    <a:pt x="433" y="215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9"/>
            <p:cNvSpPr/>
            <p:nvPr/>
          </p:nvSpPr>
          <p:spPr>
            <a:xfrm>
              <a:off x="6702535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9"/>
            <p:cNvSpPr/>
            <p:nvPr/>
          </p:nvSpPr>
          <p:spPr>
            <a:xfrm>
              <a:off x="6742321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6"/>
                  </a:cubicBezTo>
                  <a:cubicBezTo>
                    <a:pt x="1" y="334"/>
                    <a:pt x="97" y="433"/>
                    <a:pt x="216" y="433"/>
                  </a:cubicBezTo>
                  <a:cubicBezTo>
                    <a:pt x="335" y="433"/>
                    <a:pt x="433" y="334"/>
                    <a:pt x="433" y="216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9"/>
            <p:cNvSpPr/>
            <p:nvPr/>
          </p:nvSpPr>
          <p:spPr>
            <a:xfrm>
              <a:off x="6702535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9"/>
            <p:cNvSpPr/>
            <p:nvPr/>
          </p:nvSpPr>
          <p:spPr>
            <a:xfrm>
              <a:off x="6742321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7" y="0"/>
                    <a:pt x="1" y="95"/>
                    <a:pt x="1" y="214"/>
                  </a:cubicBezTo>
                  <a:cubicBezTo>
                    <a:pt x="1" y="334"/>
                    <a:pt x="97" y="433"/>
                    <a:pt x="216" y="433"/>
                  </a:cubicBezTo>
                  <a:cubicBezTo>
                    <a:pt x="335" y="433"/>
                    <a:pt x="433" y="334"/>
                    <a:pt x="433" y="214"/>
                  </a:cubicBezTo>
                  <a:cubicBezTo>
                    <a:pt x="433" y="95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9"/>
            <p:cNvSpPr/>
            <p:nvPr/>
          </p:nvSpPr>
          <p:spPr>
            <a:xfrm>
              <a:off x="6702535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29"/>
                    <a:pt x="219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9"/>
            <p:cNvSpPr/>
            <p:nvPr/>
          </p:nvSpPr>
          <p:spPr>
            <a:xfrm>
              <a:off x="6742321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9"/>
                  </a:cubicBezTo>
                  <a:cubicBezTo>
                    <a:pt x="1" y="338"/>
                    <a:pt x="97" y="433"/>
                    <a:pt x="216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9"/>
            <p:cNvSpPr/>
            <p:nvPr/>
          </p:nvSpPr>
          <p:spPr>
            <a:xfrm>
              <a:off x="6702535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9"/>
            <p:cNvSpPr/>
            <p:nvPr/>
          </p:nvSpPr>
          <p:spPr>
            <a:xfrm>
              <a:off x="6742321" y="1146906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7" y="0"/>
                    <a:pt x="1" y="98"/>
                    <a:pt x="1" y="218"/>
                  </a:cubicBezTo>
                  <a:cubicBezTo>
                    <a:pt x="1" y="337"/>
                    <a:pt x="97" y="433"/>
                    <a:pt x="216" y="433"/>
                  </a:cubicBezTo>
                  <a:cubicBezTo>
                    <a:pt x="335" y="433"/>
                    <a:pt x="433" y="337"/>
                    <a:pt x="433" y="218"/>
                  </a:cubicBezTo>
                  <a:cubicBezTo>
                    <a:pt x="433" y="98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9"/>
            <p:cNvSpPr/>
            <p:nvPr/>
          </p:nvSpPr>
          <p:spPr>
            <a:xfrm>
              <a:off x="6702535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9"/>
            <p:cNvSpPr/>
            <p:nvPr/>
          </p:nvSpPr>
          <p:spPr>
            <a:xfrm>
              <a:off x="6742321" y="1226258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100"/>
                    <a:pt x="1" y="219"/>
                  </a:cubicBezTo>
                  <a:cubicBezTo>
                    <a:pt x="1" y="338"/>
                    <a:pt x="97" y="433"/>
                    <a:pt x="216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9"/>
            <p:cNvSpPr/>
            <p:nvPr/>
          </p:nvSpPr>
          <p:spPr>
            <a:xfrm>
              <a:off x="6623129" y="471815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33"/>
                    <a:pt x="216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9"/>
            <p:cNvSpPr/>
            <p:nvPr/>
          </p:nvSpPr>
          <p:spPr>
            <a:xfrm>
              <a:off x="6662970" y="432029"/>
              <a:ext cx="23695" cy="23860"/>
            </a:xfrm>
            <a:custGeom>
              <a:rect b="b" l="l" r="r" t="t"/>
              <a:pathLst>
                <a:path extrusionOk="0" h="433" w="430">
                  <a:moveTo>
                    <a:pt x="215" y="0"/>
                  </a:moveTo>
                  <a:cubicBezTo>
                    <a:pt x="95" y="0"/>
                    <a:pt x="0" y="99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0" y="337"/>
                    <a:pt x="430" y="218"/>
                  </a:cubicBezTo>
                  <a:cubicBezTo>
                    <a:pt x="430" y="9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9"/>
            <p:cNvSpPr/>
            <p:nvPr/>
          </p:nvSpPr>
          <p:spPr>
            <a:xfrm>
              <a:off x="6623129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95"/>
                    <a:pt x="1" y="215"/>
                  </a:cubicBezTo>
                  <a:cubicBezTo>
                    <a:pt x="1" y="334"/>
                    <a:pt x="96" y="433"/>
                    <a:pt x="216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9"/>
            <p:cNvSpPr/>
            <p:nvPr/>
          </p:nvSpPr>
          <p:spPr>
            <a:xfrm>
              <a:off x="6662970" y="511380"/>
              <a:ext cx="23695" cy="23971"/>
            </a:xfrm>
            <a:custGeom>
              <a:rect b="b" l="l" r="r" t="t"/>
              <a:pathLst>
                <a:path extrusionOk="0" h="435" w="430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4"/>
                    <a:pt x="215" y="434"/>
                  </a:cubicBezTo>
                  <a:cubicBezTo>
                    <a:pt x="334" y="434"/>
                    <a:pt x="430" y="338"/>
                    <a:pt x="430" y="219"/>
                  </a:cubicBezTo>
                  <a:cubicBezTo>
                    <a:pt x="430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9"/>
            <p:cNvSpPr/>
            <p:nvPr/>
          </p:nvSpPr>
          <p:spPr>
            <a:xfrm>
              <a:off x="6623129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6"/>
                    <a:pt x="1" y="218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9"/>
            <p:cNvSpPr/>
            <p:nvPr/>
          </p:nvSpPr>
          <p:spPr>
            <a:xfrm>
              <a:off x="6662970" y="591007"/>
              <a:ext cx="23695" cy="23695"/>
            </a:xfrm>
            <a:custGeom>
              <a:rect b="b" l="l" r="r" t="t"/>
              <a:pathLst>
                <a:path extrusionOk="0" h="430" w="430">
                  <a:moveTo>
                    <a:pt x="215" y="0"/>
                  </a:moveTo>
                  <a:cubicBezTo>
                    <a:pt x="95" y="0"/>
                    <a:pt x="0" y="96"/>
                    <a:pt x="0" y="215"/>
                  </a:cubicBezTo>
                  <a:cubicBezTo>
                    <a:pt x="0" y="334"/>
                    <a:pt x="95" y="430"/>
                    <a:pt x="215" y="430"/>
                  </a:cubicBezTo>
                  <a:cubicBezTo>
                    <a:pt x="334" y="430"/>
                    <a:pt x="430" y="334"/>
                    <a:pt x="430" y="215"/>
                  </a:cubicBezTo>
                  <a:cubicBezTo>
                    <a:pt x="430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9"/>
            <p:cNvSpPr/>
            <p:nvPr/>
          </p:nvSpPr>
          <p:spPr>
            <a:xfrm>
              <a:off x="6623129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100"/>
                    <a:pt x="1" y="218"/>
                  </a:cubicBezTo>
                  <a:cubicBezTo>
                    <a:pt x="1" y="337"/>
                    <a:pt x="96" y="433"/>
                    <a:pt x="216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9"/>
            <p:cNvSpPr/>
            <p:nvPr/>
          </p:nvSpPr>
          <p:spPr>
            <a:xfrm>
              <a:off x="6662970" y="670413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3"/>
                    <a:pt x="215" y="433"/>
                  </a:cubicBezTo>
                  <a:cubicBezTo>
                    <a:pt x="334" y="433"/>
                    <a:pt x="430" y="335"/>
                    <a:pt x="430" y="215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9"/>
            <p:cNvSpPr/>
            <p:nvPr/>
          </p:nvSpPr>
          <p:spPr>
            <a:xfrm>
              <a:off x="6623129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9"/>
                    <a:pt x="1" y="219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9"/>
            <p:cNvSpPr/>
            <p:nvPr/>
          </p:nvSpPr>
          <p:spPr>
            <a:xfrm>
              <a:off x="6662970" y="749820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0" y="334"/>
                    <a:pt x="430" y="216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9"/>
            <p:cNvSpPr/>
            <p:nvPr/>
          </p:nvSpPr>
          <p:spPr>
            <a:xfrm>
              <a:off x="6623129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100"/>
                    <a:pt x="1" y="218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9"/>
            <p:cNvSpPr/>
            <p:nvPr/>
          </p:nvSpPr>
          <p:spPr>
            <a:xfrm>
              <a:off x="6662970" y="829226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4"/>
                    <a:pt x="215" y="434"/>
                  </a:cubicBezTo>
                  <a:cubicBezTo>
                    <a:pt x="334" y="434"/>
                    <a:pt x="430" y="335"/>
                    <a:pt x="430" y="215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9"/>
            <p:cNvSpPr/>
            <p:nvPr/>
          </p:nvSpPr>
          <p:spPr>
            <a:xfrm>
              <a:off x="6623129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9"/>
                    <a:pt x="1" y="219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9"/>
            <p:cNvSpPr/>
            <p:nvPr/>
          </p:nvSpPr>
          <p:spPr>
            <a:xfrm>
              <a:off x="6662970" y="908632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0" y="334"/>
                    <a:pt x="430" y="216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9"/>
            <p:cNvSpPr/>
            <p:nvPr/>
          </p:nvSpPr>
          <p:spPr>
            <a:xfrm>
              <a:off x="6623129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6" y="0"/>
                  </a:moveTo>
                  <a:cubicBezTo>
                    <a:pt x="96" y="0"/>
                    <a:pt x="1" y="96"/>
                    <a:pt x="1" y="214"/>
                  </a:cubicBezTo>
                  <a:cubicBezTo>
                    <a:pt x="1" y="334"/>
                    <a:pt x="96" y="429"/>
                    <a:pt x="216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9"/>
            <p:cNvSpPr/>
            <p:nvPr/>
          </p:nvSpPr>
          <p:spPr>
            <a:xfrm>
              <a:off x="6662970" y="988094"/>
              <a:ext cx="23695" cy="23860"/>
            </a:xfrm>
            <a:custGeom>
              <a:rect b="b" l="l" r="r" t="t"/>
              <a:pathLst>
                <a:path extrusionOk="0" h="433" w="430">
                  <a:moveTo>
                    <a:pt x="215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0" y="334"/>
                    <a:pt x="430" y="214"/>
                  </a:cubicBezTo>
                  <a:cubicBezTo>
                    <a:pt x="430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9"/>
            <p:cNvSpPr/>
            <p:nvPr/>
          </p:nvSpPr>
          <p:spPr>
            <a:xfrm>
              <a:off x="6662970" y="1067445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0" y="338"/>
                    <a:pt x="430" y="219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9"/>
            <p:cNvSpPr/>
            <p:nvPr/>
          </p:nvSpPr>
          <p:spPr>
            <a:xfrm>
              <a:off x="6623129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96"/>
                    <a:pt x="1" y="216"/>
                  </a:cubicBezTo>
                  <a:cubicBezTo>
                    <a:pt x="1" y="335"/>
                    <a:pt x="96" y="434"/>
                    <a:pt x="216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9"/>
            <p:cNvSpPr/>
            <p:nvPr/>
          </p:nvSpPr>
          <p:spPr>
            <a:xfrm>
              <a:off x="6623129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6"/>
                    <a:pt x="1" y="214"/>
                  </a:cubicBezTo>
                  <a:cubicBezTo>
                    <a:pt x="1" y="334"/>
                    <a:pt x="96" y="433"/>
                    <a:pt x="216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9"/>
            <p:cNvSpPr/>
            <p:nvPr/>
          </p:nvSpPr>
          <p:spPr>
            <a:xfrm>
              <a:off x="6662970" y="1146906"/>
              <a:ext cx="23695" cy="23860"/>
            </a:xfrm>
            <a:custGeom>
              <a:rect b="b" l="l" r="r" t="t"/>
              <a:pathLst>
                <a:path extrusionOk="0" h="433" w="430">
                  <a:moveTo>
                    <a:pt x="215" y="0"/>
                  </a:moveTo>
                  <a:cubicBezTo>
                    <a:pt x="95" y="0"/>
                    <a:pt x="0" y="98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0" y="337"/>
                    <a:pt x="430" y="218"/>
                  </a:cubicBezTo>
                  <a:cubicBezTo>
                    <a:pt x="430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9"/>
            <p:cNvSpPr/>
            <p:nvPr/>
          </p:nvSpPr>
          <p:spPr>
            <a:xfrm>
              <a:off x="6662970" y="1226258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0" y="338"/>
                    <a:pt x="430" y="219"/>
                  </a:cubicBezTo>
                  <a:cubicBezTo>
                    <a:pt x="430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9"/>
            <p:cNvSpPr/>
            <p:nvPr/>
          </p:nvSpPr>
          <p:spPr>
            <a:xfrm>
              <a:off x="6543722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95"/>
                    <a:pt x="1" y="215"/>
                  </a:cubicBezTo>
                  <a:cubicBezTo>
                    <a:pt x="1" y="334"/>
                    <a:pt x="97" y="433"/>
                    <a:pt x="215" y="433"/>
                  </a:cubicBezTo>
                  <a:cubicBezTo>
                    <a:pt x="335" y="433"/>
                    <a:pt x="433" y="334"/>
                    <a:pt x="433" y="215"/>
                  </a:cubicBezTo>
                  <a:cubicBezTo>
                    <a:pt x="433" y="95"/>
                    <a:pt x="33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9"/>
            <p:cNvSpPr/>
            <p:nvPr/>
          </p:nvSpPr>
          <p:spPr>
            <a:xfrm>
              <a:off x="6583343" y="591007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9" y="0"/>
                  </a:moveTo>
                  <a:cubicBezTo>
                    <a:pt x="100" y="0"/>
                    <a:pt x="1" y="96"/>
                    <a:pt x="1" y="215"/>
                  </a:cubicBezTo>
                  <a:cubicBezTo>
                    <a:pt x="1" y="334"/>
                    <a:pt x="100" y="430"/>
                    <a:pt x="219" y="430"/>
                  </a:cubicBezTo>
                  <a:cubicBezTo>
                    <a:pt x="338" y="430"/>
                    <a:pt x="433" y="334"/>
                    <a:pt x="433" y="215"/>
                  </a:cubicBezTo>
                  <a:cubicBezTo>
                    <a:pt x="433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9"/>
            <p:cNvSpPr/>
            <p:nvPr/>
          </p:nvSpPr>
          <p:spPr>
            <a:xfrm>
              <a:off x="6543722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6"/>
                    <a:pt x="1" y="218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8"/>
                  </a:cubicBezTo>
                  <a:cubicBezTo>
                    <a:pt x="433" y="96"/>
                    <a:pt x="33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9"/>
            <p:cNvSpPr/>
            <p:nvPr/>
          </p:nvSpPr>
          <p:spPr>
            <a:xfrm>
              <a:off x="6583343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5"/>
                  </a:cubicBezTo>
                  <a:cubicBezTo>
                    <a:pt x="1" y="335"/>
                    <a:pt x="100" y="433"/>
                    <a:pt x="219" y="433"/>
                  </a:cubicBezTo>
                  <a:cubicBezTo>
                    <a:pt x="338" y="433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9"/>
            <p:cNvSpPr/>
            <p:nvPr/>
          </p:nvSpPr>
          <p:spPr>
            <a:xfrm>
              <a:off x="6543722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100"/>
                    <a:pt x="1" y="218"/>
                  </a:cubicBezTo>
                  <a:cubicBezTo>
                    <a:pt x="1" y="337"/>
                    <a:pt x="97" y="433"/>
                    <a:pt x="215" y="433"/>
                  </a:cubicBezTo>
                  <a:cubicBezTo>
                    <a:pt x="335" y="433"/>
                    <a:pt x="433" y="337"/>
                    <a:pt x="433" y="218"/>
                  </a:cubicBezTo>
                  <a:cubicBezTo>
                    <a:pt x="433" y="100"/>
                    <a:pt x="33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9"/>
            <p:cNvSpPr/>
            <p:nvPr/>
          </p:nvSpPr>
          <p:spPr>
            <a:xfrm>
              <a:off x="6583343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9"/>
            <p:cNvSpPr/>
            <p:nvPr/>
          </p:nvSpPr>
          <p:spPr>
            <a:xfrm>
              <a:off x="6543722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99"/>
                    <a:pt x="33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9"/>
            <p:cNvSpPr/>
            <p:nvPr/>
          </p:nvSpPr>
          <p:spPr>
            <a:xfrm>
              <a:off x="6583343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5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9"/>
            <p:cNvSpPr/>
            <p:nvPr/>
          </p:nvSpPr>
          <p:spPr>
            <a:xfrm>
              <a:off x="6543722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100"/>
                    <a:pt x="1" y="218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8"/>
                  </a:cubicBezTo>
                  <a:cubicBezTo>
                    <a:pt x="433" y="100"/>
                    <a:pt x="33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9"/>
            <p:cNvSpPr/>
            <p:nvPr/>
          </p:nvSpPr>
          <p:spPr>
            <a:xfrm>
              <a:off x="6543722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99"/>
                    <a:pt x="33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9"/>
            <p:cNvSpPr/>
            <p:nvPr/>
          </p:nvSpPr>
          <p:spPr>
            <a:xfrm>
              <a:off x="6583343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9"/>
            <p:cNvSpPr/>
            <p:nvPr/>
          </p:nvSpPr>
          <p:spPr>
            <a:xfrm>
              <a:off x="6583343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5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3" y="334"/>
                    <a:pt x="433" y="214"/>
                  </a:cubicBezTo>
                  <a:cubicBezTo>
                    <a:pt x="433" y="95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9"/>
            <p:cNvSpPr/>
            <p:nvPr/>
          </p:nvSpPr>
          <p:spPr>
            <a:xfrm>
              <a:off x="6543722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5" y="0"/>
                  </a:moveTo>
                  <a:cubicBezTo>
                    <a:pt x="97" y="0"/>
                    <a:pt x="1" y="96"/>
                    <a:pt x="1" y="214"/>
                  </a:cubicBezTo>
                  <a:cubicBezTo>
                    <a:pt x="1" y="334"/>
                    <a:pt x="97" y="429"/>
                    <a:pt x="215" y="429"/>
                  </a:cubicBezTo>
                  <a:cubicBezTo>
                    <a:pt x="335" y="429"/>
                    <a:pt x="433" y="334"/>
                    <a:pt x="433" y="214"/>
                  </a:cubicBezTo>
                  <a:cubicBezTo>
                    <a:pt x="433" y="96"/>
                    <a:pt x="33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9"/>
            <p:cNvSpPr/>
            <p:nvPr/>
          </p:nvSpPr>
          <p:spPr>
            <a:xfrm>
              <a:off x="6583343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9"/>
            <p:cNvSpPr/>
            <p:nvPr/>
          </p:nvSpPr>
          <p:spPr>
            <a:xfrm>
              <a:off x="6543722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96"/>
                    <a:pt x="1" y="216"/>
                  </a:cubicBezTo>
                  <a:cubicBezTo>
                    <a:pt x="1" y="335"/>
                    <a:pt x="97" y="434"/>
                    <a:pt x="215" y="434"/>
                  </a:cubicBezTo>
                  <a:cubicBezTo>
                    <a:pt x="335" y="434"/>
                    <a:pt x="433" y="335"/>
                    <a:pt x="433" y="216"/>
                  </a:cubicBezTo>
                  <a:cubicBezTo>
                    <a:pt x="433" y="96"/>
                    <a:pt x="33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9"/>
            <p:cNvSpPr/>
            <p:nvPr/>
          </p:nvSpPr>
          <p:spPr>
            <a:xfrm>
              <a:off x="6543722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6"/>
                    <a:pt x="1" y="214"/>
                  </a:cubicBezTo>
                  <a:cubicBezTo>
                    <a:pt x="1" y="334"/>
                    <a:pt x="97" y="433"/>
                    <a:pt x="215" y="433"/>
                  </a:cubicBezTo>
                  <a:cubicBezTo>
                    <a:pt x="335" y="433"/>
                    <a:pt x="433" y="334"/>
                    <a:pt x="433" y="214"/>
                  </a:cubicBezTo>
                  <a:cubicBezTo>
                    <a:pt x="433" y="96"/>
                    <a:pt x="33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9"/>
            <p:cNvSpPr/>
            <p:nvPr/>
          </p:nvSpPr>
          <p:spPr>
            <a:xfrm>
              <a:off x="6583343" y="1146906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8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3" y="337"/>
                    <a:pt x="433" y="218"/>
                  </a:cubicBezTo>
                  <a:cubicBezTo>
                    <a:pt x="433" y="98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9"/>
            <p:cNvSpPr/>
            <p:nvPr/>
          </p:nvSpPr>
          <p:spPr>
            <a:xfrm>
              <a:off x="6583343" y="1226258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9"/>
            <p:cNvSpPr/>
            <p:nvPr/>
          </p:nvSpPr>
          <p:spPr>
            <a:xfrm>
              <a:off x="6503937" y="591007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8" y="0"/>
                  </a:moveTo>
                  <a:cubicBezTo>
                    <a:pt x="99" y="0"/>
                    <a:pt x="1" y="96"/>
                    <a:pt x="1" y="215"/>
                  </a:cubicBezTo>
                  <a:cubicBezTo>
                    <a:pt x="1" y="334"/>
                    <a:pt x="99" y="430"/>
                    <a:pt x="218" y="430"/>
                  </a:cubicBezTo>
                  <a:cubicBezTo>
                    <a:pt x="338" y="430"/>
                    <a:pt x="433" y="334"/>
                    <a:pt x="433" y="215"/>
                  </a:cubicBezTo>
                  <a:cubicBezTo>
                    <a:pt x="433" y="96"/>
                    <a:pt x="338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9"/>
            <p:cNvSpPr/>
            <p:nvPr/>
          </p:nvSpPr>
          <p:spPr>
            <a:xfrm>
              <a:off x="6464316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0" y="96"/>
                    <a:pt x="0" y="218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8"/>
                  </a:cubicBezTo>
                  <a:cubicBezTo>
                    <a:pt x="434" y="96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9"/>
            <p:cNvSpPr/>
            <p:nvPr/>
          </p:nvSpPr>
          <p:spPr>
            <a:xfrm>
              <a:off x="6464316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0" y="100"/>
                    <a:pt x="0" y="218"/>
                  </a:cubicBezTo>
                  <a:cubicBezTo>
                    <a:pt x="0" y="337"/>
                    <a:pt x="96" y="433"/>
                    <a:pt x="216" y="433"/>
                  </a:cubicBezTo>
                  <a:cubicBezTo>
                    <a:pt x="335" y="433"/>
                    <a:pt x="434" y="337"/>
                    <a:pt x="434" y="218"/>
                  </a:cubicBezTo>
                  <a:cubicBezTo>
                    <a:pt x="434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9"/>
            <p:cNvSpPr/>
            <p:nvPr/>
          </p:nvSpPr>
          <p:spPr>
            <a:xfrm>
              <a:off x="6503937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3"/>
                    <a:pt x="218" y="433"/>
                  </a:cubicBezTo>
                  <a:cubicBezTo>
                    <a:pt x="338" y="433"/>
                    <a:pt x="433" y="335"/>
                    <a:pt x="433" y="215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9"/>
            <p:cNvSpPr/>
            <p:nvPr/>
          </p:nvSpPr>
          <p:spPr>
            <a:xfrm>
              <a:off x="6464316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0" y="99"/>
                    <a:pt x="0" y="219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9"/>
                  </a:cubicBezTo>
                  <a:cubicBezTo>
                    <a:pt x="434" y="99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9"/>
            <p:cNvSpPr/>
            <p:nvPr/>
          </p:nvSpPr>
          <p:spPr>
            <a:xfrm>
              <a:off x="6503937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8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9"/>
            <p:cNvSpPr/>
            <p:nvPr/>
          </p:nvSpPr>
          <p:spPr>
            <a:xfrm>
              <a:off x="6464316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0" y="100"/>
                    <a:pt x="0" y="218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8"/>
                  </a:cubicBezTo>
                  <a:cubicBezTo>
                    <a:pt x="434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9"/>
            <p:cNvSpPr/>
            <p:nvPr/>
          </p:nvSpPr>
          <p:spPr>
            <a:xfrm>
              <a:off x="6503937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4"/>
                    <a:pt x="218" y="434"/>
                  </a:cubicBezTo>
                  <a:cubicBezTo>
                    <a:pt x="338" y="434"/>
                    <a:pt x="433" y="335"/>
                    <a:pt x="433" y="215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9"/>
            <p:cNvSpPr/>
            <p:nvPr/>
          </p:nvSpPr>
          <p:spPr>
            <a:xfrm>
              <a:off x="6464316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0" y="99"/>
                    <a:pt x="0" y="219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9"/>
                  </a:cubicBezTo>
                  <a:cubicBezTo>
                    <a:pt x="434" y="99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9"/>
            <p:cNvSpPr/>
            <p:nvPr/>
          </p:nvSpPr>
          <p:spPr>
            <a:xfrm>
              <a:off x="6503937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8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9"/>
            <p:cNvSpPr/>
            <p:nvPr/>
          </p:nvSpPr>
          <p:spPr>
            <a:xfrm>
              <a:off x="6464316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6" y="0"/>
                  </a:moveTo>
                  <a:cubicBezTo>
                    <a:pt x="96" y="0"/>
                    <a:pt x="0" y="96"/>
                    <a:pt x="0" y="214"/>
                  </a:cubicBezTo>
                  <a:cubicBezTo>
                    <a:pt x="0" y="334"/>
                    <a:pt x="96" y="429"/>
                    <a:pt x="216" y="429"/>
                  </a:cubicBezTo>
                  <a:cubicBezTo>
                    <a:pt x="335" y="429"/>
                    <a:pt x="434" y="334"/>
                    <a:pt x="434" y="214"/>
                  </a:cubicBezTo>
                  <a:cubicBezTo>
                    <a:pt x="434" y="96"/>
                    <a:pt x="33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9"/>
            <p:cNvSpPr/>
            <p:nvPr/>
          </p:nvSpPr>
          <p:spPr>
            <a:xfrm>
              <a:off x="6503937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8" y="0"/>
                  </a:moveTo>
                  <a:cubicBezTo>
                    <a:pt x="99" y="0"/>
                    <a:pt x="1" y="95"/>
                    <a:pt x="1" y="214"/>
                  </a:cubicBezTo>
                  <a:cubicBezTo>
                    <a:pt x="1" y="334"/>
                    <a:pt x="99" y="433"/>
                    <a:pt x="218" y="433"/>
                  </a:cubicBezTo>
                  <a:cubicBezTo>
                    <a:pt x="338" y="433"/>
                    <a:pt x="433" y="334"/>
                    <a:pt x="433" y="214"/>
                  </a:cubicBezTo>
                  <a:cubicBezTo>
                    <a:pt x="433" y="95"/>
                    <a:pt x="338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9"/>
            <p:cNvSpPr/>
            <p:nvPr/>
          </p:nvSpPr>
          <p:spPr>
            <a:xfrm>
              <a:off x="6503937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9"/>
                  </a:cubicBezTo>
                  <a:cubicBezTo>
                    <a:pt x="1" y="338"/>
                    <a:pt x="99" y="433"/>
                    <a:pt x="218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9"/>
            <p:cNvSpPr/>
            <p:nvPr/>
          </p:nvSpPr>
          <p:spPr>
            <a:xfrm>
              <a:off x="6464316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5"/>
                    <a:pt x="96" y="434"/>
                    <a:pt x="216" y="434"/>
                  </a:cubicBezTo>
                  <a:cubicBezTo>
                    <a:pt x="335" y="434"/>
                    <a:pt x="434" y="335"/>
                    <a:pt x="434" y="216"/>
                  </a:cubicBezTo>
                  <a:cubicBezTo>
                    <a:pt x="434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9"/>
            <p:cNvSpPr/>
            <p:nvPr/>
          </p:nvSpPr>
          <p:spPr>
            <a:xfrm>
              <a:off x="6503937" y="1146906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8" y="0"/>
                  </a:moveTo>
                  <a:cubicBezTo>
                    <a:pt x="99" y="0"/>
                    <a:pt x="1" y="98"/>
                    <a:pt x="1" y="218"/>
                  </a:cubicBezTo>
                  <a:cubicBezTo>
                    <a:pt x="1" y="337"/>
                    <a:pt x="99" y="433"/>
                    <a:pt x="218" y="433"/>
                  </a:cubicBezTo>
                  <a:cubicBezTo>
                    <a:pt x="338" y="433"/>
                    <a:pt x="433" y="337"/>
                    <a:pt x="433" y="218"/>
                  </a:cubicBezTo>
                  <a:cubicBezTo>
                    <a:pt x="433" y="98"/>
                    <a:pt x="338" y="0"/>
                    <a:pt x="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9"/>
            <p:cNvSpPr/>
            <p:nvPr/>
          </p:nvSpPr>
          <p:spPr>
            <a:xfrm>
              <a:off x="6424530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3"/>
                    <a:pt x="219" y="433"/>
                  </a:cubicBezTo>
                  <a:cubicBezTo>
                    <a:pt x="338" y="433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9"/>
            <p:cNvSpPr/>
            <p:nvPr/>
          </p:nvSpPr>
          <p:spPr>
            <a:xfrm>
              <a:off x="6384910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9"/>
            <p:cNvSpPr/>
            <p:nvPr/>
          </p:nvSpPr>
          <p:spPr>
            <a:xfrm>
              <a:off x="6424530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9"/>
            <p:cNvSpPr/>
            <p:nvPr/>
          </p:nvSpPr>
          <p:spPr>
            <a:xfrm>
              <a:off x="6384910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100"/>
                    <a:pt x="1" y="218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4" y="433"/>
                    <a:pt x="433" y="338"/>
                    <a:pt x="433" y="218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9"/>
            <p:cNvSpPr/>
            <p:nvPr/>
          </p:nvSpPr>
          <p:spPr>
            <a:xfrm>
              <a:off x="6424530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4"/>
                    <a:pt x="219" y="434"/>
                  </a:cubicBezTo>
                  <a:cubicBezTo>
                    <a:pt x="338" y="434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9"/>
            <p:cNvSpPr/>
            <p:nvPr/>
          </p:nvSpPr>
          <p:spPr>
            <a:xfrm>
              <a:off x="6424530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9"/>
            <p:cNvSpPr/>
            <p:nvPr/>
          </p:nvSpPr>
          <p:spPr>
            <a:xfrm>
              <a:off x="6384910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9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9"/>
            <p:cNvSpPr/>
            <p:nvPr/>
          </p:nvSpPr>
          <p:spPr>
            <a:xfrm>
              <a:off x="6424530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99" y="0"/>
                    <a:pt x="1" y="95"/>
                    <a:pt x="1" y="214"/>
                  </a:cubicBezTo>
                  <a:cubicBezTo>
                    <a:pt x="1" y="334"/>
                    <a:pt x="99" y="433"/>
                    <a:pt x="219" y="433"/>
                  </a:cubicBezTo>
                  <a:cubicBezTo>
                    <a:pt x="338" y="433"/>
                    <a:pt x="433" y="334"/>
                    <a:pt x="433" y="214"/>
                  </a:cubicBezTo>
                  <a:cubicBezTo>
                    <a:pt x="433" y="95"/>
                    <a:pt x="338" y="0"/>
                    <a:pt x="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9"/>
            <p:cNvSpPr/>
            <p:nvPr/>
          </p:nvSpPr>
          <p:spPr>
            <a:xfrm>
              <a:off x="6384910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5" y="0"/>
                  </a:moveTo>
                  <a:cubicBezTo>
                    <a:pt x="97" y="0"/>
                    <a:pt x="1" y="96"/>
                    <a:pt x="1" y="214"/>
                  </a:cubicBezTo>
                  <a:cubicBezTo>
                    <a:pt x="1" y="334"/>
                    <a:pt x="97" y="429"/>
                    <a:pt x="215" y="429"/>
                  </a:cubicBezTo>
                  <a:cubicBezTo>
                    <a:pt x="334" y="429"/>
                    <a:pt x="433" y="334"/>
                    <a:pt x="433" y="214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9"/>
            <p:cNvSpPr/>
            <p:nvPr/>
          </p:nvSpPr>
          <p:spPr>
            <a:xfrm>
              <a:off x="6424530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9"/>
                  </a:cubicBezTo>
                  <a:cubicBezTo>
                    <a:pt x="1" y="338"/>
                    <a:pt x="99" y="433"/>
                    <a:pt x="219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3056" name="Shape 3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7" name="Google Shape;3057;p70"/>
          <p:cNvSpPr txBox="1"/>
          <p:nvPr>
            <p:ph type="title"/>
          </p:nvPr>
        </p:nvSpPr>
        <p:spPr>
          <a:xfrm>
            <a:off x="899550" y="503388"/>
            <a:ext cx="734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RESOURCES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3058" name="Google Shape;3058;p70"/>
          <p:cNvSpPr txBox="1"/>
          <p:nvPr>
            <p:ph idx="1" type="body"/>
          </p:nvPr>
        </p:nvSpPr>
        <p:spPr>
          <a:xfrm>
            <a:off x="720675" y="2070192"/>
            <a:ext cx="3851400" cy="13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3"/>
              </a:rPr>
              <a:t>Gradient abstract shape infographic </a:t>
            </a:r>
            <a:endParaRPr sz="1200" u="none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4"/>
              </a:rPr>
              <a:t>Retro colored infographic template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5"/>
              </a:rPr>
              <a:t>Abstract shape gradient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6"/>
              </a:rPr>
              <a:t>Infographic elements pack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7"/>
              </a:rPr>
              <a:t>Gradient abstract shape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8"/>
              </a:rPr>
              <a:t>Infographic with retro colors design</a:t>
            </a:r>
            <a:endParaRPr sz="1200" u="none"/>
          </a:p>
        </p:txBody>
      </p:sp>
      <p:sp>
        <p:nvSpPr>
          <p:cNvPr id="3059" name="Google Shape;3059;p70"/>
          <p:cNvSpPr txBox="1"/>
          <p:nvPr>
            <p:ph idx="1" type="body"/>
          </p:nvPr>
        </p:nvSpPr>
        <p:spPr>
          <a:xfrm>
            <a:off x="4571954" y="2070192"/>
            <a:ext cx="3851400" cy="13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9"/>
              </a:rPr>
              <a:t>Flat infographic elements collection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0"/>
              </a:rPr>
              <a:t>Gradient abstract shape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1"/>
              </a:rPr>
              <a:t>Gradient abstract shape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2"/>
              </a:rPr>
              <a:t>Realistic iphone with wallpaper</a:t>
            </a:r>
            <a:endParaRPr sz="1200" u="none">
              <a:solidFill>
                <a:srgbClr val="000000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3"/>
              </a:rPr>
              <a:t>Abstract organic shapes banners</a:t>
            </a:r>
            <a:endParaRPr sz="1200" u="none">
              <a:solidFill>
                <a:srgbClr val="000000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4"/>
              </a:rPr>
              <a:t>Abstract fluid banner template</a:t>
            </a:r>
            <a:endParaRPr sz="1200" u="none">
              <a:solidFill>
                <a:srgbClr val="5F7D95"/>
              </a:solidFill>
            </a:endParaRPr>
          </a:p>
          <a:p>
            <a:pPr indent="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t/>
            </a:r>
            <a:endParaRPr sz="1200" u="none"/>
          </a:p>
        </p:txBody>
      </p:sp>
      <p:sp>
        <p:nvSpPr>
          <p:cNvPr id="3060" name="Google Shape;3060;p70"/>
          <p:cNvSpPr txBox="1"/>
          <p:nvPr/>
        </p:nvSpPr>
        <p:spPr>
          <a:xfrm>
            <a:off x="914400" y="1445495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VECTORS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3064" name="Shape 3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5" name="Google Shape;3065;p71"/>
          <p:cNvSpPr txBox="1"/>
          <p:nvPr>
            <p:ph type="title"/>
          </p:nvPr>
        </p:nvSpPr>
        <p:spPr>
          <a:xfrm>
            <a:off x="899550" y="503388"/>
            <a:ext cx="734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3066" name="Google Shape;3066;p71"/>
          <p:cNvSpPr txBox="1"/>
          <p:nvPr>
            <p:ph idx="1" type="body"/>
          </p:nvPr>
        </p:nvSpPr>
        <p:spPr>
          <a:xfrm>
            <a:off x="720663" y="2073123"/>
            <a:ext cx="3851400" cy="26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3"/>
              </a:rPr>
              <a:t>Overhead view of man's hand using social media app</a:t>
            </a:r>
            <a:r>
              <a:rPr lang="en" sz="1200" u="none">
                <a:solidFill>
                  <a:srgbClr val="374957"/>
                </a:solidFill>
              </a:rPr>
              <a:t>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4"/>
              </a:rPr>
              <a:t>Factory in high mountains </a:t>
            </a:r>
            <a:endParaRPr sz="1200" u="none">
              <a:solidFill>
                <a:srgbClr val="000000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5"/>
              </a:rPr>
              <a:t>Hand holding light bulbs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6"/>
              </a:rPr>
              <a:t>Portrait of modern man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7"/>
              </a:rPr>
              <a:t>Lifestyle of young friends outdoors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8"/>
              </a:rPr>
              <a:t>Skyscrapers and clear blue sky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9"/>
              </a:rPr>
              <a:t>Hand holding a instant photo frame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0"/>
              </a:rPr>
              <a:t>Group of happy friend sharing images</a:t>
            </a:r>
            <a:endParaRPr sz="1200" u="none">
              <a:solidFill>
                <a:srgbClr val="374957"/>
              </a:solidFill>
            </a:endParaRPr>
          </a:p>
        </p:txBody>
      </p:sp>
      <p:sp>
        <p:nvSpPr>
          <p:cNvPr id="3067" name="Google Shape;3067;p71"/>
          <p:cNvSpPr txBox="1"/>
          <p:nvPr>
            <p:ph idx="1" type="body"/>
          </p:nvPr>
        </p:nvSpPr>
        <p:spPr>
          <a:xfrm>
            <a:off x="4571946" y="2071658"/>
            <a:ext cx="3851400" cy="26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1"/>
              </a:rPr>
              <a:t>Office mirrored tall buildings</a:t>
            </a:r>
            <a:r>
              <a:rPr lang="en" sz="1200" u="none">
                <a:solidFill>
                  <a:srgbClr val="374957"/>
                </a:solidFill>
              </a:rPr>
              <a:t>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2"/>
              </a:rPr>
              <a:t>Motion blur bridge with cars at night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3"/>
              </a:rPr>
              <a:t>Busy junction full of cars and people</a:t>
            </a:r>
            <a:r>
              <a:rPr lang="en" sz="1200" u="none">
                <a:solidFill>
                  <a:srgbClr val="374957"/>
                </a:solidFill>
              </a:rPr>
              <a:t>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4"/>
              </a:rPr>
              <a:t>Low angle buildings on sunny day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5"/>
              </a:rPr>
              <a:t>Glass building at sunrise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6"/>
              </a:rPr>
              <a:t>Close-up of businesswoman touching chart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7"/>
              </a:rPr>
              <a:t>Handsome young man on white background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8"/>
              </a:rPr>
              <a:t>Smiling woman</a:t>
            </a:r>
            <a:endParaRPr sz="1200" u="none">
              <a:solidFill>
                <a:srgbClr val="374957"/>
              </a:solidFill>
            </a:endParaRPr>
          </a:p>
        </p:txBody>
      </p:sp>
      <p:sp>
        <p:nvSpPr>
          <p:cNvPr id="3068" name="Google Shape;3068;p71"/>
          <p:cNvSpPr txBox="1"/>
          <p:nvPr/>
        </p:nvSpPr>
        <p:spPr>
          <a:xfrm>
            <a:off x="914400" y="1445495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PHOTOS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072" name="Shape 3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3" name="Google Shape;3073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4" name="Google Shape;3074;p7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5" name="Google Shape;3075;p7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079" name="Shape 3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0" name="Google Shape;3080;p73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1" name="Google Shape;3081;p7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2" name="Google Shape;3082;p7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Montserrat Extra-Bold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https://fonts.google.com/specimen/Montserrat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Lato Regular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https://fonts.google.com/specimen/Lato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3" name="Google Shape;3083;p73"/>
          <p:cNvSpPr/>
          <p:nvPr/>
        </p:nvSpPr>
        <p:spPr>
          <a:xfrm>
            <a:off x="4176300" y="325662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A586FA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4" name="Google Shape;3084;p73"/>
          <p:cNvSpPr/>
          <p:nvPr/>
        </p:nvSpPr>
        <p:spPr>
          <a:xfrm>
            <a:off x="5238120" y="325662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EAD7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5" name="Google Shape;3085;p73"/>
          <p:cNvSpPr/>
          <p:nvPr/>
        </p:nvSpPr>
        <p:spPr>
          <a:xfrm>
            <a:off x="3114475" y="325662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6238C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6" name="Google Shape;3086;p73"/>
          <p:cNvSpPr txBox="1"/>
          <p:nvPr/>
        </p:nvSpPr>
        <p:spPr>
          <a:xfrm>
            <a:off x="4176300" y="341367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</a:rPr>
              <a:t>#a586fa</a:t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3087" name="Google Shape;3087;p73"/>
          <p:cNvSpPr txBox="1"/>
          <p:nvPr/>
        </p:nvSpPr>
        <p:spPr>
          <a:xfrm>
            <a:off x="5238125" y="341367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2"/>
                </a:solidFill>
              </a:rPr>
              <a:t>#ead7ff</a:t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3088" name="Google Shape;3088;p73"/>
          <p:cNvSpPr txBox="1"/>
          <p:nvPr/>
        </p:nvSpPr>
        <p:spPr>
          <a:xfrm>
            <a:off x="3114475" y="341367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</a:rPr>
              <a:t>#6238ce</a:t>
            </a:r>
            <a:endParaRPr sz="1000">
              <a:solidFill>
                <a:schemeClr val="lt1"/>
              </a:solidFill>
            </a:endParaRPr>
          </a:p>
        </p:txBody>
      </p:sp>
      <p:sp>
        <p:nvSpPr>
          <p:cNvPr id="3089" name="Google Shape;3089;p73"/>
          <p:cNvSpPr/>
          <p:nvPr/>
        </p:nvSpPr>
        <p:spPr>
          <a:xfrm>
            <a:off x="2052650" y="325662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04340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0" name="Google Shape;3090;p73"/>
          <p:cNvSpPr txBox="1"/>
          <p:nvPr/>
        </p:nvSpPr>
        <p:spPr>
          <a:xfrm>
            <a:off x="2052650" y="341367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5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#043403</a:t>
            </a:r>
            <a:endParaRPr sz="1000">
              <a:solidFill>
                <a:schemeClr val="lt1"/>
              </a:solidFill>
            </a:endParaRPr>
          </a:p>
        </p:txBody>
      </p:sp>
      <p:sp>
        <p:nvSpPr>
          <p:cNvPr id="3091" name="Google Shape;3091;p73"/>
          <p:cNvSpPr/>
          <p:nvPr/>
        </p:nvSpPr>
        <p:spPr>
          <a:xfrm>
            <a:off x="3114475" y="4113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A677FC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2" name="Google Shape;3092;p73"/>
          <p:cNvSpPr/>
          <p:nvPr/>
        </p:nvSpPr>
        <p:spPr>
          <a:xfrm>
            <a:off x="4176295" y="4113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BA84E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3" name="Google Shape;3093;p73"/>
          <p:cNvSpPr/>
          <p:nvPr/>
        </p:nvSpPr>
        <p:spPr>
          <a:xfrm>
            <a:off x="2052650" y="4113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541CBB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4" name="Google Shape;3094;p73"/>
          <p:cNvSpPr txBox="1"/>
          <p:nvPr/>
        </p:nvSpPr>
        <p:spPr>
          <a:xfrm>
            <a:off x="3114475" y="4270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</a:rPr>
              <a:t>#a677fc</a:t>
            </a:r>
            <a:endParaRPr sz="1000">
              <a:solidFill>
                <a:schemeClr val="lt1"/>
              </a:solidFill>
            </a:endParaRPr>
          </a:p>
        </p:txBody>
      </p:sp>
      <p:sp>
        <p:nvSpPr>
          <p:cNvPr id="3095" name="Google Shape;3095;p73"/>
          <p:cNvSpPr txBox="1"/>
          <p:nvPr/>
        </p:nvSpPr>
        <p:spPr>
          <a:xfrm>
            <a:off x="4176300" y="4270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20124D"/>
                </a:solidFill>
              </a:rPr>
              <a:t>#ba84ee</a:t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3096" name="Google Shape;3096;p73"/>
          <p:cNvSpPr txBox="1"/>
          <p:nvPr/>
        </p:nvSpPr>
        <p:spPr>
          <a:xfrm>
            <a:off x="2052650" y="4270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</a:rPr>
              <a:t>#541cbb</a:t>
            </a:r>
            <a:endParaRPr sz="1000">
              <a:solidFill>
                <a:schemeClr val="lt1"/>
              </a:solidFill>
            </a:endParaRPr>
          </a:p>
        </p:txBody>
      </p:sp>
      <p:sp>
        <p:nvSpPr>
          <p:cNvPr id="3097" name="Google Shape;3097;p73"/>
          <p:cNvSpPr/>
          <p:nvPr/>
        </p:nvSpPr>
        <p:spPr>
          <a:xfrm>
            <a:off x="6299950" y="325662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8E2EF1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8" name="Google Shape;3098;p73"/>
          <p:cNvSpPr txBox="1"/>
          <p:nvPr/>
        </p:nvSpPr>
        <p:spPr>
          <a:xfrm>
            <a:off x="6299950" y="341367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8FAFB"/>
                </a:solidFill>
              </a:rPr>
              <a:t>#8e2ef1</a:t>
            </a:r>
            <a:endParaRPr sz="1000">
              <a:solidFill>
                <a:srgbClr val="20124D"/>
              </a:solidFill>
            </a:endParaRPr>
          </a:p>
        </p:txBody>
      </p:sp>
      <p:sp>
        <p:nvSpPr>
          <p:cNvPr id="3099" name="Google Shape;3099;p73"/>
          <p:cNvSpPr/>
          <p:nvPr/>
        </p:nvSpPr>
        <p:spPr>
          <a:xfrm>
            <a:off x="5238120" y="4113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9F34F5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0" name="Google Shape;3100;p73"/>
          <p:cNvSpPr txBox="1"/>
          <p:nvPr/>
        </p:nvSpPr>
        <p:spPr>
          <a:xfrm>
            <a:off x="5238125" y="4270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8FAFB"/>
                </a:solidFill>
              </a:rPr>
              <a:t>#9f34f5</a:t>
            </a:r>
            <a:endParaRPr sz="1000">
              <a:solidFill>
                <a:srgbClr val="20124D"/>
              </a:solidFill>
            </a:endParaRPr>
          </a:p>
        </p:txBody>
      </p:sp>
      <p:sp>
        <p:nvSpPr>
          <p:cNvPr id="3101" name="Google Shape;3101;p73"/>
          <p:cNvSpPr/>
          <p:nvPr/>
        </p:nvSpPr>
        <p:spPr>
          <a:xfrm>
            <a:off x="6299950" y="4113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B29CF0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2" name="Google Shape;3102;p73"/>
          <p:cNvSpPr txBox="1"/>
          <p:nvPr/>
        </p:nvSpPr>
        <p:spPr>
          <a:xfrm>
            <a:off x="6299950" y="4270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2"/>
                </a:solidFill>
              </a:rPr>
              <a:t>#b29cf0</a:t>
            </a:r>
            <a:endParaRPr sz="10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106" name="Shape 3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7" name="Google Shape;3107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8" name="Google Shape;3108;p74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09" name="Google Shape;3109;p74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3110" name="Google Shape;3110;p7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2" name="Google Shape;3112;p74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3113" name="Google Shape;3113;p7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7" name="Google Shape;3117;p74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3118" name="Google Shape;3118;p7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0" name="Google Shape;3120;p74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3121" name="Google Shape;3121;p7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4" name="Google Shape;3124;p74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3125" name="Google Shape;3125;p7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4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7" name="Google Shape;3127;p74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3128" name="Google Shape;3128;p7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2" name="Google Shape;3132;p74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3133" name="Google Shape;3133;p7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7" name="Google Shape;3137;p74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3138" name="Google Shape;3138;p7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3" name="Google Shape;3143;p74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3144" name="Google Shape;3144;p7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8" name="Google Shape;3148;p74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3149" name="Google Shape;3149;p7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2" name="Google Shape;3152;p74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3153" name="Google Shape;3153;p7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9" name="Google Shape;3159;p74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3160" name="Google Shape;3160;p7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67" name="Google Shape;3167;p74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8" name="Google Shape;3168;p74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9" name="Google Shape;3169;p74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0" name="Google Shape;3170;p74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71" name="Google Shape;3171;p74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3172" name="Google Shape;3172;p7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4" name="Google Shape;3174;p74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3175" name="Google Shape;3175;p7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7" name="Google Shape;3177;p74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3178" name="Google Shape;3178;p7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0" name="Google Shape;3180;p74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3181" name="Google Shape;3181;p7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3" name="Google Shape;3183;p74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3184" name="Google Shape;3184;p7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6" name="Google Shape;3186;p74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3187" name="Google Shape;3187;p7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9" name="Google Shape;3189;p74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3190" name="Google Shape;3190;p7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2" name="Google Shape;3192;p74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3193" name="Google Shape;3193;p7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6" name="Google Shape;3196;p74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3197" name="Google Shape;3197;p7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0" name="Google Shape;3200;p74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3201" name="Google Shape;3201;p7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4" name="Google Shape;3204;p74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3205" name="Google Shape;3205;p7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8" name="Google Shape;3208;p74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3209" name="Google Shape;3209;p7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11" name="Google Shape;3211;p74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2" name="Google Shape;3212;p74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3" name="Google Shape;3213;p74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4" name="Google Shape;3214;p74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5" name="Google Shape;3215;p74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6" name="Google Shape;3216;p74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7" name="Google Shape;3217;p74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3218" name="Google Shape;3218;p7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0" name="Google Shape;3220;p74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3221" name="Google Shape;3221;p7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3" name="Google Shape;3223;p74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3224" name="Google Shape;3224;p7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26" name="Google Shape;3226;p74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7" name="Google Shape;3227;p74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8" name="Google Shape;3228;p74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29" name="Google Shape;3229;p74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3230" name="Google Shape;3230;p7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9" name="Google Shape;3239;p74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3240" name="Google Shape;3240;p7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2" name="Google Shape;3242;p74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3243" name="Google Shape;3243;p7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3" name="Google Shape;3263;p74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3264" name="Google Shape;3264;p7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2" name="Google Shape;3342;p74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3343" name="Google Shape;3343;p74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4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4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4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7" name="Google Shape;3347;p74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3348" name="Google Shape;3348;p74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4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4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1" name="Google Shape;3351;p74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3352" name="Google Shape;3352;p74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4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4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5" name="Google Shape;3355;p74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3356" name="Google Shape;3356;p74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4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8" name="Google Shape;3358;p74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3359" name="Google Shape;3359;p74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4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4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4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4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4" name="Google Shape;3364;p74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65" name="Google Shape;3365;p74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3366" name="Google Shape;3366;p74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4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4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4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0" name="Google Shape;3370;p74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3371" name="Google Shape;3371;p74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4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3" name="Google Shape;3373;p74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3374" name="Google Shape;3374;p74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4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3376" name="Google Shape;3376;p74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7" name="Google Shape;3377;p74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3378" name="Google Shape;3378;p74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4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0" name="Google Shape;3380;p74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3381" name="Google Shape;3381;p74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4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3" name="Google Shape;3383;p74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3384" name="Google Shape;3384;p74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4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6" name="Google Shape;3386;p74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3387" name="Google Shape;3387;p7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9" name="Google Shape;3389;p74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3390" name="Google Shape;3390;p74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4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4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4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4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4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4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4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8" name="Google Shape;3398;p74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3399" name="Google Shape;3399;p74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4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4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4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4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4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4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4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4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4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9" name="Google Shape;3409;p74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3410" name="Google Shape;3410;p74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4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4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4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4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4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4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4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4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4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4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4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4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4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4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4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4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4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4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4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4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1" name="Google Shape;3431;p74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3432" name="Google Shape;3432;p74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4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4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4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4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4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8" name="Google Shape;3438;p74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9" name="Google Shape;3439;p74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0" name="Google Shape;3440;p74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1" name="Google Shape;3441;p74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45" name="Shape 3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6" name="Google Shape;3446;p75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3447" name="Google Shape;3447;p75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3448" name="Google Shape;3448;p7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49" name="Google Shape;3449;p7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0" name="Google Shape;3450;p75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3451" name="Google Shape;3451;p7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3452" name="Google Shape;3452;p7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453" name="Google Shape;3453;p7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3454" name="Google Shape;3454;p7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5" name="Google Shape;3455;p7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6" name="Google Shape;3456;p7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7" name="Google Shape;3457;p7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3458" name="Google Shape;3458;p7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59" name="Google Shape;3459;p75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3460" name="Google Shape;3460;p7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61" name="Google Shape;3461;p7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2" name="Google Shape;3462;p75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3463" name="Google Shape;3463;p7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64" name="Google Shape;3464;p7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7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7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7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7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9" name="Google Shape;3469;p75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3470" name="Google Shape;3470;p7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7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72" name="Google Shape;3472;p75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3473" name="Google Shape;3473;p7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7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75" name="Google Shape;3475;p7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76" name="Google Shape;3476;p75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3477" name="Google Shape;3477;p7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7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79" name="Google Shape;3479;p75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3480" name="Google Shape;3480;p7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81" name="Google Shape;3481;p7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2" name="Google Shape;3482;p75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3483" name="Google Shape;3483;p7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3484" name="Google Shape;3484;p7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485" name="Google Shape;3485;p7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6" name="Google Shape;3486;p7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87" name="Google Shape;3487;p75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3488" name="Google Shape;3488;p7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89" name="Google Shape;3489;p7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3490" name="Google Shape;3490;p75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3491" name="Google Shape;3491;p7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92" name="Google Shape;3492;p7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3" name="Google Shape;3493;p75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3494" name="Google Shape;3494;p7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95" name="Google Shape;3495;p7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96" name="Google Shape;3496;p75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5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5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3499" name="Google Shape;3499;p75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3500" name="Google Shape;3500;p7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7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7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7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7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7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7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7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7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7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7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7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7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7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7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7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3516" name="Google Shape;3516;p75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5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5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5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5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5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5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5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5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5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5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5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5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5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5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5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5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5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5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5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536" name="Google Shape;3536;p75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537" name="Google Shape;3537;p75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38" name="Google Shape;3538;p75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3539" name="Google Shape;3539;p7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7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1" name="Google Shape;3541;p75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2" name="Google Shape;3542;p75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3543" name="Google Shape;3543;p7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7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7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7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7" name="Google Shape;3547;p75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5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5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5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5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5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5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4" name="Google Shape;3554;p75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3555" name="Google Shape;3555;p7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7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7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7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9" name="Google Shape;3559;p75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5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5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5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5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5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5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5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5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5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5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5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5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5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5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5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5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5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5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5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5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5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5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5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5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5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5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5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5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88" name="Google Shape;3588;p75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3589" name="Google Shape;3589;p7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7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1" name="Google Shape;3591;p75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92" name="Google Shape;3592;p75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3593" name="Google Shape;3593;p7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3594" name="Google Shape;3594;p7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5" name="Google Shape;3595;p75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3596" name="Google Shape;3596;p7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7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8" name="Google Shape;3598;p75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5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5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5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5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5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5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5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06" name="Google Shape;3606;p75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3607" name="Google Shape;3607;p7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7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7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7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1" name="Google Shape;3611;p75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5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5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5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5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5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5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5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9" name="Google Shape;3619;p75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3620" name="Google Shape;3620;p7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7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7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7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4" name="Google Shape;3624;p75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5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5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5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5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5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5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5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5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5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5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5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5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5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5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5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5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41" name="Google Shape;3641;p75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5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5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5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5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5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5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5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5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5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5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5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53" name="Google Shape;3653;p75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5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5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5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5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5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5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5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5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5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5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5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5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66" name="Google Shape;3666;p75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3667" name="Google Shape;3667;p7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7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69" name="Google Shape;3669;p75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5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5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5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5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75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75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5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5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678" name="Google Shape;3678;p75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5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5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5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5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5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5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5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5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5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688" name="Google Shape;3688;p75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5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5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5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5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5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94" name="Google Shape;3694;p75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5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5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5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5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5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5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5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5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5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4" name="Google Shape;3704;p75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3705" name="Google Shape;3705;p75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5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5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5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5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5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1" name="Google Shape;3711;p75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3712" name="Google Shape;3712;p75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5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5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5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5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5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5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5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5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5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5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5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5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5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5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5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5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5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5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5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5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5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5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5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5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5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5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5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5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5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5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5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5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5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5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5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5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5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5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5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5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5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5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5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5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5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5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5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5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5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5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5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5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5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5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5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5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5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5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5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5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5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5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5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5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5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5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5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5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5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5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5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5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5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5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5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5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5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5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5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5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5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5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5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5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5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5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5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5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5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5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5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5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5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5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5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5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5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5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5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5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5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5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5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5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5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5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5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5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5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5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5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5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5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5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5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5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5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5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5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5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5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5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5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5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5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5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5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5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5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5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5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5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5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5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5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5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5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5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5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5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5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5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5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5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5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5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5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5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5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5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5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5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5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5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5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5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5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5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5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5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5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5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5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5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5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5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5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5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5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5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5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5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5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5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5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5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5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5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5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5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5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5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5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5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5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5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5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5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5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5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5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5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5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5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5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5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5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5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5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5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5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5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5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5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5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5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5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5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5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5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5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5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5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5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5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5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5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5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5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5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5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5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5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5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5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5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5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5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5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5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5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5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5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5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5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5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5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5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5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5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5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5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5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5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5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5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5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5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5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5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5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5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5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5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5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5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5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5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5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5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5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5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5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5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5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5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5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5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5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5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5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5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5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5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5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5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5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5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5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5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5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5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5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5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5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5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5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5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5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5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5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5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5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5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5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5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5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5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5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5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5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5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5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5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5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5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5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5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5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5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5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5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5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5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5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5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5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5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5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5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5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5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5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5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5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5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5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5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5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5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5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5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5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5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5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5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5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5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5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5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5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5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5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5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5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5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5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5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5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5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5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5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5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5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5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5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5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5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5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5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5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5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5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5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5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5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5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5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5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5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5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5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5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5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5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5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5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5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5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5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5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5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5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5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5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5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5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5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5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5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5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5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5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5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5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5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5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5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5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5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5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5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5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5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5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5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5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5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5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5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5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5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5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5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5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5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5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5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5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5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5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5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5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5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5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5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5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5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5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5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5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5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5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5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5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5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5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5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5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5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5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5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5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5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5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5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5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5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5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5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5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5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5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5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5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5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5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5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5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5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5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5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5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5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5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5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5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5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5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5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5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5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5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5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5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5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5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5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5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5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5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5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5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5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5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5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5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5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5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5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5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5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5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5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5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5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5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5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5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5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5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5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5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5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5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5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5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5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5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5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5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5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5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5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5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5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5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5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5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5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5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5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5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5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5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5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5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5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5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5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5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5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5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5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5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5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5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5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5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5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5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5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5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5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5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5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5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5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5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5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5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5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5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5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5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5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5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5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5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5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5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5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5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5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5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5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5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5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5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5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5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5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5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5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5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5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5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5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5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5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5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5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5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5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5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5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5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5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5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5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5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5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5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5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5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5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5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5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5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5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5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5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5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5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5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5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5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5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5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5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5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5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5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5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5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5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5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5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5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5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5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5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5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5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5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5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5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5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5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5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5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5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5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5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5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5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5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5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5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5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5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5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5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5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5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5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5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5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5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5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5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5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5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5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5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5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5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5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5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5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5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5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5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5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5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5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5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5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5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5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5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5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5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5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5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5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5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5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5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5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5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5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5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5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5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5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5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5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5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5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5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5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5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5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5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5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5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5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5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5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5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5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5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5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5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5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5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5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5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5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5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5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5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5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5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5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5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5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5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5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5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5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5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5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5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5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5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5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5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5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5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5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5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5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5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5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5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5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5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5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5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5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5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5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5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5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5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5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5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5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5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5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5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5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5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5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5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5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5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5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5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5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5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5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5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5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5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5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5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5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5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5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5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5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5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5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5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5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5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5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5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5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5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5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5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5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5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5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5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5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5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5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5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5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5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5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5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5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5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5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5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5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5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5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5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5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5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5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5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5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5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5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5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5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5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5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5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5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5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5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5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5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5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5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5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5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5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5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5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5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5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5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5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5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5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5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5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5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5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5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5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5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5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5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5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5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5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5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5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5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5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5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5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5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5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5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5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5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5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5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5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5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5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5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5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5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5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5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5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5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5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5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5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5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5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5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5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5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5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5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5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5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5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5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5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5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5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5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5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5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5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5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5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5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5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5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5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5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5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5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5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5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5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5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5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5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5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5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5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5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5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5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5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5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5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5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5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5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5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5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5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5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5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5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5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5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5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5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5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5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5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5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5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5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5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5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5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5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5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5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5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5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5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5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5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5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5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5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5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5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5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5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5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5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5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5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5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5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5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5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5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5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5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5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5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5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5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5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5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5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5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5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5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5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5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5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5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5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5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5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5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5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5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5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5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5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5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5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5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5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5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5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5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5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5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5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5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5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5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5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5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5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5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5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5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5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5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5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5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5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5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5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5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5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5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5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5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5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5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5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5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5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5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5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5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5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5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5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5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5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5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5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5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5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5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5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5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5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5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5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5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5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5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5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5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5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5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5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5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5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5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5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5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5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5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5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5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5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5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5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5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5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5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5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5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5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5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5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5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5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5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5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5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5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5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5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5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5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5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5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5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5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5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5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5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5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5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5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5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5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5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5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5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5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5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5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5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5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5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5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5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5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5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5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5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5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5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5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5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5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5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5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5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5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5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5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5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5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5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5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5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5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5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5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5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5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5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5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5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5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5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5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5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5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5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5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5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5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5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5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5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5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5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5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5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5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5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5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5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5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5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5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5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5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5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5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5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5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5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5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5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5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5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5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5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5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5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5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5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5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5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5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5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5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5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5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5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5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5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5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5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5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5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5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5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5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5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5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5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5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5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5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5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5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5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5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5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5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5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5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5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5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5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5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5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5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5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5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5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5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5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5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5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5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5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5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5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5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5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5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5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5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5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5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5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5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5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5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5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5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5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5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5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5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5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5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5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5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5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5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5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5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5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5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5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5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5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5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5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5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5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5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5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5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5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5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5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5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5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5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5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5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5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5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5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5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5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5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5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5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5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5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5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5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5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5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5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5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5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5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5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5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5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5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5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5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5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5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5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5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5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5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5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5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5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5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5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5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5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5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5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5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5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5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5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5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5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5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5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5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5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5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5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5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5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5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5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5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5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5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5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5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5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5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5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5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5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5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5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5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5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5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5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5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5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5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5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5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5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5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5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5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5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5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5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5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5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5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5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5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5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5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5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5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5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5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5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5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5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5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5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5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5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5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5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5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5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5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5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5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5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5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5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5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5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5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5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5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5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5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5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5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5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5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5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5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5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5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5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5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5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5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5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5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5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5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5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5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5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5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5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5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5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5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5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5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5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5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5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5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5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5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5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5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5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5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5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5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5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5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5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5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5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5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5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5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5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5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5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5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5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5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5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5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5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5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5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5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5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5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5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5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5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5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5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5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5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5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5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5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5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5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5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5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5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5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5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5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5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5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5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5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5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5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5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5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5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5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5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5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5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5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5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5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5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5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5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5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5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5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5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5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5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5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5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5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5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5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5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5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5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5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5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5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5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5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5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5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5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5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5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5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5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5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5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5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5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5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5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5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5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5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5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5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5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5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5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5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5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5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5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5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5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5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5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5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5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5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5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5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5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5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5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5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5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5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5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5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5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5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5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5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5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5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5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5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5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5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5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5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5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5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5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5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5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5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5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5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5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5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5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5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5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5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5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5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5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5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5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5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5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75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5285" name="Google Shape;5285;p7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6" name="Google Shape;5336;p75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5337" name="Google Shape;5337;p75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5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75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5340" name="Google Shape;5340;p75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5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2" name="Google Shape;5342;p75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5343" name="Google Shape;5343;p75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5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75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5346" name="Google Shape;5346;p75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5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75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5349" name="Google Shape;5349;p75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5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1" name="Google Shape;5351;p75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2" name="Google Shape;5352;p75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5353" name="Google Shape;5353;p75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5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5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75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5357" name="Google Shape;5357;p75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5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5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0" name="Google Shape;5360;p75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1" name="Google Shape;5361;p75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5362" name="Google Shape;5362;p75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63" name="Google Shape;5363;p75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5364" name="Google Shape;5364;p75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75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75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75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75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75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75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75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75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75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74" name="Google Shape;5374;p75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5375" name="Google Shape;5375;p75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76" name="Google Shape;5376;p75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5377" name="Google Shape;5377;p75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75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75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75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75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82" name="Google Shape;5382;p75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5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5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5" name="Google Shape;5385;p75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6" name="Google Shape;5386;p75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5387" name="Google Shape;5387;p75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88" name="Google Shape;5388;p75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5389" name="Google Shape;5389;p75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75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75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75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75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75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75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75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75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75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75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75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75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02" name="Google Shape;5402;p75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5403" name="Google Shape;5403;p75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5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5" name="Google Shape;5405;p75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6" name="Google Shape;5406;p75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7" name="Google Shape;5407;p75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5408" name="Google Shape;5408;p75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09" name="Google Shape;5409;p75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5410" name="Google Shape;5410;p75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75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75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75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75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75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75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17" name="Google Shape;5417;p75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5418" name="Google Shape;5418;p75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5419" name="Google Shape;5419;p75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20" name="Google Shape;5420;p75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5421" name="Google Shape;5421;p75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2" name="Google Shape;5422;p75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3" name="Google Shape;5423;p75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5424" name="Google Shape;5424;p75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5" name="Google Shape;5425;p75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26" name="Google Shape;5426;p75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5427" name="Google Shape;5427;p75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5428" name="Google Shape;5428;p75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9" name="Google Shape;5429;p75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0" name="Google Shape;5430;p75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5431" name="Google Shape;5431;p75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2" name="Google Shape;5432;p75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3" name="Google Shape;5433;p75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5434" name="Google Shape;5434;p75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5" name="Google Shape;5435;p75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6" name="Google Shape;5436;p75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5437" name="Google Shape;5437;p75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8" name="Google Shape;5438;p75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9" name="Google Shape;5439;p75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5440" name="Google Shape;5440;p75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1" name="Google Shape;5441;p75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42" name="Google Shape;5442;p75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5443" name="Google Shape;5443;p75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5444" name="Google Shape;5444;p75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5" name="Google Shape;5445;p75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6" name="Google Shape;5446;p75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7" name="Google Shape;5447;p75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8" name="Google Shape;5448;p75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9" name="Google Shape;5449;p75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0" name="Google Shape;5450;p75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5451" name="Google Shape;5451;p75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2" name="Google Shape;5452;p75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3" name="Google Shape;5453;p75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5454" name="Google Shape;5454;p75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5" name="Google Shape;5455;p75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6" name="Google Shape;5456;p75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5457" name="Google Shape;5457;p75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8" name="Google Shape;5458;p75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9" name="Google Shape;5459;p75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5460" name="Google Shape;5460;p75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1" name="Google Shape;5461;p75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2" name="Google Shape;5462;p75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5463" name="Google Shape;5463;p75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4" name="Google Shape;5464;p75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5" name="Google Shape;5465;p75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5466" name="Google Shape;5466;p75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7" name="Google Shape;5467;p75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8" name="Google Shape;5468;p75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5469" name="Google Shape;5469;p75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0" name="Google Shape;5470;p75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71" name="Google Shape;5471;p75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5472" name="Google Shape;5472;p75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5473" name="Google Shape;5473;p75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4" name="Google Shape;5474;p75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5" name="Google Shape;5475;p75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6" name="Google Shape;5476;p75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5477" name="Google Shape;5477;p75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8" name="Google Shape;5478;p75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9" name="Google Shape;5479;p75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5480" name="Google Shape;5480;p75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1" name="Google Shape;5481;p75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82" name="Google Shape;5482;p75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5483" name="Google Shape;5483;p75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4" name="Google Shape;5484;p75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85" name="Google Shape;5485;p75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5486" name="Google Shape;5486;p75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7" name="Google Shape;5487;p75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88" name="Google Shape;5488;p75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5489" name="Google Shape;5489;p75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5490" name="Google Shape;5490;p75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1" name="Google Shape;5491;p75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2" name="Google Shape;5492;p75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3" name="Google Shape;5493;p75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94" name="Google Shape;5494;p75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5495" name="Google Shape;5495;p75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6" name="Google Shape;5496;p75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97" name="Google Shape;5497;p75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5498" name="Google Shape;5498;p75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9" name="Google Shape;5499;p75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0" name="Google Shape;5500;p75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5501" name="Google Shape;5501;p75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2" name="Google Shape;5502;p75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3" name="Google Shape;5503;p75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5504" name="Google Shape;5504;p75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5" name="Google Shape;5505;p75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6" name="Google Shape;5506;p75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5507" name="Google Shape;5507;p75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8" name="Google Shape;5508;p75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9" name="Google Shape;5509;p75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5510" name="Google Shape;5510;p75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1" name="Google Shape;5511;p75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12" name="Google Shape;5512;p75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5513" name="Google Shape;5513;p75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14" name="Google Shape;5514;p75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5515" name="Google Shape;5515;p75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6" name="Google Shape;5516;p75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17" name="Google Shape;5517;p75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5518" name="Google Shape;5518;p75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9" name="Google Shape;5519;p75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20" name="Google Shape;5520;p75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5521" name="Google Shape;5521;p75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5522" name="Google Shape;5522;p75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3" name="Google Shape;5523;p75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4" name="Google Shape;5524;p75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5" name="Google Shape;5525;p75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6" name="Google Shape;5526;p75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7" name="Google Shape;5527;p75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28" name="Google Shape;5528;p75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5529" name="Google Shape;5529;p75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0" name="Google Shape;5530;p75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31" name="Google Shape;5531;p75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5532" name="Google Shape;5532;p75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3" name="Google Shape;5533;p75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34" name="Google Shape;5534;p75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5535" name="Google Shape;5535;p75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6" name="Google Shape;5536;p75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37" name="Google Shape;5537;p75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5538" name="Google Shape;5538;p75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9" name="Google Shape;5539;p75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0" name="Google Shape;5540;p75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5541" name="Google Shape;5541;p75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2" name="Google Shape;5542;p75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3" name="Google Shape;5543;p75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5544" name="Google Shape;5544;p75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5" name="Google Shape;5545;p75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6" name="Google Shape;5546;p75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5547" name="Google Shape;5547;p75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8" name="Google Shape;5548;p75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9" name="Google Shape;5549;p75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5550" name="Google Shape;5550;p75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1" name="Google Shape;5551;p75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52" name="Google Shape;5552;p75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5553" name="Google Shape;5553;p75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4" name="Google Shape;5554;p75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55" name="Google Shape;5555;p75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5556" name="Google Shape;5556;p75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5557" name="Google Shape;5557;p75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8" name="Google Shape;5558;p75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9" name="Google Shape;5559;p75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0" name="Google Shape;5560;p75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1" name="Google Shape;5561;p75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2" name="Google Shape;5562;p75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3" name="Google Shape;5563;p75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4" name="Google Shape;5564;p75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5" name="Google Shape;5565;p75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6" name="Google Shape;5566;p75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7" name="Google Shape;5567;p75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8" name="Google Shape;5568;p75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9" name="Google Shape;5569;p75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0" name="Google Shape;5570;p75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1" name="Google Shape;5571;p75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2" name="Google Shape;5572;p75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3" name="Google Shape;5573;p75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74" name="Google Shape;5574;p75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5575" name="Google Shape;5575;p75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6" name="Google Shape;5576;p75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77" name="Google Shape;5577;p75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5578" name="Google Shape;5578;p75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9" name="Google Shape;5579;p75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0" name="Google Shape;5580;p75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5581" name="Google Shape;5581;p75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2" name="Google Shape;5582;p75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3" name="Google Shape;5583;p75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5584" name="Google Shape;5584;p75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5" name="Google Shape;5585;p75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6" name="Google Shape;5586;p75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5587" name="Google Shape;5587;p75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8" name="Google Shape;5588;p75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9" name="Google Shape;5589;p75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5590" name="Google Shape;5590;p75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1" name="Google Shape;5591;p75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2" name="Google Shape;5592;p75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5593" name="Google Shape;5593;p75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4" name="Google Shape;5594;p75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5" name="Google Shape;5595;p75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5596" name="Google Shape;5596;p75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7" name="Google Shape;5597;p75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8" name="Google Shape;5598;p75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5599" name="Google Shape;5599;p75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0" name="Google Shape;5600;p75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1" name="Google Shape;5601;p75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5602" name="Google Shape;5602;p75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3" name="Google Shape;5603;p75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4" name="Google Shape;5604;p75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5605" name="Google Shape;5605;p75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6" name="Google Shape;5606;p75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7" name="Google Shape;5607;p75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5608" name="Google Shape;5608;p75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9" name="Google Shape;5609;p75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0" name="Google Shape;5610;p75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5611" name="Google Shape;5611;p75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2" name="Google Shape;5612;p75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613" name="Google Shape;5613;p75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5614" name="Google Shape;5614;p75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15" name="Google Shape;5615;p75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5616" name="Google Shape;5616;p75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7" name="Google Shape;5617;p75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618" name="Google Shape;5618;p75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5619" name="Google Shape;5619;p75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20" name="Google Shape;5620;p75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621" name="Google Shape;5621;p75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5622" name="Google Shape;5622;p75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3" name="Google Shape;5623;p75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4" name="Google Shape;5624;p75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5" name="Google Shape;5625;p75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6" name="Google Shape;5626;p75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7" name="Google Shape;5627;p75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8" name="Google Shape;5628;p75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9" name="Google Shape;5629;p75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5630" name="Google Shape;5630;p75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5631" name="Google Shape;5631;p75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2" name="Google Shape;5632;p75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3" name="Google Shape;5633;p75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4" name="Google Shape;5634;p75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5" name="Google Shape;5635;p75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6" name="Google Shape;5636;p75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7" name="Google Shape;5637;p75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8" name="Google Shape;5638;p75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9" name="Google Shape;5639;p75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0" name="Google Shape;5640;p75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1" name="Google Shape;5641;p75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2" name="Google Shape;5642;p75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3" name="Google Shape;5643;p75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4" name="Google Shape;5644;p75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5645" name="Google Shape;5645;p75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5646" name="Google Shape;5646;p75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47" name="Google Shape;5647;p75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48" name="Google Shape;5648;p75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49" name="Google Shape;5649;p75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0" name="Google Shape;5650;p75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1" name="Google Shape;5651;p75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2" name="Google Shape;5652;p75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3" name="Google Shape;5653;p75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4" name="Google Shape;5654;p75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5" name="Google Shape;5655;p75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6" name="Google Shape;5656;p75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7" name="Google Shape;5657;p75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8" name="Google Shape;5658;p75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9" name="Google Shape;5659;p75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0" name="Google Shape;5660;p75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1" name="Google Shape;5661;p75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2" name="Google Shape;5662;p75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3" name="Google Shape;5663;p75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4" name="Google Shape;5664;p75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5" name="Google Shape;5665;p75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6" name="Google Shape;5666;p75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7" name="Google Shape;5667;p75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8" name="Google Shape;5668;p75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9" name="Google Shape;5669;p75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5670" name="Google Shape;5670;p75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5671" name="Google Shape;5671;p75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5672" name="Google Shape;5672;p75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5673" name="Google Shape;5673;p75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74" name="Google Shape;5674;p75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75" name="Google Shape;5675;p75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76" name="Google Shape;5676;p75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77" name="Google Shape;5677;p75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78" name="Google Shape;5678;p75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79" name="Google Shape;5679;p75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5680" name="Google Shape;5680;p75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5681" name="Google Shape;5681;p75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2" name="Google Shape;5682;p75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3" name="Google Shape;5683;p75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4" name="Google Shape;5684;p75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5" name="Google Shape;5685;p75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6" name="Google Shape;5686;p7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7" name="Google Shape;5687;p75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8" name="Google Shape;5688;p75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9" name="Google Shape;5689;p7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0" name="Google Shape;5690;p75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1" name="Google Shape;5691;p75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2" name="Google Shape;5692;p75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3" name="Google Shape;5693;p75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5694" name="Google Shape;5694;p75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5695" name="Google Shape;5695;p75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696" name="Google Shape;5696;p75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697" name="Google Shape;5697;p75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698" name="Google Shape;5698;p75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699" name="Google Shape;5699;p75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0" name="Google Shape;5700;p75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1" name="Google Shape;5701;p75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5702" name="Google Shape;5702;p75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5703" name="Google Shape;5703;p75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04" name="Google Shape;5704;p75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05" name="Google Shape;5705;p75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06" name="Google Shape;5706;p75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07" name="Google Shape;5707;p75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5708" name="Google Shape;5708;p75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5709" name="Google Shape;5709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5710" name="Google Shape;5710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5711" name="Google Shape;5711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5712" name="Google Shape;5712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5713" name="Google Shape;5713;p75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714" name="Google Shape;5714;p75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715" name="Google Shape;5715;p75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5716" name="Google Shape;5716;p75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5717" name="Google Shape;5717;p75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5718" name="Google Shape;5718;p75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9" name="Google Shape;5719;p75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20" name="Google Shape;5720;p75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5721" name="Google Shape;5721;p75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2" name="Google Shape;5722;p75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23" name="Google Shape;5723;p75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5724" name="Google Shape;5724;p75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5" name="Google Shape;5725;p75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26" name="Google Shape;5726;p75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5727" name="Google Shape;5727;p75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8" name="Google Shape;5728;p75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29" name="Google Shape;5729;p75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5730" name="Google Shape;5730;p75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1" name="Google Shape;5731;p75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32" name="Google Shape;5732;p75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5733" name="Google Shape;5733;p75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4" name="Google Shape;5734;p75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35" name="Google Shape;5735;p75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5736" name="Google Shape;5736;p75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7" name="Google Shape;5737;p75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38" name="Google Shape;5738;p75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5739" name="Google Shape;5739;p75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0" name="Google Shape;5740;p75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41" name="Google Shape;5741;p75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5742" name="Google Shape;5742;p75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3" name="Google Shape;5743;p75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44" name="Google Shape;5744;p75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5745" name="Google Shape;5745;p75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6" name="Google Shape;5746;p75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47" name="Google Shape;5747;p75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5748" name="Google Shape;5748;p75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9" name="Google Shape;5749;p75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0" name="Google Shape;5750;p75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5751" name="Google Shape;5751;p75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2" name="Google Shape;5752;p75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3" name="Google Shape;5753;p75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5754" name="Google Shape;5754;p75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5" name="Google Shape;5755;p75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6" name="Google Shape;5756;p75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5757" name="Google Shape;5757;p75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8" name="Google Shape;5758;p75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9" name="Google Shape;5759;p75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5760" name="Google Shape;5760;p75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1" name="Google Shape;5761;p75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2" name="Google Shape;5762;p75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5763" name="Google Shape;5763;p75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4" name="Google Shape;5764;p75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5" name="Google Shape;5765;p75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5766" name="Google Shape;5766;p75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7" name="Google Shape;5767;p75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8" name="Google Shape;5768;p75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5769" name="Google Shape;5769;p75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0" name="Google Shape;5770;p75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71" name="Google Shape;5771;p75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5772" name="Google Shape;5772;p75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3" name="Google Shape;5773;p75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74" name="Google Shape;5774;p75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5775" name="Google Shape;5775;p75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6" name="Google Shape;5776;p75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77" name="Google Shape;5777;p75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5778" name="Google Shape;5778;p75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9" name="Google Shape;5779;p75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80" name="Google Shape;5780;p75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5781" name="Google Shape;5781;p75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2" name="Google Shape;5782;p75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83" name="Google Shape;5783;p75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5784" name="Google Shape;5784;p75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5" name="Google Shape;5785;p75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86" name="Google Shape;5786;p75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5787" name="Google Shape;5787;p75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8" name="Google Shape;5788;p75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89" name="Google Shape;5789;p75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5790" name="Google Shape;5790;p75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1" name="Google Shape;5791;p75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92" name="Google Shape;5792;p75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5793" name="Google Shape;5793;p75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4" name="Google Shape;5794;p75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95" name="Google Shape;5795;p75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5796" name="Google Shape;5796;p75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7" name="Google Shape;5797;p75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98" name="Google Shape;5798;p75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5799" name="Google Shape;5799;p75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0" name="Google Shape;5800;p75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01" name="Google Shape;5801;p75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5802" name="Google Shape;5802;p75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3" name="Google Shape;5803;p75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04" name="Google Shape;5804;p75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5805" name="Google Shape;5805;p75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6" name="Google Shape;5806;p75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07" name="Google Shape;5807;p75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5808" name="Google Shape;5808;p75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9" name="Google Shape;5809;p75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0" name="Google Shape;5810;p75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5811" name="Google Shape;5811;p75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2" name="Google Shape;5812;p75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3" name="Google Shape;5813;p75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5814" name="Google Shape;5814;p75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5" name="Google Shape;5815;p75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6" name="Google Shape;5816;p75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5817" name="Google Shape;5817;p75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8" name="Google Shape;5818;p75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9" name="Google Shape;5819;p75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5820" name="Google Shape;5820;p75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1" name="Google Shape;5821;p75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2" name="Google Shape;5822;p75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5823" name="Google Shape;5823;p75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4" name="Google Shape;5824;p75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5" name="Google Shape;5825;p75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5826" name="Google Shape;5826;p75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7" name="Google Shape;5827;p75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8" name="Google Shape;5828;p75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5829" name="Google Shape;5829;p75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0" name="Google Shape;5830;p75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1" name="Google Shape;5831;p75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5832" name="Google Shape;5832;p75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3" name="Google Shape;5833;p75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4" name="Google Shape;5834;p75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5835" name="Google Shape;5835;p75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6" name="Google Shape;5836;p75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7" name="Google Shape;5837;p75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5838" name="Google Shape;5838;p75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9" name="Google Shape;5839;p75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0" name="Google Shape;5840;p75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5841" name="Google Shape;5841;p75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2" name="Google Shape;5842;p75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3" name="Google Shape;5843;p75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5844" name="Google Shape;5844;p75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5" name="Google Shape;5845;p75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6" name="Google Shape;5846;p75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5847" name="Google Shape;5847;p75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8" name="Google Shape;5848;p75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9" name="Google Shape;5849;p75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5850" name="Google Shape;5850;p75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51" name="Google Shape;5851;p75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2" name="Google Shape;5852;p75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5853" name="Google Shape;5853;p75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54" name="Google Shape;5854;p75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5" name="Google Shape;5855;p75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5856" name="Google Shape;5856;p75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57" name="Google Shape;5857;p75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8" name="Google Shape;5858;p75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5859" name="Google Shape;5859;p75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0" name="Google Shape;5860;p75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61" name="Google Shape;5861;p75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5862" name="Google Shape;5862;p75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3" name="Google Shape;5863;p75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64" name="Google Shape;5864;p75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5865" name="Google Shape;5865;p75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6" name="Google Shape;5866;p75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67" name="Google Shape;5867;p75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5868" name="Google Shape;5868;p75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9" name="Google Shape;5869;p75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70" name="Google Shape;5870;p75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5871" name="Google Shape;5871;p75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2" name="Google Shape;5872;p75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73" name="Google Shape;5873;p75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5874" name="Google Shape;5874;p75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5" name="Google Shape;5875;p75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76" name="Google Shape;5876;p75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5877" name="Google Shape;5877;p75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8" name="Google Shape;5878;p75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79" name="Google Shape;5879;p75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5880" name="Google Shape;5880;p75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1" name="Google Shape;5881;p75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2" name="Google Shape;5882;p75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5883" name="Google Shape;5883;p75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4" name="Google Shape;5884;p75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5" name="Google Shape;5885;p75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5886" name="Google Shape;5886;p75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7" name="Google Shape;5887;p75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8" name="Google Shape;5888;p75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5889" name="Google Shape;5889;p75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0" name="Google Shape;5890;p75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91" name="Google Shape;5891;p75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5892" name="Google Shape;5892;p75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3" name="Google Shape;5893;p75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94" name="Google Shape;5894;p75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5895" name="Google Shape;5895;p75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6" name="Google Shape;5896;p75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97" name="Google Shape;5897;p75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5898" name="Google Shape;5898;p75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9" name="Google Shape;5899;p75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00" name="Google Shape;5900;p75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5901" name="Google Shape;5901;p75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2" name="Google Shape;5902;p75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03" name="Google Shape;5903;p75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75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05" name="Google Shape;5905;p75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5906" name="Google Shape;5906;p75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7" name="Google Shape;5907;p75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08" name="Google Shape;5908;p75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5909" name="Google Shape;5909;p75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0" name="Google Shape;5910;p75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11" name="Google Shape;5911;p75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75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13" name="Google Shape;5913;p75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5914" name="Google Shape;5914;p75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5" name="Google Shape;5915;p75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16" name="Google Shape;5916;p75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5917" name="Google Shape;5917;p75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8" name="Google Shape;5918;p75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19" name="Google Shape;5919;p75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5920" name="Google Shape;5920;p75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21" name="Google Shape;5921;p75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22" name="Google Shape;5922;p75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5923" name="Google Shape;5923;p75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24" name="Google Shape;5924;p75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25" name="Google Shape;5925;p75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5926" name="Google Shape;5926;p75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27" name="Google Shape;5927;p75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28" name="Google Shape;5928;p75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5929" name="Google Shape;5929;p75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0" name="Google Shape;5930;p75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31" name="Google Shape;5931;p75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5932" name="Google Shape;5932;p75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3" name="Google Shape;5933;p75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34" name="Google Shape;5934;p75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5935" name="Google Shape;5935;p75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6" name="Google Shape;5936;p75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37" name="Google Shape;5937;p75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5938" name="Google Shape;5938;p75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9" name="Google Shape;5939;p75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40" name="Google Shape;5940;p75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5941" name="Google Shape;5941;p75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42" name="Google Shape;5942;p75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43" name="Google Shape;5943;p75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5944" name="Google Shape;5944;p75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45" name="Google Shape;5945;p75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46" name="Google Shape;5946;p75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5947" name="Google Shape;5947;p75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48" name="Google Shape;5948;p75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49" name="Google Shape;5949;p75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75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51" name="Google Shape;5951;p75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5952" name="Google Shape;5952;p75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53" name="Google Shape;5953;p75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54" name="Google Shape;5954;p75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5955" name="Google Shape;5955;p75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56" name="Google Shape;5956;p75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57" name="Google Shape;5957;p75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5958" name="Google Shape;5958;p75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59" name="Google Shape;5959;p75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60" name="Google Shape;5960;p75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5961" name="Google Shape;5961;p75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2" name="Google Shape;5962;p75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63" name="Google Shape;5963;p75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5964" name="Google Shape;5964;p75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5" name="Google Shape;5965;p75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66" name="Google Shape;5966;p75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5967" name="Google Shape;5967;p75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8" name="Google Shape;5968;p75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69" name="Google Shape;5969;p75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5970" name="Google Shape;5970;p75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71" name="Google Shape;5971;p75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72" name="Google Shape;5972;p75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5973" name="Google Shape;5973;p75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74" name="Google Shape;5974;p75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75" name="Google Shape;5975;p75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5976" name="Google Shape;5976;p75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77" name="Google Shape;5977;p75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78" name="Google Shape;5978;p75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5979" name="Google Shape;5979;p75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0" name="Google Shape;5980;p75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81" name="Google Shape;5981;p75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5982" name="Google Shape;5982;p75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3" name="Google Shape;5983;p75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84" name="Google Shape;5984;p75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5985" name="Google Shape;5985;p75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6" name="Google Shape;5986;p75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87" name="Google Shape;5987;p75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5988" name="Google Shape;5988;p75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9" name="Google Shape;5989;p75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90" name="Google Shape;5990;p75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5991" name="Google Shape;5991;p75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2" name="Google Shape;5992;p75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93" name="Google Shape;5993;p75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5994" name="Google Shape;5994;p75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5" name="Google Shape;5995;p75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96" name="Google Shape;5996;p75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5997" name="Google Shape;5997;p75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8" name="Google Shape;5998;p75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99" name="Google Shape;5999;p75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6000" name="Google Shape;6000;p75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1" name="Google Shape;6001;p75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02" name="Google Shape;6002;p75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6003" name="Google Shape;6003;p75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4" name="Google Shape;6004;p75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05" name="Google Shape;6005;p75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6006" name="Google Shape;6006;p75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7" name="Google Shape;6007;p75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08" name="Google Shape;6008;p75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6009" name="Google Shape;6009;p75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0" name="Google Shape;6010;p75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1" name="Google Shape;6011;p75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6012" name="Google Shape;6012;p75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3" name="Google Shape;6013;p75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4" name="Google Shape;6014;p75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6015" name="Google Shape;6015;p75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6" name="Google Shape;6016;p75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7" name="Google Shape;6017;p75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6018" name="Google Shape;6018;p75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9" name="Google Shape;6019;p75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20" name="Google Shape;6020;p75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6021" name="Google Shape;6021;p75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2" name="Google Shape;6022;p75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023" name="Google Shape;6023;p75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75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25" name="Google Shape;6025;p75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6026" name="Google Shape;6026;p75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7" name="Google Shape;6027;p75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28" name="Google Shape;6028;p75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6029" name="Google Shape;6029;p75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0" name="Google Shape;6030;p75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31" name="Google Shape;6031;p75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6032" name="Google Shape;6032;p75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3" name="Google Shape;6033;p75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034" name="Google Shape;6034;p75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6035" name="Google Shape;6035;p75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6036" name="Google Shape;6036;p75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7" name="Google Shape;6037;p75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8" name="Google Shape;6038;p75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9" name="Google Shape;6039;p75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0" name="Google Shape;6040;p75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1" name="Google Shape;6041;p75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2" name="Google Shape;6042;p75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3" name="Google Shape;6043;p75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4" name="Google Shape;6044;p75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5" name="Google Shape;6045;p75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6" name="Google Shape;6046;p75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7" name="Google Shape;6047;p75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8" name="Google Shape;6048;p75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9" name="Google Shape;6049;p75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0" name="Google Shape;6050;p75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1" name="Google Shape;6051;p75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2" name="Google Shape;6052;p75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3" name="Google Shape;6053;p75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4" name="Google Shape;6054;p75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5" name="Google Shape;6055;p75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6" name="Google Shape;6056;p75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7" name="Google Shape;6057;p75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8" name="Google Shape;6058;p75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9" name="Google Shape;6059;p75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0" name="Google Shape;6060;p75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1" name="Google Shape;6061;p75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2" name="Google Shape;6062;p75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3" name="Google Shape;6063;p75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4" name="Google Shape;6064;p75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5" name="Google Shape;6065;p75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6" name="Google Shape;6066;p75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7" name="Google Shape;6067;p75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8" name="Google Shape;6068;p75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9" name="Google Shape;6069;p75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0" name="Google Shape;6070;p75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1" name="Google Shape;6071;p75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2" name="Google Shape;6072;p75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3" name="Google Shape;6073;p75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4" name="Google Shape;6074;p75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5" name="Google Shape;6075;p75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6" name="Google Shape;6076;p75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7" name="Google Shape;6077;p75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8" name="Google Shape;6078;p75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9" name="Google Shape;6079;p75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0" name="Google Shape;6080;p75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1" name="Google Shape;6081;p75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2" name="Google Shape;6082;p75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3" name="Google Shape;6083;p75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4" name="Google Shape;6084;p75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5" name="Google Shape;6085;p75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6" name="Google Shape;6086;p75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7" name="Google Shape;6087;p75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8" name="Google Shape;6088;p75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9" name="Google Shape;6089;p75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0" name="Google Shape;6090;p75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1" name="Google Shape;6091;p75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92" name="Google Shape;6092;p75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6093" name="Google Shape;6093;p75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4" name="Google Shape;6094;p75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95" name="Google Shape;6095;p75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6096" name="Google Shape;6096;p75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7" name="Google Shape;6097;p75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98" name="Google Shape;6098;p75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6099" name="Google Shape;6099;p75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0" name="Google Shape;6100;p75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01" name="Google Shape;6101;p75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6102" name="Google Shape;6102;p75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3" name="Google Shape;6103;p75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04" name="Google Shape;6104;p75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6105" name="Google Shape;6105;p75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6" name="Google Shape;6106;p75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07" name="Google Shape;6107;p75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6108" name="Google Shape;6108;p75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9" name="Google Shape;6109;p75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10" name="Google Shape;6110;p75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6111" name="Google Shape;6111;p75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2" name="Google Shape;6112;p75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13" name="Google Shape;6113;p75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6114" name="Google Shape;6114;p75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5" name="Google Shape;6115;p75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16" name="Google Shape;6116;p75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6117" name="Google Shape;6117;p75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8" name="Google Shape;6118;p75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19" name="Google Shape;6119;p75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6120" name="Google Shape;6120;p75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1" name="Google Shape;6121;p75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22" name="Google Shape;6122;p75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6123" name="Google Shape;6123;p75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4" name="Google Shape;6124;p75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125" name="Google Shape;6125;p75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75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127" name="Google Shape;6127;p75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6128" name="Google Shape;6128;p75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9" name="Google Shape;6129;p75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30" name="Google Shape;6130;p75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6131" name="Google Shape;6131;p75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2" name="Google Shape;6132;p75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33" name="Google Shape;6133;p75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6134" name="Google Shape;6134;p75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5" name="Google Shape;6135;p75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36" name="Google Shape;6136;p75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6137" name="Google Shape;6137;p75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8" name="Google Shape;6138;p75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39" name="Google Shape;6139;p75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6140" name="Google Shape;6140;p75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1" name="Google Shape;6141;p75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42" name="Google Shape;6142;p75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6143" name="Google Shape;6143;p75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4" name="Google Shape;6144;p75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45" name="Google Shape;6145;p75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6146" name="Google Shape;6146;p75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7" name="Google Shape;6147;p75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48" name="Google Shape;6148;p75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6149" name="Google Shape;6149;p75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0" name="Google Shape;6150;p75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1" name="Google Shape;6151;p75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6152" name="Google Shape;6152;p75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3" name="Google Shape;6153;p75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4" name="Google Shape;6154;p75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6155" name="Google Shape;6155;p75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6" name="Google Shape;6156;p75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7" name="Google Shape;6157;p75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6158" name="Google Shape;6158;p75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9" name="Google Shape;6159;p75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60" name="Google Shape;6160;p75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6161" name="Google Shape;6161;p75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2" name="Google Shape;6162;p75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63" name="Google Shape;6163;p75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6164" name="Google Shape;6164;p75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5" name="Google Shape;6165;p75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66" name="Google Shape;6166;p75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6167" name="Google Shape;6167;p75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8" name="Google Shape;6168;p75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69" name="Google Shape;6169;p75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6170" name="Google Shape;6170;p75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1" name="Google Shape;6171;p75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2" name="Google Shape;6172;p75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6173" name="Google Shape;6173;p75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4" name="Google Shape;6174;p75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5" name="Google Shape;6175;p75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6176" name="Google Shape;6176;p75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7" name="Google Shape;6177;p75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8" name="Google Shape;6178;p75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6179" name="Google Shape;6179;p75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0" name="Google Shape;6180;p75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81" name="Google Shape;6181;p75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6182" name="Google Shape;6182;p75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3" name="Google Shape;6183;p75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84" name="Google Shape;6184;p75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6185" name="Google Shape;6185;p75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6" name="Google Shape;6186;p75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87" name="Google Shape;6187;p75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6188" name="Google Shape;6188;p75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9" name="Google Shape;6189;p75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90" name="Google Shape;6190;p75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6191" name="Google Shape;6191;p75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2" name="Google Shape;6192;p75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93" name="Google Shape;6193;p75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6194" name="Google Shape;6194;p75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5" name="Google Shape;6195;p75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96" name="Google Shape;6196;p75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6197" name="Google Shape;6197;p75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8" name="Google Shape;6198;p75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99" name="Google Shape;6199;p75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6200" name="Google Shape;6200;p75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1" name="Google Shape;6201;p75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02" name="Google Shape;6202;p75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6203" name="Google Shape;6203;p75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4" name="Google Shape;6204;p75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05" name="Google Shape;6205;p75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6206" name="Google Shape;6206;p75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7" name="Google Shape;6207;p75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08" name="Google Shape;6208;p75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6209" name="Google Shape;6209;p75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0" name="Google Shape;6210;p75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11" name="Google Shape;6211;p75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6212" name="Google Shape;6212;p75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3" name="Google Shape;6213;p75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14" name="Google Shape;6214;p75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6215" name="Google Shape;6215;p75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6" name="Google Shape;6216;p75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17" name="Google Shape;6217;p75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6218" name="Google Shape;6218;p75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9" name="Google Shape;6219;p75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20" name="Google Shape;6220;p75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6221" name="Google Shape;6221;p75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2" name="Google Shape;6222;p75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23" name="Google Shape;6223;p75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6224" name="Google Shape;6224;p75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5" name="Google Shape;6225;p75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26" name="Google Shape;6226;p75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6227" name="Google Shape;6227;p75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8" name="Google Shape;6228;p75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32" name="Shape 6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33" name="Google Shape;6233;p76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6234" name="Google Shape;6234;p76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6235" name="Google Shape;6235;p76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36" name="Google Shape;6236;p76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6237" name="Google Shape;6237;p7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38" name="Google Shape;6238;p7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39" name="Google Shape;6239;p76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6240" name="Google Shape;6240;p76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41" name="Google Shape;6241;p76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6242" name="Google Shape;6242;p7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43" name="Google Shape;6243;p7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44" name="Google Shape;6244;p76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6245" name="Google Shape;6245;p76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46" name="Google Shape;6246;p76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6247" name="Google Shape;6247;p7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48" name="Google Shape;6248;p7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49" name="Google Shape;6249;p76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6250" name="Google Shape;6250;p76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51" name="Google Shape;6251;p76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6252" name="Google Shape;6252;p7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53" name="Google Shape;6253;p7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254" name="Google Shape;6254;p76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6255" name="Google Shape;6255;p76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56" name="Google Shape;6256;p76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6257" name="Google Shape;6257;p76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76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76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76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76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76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63" name="Google Shape;6263;p76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264" name="Google Shape;6264;p76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6265" name="Google Shape;6265;p76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6266" name="Google Shape;6266;p76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267" name="Google Shape;6267;p76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68" name="Google Shape;6268;p76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6269" name="Google Shape;6269;p76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6270" name="Google Shape;6270;p76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71" name="Google Shape;6271;p76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272" name="Google Shape;6272;p76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6273" name="Google Shape;6273;p76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6274" name="Google Shape;6274;p76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275" name="Google Shape;6275;p76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6276" name="Google Shape;6276;p76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6277" name="Google Shape;6277;p76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6278" name="Google Shape;6278;p76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6279" name="Google Shape;6279;p76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6280" name="Google Shape;6280;p76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281" name="Google Shape;6281;p76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82" name="Google Shape;6282;p76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83" name="Google Shape;6283;p76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6284" name="Google Shape;6284;p76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6285" name="Google Shape;6285;p76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286" name="Google Shape;6286;p76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87" name="Google Shape;6287;p76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88" name="Google Shape;6288;p76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6289" name="Google Shape;6289;p76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6290" name="Google Shape;6290;p76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291" name="Google Shape;6291;p76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92" name="Google Shape;6292;p76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93" name="Google Shape;6293;p76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6294" name="Google Shape;6294;p76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6295" name="Google Shape;6295;p76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296" name="Google Shape;6296;p76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97" name="Google Shape;6297;p76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98" name="Google Shape;6298;p76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6299" name="Google Shape;6299;p76"/>
            <p:cNvCxnSpPr>
              <a:stCxn id="6300" idx="6"/>
              <a:endCxn id="6301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302" name="Google Shape;6302;p76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6303" name="Google Shape;6303;p76"/>
              <p:cNvCxnSpPr>
                <a:stCxn id="6304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00" name="Google Shape;6300;p76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76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05" name="Google Shape;6305;p76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6306" name="Google Shape;6306;p76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07" name="Google Shape;6307;p76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76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09" name="Google Shape;6309;p76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6310" name="Google Shape;6310;p76"/>
              <p:cNvCxnSpPr>
                <a:stCxn id="6311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12" name="Google Shape;6312;p76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76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13" name="Google Shape;6313;p76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6314" name="Google Shape;6314;p76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01" name="Google Shape;6301;p76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76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16" name="Google Shape;6316;p76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6317" name="Google Shape;6317;p76"/>
            <p:cNvCxnSpPr>
              <a:stCxn id="6318" idx="4"/>
              <a:endCxn id="6319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20" name="Google Shape;6320;p76"/>
            <p:cNvCxnSpPr>
              <a:stCxn id="6319" idx="0"/>
              <a:endCxn id="6321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22" name="Google Shape;6322;p76"/>
            <p:cNvCxnSpPr>
              <a:stCxn id="6321" idx="4"/>
              <a:endCxn id="6323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24" name="Google Shape;6324;p76"/>
            <p:cNvCxnSpPr>
              <a:stCxn id="6323" idx="0"/>
              <a:endCxn id="6325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325" name="Google Shape;6325;p76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1" name="Google Shape;6321;p76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8" name="Google Shape;6318;p76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3" name="Google Shape;6323;p76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9" name="Google Shape;6319;p76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326" name="Google Shape;6326;p76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6327" name="Google Shape;6327;p76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6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6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6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6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76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6333" name="Google Shape;6333;p76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6334" name="Google Shape;6334;p76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76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76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37" name="Google Shape;6337;p76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6338" name="Google Shape;6338;p76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9" name="Google Shape;6339;p76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76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41" name="Google Shape;6341;p76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6342" name="Google Shape;6342;p76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76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76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45" name="Google Shape;6345;p76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6346" name="Google Shape;6346;p76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76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76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49" name="Google Shape;6349;p76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6350" name="Google Shape;6350;p76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6351" name="Google Shape;6351;p76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76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76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76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76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56" name="Google Shape;6356;p76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6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6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6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6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76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6362" name="Google Shape;6362;p76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6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6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6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6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6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6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6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6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6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76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6373" name="Google Shape;6373;p76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6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6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6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6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6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6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6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6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6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6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6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6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6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6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6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76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6390" name="Google Shape;6390;p76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6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6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6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6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6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76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6397" name="Google Shape;6397;p76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6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6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00" name="Google Shape;6400;p76"/>
            <p:cNvCxnSpPr>
              <a:stCxn id="6397" idx="6"/>
              <a:endCxn id="6398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01" name="Google Shape;6401;p76"/>
            <p:cNvCxnSpPr>
              <a:stCxn id="6398" idx="4"/>
              <a:endCxn id="6402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03" name="Google Shape;6403;p76"/>
            <p:cNvCxnSpPr>
              <a:stCxn id="6402" idx="6"/>
              <a:endCxn id="6399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04" name="Google Shape;6404;p76"/>
            <p:cNvCxnSpPr>
              <a:stCxn id="6399" idx="4"/>
              <a:endCxn id="6405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402" name="Google Shape;6402;p76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6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6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07" name="Google Shape;6407;p76"/>
            <p:cNvCxnSpPr>
              <a:endCxn id="6406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408" name="Google Shape;6408;p76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6409" name="Google Shape;6409;p76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6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6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6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6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76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6415" name="Google Shape;6415;p76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16" name="Google Shape;6416;p76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17" name="Google Shape;6417;p76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18" name="Google Shape;6418;p76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19" name="Google Shape;6419;p76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420" name="Google Shape;6420;p76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21" name="Google Shape;6421;p76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422" name="Google Shape;6422;p76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6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6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6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6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6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76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6429" name="Google Shape;6429;p76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0" name="Google Shape;6430;p76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1" name="Google Shape;6431;p76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2" name="Google Shape;6432;p76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3" name="Google Shape;6433;p76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4" name="Google Shape;6434;p76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5" name="Google Shape;6435;p76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6436" name="Google Shape;6436;p76"/>
            <p:cNvCxnSpPr>
              <a:stCxn id="6429" idx="2"/>
              <a:endCxn id="6430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37" name="Google Shape;6437;p76"/>
            <p:cNvCxnSpPr>
              <a:stCxn id="6431" idx="0"/>
              <a:endCxn id="6429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38" name="Google Shape;6438;p76"/>
            <p:cNvCxnSpPr>
              <a:stCxn id="6431" idx="2"/>
              <a:endCxn id="6433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39" name="Google Shape;6439;p76"/>
            <p:cNvCxnSpPr>
              <a:stCxn id="6432" idx="0"/>
              <a:endCxn id="6431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40" name="Google Shape;6440;p76"/>
            <p:cNvCxnSpPr>
              <a:stCxn id="6430" idx="2"/>
              <a:endCxn id="6435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41" name="Google Shape;6441;p76"/>
            <p:cNvCxnSpPr>
              <a:stCxn id="6434" idx="0"/>
              <a:endCxn id="6430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6442" name="Google Shape;6442;p76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6443" name="Google Shape;6443;p76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6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6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6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6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48" name="Google Shape;6448;p76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6449" name="Google Shape;6449;p76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0" name="Google Shape;6450;p76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76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2" name="Google Shape;6452;p76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3" name="Google Shape;6453;p76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54" name="Google Shape;6454;p76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6455" name="Google Shape;6455;p76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6456" name="Google Shape;6456;p76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57" name="Google Shape;6457;p76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58" name="Google Shape;6458;p76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6459" name="Google Shape;6459;p76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60" name="Google Shape;6460;p76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61" name="Google Shape;6461;p76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6462" name="Google Shape;6462;p76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63" name="Google Shape;6463;p76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64" name="Google Shape;6464;p76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6465" name="Google Shape;6465;p76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66" name="Google Shape;6466;p76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67" name="Google Shape;6467;p76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6468" name="Google Shape;6468;p76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6469" name="Google Shape;6469;p76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6470" name="Google Shape;6470;p76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1" name="Google Shape;6471;p76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72" name="Google Shape;6472;p76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73" name="Google Shape;6473;p76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6474" name="Google Shape;6474;p76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6475" name="Google Shape;6475;p76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6" name="Google Shape;6476;p76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77" name="Google Shape;6477;p76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78" name="Google Shape;6478;p76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79" name="Google Shape;6479;p76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6480" name="Google Shape;6480;p76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6481" name="Google Shape;6481;p76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6482" name="Google Shape;6482;p76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3" name="Google Shape;6483;p76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484" name="Google Shape;6484;p76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85" name="Google Shape;6485;p76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86" name="Google Shape;6486;p76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6487" name="Google Shape;6487;p76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88" name="Google Shape;6488;p76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6489" name="Google Shape;6489;p76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0" name="Google Shape;6490;p76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491" name="Google Shape;6491;p76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6492" name="Google Shape;6492;p76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6493" name="Google Shape;6493;p76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94" name="Google Shape;6494;p76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6495" name="Google Shape;6495;p76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6" name="Google Shape;6496;p76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7" name="Google Shape;6497;p76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8" name="Google Shape;6498;p76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9" name="Google Shape;6499;p76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500" name="Google Shape;6500;p76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6501" name="Google Shape;6501;p76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6502" name="Google Shape;6502;p76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503" name="Google Shape;6503;p76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6504" name="Google Shape;6504;p76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05" name="Google Shape;6505;p76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06" name="Google Shape;6506;p76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07" name="Google Shape;6507;p76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08" name="Google Shape;6508;p76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09" name="Google Shape;6509;p76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0" name="Google Shape;6510;p76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511" name="Google Shape;6511;p76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6512" name="Google Shape;6512;p76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3" name="Google Shape;6513;p76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514" name="Google Shape;6514;p76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6515" name="Google Shape;6515;p76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516" name="Google Shape;6516;p76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6517" name="Google Shape;6517;p76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8" name="Google Shape;6518;p76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9" name="Google Shape;6519;p76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0" name="Google Shape;6520;p76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1" name="Google Shape;6521;p76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2" name="Google Shape;6522;p76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3" name="Google Shape;6523;p76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524" name="Google Shape;6524;p76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6525" name="Google Shape;6525;p76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26" name="Google Shape;6526;p76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6527" name="Google Shape;6527;p76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6528" name="Google Shape;6528;p76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6529" name="Google Shape;6529;p76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0" name="Google Shape;6530;p76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1" name="Google Shape;6531;p76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2" name="Google Shape;6532;p76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3" name="Google Shape;6533;p76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4" name="Google Shape;6534;p76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5" name="Google Shape;6535;p76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6" name="Google Shape;6536;p76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76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76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76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76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76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76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76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76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5" name="Google Shape;6545;p76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6" name="Google Shape;6546;p76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76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76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49" name="Google Shape;6549;p76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6550" name="Google Shape;6550;p76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6551" name="Google Shape;6551;p76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6552" name="Google Shape;6552;p76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53" name="Google Shape;6553;p76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54" name="Google Shape;6554;p76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6555" name="Google Shape;6555;p76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556" name="Google Shape;6556;p76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6557" name="Google Shape;6557;p76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58" name="Google Shape;6558;p76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559" name="Google Shape;6559;p76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6560" name="Google Shape;6560;p76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6561" name="Google Shape;6561;p76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62" name="Google Shape;6562;p76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63" name="Google Shape;6563;p76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6564" name="Google Shape;6564;p76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65" name="Google Shape;6565;p76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66" name="Google Shape;6566;p76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6567" name="Google Shape;6567;p76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6568" name="Google Shape;6568;p76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69" name="Google Shape;6569;p76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70" name="Google Shape;6570;p76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571" name="Google Shape;6571;p76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72" name="Google Shape;6572;p76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573" name="Google Shape;6573;p76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74" name="Google Shape;6574;p76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6575" name="Google Shape;6575;p76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6576" name="Google Shape;6576;p76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77" name="Google Shape;6577;p76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78" name="Google Shape;6578;p76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79" name="Google Shape;6579;p76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6580" name="Google Shape;6580;p76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81" name="Google Shape;6581;p76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582" name="Google Shape;6582;p76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6583" name="Google Shape;6583;p76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6584" name="Google Shape;6584;p76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85" name="Google Shape;6585;p76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86" name="Google Shape;6586;p76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6587" name="Google Shape;6587;p76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88" name="Google Shape;6588;p76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89" name="Google Shape;6589;p76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590" name="Google Shape;6590;p76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6591" name="Google Shape;6591;p76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6592" name="Google Shape;6592;p76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93" name="Google Shape;6593;p76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94" name="Google Shape;6594;p76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6595" name="Google Shape;6595;p76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596" name="Google Shape;6596;p76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6597" name="Google Shape;6597;p76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98" name="Google Shape;6598;p76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599" name="Google Shape;6599;p76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6600" name="Google Shape;6600;p76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6601" name="Google Shape;6601;p76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02" name="Google Shape;6602;p76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603" name="Google Shape;6603;p76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6604" name="Google Shape;6604;p76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6605" name="Google Shape;6605;p76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6606" name="Google Shape;6606;p76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607" name="Google Shape;6607;p76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6608" name="Google Shape;6608;p76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609" name="Google Shape;6609;p76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10" name="Google Shape;6610;p76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611" name="Google Shape;6611;p76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6612" name="Google Shape;6612;p76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13" name="Google Shape;6613;p76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6614" name="Google Shape;6614;p76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6615" name="Google Shape;6615;p76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6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6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6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6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6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6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6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6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6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6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6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6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6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6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6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6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6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6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6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6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6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6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6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6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6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6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6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6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6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6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6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6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1" name="Shape 6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2" name="Google Shape;6652;p77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6653" name="Google Shape;6653;p77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54" name="Google Shape;6654;p77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55" name="Google Shape;6655;p77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56" name="Google Shape;6656;p77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57" name="Google Shape;6657;p77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58" name="Google Shape;6658;p77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59" name="Google Shape;6659;p77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0" name="Google Shape;6660;p77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1" name="Google Shape;6661;p77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2" name="Google Shape;6662;p77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3" name="Google Shape;6663;p77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4" name="Google Shape;6664;p77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5" name="Google Shape;6665;p77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6" name="Google Shape;6666;p77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6667" name="Google Shape;6667;p77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6668" name="Google Shape;6668;p77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69" name="Google Shape;6669;p77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0" name="Google Shape;6670;p77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1" name="Google Shape;6671;p77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2" name="Google Shape;6672;p77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3" name="Google Shape;6673;p77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4" name="Google Shape;6674;p77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5" name="Google Shape;6675;p77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6" name="Google Shape;6676;p77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7" name="Google Shape;6677;p77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8" name="Google Shape;6678;p77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9" name="Google Shape;6679;p77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6680" name="Google Shape;6680;p77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{AE70CE18-CB0B-400C-8185-28348DB99452}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10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6681" name="Google Shape;6681;p77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6682" name="Google Shape;6682;p77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683" name="Google Shape;6683;p77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684" name="Google Shape;6684;p77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685" name="Google Shape;6685;p77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86" name="Google Shape;6686;p77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87" name="Google Shape;6687;p77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88" name="Google Shape;6688;p77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89" name="Google Shape;6689;p77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7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7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7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7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7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7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96" name="Google Shape;6696;p77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97" name="Google Shape;6697;p77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98" name="Google Shape;6698;p77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77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6700" name="Google Shape;6700;p77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7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7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7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7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7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7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7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7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7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7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7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7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7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7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7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7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7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7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7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7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7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7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7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7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7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7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7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7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7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7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7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6732" name="Google Shape;6732;p77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{AE70CE18-CB0B-400C-8185-28348DB99452}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733" name="Google Shape;6733;p77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{AE70CE18-CB0B-400C-8185-28348DB99452}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6734" name="Google Shape;6734;p77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6735" name="Google Shape;6735;p77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7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77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6738" name="Google Shape;6738;p77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7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77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6741" name="Google Shape;6741;p77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6742" name="Google Shape;6742;p77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3" name="Google Shape;6743;p77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77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5" name="Google Shape;6745;p77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6" name="Google Shape;6746;p77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7" name="Google Shape;6747;p77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48" name="Google Shape;6748;p77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6749" name="Google Shape;6749;p77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77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77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77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77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77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55" name="Google Shape;6755;p77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6756" name="Google Shape;6756;p77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77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77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77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77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77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62" name="Google Shape;6762;p77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6763" name="Google Shape;6763;p77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77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77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77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77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77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69" name="Google Shape;6769;p77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6770" name="Google Shape;6770;p77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1" name="Google Shape;6771;p77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77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77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77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77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6776" name="Google Shape;6776;p77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{AE70CE18-CB0B-400C-8185-28348DB99452}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6777" name="Google Shape;6777;p77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6778" name="Google Shape;6778;p77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6779" name="Google Shape;6779;p77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80" name="Google Shape;6780;p77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781" name="Google Shape;6781;p77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6782" name="Google Shape;6782;p77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83" name="Google Shape;6783;p77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84" name="Google Shape;6784;p77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85" name="Google Shape;6785;p77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86" name="Google Shape;6786;p77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787" name="Google Shape;6787;p77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6788" name="Google Shape;6788;p77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6789" name="Google Shape;6789;p77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0" name="Google Shape;6790;p77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1" name="Google Shape;6791;p77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6792" name="Google Shape;6792;p77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3" name="Google Shape;6793;p77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4" name="Google Shape;6794;p77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6795" name="Google Shape;6795;p77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6" name="Google Shape;6796;p77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7" name="Google Shape;6797;p77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6798" name="Google Shape;6798;p77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9" name="Google Shape;6799;p77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0" name="Google Shape;6800;p77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6801" name="Google Shape;6801;p77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2" name="Google Shape;6802;p77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3" name="Google Shape;6803;p77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6804" name="Google Shape;6804;p77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5" name="Google Shape;6805;p77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6" name="Google Shape;6806;p77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6807" name="Google Shape;6807;p77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8" name="Google Shape;6808;p77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9" name="Google Shape;6809;p77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6810" name="Google Shape;6810;p77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1" name="Google Shape;6811;p77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2" name="Google Shape;6812;p77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6813" name="Google Shape;6813;p77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4" name="Google Shape;6814;p77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5" name="Google Shape;6815;p77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6816" name="Google Shape;6816;p77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7" name="Google Shape;6817;p77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21" name="Shape 6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22" name="Google Shape;6822;p78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6823" name="Google Shape;6823;p78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6824" name="Google Shape;6824;p78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5" name="Google Shape;6825;p78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26" name="Google Shape;6826;p78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6827" name="Google Shape;6827;p78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8" name="Google Shape;6828;p78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29" name="Google Shape;6829;p78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6830" name="Google Shape;6830;p78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1" name="Google Shape;6831;p78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32" name="Google Shape;6832;p78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6833" name="Google Shape;6833;p78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4" name="Google Shape;6834;p78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35" name="Google Shape;6835;p78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78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6837" name="Google Shape;6837;p78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8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78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8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8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8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8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8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8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8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8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8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8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8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8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8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8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8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8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8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8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8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8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8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8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8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8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8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8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8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8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8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78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6870" name="Google Shape;6870;p78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71" name="Google Shape;6871;p78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6872" name="Google Shape;6872;p78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73" name="Google Shape;6873;p78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74" name="Google Shape;6874;p78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6875" name="Google Shape;6875;p78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76" name="Google Shape;6876;p78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77" name="Google Shape;6877;p78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6878" name="Google Shape;6878;p78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79" name="Google Shape;6879;p78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80" name="Google Shape;6880;p78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6881" name="Google Shape;6881;p78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82" name="Google Shape;6882;p78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83" name="Google Shape;6883;p78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6884" name="Google Shape;6884;p78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85" name="Google Shape;6885;p78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86" name="Google Shape;6886;p78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6887" name="Google Shape;6887;p78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6888" name="Google Shape;6888;p78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9" name="Google Shape;6889;p78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90" name="Google Shape;6890;p78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6891" name="Google Shape;6891;p78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2" name="Google Shape;6892;p78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93" name="Google Shape;6893;p78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6894" name="Google Shape;6894;p78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5" name="Google Shape;6895;p78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96" name="Google Shape;6896;p78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6897" name="Google Shape;6897;p78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8" name="Google Shape;6898;p78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99" name="Google Shape;6899;p78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6900" name="Google Shape;6900;p78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01" name="Google Shape;6901;p78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6902" name="Google Shape;6902;p78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3" name="Google Shape;6903;p78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04" name="Google Shape;6904;p78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6905" name="Google Shape;6905;p78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6" name="Google Shape;6906;p78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07" name="Google Shape;6907;p78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6908" name="Google Shape;6908;p78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9" name="Google Shape;6909;p78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10" name="Google Shape;6910;p78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6911" name="Google Shape;6911;p78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2" name="Google Shape;6912;p78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13" name="Google Shape;6913;p78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6914" name="Google Shape;6914;p78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8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8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8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8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8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78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6921" name="Google Shape;6921;p78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6922" name="Google Shape;6922;p7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3" name="Google Shape;6923;p7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24" name="Google Shape;6924;p78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6925" name="Google Shape;6925;p7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6" name="Google Shape;6926;p7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27" name="Google Shape;6927;p78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6928" name="Google Shape;6928;p7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9" name="Google Shape;6929;p7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0" name="Google Shape;6930;p78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6931" name="Google Shape;6931;p7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2" name="Google Shape;6932;p7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33" name="Google Shape;6933;p78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6934" name="Google Shape;6934;p78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6935" name="Google Shape;6935;p78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6" name="Google Shape;6936;p78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7" name="Google Shape;6937;p78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6938" name="Google Shape;6938;p78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9" name="Google Shape;6939;p78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40" name="Google Shape;6940;p78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6941" name="Google Shape;6941;p78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2" name="Google Shape;6942;p78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43" name="Google Shape;6943;p78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6944" name="Google Shape;6944;p78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5" name="Google Shape;6945;p78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46" name="Google Shape;6946;p78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6947" name="Google Shape;6947;p78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8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8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8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78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6952" name="Google Shape;6952;p78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8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8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8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8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8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58" name="Google Shape;6958;p78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6959" name="Google Shape;6959;p78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0" name="Google Shape;6960;p78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1" name="Google Shape;6961;p78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2" name="Google Shape;6962;p78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3" name="Google Shape;6963;p78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4" name="Google Shape;6964;p78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65" name="Google Shape;6965;p78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6966" name="Google Shape;6966;p78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6967" name="Google Shape;6967;p78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8" name="Google Shape;6968;p78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9" name="Google Shape;6969;p78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0" name="Google Shape;6970;p78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1" name="Google Shape;6971;p78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2" name="Google Shape;6972;p78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3" name="Google Shape;6973;p78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4" name="Google Shape;6974;p78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5" name="Google Shape;6975;p78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6" name="Google Shape;6976;p78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7" name="Google Shape;6977;p78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8" name="Google Shape;6978;p78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9" name="Google Shape;6979;p78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0" name="Google Shape;6980;p78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1" name="Google Shape;6981;p78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2" name="Google Shape;6982;p78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3" name="Google Shape;6983;p78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4" name="Google Shape;6984;p78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5" name="Google Shape;6985;p78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986" name="Google Shape;6986;p78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7" name="Google Shape;6987;p78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8" name="Google Shape;6988;p78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9" name="Google Shape;6989;p78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0" name="Google Shape;6990;p78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1" name="Google Shape;6991;p78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992" name="Google Shape;6992;p78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6993" name="Google Shape;6993;p78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8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8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8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78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6998" name="Google Shape;6998;p78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8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8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8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8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8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8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8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8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8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8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8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78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7011" name="Google Shape;7011;p78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7012" name="Google Shape;7012;p78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13" name="Google Shape;7013;p78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7014" name="Google Shape;7014;p78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7015" name="Google Shape;7015;p78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16" name="Google Shape;7016;p78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7017" name="Google Shape;7017;p78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7018" name="Google Shape;7018;p78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19" name="Google Shape;7019;p78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7020" name="Google Shape;7020;p78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7021" name="Google Shape;7021;p78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22" name="Google Shape;7022;p78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7023" name="Google Shape;7023;p78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7024" name="Google Shape;7024;p78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8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8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78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7028" name="Google Shape;7028;p78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8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78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7031" name="Google Shape;7031;p78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8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78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7034" name="Google Shape;7034;p78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8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8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8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8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8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78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7041" name="Google Shape;7041;p78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8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3" name="Google Shape;7043;p78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4" name="Google Shape;7044;p78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7045" name="Google Shape;7045;p78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46" name="Google Shape;7046;p78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47" name="Google Shape;7047;p78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48" name="Google Shape;7048;p78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49" name="Google Shape;7049;p78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50" name="Google Shape;7050;p78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051" name="Google Shape;7051;p78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7052" name="Google Shape;7052;p78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7053" name="Google Shape;7053;p78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4" name="Google Shape;7054;p78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5" name="Google Shape;7055;p78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6" name="Google Shape;7056;p78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7" name="Google Shape;7057;p78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7058" name="Google Shape;7058;p78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9" name="Google Shape;7059;p78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0" name="Google Shape;7060;p78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78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7062" name="Google Shape;7062;p78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3" name="Google Shape;7063;p78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4" name="Google Shape;7064;p78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7065" name="Google Shape;7065;p78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8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8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8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78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7070" name="Google Shape;7070;p78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7071" name="Google Shape;7071;p78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72" name="Google Shape;7072;p78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73" name="Google Shape;7073;p78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7074" name="Google Shape;7074;p78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75" name="Google Shape;7075;p78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76" name="Google Shape;7076;p78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7077" name="Google Shape;7077;p78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78" name="Google Shape;7078;p78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79" name="Google Shape;7079;p78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7080" name="Google Shape;7080;p78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81" name="Google Shape;7081;p78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82" name="Google Shape;7082;p78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7083" name="Google Shape;7083;p78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84" name="Google Shape;7084;p78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085" name="Google Shape;7085;p78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7086" name="Google Shape;7086;p78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8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8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8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8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78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7092" name="Google Shape;7092;p78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8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8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78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7096" name="Google Shape;7096;p78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7097" name="Google Shape;7097;p78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7098" name="Google Shape;7098;p78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9" name="Google Shape;7099;p78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0" name="Google Shape;7100;p78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7101" name="Google Shape;7101;p78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2" name="Google Shape;7102;p78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3" name="Google Shape;7103;p78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7104" name="Google Shape;7104;p78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5" name="Google Shape;7105;p78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106" name="Google Shape;7106;p78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7107" name="Google Shape;7107;p78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8" name="Google Shape;7108;p78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9" name="Google Shape;7109;p78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0" name="Google Shape;7110;p78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1" name="Google Shape;7111;p78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2" name="Google Shape;7112;p78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3" name="Google Shape;7113;p78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4" name="Google Shape;7114;p78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5" name="Google Shape;7115;p78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6" name="Google Shape;7116;p78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17" name="Google Shape;7117;p78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7118" name="Google Shape;7118;p78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7119" name="Google Shape;7119;p78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0" name="Google Shape;7120;p78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1" name="Google Shape;7121;p78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2" name="Google Shape;7122;p78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3" name="Google Shape;7123;p78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4" name="Google Shape;7124;p78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125" name="Google Shape;7125;p78"/>
              <p:cNvCxnSpPr>
                <a:stCxn id="7123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26" name="Google Shape;7126;p78"/>
              <p:cNvCxnSpPr>
                <a:stCxn id="7120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27" name="Google Shape;7127;p78"/>
              <p:cNvCxnSpPr>
                <a:stCxn id="7121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28" name="Google Shape;7128;p78"/>
              <p:cNvCxnSpPr>
                <a:stCxn id="7124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29" name="Google Shape;7129;p78"/>
              <p:cNvCxnSpPr>
                <a:stCxn id="7122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130" name="Google Shape;7130;p78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7131" name="Google Shape;7131;p78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2" name="Google Shape;7132;p78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3" name="Google Shape;7133;p78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34" name="Google Shape;7134;p78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7135" name="Google Shape;7135;p78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7136" name="Google Shape;7136;p78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7" name="Google Shape;7137;p78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38" name="Google Shape;7138;p78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7139" name="Google Shape;7139;p78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0" name="Google Shape;7140;p78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41" name="Google Shape;7141;p78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7142" name="Google Shape;7142;p78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3" name="Google Shape;7143;p78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44" name="Google Shape;7144;p78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7145" name="Google Shape;7145;p78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6" name="Google Shape;7146;p78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47" name="Google Shape;7147;p78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7148" name="Google Shape;7148;p78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8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0" name="Google Shape;7150;p78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7151" name="Google Shape;7151;p78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8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8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8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8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8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8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8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8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78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7161" name="Google Shape;7161;p78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7162" name="Google Shape;7162;p78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3" name="Google Shape;7163;p78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64" name="Google Shape;7164;p78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7165" name="Google Shape;7165;p78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7166" name="Google Shape;7166;p78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7167" name="Google Shape;7167;p78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68" name="Google Shape;7168;p78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69" name="Google Shape;7169;p78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7170" name="Google Shape;7170;p78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71" name="Google Shape;7171;p78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72" name="Google Shape;7172;p78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7173" name="Google Shape;7173;p78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74" name="Google Shape;7174;p78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75" name="Google Shape;7175;p78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7176" name="Google Shape;7176;p78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77" name="Google Shape;7177;p78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78" name="Google Shape;7178;p78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7179" name="Google Shape;7179;p78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0" name="Google Shape;7180;p78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7181" name="Google Shape;7181;p78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7182" name="Google Shape;7182;p78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183" name="Google Shape;7183;p78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7184" name="Google Shape;7184;p78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5" name="Google Shape;7185;p78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6" name="Google Shape;7186;p78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7" name="Google Shape;7187;p78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8" name="Google Shape;7188;p78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7189" name="Google Shape;7189;p78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8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8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8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8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78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7195" name="Google Shape;7195;p78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7196" name="Google Shape;7196;p78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7" name="Google Shape;7197;p78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98" name="Google Shape;7198;p78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7199" name="Google Shape;7199;p78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0" name="Google Shape;7200;p78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01" name="Google Shape;7201;p78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7202" name="Google Shape;7202;p78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3" name="Google Shape;7203;p78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04" name="Google Shape;7204;p78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7205" name="Google Shape;7205;p78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6" name="Google Shape;7206;p78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207" name="Google Shape;7207;p78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7208" name="Google Shape;7208;p78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09" name="Google Shape;7209;p78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7210" name="Google Shape;7210;p78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1" name="Google Shape;7211;p78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2" name="Google Shape;7212;p78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213" name="Google Shape;7213;p78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7214" name="Google Shape;7214;p78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8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8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8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8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8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8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8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8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26" name="Shape 7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27" name="Google Shape;7227;p79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7228" name="Google Shape;7228;p79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7229" name="Google Shape;7229;p79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0" name="Google Shape;7230;p79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1" name="Google Shape;7231;p79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2" name="Google Shape;7232;p79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3" name="Google Shape;7233;p79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4" name="Google Shape;7234;p79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5" name="Google Shape;7235;p79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6" name="Google Shape;7236;p79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7" name="Google Shape;7237;p79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8" name="Google Shape;7238;p79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39" name="Google Shape;7239;p79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7240" name="Google Shape;7240;p79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1" name="Google Shape;7241;p79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2" name="Google Shape;7242;p79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3" name="Google Shape;7243;p79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4" name="Google Shape;7244;p79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5" name="Google Shape;7245;p79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6" name="Google Shape;7246;p79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7" name="Google Shape;7247;p79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8" name="Google Shape;7248;p79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9" name="Google Shape;7249;p79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50" name="Google Shape;7250;p79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7251" name="Google Shape;7251;p79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2" name="Google Shape;7252;p79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3" name="Google Shape;7253;p79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4" name="Google Shape;7254;p79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5" name="Google Shape;7255;p79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6" name="Google Shape;7256;p79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7" name="Google Shape;7257;p79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8" name="Google Shape;7258;p79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9" name="Google Shape;7259;p79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0" name="Google Shape;7260;p79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61" name="Google Shape;7261;p79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7262" name="Google Shape;7262;p79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3" name="Google Shape;7263;p79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4" name="Google Shape;7264;p79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5" name="Google Shape;7265;p79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6" name="Google Shape;7266;p79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7" name="Google Shape;7267;p79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8" name="Google Shape;7268;p79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9" name="Google Shape;7269;p79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0" name="Google Shape;7270;p79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1" name="Google Shape;7271;p79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72" name="Google Shape;7272;p79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7273" name="Google Shape;7273;p79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4" name="Google Shape;7274;p79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5" name="Google Shape;7275;p79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6" name="Google Shape;7276;p79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7" name="Google Shape;7277;p79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8" name="Google Shape;7278;p79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9" name="Google Shape;7279;p79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0" name="Google Shape;7280;p79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1" name="Google Shape;7281;p79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2" name="Google Shape;7282;p79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83" name="Google Shape;7283;p79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7284" name="Google Shape;7284;p79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5" name="Google Shape;7285;p79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6" name="Google Shape;7286;p79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7" name="Google Shape;7287;p79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8" name="Google Shape;7288;p79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9" name="Google Shape;7289;p79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0" name="Google Shape;7290;p79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1" name="Google Shape;7291;p79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2" name="Google Shape;7292;p79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3" name="Google Shape;7293;p79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94" name="Google Shape;7294;p79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7295" name="Google Shape;7295;p79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6" name="Google Shape;7296;p79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7" name="Google Shape;7297;p79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8" name="Google Shape;7298;p79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9" name="Google Shape;7299;p79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0" name="Google Shape;7300;p79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1" name="Google Shape;7301;p79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2" name="Google Shape;7302;p79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3" name="Google Shape;7303;p79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4" name="Google Shape;7304;p79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05" name="Google Shape;7305;p79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7306" name="Google Shape;7306;p79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7" name="Google Shape;7307;p79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8" name="Google Shape;7308;p79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9" name="Google Shape;7309;p79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0" name="Google Shape;7310;p79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1" name="Google Shape;7311;p79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2" name="Google Shape;7312;p79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3" name="Google Shape;7313;p79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4" name="Google Shape;7314;p79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5" name="Google Shape;7315;p79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16" name="Google Shape;7316;p79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7317" name="Google Shape;7317;p79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8" name="Google Shape;7318;p79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9" name="Google Shape;7319;p79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0" name="Google Shape;7320;p79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1" name="Google Shape;7321;p79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2" name="Google Shape;7322;p79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3" name="Google Shape;7323;p79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4" name="Google Shape;7324;p79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5" name="Google Shape;7325;p79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6" name="Google Shape;7326;p79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27" name="Google Shape;7327;p79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7328" name="Google Shape;7328;p79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9" name="Google Shape;7329;p79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0" name="Google Shape;7330;p79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1" name="Google Shape;7331;p79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2" name="Google Shape;7332;p79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3" name="Google Shape;7333;p79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4" name="Google Shape;7334;p79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5" name="Google Shape;7335;p79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6" name="Google Shape;7336;p79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7" name="Google Shape;7337;p79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338" name="Google Shape;7338;p79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7339" name="Google Shape;7339;p79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7340" name="Google Shape;7340;p79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1" name="Google Shape;7341;p79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2" name="Google Shape;7342;p79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3" name="Google Shape;7343;p79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4" name="Google Shape;7344;p79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45" name="Google Shape;7345;p79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7346" name="Google Shape;7346;p79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7" name="Google Shape;7347;p79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8" name="Google Shape;7348;p79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9" name="Google Shape;7349;p79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0" name="Google Shape;7350;p79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51" name="Google Shape;7351;p79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7352" name="Google Shape;7352;p79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3" name="Google Shape;7353;p79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4" name="Google Shape;7354;p79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5" name="Google Shape;7355;p79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6" name="Google Shape;7356;p79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57" name="Google Shape;7357;p79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7358" name="Google Shape;7358;p79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9" name="Google Shape;7359;p79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0" name="Google Shape;7360;p79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1" name="Google Shape;7361;p79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2" name="Google Shape;7362;p79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363" name="Google Shape;7363;p79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7364" name="Google Shape;7364;p79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9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9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9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9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9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9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9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9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9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9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9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9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9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9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9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9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9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79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7383" name="Google Shape;7383;p79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9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79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7386" name="Google Shape;7386;p7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9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8" name="Google Shape;7388;p79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7389" name="Google Shape;7389;p79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9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9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9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9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9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9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9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79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7398" name="Google Shape;7398;p79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9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9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9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9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79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7404" name="Google Shape;7404;p79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9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9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9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9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79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7410" name="Google Shape;7410;p79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7411" name="Google Shape;7411;p7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12" name="Google Shape;7412;p79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7413" name="Google Shape;7413;p79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7414" name="Google Shape;7414;p7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15" name="Google Shape;7415;p79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7416" name="Google Shape;7416;p79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7417" name="Google Shape;7417;p79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7418" name="Google Shape;7418;p7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9" name="Google Shape;7419;p7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20" name="Google Shape;7420;p79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7421" name="Google Shape;7421;p7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2" name="Google Shape;7422;p7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23" name="Google Shape;7423;p79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7424" name="Google Shape;7424;p7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5" name="Google Shape;7425;p7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26" name="Google Shape;7426;p79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7427" name="Google Shape;7427;p7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8" name="Google Shape;7428;p7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29" name="Google Shape;7429;p79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7430" name="Google Shape;7430;p7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1" name="Google Shape;7431;p7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32" name="Google Shape;7432;p79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7433" name="Google Shape;7433;p79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7434" name="Google Shape;7434;p79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7435" name="Google Shape;7435;p79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36" name="Google Shape;7436;p79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437" name="Google Shape;7437;p79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7438" name="Google Shape;7438;p79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7439" name="Google Shape;7439;p79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0" name="Google Shape;7440;p79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1" name="Google Shape;7441;p79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2" name="Google Shape;7442;p79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3" name="Google Shape;7443;p79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4" name="Google Shape;7444;p79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45" name="Google Shape;7445;p79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7446" name="Google Shape;7446;p79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7" name="Google Shape;7447;p79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8" name="Google Shape;7448;p79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9" name="Google Shape;7449;p79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0" name="Google Shape;7450;p79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1" name="Google Shape;7451;p79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52" name="Google Shape;7452;p79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79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7454" name="Google Shape;7454;p79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7455" name="Google Shape;7455;p79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56" name="Google Shape;7456;p79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57" name="Google Shape;7457;p79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7458" name="Google Shape;7458;p79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59" name="Google Shape;7459;p79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60" name="Google Shape;7460;p79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7461" name="Google Shape;7461;p79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62" name="Google Shape;7462;p79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63" name="Google Shape;7463;p79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7464" name="Google Shape;7464;p79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65" name="Google Shape;7465;p79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466" name="Google Shape;7466;p79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7467" name="Google Shape;7467;p79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9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9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9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79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7472" name="Google Shape;7472;p79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7473" name="Google Shape;7473;p79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74" name="Google Shape;7474;p79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75" name="Google Shape;7475;p79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7476" name="Google Shape;7476;p79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7477" name="Google Shape;7477;p79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8" name="Google Shape;7478;p79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9" name="Google Shape;7479;p79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0" name="Google Shape;7480;p79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1" name="Google Shape;7481;p79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2" name="Google Shape;7482;p79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3" name="Google Shape;7483;p79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4" name="Google Shape;7484;p79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7485" name="Google Shape;7485;p79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6" name="Google Shape;7486;p79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7" name="Google Shape;7487;p79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8" name="Google Shape;7488;p79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9" name="Google Shape;7489;p79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0" name="Google Shape;7490;p79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1" name="Google Shape;7491;p79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2" name="Google Shape;7492;p79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7493" name="Google Shape;7493;p79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4" name="Google Shape;7494;p79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5" name="Google Shape;7495;p79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6" name="Google Shape;7496;p79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7" name="Google Shape;7497;p79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8" name="Google Shape;7498;p79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9" name="Google Shape;7499;p79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0" name="Google Shape;7500;p79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7501" name="Google Shape;7501;p79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2" name="Google Shape;7502;p79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3" name="Google Shape;7503;p79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4" name="Google Shape;7504;p79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5" name="Google Shape;7505;p79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6" name="Google Shape;7506;p79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7" name="Google Shape;7507;p79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8" name="Google Shape;7508;p79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7509" name="Google Shape;7509;p79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0" name="Google Shape;7510;p79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1" name="Google Shape;7511;p79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2" name="Google Shape;7512;p79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3" name="Google Shape;7513;p79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4" name="Google Shape;7514;p79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5" name="Google Shape;7515;p79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6" name="Google Shape;7516;p79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7517" name="Google Shape;7517;p79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8" name="Google Shape;7518;p79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9" name="Google Shape;7519;p79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0" name="Google Shape;7520;p79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1" name="Google Shape;7521;p79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2" name="Google Shape;7522;p79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3" name="Google Shape;7523;p79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4" name="Google Shape;7524;p79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7525" name="Google Shape;7525;p79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6" name="Google Shape;7526;p79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7" name="Google Shape;7527;p79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8" name="Google Shape;7528;p79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9" name="Google Shape;7529;p79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0" name="Google Shape;7530;p79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1" name="Google Shape;7531;p79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532" name="Google Shape;7532;p79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7533" name="Google Shape;7533;p79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9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9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9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9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9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9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9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9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9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3" name="Google Shape;7543;p79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7544" name="Google Shape;7544;p79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9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9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9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548" name="Google Shape;7548;p79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549" name="Google Shape;7549;p79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550" name="Google Shape;7550;p79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551" name="Google Shape;7551;p79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7552" name="Google Shape;7552;p79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79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7554" name="Google Shape;7554;p79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7555" name="Google Shape;7555;p79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56" name="Google Shape;7556;p79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7557" name="Google Shape;7557;p79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58" name="Google Shape;7558;p79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59" name="Google Shape;7559;p79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7560" name="Google Shape;7560;p79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61" name="Google Shape;7561;p79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7562" name="Google Shape;7562;p79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63" name="Google Shape;7563;p79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64" name="Google Shape;7564;p79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7565" name="Google Shape;7565;p79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66" name="Google Shape;7566;p79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7567" name="Google Shape;7567;p79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68" name="Google Shape;7568;p79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69" name="Google Shape;7569;p79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7570" name="Google Shape;7570;p79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71" name="Google Shape;7571;p79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7572" name="Google Shape;7572;p79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73" name="Google Shape;7573;p79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7574" name="Google Shape;7574;p79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7575" name="Google Shape;7575;p79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7576" name="Google Shape;7576;p79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7577" name="Google Shape;7577;p79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8" name="Google Shape;7578;p79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9" name="Google Shape;7579;p79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7580" name="Google Shape;7580;p79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81" name="Google Shape;7581;p79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82" name="Google Shape;7582;p79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7583" name="Google Shape;7583;p79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7584" name="Google Shape;7584;p79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5" name="Google Shape;7585;p79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6" name="Google Shape;7586;p79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7587" name="Google Shape;7587;p79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88" name="Google Shape;7588;p79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89" name="Google Shape;7589;p79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7590" name="Google Shape;7590;p79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7591" name="Google Shape;7591;p79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2" name="Google Shape;7592;p79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3" name="Google Shape;7593;p79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7594" name="Google Shape;7594;p79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95" name="Google Shape;7595;p79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96" name="Google Shape;7596;p79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7597" name="Google Shape;7597;p79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7598" name="Google Shape;7598;p79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99" name="Google Shape;7599;p79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7600" name="Google Shape;7600;p79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7601" name="Google Shape;7601;p79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2" name="Google Shape;7602;p79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06" name="Shape 7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7" name="Google Shape;7607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8" name="Google Shape;7608;p80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09" name="Google Shape;7609;p80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7610" name="Google Shape;7610;p80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1" name="Google Shape;7611;p80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2" name="Google Shape;7612;p80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3" name="Google Shape;7613;p80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4" name="Google Shape;7614;p80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5" name="Google Shape;7615;p80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16" name="Google Shape;7616;p80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7617" name="Google Shape;7617;p80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8" name="Google Shape;7618;p80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19" name="Google Shape;7619;p80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7620" name="Google Shape;7620;p80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1" name="Google Shape;7621;p80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2" name="Google Shape;7622;p80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7623" name="Google Shape;7623;p80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4" name="Google Shape;7624;p80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5" name="Google Shape;7625;p80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7626" name="Google Shape;7626;p80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7" name="Google Shape;7627;p80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8" name="Google Shape;7628;p80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9" name="Google Shape;7629;p80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0" name="Google Shape;7630;p80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1" name="Google Shape;7631;p80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2" name="Google Shape;7632;p80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7633" name="Google Shape;7633;p80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4" name="Google Shape;7634;p80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5" name="Google Shape;7635;p80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6" name="Google Shape;7636;p80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7" name="Google Shape;7637;p80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8" name="Google Shape;7638;p80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9" name="Google Shape;7639;p80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0" name="Google Shape;7640;p80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1" name="Google Shape;7641;p80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7642" name="Google Shape;7642;p80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3" name="Google Shape;7643;p80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4" name="Google Shape;7644;p80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7645" name="Google Shape;7645;p80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6" name="Google Shape;7646;p80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7" name="Google Shape;7647;p80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7648" name="Google Shape;7648;p80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9" name="Google Shape;7649;p80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50" name="Google Shape;7650;p80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7651" name="Google Shape;7651;p80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2" name="Google Shape;7652;p80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3" name="Google Shape;7653;p80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4" name="Google Shape;7654;p80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5" name="Google Shape;7655;p80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56" name="Google Shape;7656;p80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7657" name="Google Shape;7657;p80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8" name="Google Shape;7658;p80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9" name="Google Shape;7659;p80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0" name="Google Shape;7660;p80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661" name="Google Shape;7661;p80"/>
          <p:cNvSpPr/>
          <p:nvPr/>
        </p:nvSpPr>
        <p:spPr>
          <a:xfrm>
            <a:off x="1265674" y="2711214"/>
            <a:ext cx="302200" cy="339253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662" name="Google Shape;7662;p80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7663" name="Google Shape;7663;p80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4" name="Google Shape;7664;p80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5" name="Google Shape;7665;p80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66" name="Google Shape;7666;p80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7667" name="Google Shape;7667;p80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8" name="Google Shape;7668;p80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69" name="Google Shape;7669;p80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7670" name="Google Shape;7670;p80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1" name="Google Shape;7671;p80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2" name="Google Shape;7672;p80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673" name="Google Shape;7673;p80"/>
          <p:cNvSpPr/>
          <p:nvPr/>
        </p:nvSpPr>
        <p:spPr>
          <a:xfrm>
            <a:off x="2919129" y="2721811"/>
            <a:ext cx="339253" cy="318060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674" name="Google Shape;7674;p80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7675" name="Google Shape;7675;p80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6" name="Google Shape;7676;p80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7" name="Google Shape;7677;p80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8" name="Google Shape;7678;p80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79" name="Google Shape;7679;p80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7680" name="Google Shape;7680;p80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1" name="Google Shape;7681;p80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82" name="Google Shape;7682;p80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7683" name="Google Shape;7683;p80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4" name="Google Shape;7684;p80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5" name="Google Shape;7685;p80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6" name="Google Shape;7686;p80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7" name="Google Shape;7687;p80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8" name="Google Shape;7688;p80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89" name="Google Shape;7689;p80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7690" name="Google Shape;7690;p80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1" name="Google Shape;7691;p80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2" name="Google Shape;7692;p80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3" name="Google Shape;7693;p80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4" name="Google Shape;7694;p80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5" name="Google Shape;7695;p80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6" name="Google Shape;7696;p80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97" name="Google Shape;7697;p80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7698" name="Google Shape;7698;p80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9" name="Google Shape;7699;p80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0" name="Google Shape;7700;p80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1" name="Google Shape;7701;p80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2" name="Google Shape;7702;p80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7703" name="Google Shape;7703;p80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4" name="Google Shape;7704;p80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5" name="Google Shape;7705;p80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7706" name="Google Shape;7706;p80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7" name="Google Shape;7707;p80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8" name="Google Shape;7708;p80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9" name="Google Shape;7709;p80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7710" name="Google Shape;7710;p80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1" name="Google Shape;7711;p80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2" name="Google Shape;7712;p80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3" name="Google Shape;7713;p80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7714" name="Google Shape;7714;p80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5" name="Google Shape;7715;p80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6" name="Google Shape;7716;p80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7717" name="Google Shape;7717;p80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8" name="Google Shape;7718;p80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9" name="Google Shape;7719;p80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0" name="Google Shape;7720;p80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1" name="Google Shape;7721;p80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2" name="Google Shape;7722;p80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7723" name="Google Shape;7723;p80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4" name="Google Shape;7724;p80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5" name="Google Shape;7725;p80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6" name="Google Shape;7726;p80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7" name="Google Shape;7727;p80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8" name="Google Shape;7728;p80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9" name="Google Shape;7729;p80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0" name="Google Shape;7730;p80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1" name="Google Shape;7731;p80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2" name="Google Shape;7732;p80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3" name="Google Shape;7733;p80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4" name="Google Shape;7734;p80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5" name="Google Shape;7735;p80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6" name="Google Shape;7736;p80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7" name="Google Shape;7737;p80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8" name="Google Shape;7738;p80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9" name="Google Shape;7739;p80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0" name="Google Shape;7740;p80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1" name="Google Shape;7741;p80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42" name="Google Shape;7742;p80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7743" name="Google Shape;7743;p80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4" name="Google Shape;7744;p80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5" name="Google Shape;7745;p80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6" name="Google Shape;7746;p80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47" name="Google Shape;7747;p80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7748" name="Google Shape;7748;p80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9" name="Google Shape;7749;p80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0" name="Google Shape;7750;p80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51" name="Google Shape;7751;p80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7752" name="Google Shape;7752;p80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3" name="Google Shape;7753;p80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4" name="Google Shape;7754;p80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5" name="Google Shape;7755;p80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6" name="Google Shape;7756;p80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57" name="Google Shape;7757;p80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7758" name="Google Shape;7758;p80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9" name="Google Shape;7759;p80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0" name="Google Shape;7760;p80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61" name="Google Shape;7761;p80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7762" name="Google Shape;7762;p80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3" name="Google Shape;7763;p80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4" name="Google Shape;7764;p80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65" name="Google Shape;7765;p80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7766" name="Google Shape;7766;p80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7" name="Google Shape;7767;p80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8" name="Google Shape;7768;p80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9" name="Google Shape;7769;p80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0" name="Google Shape;7770;p80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71" name="Google Shape;7771;p80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7772" name="Google Shape;7772;p80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3" name="Google Shape;7773;p80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4" name="Google Shape;7774;p80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75" name="Google Shape;7775;p80"/>
          <p:cNvSpPr/>
          <p:nvPr/>
        </p:nvSpPr>
        <p:spPr>
          <a:xfrm>
            <a:off x="2921919" y="3550464"/>
            <a:ext cx="333673" cy="315824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76" name="Google Shape;7776;p80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7777" name="Google Shape;7777;p80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8" name="Google Shape;7778;p80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79" name="Google Shape;7779;p80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7780" name="Google Shape;7780;p80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1" name="Google Shape;7781;p80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2" name="Google Shape;7782;p80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3" name="Google Shape;7783;p80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4" name="Google Shape;7784;p80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5" name="Google Shape;7785;p80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6" name="Google Shape;7786;p80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7" name="Google Shape;7787;p80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88" name="Google Shape;7788;p80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7789" name="Google Shape;7789;p80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0" name="Google Shape;7790;p80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1" name="Google Shape;7791;p80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92" name="Google Shape;7792;p80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7793" name="Google Shape;7793;p80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4" name="Google Shape;7794;p80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95" name="Google Shape;7795;p80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7796" name="Google Shape;7796;p80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7" name="Google Shape;7797;p80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8" name="Google Shape;7798;p80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99" name="Google Shape;7799;p80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7800" name="Google Shape;7800;p80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1" name="Google Shape;7801;p80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2" name="Google Shape;7802;p80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3" name="Google Shape;7803;p80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4" name="Google Shape;7804;p80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05" name="Google Shape;7805;p80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7806" name="Google Shape;7806;p80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7" name="Google Shape;7807;p80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08" name="Google Shape;7808;p80"/>
          <p:cNvSpPr/>
          <p:nvPr/>
        </p:nvSpPr>
        <p:spPr>
          <a:xfrm>
            <a:off x="5873522" y="2287094"/>
            <a:ext cx="352508" cy="339253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09" name="Google Shape;7809;p80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7810" name="Google Shape;7810;p80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1" name="Google Shape;7811;p80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2" name="Google Shape;7812;p80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3" name="Google Shape;7813;p80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4" name="Google Shape;7814;p80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5" name="Google Shape;7815;p80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6" name="Google Shape;7816;p80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17" name="Google Shape;7817;p80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7818" name="Google Shape;7818;p80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9" name="Google Shape;7819;p80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0" name="Google Shape;7820;p80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21" name="Google Shape;7821;p80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7822" name="Google Shape;7822;p80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3" name="Google Shape;7823;p80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4" name="Google Shape;7824;p80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5" name="Google Shape;7825;p80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26" name="Google Shape;7826;p80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7827" name="Google Shape;7827;p80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8" name="Google Shape;7828;p80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9" name="Google Shape;7829;p80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0" name="Google Shape;7830;p80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1" name="Google Shape;7831;p80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2" name="Google Shape;7832;p80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33" name="Google Shape;7833;p80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7834" name="Google Shape;7834;p80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5" name="Google Shape;7835;p80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6" name="Google Shape;7836;p80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37" name="Google Shape;7837;p80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7838" name="Google Shape;7838;p80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9" name="Google Shape;7839;p80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0" name="Google Shape;7840;p80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1" name="Google Shape;7841;p80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2" name="Google Shape;7842;p80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3" name="Google Shape;7843;p80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4" name="Google Shape;7844;p80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45" name="Google Shape;7845;p80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7846" name="Google Shape;7846;p80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7" name="Google Shape;7847;p80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8" name="Google Shape;7848;p80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9" name="Google Shape;7849;p80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0" name="Google Shape;7850;p80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51" name="Google Shape;7851;p80"/>
          <p:cNvSpPr/>
          <p:nvPr/>
        </p:nvSpPr>
        <p:spPr>
          <a:xfrm>
            <a:off x="5037584" y="2720693"/>
            <a:ext cx="345027" cy="320295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52" name="Google Shape;7852;p80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7853" name="Google Shape;7853;p80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4" name="Google Shape;7854;p80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5" name="Google Shape;7855;p80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56" name="Google Shape;7856;p80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7857" name="Google Shape;7857;p80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8" name="Google Shape;7858;p80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59" name="Google Shape;7859;p80"/>
          <p:cNvSpPr/>
          <p:nvPr/>
        </p:nvSpPr>
        <p:spPr>
          <a:xfrm>
            <a:off x="6294404" y="2778690"/>
            <a:ext cx="339253" cy="204295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60" name="Google Shape;7860;p80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7861" name="Google Shape;7861;p80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2" name="Google Shape;7862;p80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63" name="Google Shape;7863;p80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7864" name="Google Shape;7864;p80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5" name="Google Shape;7865;p80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66" name="Google Shape;7866;p80"/>
          <p:cNvSpPr/>
          <p:nvPr/>
        </p:nvSpPr>
        <p:spPr>
          <a:xfrm>
            <a:off x="7549578" y="2711214"/>
            <a:ext cx="339306" cy="339253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867" name="Google Shape;7867;p80"/>
          <p:cNvSpPr/>
          <p:nvPr/>
        </p:nvSpPr>
        <p:spPr>
          <a:xfrm>
            <a:off x="7974508" y="2731069"/>
            <a:ext cx="339253" cy="299542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68" name="Google Shape;7868;p80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7869" name="Google Shape;7869;p80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0" name="Google Shape;7870;p80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1" name="Google Shape;7871;p80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2" name="Google Shape;7872;p80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3" name="Google Shape;7873;p80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74" name="Google Shape;7874;p80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7875" name="Google Shape;7875;p80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6" name="Google Shape;7876;p80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7" name="Google Shape;7877;p80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8" name="Google Shape;7878;p80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9" name="Google Shape;7879;p80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0" name="Google Shape;7880;p80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81" name="Google Shape;7881;p80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7882" name="Google Shape;7882;p80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3" name="Google Shape;7883;p80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4" name="Google Shape;7884;p80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5" name="Google Shape;7885;p80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6" name="Google Shape;7886;p80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87" name="Google Shape;7887;p80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7888" name="Google Shape;7888;p80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9" name="Google Shape;7889;p80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0" name="Google Shape;7890;p80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1" name="Google Shape;7891;p80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92" name="Google Shape;7892;p80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7893" name="Google Shape;7893;p80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4" name="Google Shape;7894;p80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95" name="Google Shape;7895;p80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7896" name="Google Shape;7896;p80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7" name="Google Shape;7897;p80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98" name="Google Shape;7898;p80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7899" name="Google Shape;7899;p80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0" name="Google Shape;7900;p80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01" name="Google Shape;7901;p80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7902" name="Google Shape;7902;p80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3" name="Google Shape;7903;p80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04" name="Google Shape;7904;p80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7905" name="Google Shape;7905;p80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6" name="Google Shape;7906;p80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7" name="Google Shape;7907;p80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8" name="Google Shape;7908;p80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9" name="Google Shape;7909;p80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0" name="Google Shape;7910;p80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11" name="Google Shape;7911;p80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7912" name="Google Shape;7912;p80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3" name="Google Shape;7913;p80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4" name="Google Shape;7914;p80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15" name="Google Shape;7915;p80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7916" name="Google Shape;7916;p80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7" name="Google Shape;7917;p80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8" name="Google Shape;7918;p80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9" name="Google Shape;7919;p80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20" name="Google Shape;7920;p80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7921" name="Google Shape;7921;p80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2" name="Google Shape;7922;p80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3" name="Google Shape;7923;p80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24" name="Google Shape;7924;p80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7925" name="Google Shape;7925;p80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6" name="Google Shape;7926;p80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7" name="Google Shape;7927;p80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8" name="Google Shape;7928;p80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9" name="Google Shape;7929;p80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0" name="Google Shape;7930;p80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1" name="Google Shape;7931;p80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2" name="Google Shape;7932;p80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33" name="Google Shape;7933;p80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7934" name="Google Shape;7934;p80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5" name="Google Shape;7935;p80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6" name="Google Shape;7936;p80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7" name="Google Shape;7937;p80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8" name="Google Shape;7938;p80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39" name="Google Shape;7939;p80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7940" name="Google Shape;7940;p80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1" name="Google Shape;7941;p80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2" name="Google Shape;7942;p80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3" name="Google Shape;7943;p80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4" name="Google Shape;7944;p80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5" name="Google Shape;7945;p80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46" name="Google Shape;7946;p80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7947" name="Google Shape;7947;p80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8" name="Google Shape;7948;p80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9" name="Google Shape;7949;p80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0" name="Google Shape;7950;p80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1" name="Google Shape;7951;p80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2" name="Google Shape;7952;p80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3" name="Google Shape;7953;p80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4" name="Google Shape;7954;p80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5" name="Google Shape;7955;p80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6" name="Google Shape;7956;p80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7" name="Google Shape;7957;p80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8" name="Google Shape;7958;p80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59" name="Google Shape;7959;p80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7960" name="Google Shape;7960;p8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1" name="Google Shape;7961;p8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2" name="Google Shape;7962;p8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3" name="Google Shape;7963;p8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4" name="Google Shape;7964;p8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5" name="Google Shape;7965;p8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6" name="Google Shape;7966;p8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67" name="Google Shape;7967;p80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7968" name="Google Shape;7968;p8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9" name="Google Shape;7969;p8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0" name="Google Shape;7970;p8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1" name="Google Shape;7971;p8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2" name="Google Shape;7972;p8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73" name="Google Shape;7973;p80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7974" name="Google Shape;7974;p8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5" name="Google Shape;7975;p8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976" name="Google Shape;7976;p80"/>
          <p:cNvSpPr/>
          <p:nvPr/>
        </p:nvSpPr>
        <p:spPr>
          <a:xfrm>
            <a:off x="7957998" y="3538820"/>
            <a:ext cx="372275" cy="33911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977" name="Google Shape;7977;p80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7978" name="Google Shape;7978;p80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9" name="Google Shape;7979;p80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80" name="Google Shape;7980;p80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7981" name="Google Shape;7981;p80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2" name="Google Shape;7982;p80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3" name="Google Shape;7983;p80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84" name="Google Shape;7984;p80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7985" name="Google Shape;7985;p80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6" name="Google Shape;7986;p80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7" name="Google Shape;7987;p80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88" name="Google Shape;7988;p80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7989" name="Google Shape;7989;p80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0" name="Google Shape;7990;p80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1" name="Google Shape;7991;p80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7992" name="Google Shape;7992;p80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3" name="Google Shape;7993;p80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4" name="Google Shape;7994;p80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7995" name="Google Shape;7995;p80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6" name="Google Shape;7996;p80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7" name="Google Shape;7997;p80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8" name="Google Shape;7998;p80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7999" name="Google Shape;7999;p80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0" name="Google Shape;8000;p80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1" name="Google Shape;8001;p80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02" name="Google Shape;8002;p80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8003" name="Google Shape;8003;p80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4" name="Google Shape;8004;p80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5" name="Google Shape;8005;p80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6" name="Google Shape;8006;p80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07" name="Google Shape;8007;p80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8008" name="Google Shape;8008;p80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9" name="Google Shape;8009;p80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0" name="Google Shape;8010;p80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1" name="Google Shape;8011;p80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12" name="Google Shape;8012;p80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8013" name="Google Shape;8013;p80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4" name="Google Shape;8014;p80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5" name="Google Shape;8015;p80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6" name="Google Shape;8016;p80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020" name="Shape 8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1" name="Google Shape;8021;p81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2" name="Google Shape;8022;p81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23" name="Google Shape;8023;p81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8024" name="Google Shape;8024;p81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81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81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81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8028" name="Google Shape;8028;p81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81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81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81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8032" name="Google Shape;8032;p81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81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81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81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8036" name="Google Shape;8036;p81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81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81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81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81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8041" name="Google Shape;8041;p81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81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81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4" name="Google Shape;8044;p81"/>
          <p:cNvSpPr/>
          <p:nvPr/>
        </p:nvSpPr>
        <p:spPr>
          <a:xfrm>
            <a:off x="3006881" y="2443479"/>
            <a:ext cx="372720" cy="361678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5" name="Google Shape;8045;p81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8046" name="Google Shape;8046;p81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81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81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8049" name="Google Shape;8049;p81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81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1" name="Google Shape;8051;p81"/>
          <p:cNvSpPr/>
          <p:nvPr/>
        </p:nvSpPr>
        <p:spPr>
          <a:xfrm>
            <a:off x="1763554" y="3801114"/>
            <a:ext cx="363548" cy="370909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2" name="Google Shape;8052;p81"/>
          <p:cNvSpPr/>
          <p:nvPr/>
        </p:nvSpPr>
        <p:spPr>
          <a:xfrm>
            <a:off x="3953101" y="2872552"/>
            <a:ext cx="369974" cy="36860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3" name="Google Shape;8053;p81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8054" name="Google Shape;8054;p81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81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81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81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81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8059" name="Google Shape;8059;p81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81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1" name="Google Shape;8061;p81"/>
          <p:cNvSpPr/>
          <p:nvPr/>
        </p:nvSpPr>
        <p:spPr>
          <a:xfrm>
            <a:off x="1275131" y="2412197"/>
            <a:ext cx="371785" cy="36997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2" name="Google Shape;8062;p81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8063" name="Google Shape;8063;p81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81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81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81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81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81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81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8070" name="Google Shape;8070;p81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81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81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81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81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81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81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81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8078" name="Google Shape;8078;p81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81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81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8081" name="Google Shape;8081;p81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81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81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81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81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8086" name="Google Shape;8086;p81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81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81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81"/>
          <p:cNvSpPr/>
          <p:nvPr/>
        </p:nvSpPr>
        <p:spPr>
          <a:xfrm>
            <a:off x="2198491" y="3859092"/>
            <a:ext cx="369974" cy="312927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0" name="Google Shape;8090;p81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8091" name="Google Shape;8091;p81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81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3" name="Google Shape;8093;p81"/>
          <p:cNvSpPr/>
          <p:nvPr/>
        </p:nvSpPr>
        <p:spPr>
          <a:xfrm>
            <a:off x="1697481" y="1534192"/>
            <a:ext cx="364453" cy="369419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4" name="Google Shape;8094;p81"/>
          <p:cNvSpPr/>
          <p:nvPr/>
        </p:nvSpPr>
        <p:spPr>
          <a:xfrm>
            <a:off x="1722323" y="1969494"/>
            <a:ext cx="314767" cy="37181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5" name="Google Shape;8095;p81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8096" name="Google Shape;8096;p81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81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81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8099" name="Google Shape;8099;p81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81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81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81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81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8104" name="Google Shape;8104;p81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81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81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81"/>
          <p:cNvSpPr/>
          <p:nvPr/>
        </p:nvSpPr>
        <p:spPr>
          <a:xfrm>
            <a:off x="3896162" y="2436031"/>
            <a:ext cx="362613" cy="371902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8" name="Google Shape;8108;p81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8109" name="Google Shape;8109;p81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81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81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81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8113" name="Google Shape;8113;p81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81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81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81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81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8118" name="Google Shape;8118;p81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81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81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8121" name="Google Shape;8121;p81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81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81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8124" name="Google Shape;8124;p81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81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81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81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81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81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8130" name="Google Shape;8130;p81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81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81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81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4" name="Google Shape;8134;p81"/>
          <p:cNvSpPr/>
          <p:nvPr/>
        </p:nvSpPr>
        <p:spPr>
          <a:xfrm>
            <a:off x="2133283" y="2414037"/>
            <a:ext cx="371814" cy="36930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5" name="Google Shape;8135;p81"/>
          <p:cNvSpPr/>
          <p:nvPr/>
        </p:nvSpPr>
        <p:spPr>
          <a:xfrm>
            <a:off x="845041" y="2906375"/>
            <a:ext cx="438997" cy="36903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6" name="Google Shape;8136;p81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8137" name="Google Shape;8137;p81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81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9" name="Google Shape;8139;p81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8140" name="Google Shape;8140;p81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81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81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8143" name="Google Shape;8143;p81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81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81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8146" name="Google Shape;8146;p81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81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81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81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81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81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81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81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81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8155" name="Google Shape;8155;p81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81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7" name="Google Shape;8157;p81"/>
          <p:cNvSpPr/>
          <p:nvPr/>
        </p:nvSpPr>
        <p:spPr>
          <a:xfrm>
            <a:off x="2248517" y="4262983"/>
            <a:ext cx="383790" cy="370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8" name="Google Shape;8158;p81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8159" name="Google Shape;8159;p81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81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81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8162" name="Google Shape;8162;p81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81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81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8165" name="Google Shape;8165;p81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81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81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81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8169" name="Google Shape;8169;p81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81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1" name="Google Shape;8171;p81"/>
          <p:cNvSpPr/>
          <p:nvPr/>
        </p:nvSpPr>
        <p:spPr>
          <a:xfrm>
            <a:off x="1353422" y="3365720"/>
            <a:ext cx="315672" cy="36997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2" name="Google Shape;8172;p81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8173" name="Google Shape;8173;p81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81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81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81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8177" name="Google Shape;8177;p81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81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81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8180" name="Google Shape;8180;p81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81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81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8183" name="Google Shape;8183;p81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81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81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6" name="Google Shape;8186;p81"/>
          <p:cNvSpPr/>
          <p:nvPr/>
        </p:nvSpPr>
        <p:spPr>
          <a:xfrm>
            <a:off x="2754452" y="4266125"/>
            <a:ext cx="265986" cy="36903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7" name="Google Shape;8187;p81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8188" name="Google Shape;8188;p8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8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8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81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8192" name="Google Shape;8192;p8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8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8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8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8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8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81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8199" name="Google Shape;8199;p8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8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81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8202" name="Google Shape;8202;p8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8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81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8205" name="Google Shape;8205;p8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8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8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8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8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81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8211" name="Google Shape;8211;p8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8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8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8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5" name="Google Shape;8215;p81"/>
          <p:cNvSpPr/>
          <p:nvPr/>
        </p:nvSpPr>
        <p:spPr>
          <a:xfrm>
            <a:off x="5748315" y="2919564"/>
            <a:ext cx="352833" cy="35188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6" name="Google Shape;8216;p81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8217" name="Google Shape;8217;p8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8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8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8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81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8222" name="Google Shape;8222;p8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8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8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81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8226" name="Google Shape;8226;p8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8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8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81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8230" name="Google Shape;8230;p8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8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8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8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8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8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8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8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8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9" name="Google Shape;8239;p81"/>
          <p:cNvSpPr/>
          <p:nvPr/>
        </p:nvSpPr>
        <p:spPr>
          <a:xfrm>
            <a:off x="5301578" y="1989685"/>
            <a:ext cx="352803" cy="350719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0" name="Google Shape;8240;p81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8241" name="Google Shape;8241;p8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8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8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81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8245" name="Google Shape;8245;p8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8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81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8248" name="Google Shape;8248;p8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8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0" name="Google Shape;8250;p81"/>
          <p:cNvSpPr/>
          <p:nvPr/>
        </p:nvSpPr>
        <p:spPr>
          <a:xfrm>
            <a:off x="7561179" y="2438650"/>
            <a:ext cx="289009" cy="35283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1" name="Google Shape;8251;p81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8252" name="Google Shape;8252;p8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8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81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8255" name="Google Shape;8255;p8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8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81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8258" name="Google Shape;8258;p8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8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81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8261" name="Google Shape;8261;p8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8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81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8264" name="Google Shape;8264;p8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8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8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8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81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8269" name="Google Shape;8269;p8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8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1" name="Google Shape;8271;p81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8272" name="Google Shape;8272;p8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8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81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8275" name="Google Shape;8275;p8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8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8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8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8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81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8281" name="Google Shape;8281;p8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8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8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8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8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8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8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8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81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8290" name="Google Shape;8290;p8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8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8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81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8294" name="Google Shape;8294;p8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8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8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8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81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8299" name="Google Shape;8299;p8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8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1" name="Google Shape;8301;p81"/>
          <p:cNvSpPr/>
          <p:nvPr/>
        </p:nvSpPr>
        <p:spPr>
          <a:xfrm>
            <a:off x="6629668" y="3852251"/>
            <a:ext cx="375349" cy="344435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2" name="Google Shape;8302;p81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8303" name="Google Shape;8303;p8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8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8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8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81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8308" name="Google Shape;8308;p8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8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8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8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81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8313" name="Google Shape;8313;p8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8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8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81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8317" name="Google Shape;8317;p8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8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81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8320" name="Google Shape;8320;p8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8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8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3" name="Google Shape;8323;p81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8324" name="Google Shape;8324;p8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8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81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8327" name="Google Shape;8327;p8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8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81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8330" name="Google Shape;8330;p8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8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8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8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4" name="Google Shape;8334;p81"/>
          <p:cNvSpPr/>
          <p:nvPr/>
        </p:nvSpPr>
        <p:spPr>
          <a:xfrm>
            <a:off x="7087484" y="3397507"/>
            <a:ext cx="356586" cy="35387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5" name="Google Shape;8335;p81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8336" name="Google Shape;8336;p8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8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8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9" name="Google Shape;8339;p81"/>
          <p:cNvSpPr/>
          <p:nvPr/>
        </p:nvSpPr>
        <p:spPr>
          <a:xfrm>
            <a:off x="6207743" y="4290395"/>
            <a:ext cx="351880" cy="350957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0" name="Google Shape;8340;p81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8341" name="Google Shape;8341;p8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8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8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4" name="Google Shape;8344;p81"/>
          <p:cNvSpPr/>
          <p:nvPr/>
        </p:nvSpPr>
        <p:spPr>
          <a:xfrm>
            <a:off x="6660447" y="1989089"/>
            <a:ext cx="309649" cy="351910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5" name="Google Shape;8345;p81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8346" name="Google Shape;8346;p8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8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8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81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8350" name="Google Shape;8350;p8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8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8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81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8354" name="Google Shape;8354;p8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8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8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8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8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9" name="Google Shape;8359;p81"/>
          <p:cNvSpPr/>
          <p:nvPr/>
        </p:nvSpPr>
        <p:spPr>
          <a:xfrm>
            <a:off x="5303415" y="3903536"/>
            <a:ext cx="352833" cy="241864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0" name="Google Shape;8360;p81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8361" name="Google Shape;8361;p8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8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8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4" name="Google Shape;8364;p81"/>
          <p:cNvSpPr/>
          <p:nvPr/>
        </p:nvSpPr>
        <p:spPr>
          <a:xfrm>
            <a:off x="7577658" y="3398490"/>
            <a:ext cx="269323" cy="351910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5" name="Google Shape;8365;p81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8366" name="Google Shape;8366;p8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8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8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8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8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8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8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8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8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8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8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7" name="Google Shape;8377;p81"/>
          <p:cNvSpPr/>
          <p:nvPr/>
        </p:nvSpPr>
        <p:spPr>
          <a:xfrm>
            <a:off x="6612202" y="4288988"/>
            <a:ext cx="353786" cy="353757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381" name="Shape 8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2" name="Google Shape;8382;p82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3" name="Google Shape;8383;p82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4" name="Google Shape;8384;p82"/>
          <p:cNvSpPr/>
          <p:nvPr/>
        </p:nvSpPr>
        <p:spPr>
          <a:xfrm>
            <a:off x="849879" y="1532849"/>
            <a:ext cx="367261" cy="366364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5" name="Google Shape;8385;p82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8386" name="Google Shape;8386;p8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8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82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8389" name="Google Shape;8389;p8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8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8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82"/>
          <p:cNvSpPr/>
          <p:nvPr/>
        </p:nvSpPr>
        <p:spPr>
          <a:xfrm>
            <a:off x="3057429" y="1531476"/>
            <a:ext cx="369083" cy="36911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82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8394" name="Google Shape;8394;p8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8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8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82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8398" name="Google Shape;8398;p8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8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8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8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8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8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8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8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8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82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8408" name="Google Shape;8408;p8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8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8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82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8412" name="Google Shape;8412;p8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8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8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82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8416" name="Google Shape;8416;p8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8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82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8419" name="Google Shape;8419;p8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8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8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8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8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8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8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8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8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82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8429" name="Google Shape;8429;p8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8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8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8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3" name="Google Shape;8433;p82"/>
          <p:cNvSpPr/>
          <p:nvPr/>
        </p:nvSpPr>
        <p:spPr>
          <a:xfrm>
            <a:off x="1295604" y="1976311"/>
            <a:ext cx="367261" cy="36543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4" name="Google Shape;8434;p82"/>
          <p:cNvSpPr/>
          <p:nvPr/>
        </p:nvSpPr>
        <p:spPr>
          <a:xfrm>
            <a:off x="1322938" y="2404313"/>
            <a:ext cx="312592" cy="36726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5" name="Google Shape;8435;p82"/>
          <p:cNvSpPr/>
          <p:nvPr/>
        </p:nvSpPr>
        <p:spPr>
          <a:xfrm>
            <a:off x="3508223" y="1572954"/>
            <a:ext cx="366335" cy="2861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6" name="Google Shape;8436;p82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8437" name="Google Shape;8437;p8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8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8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8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8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8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8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8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8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8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8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8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8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8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82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8452" name="Google Shape;8452;p8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8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82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8455" name="Google Shape;8455;p8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8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8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82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8459" name="Google Shape;8459;p8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8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8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82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8463" name="Google Shape;8463;p8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8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8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8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8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82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8469" name="Google Shape;8469;p8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8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8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8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82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8474" name="Google Shape;8474;p8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8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6" name="Google Shape;8476;p82"/>
          <p:cNvSpPr/>
          <p:nvPr/>
        </p:nvSpPr>
        <p:spPr>
          <a:xfrm>
            <a:off x="1801771" y="1975400"/>
            <a:ext cx="241524" cy="36726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7" name="Google Shape;8477;p82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8478" name="Google Shape;8478;p8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8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8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1" name="Google Shape;8481;p82"/>
          <p:cNvSpPr/>
          <p:nvPr/>
        </p:nvSpPr>
        <p:spPr>
          <a:xfrm>
            <a:off x="3983247" y="1532300"/>
            <a:ext cx="319882" cy="367463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2" name="Google Shape;8482;p82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8483" name="Google Shape;8483;p8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8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82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8486" name="Google Shape;8486;p8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8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8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8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8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82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8492" name="Google Shape;8492;p8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8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8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8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8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7" name="Google Shape;8497;p82"/>
          <p:cNvSpPr/>
          <p:nvPr/>
        </p:nvSpPr>
        <p:spPr>
          <a:xfrm>
            <a:off x="2616264" y="3348731"/>
            <a:ext cx="369083" cy="36500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8" name="Google Shape;8498;p82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8499" name="Google Shape;8499;p8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8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8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82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8503" name="Google Shape;8503;p8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8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8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8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8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8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82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8510" name="Google Shape;8510;p8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8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8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82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8514" name="Google Shape;8514;p8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8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8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82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8518" name="Google Shape;8518;p8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8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8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8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82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8523" name="Google Shape;8523;p8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8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82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8526" name="Google Shape;8526;p8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8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82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8529" name="Google Shape;8529;p8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8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8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8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82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8534" name="Google Shape;8534;p8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8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8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8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82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8539" name="Google Shape;8539;p8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8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8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8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8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8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8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82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8547" name="Google Shape;8547;p8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8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9" name="Google Shape;8549;p82"/>
          <p:cNvSpPr/>
          <p:nvPr/>
        </p:nvSpPr>
        <p:spPr>
          <a:xfrm>
            <a:off x="2179036" y="4275969"/>
            <a:ext cx="366335" cy="367290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0" name="Google Shape;8550;p82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8551" name="Google Shape;8551;p8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8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8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8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5" name="Google Shape;8555;p82"/>
          <p:cNvSpPr/>
          <p:nvPr/>
        </p:nvSpPr>
        <p:spPr>
          <a:xfrm>
            <a:off x="2623229" y="1975169"/>
            <a:ext cx="370009" cy="367724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6" name="Google Shape;8556;p82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8557" name="Google Shape;8557;p8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8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8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82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8561" name="Google Shape;8561;p8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8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8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8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8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8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8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82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8569" name="Google Shape;8569;p8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8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1" name="Google Shape;8571;p82"/>
          <p:cNvSpPr/>
          <p:nvPr/>
        </p:nvSpPr>
        <p:spPr>
          <a:xfrm>
            <a:off x="1282887" y="3806407"/>
            <a:ext cx="366364" cy="366682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2" name="Google Shape;8572;p82"/>
          <p:cNvSpPr/>
          <p:nvPr/>
        </p:nvSpPr>
        <p:spPr>
          <a:xfrm>
            <a:off x="3505689" y="2907052"/>
            <a:ext cx="366364" cy="347563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3" name="Google Shape;8573;p82"/>
          <p:cNvSpPr/>
          <p:nvPr/>
        </p:nvSpPr>
        <p:spPr>
          <a:xfrm>
            <a:off x="3504778" y="3387693"/>
            <a:ext cx="368186" cy="287081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4" name="Google Shape;8574;p82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8575" name="Google Shape;8575;p8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8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8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8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82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8580" name="Google Shape;8580;p8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8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8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8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8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8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8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82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8588" name="Google Shape;8588;p8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8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8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82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8592" name="Google Shape;8592;p8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8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8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8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8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82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8598" name="Google Shape;8598;p8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8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8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8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8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8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8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82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8606" name="Google Shape;8606;p8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8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8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82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8610" name="Google Shape;8610;p8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8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8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82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8614" name="Google Shape;8614;p8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8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8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8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82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8619" name="Google Shape;8619;p8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8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8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8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8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82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8625" name="Google Shape;8625;p8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8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82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8628" name="Google Shape;8628;p8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8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8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8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8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8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8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5" name="Google Shape;8635;p82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8636" name="Google Shape;8636;p8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8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8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8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8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8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8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82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8644" name="Google Shape;8644;p8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8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8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8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8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82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8650" name="Google Shape;8650;p8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8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8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8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8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8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82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8657" name="Google Shape;8657;p8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8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8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8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82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8662" name="Google Shape;8662;p8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8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8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8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8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8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8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8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82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8671" name="Google Shape;8671;p8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8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8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8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8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82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8677" name="Google Shape;8677;p8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8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8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8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82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8682" name="Google Shape;8682;p8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8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8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8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8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82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8688" name="Google Shape;8688;p8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8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8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8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8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8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8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8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8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8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8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8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82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8701" name="Google Shape;8701;p8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8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8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8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8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8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82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8708" name="Google Shape;8708;p8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8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8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8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8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8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8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82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8716" name="Google Shape;8716;p8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8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8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9" name="Google Shape;8719;p82"/>
          <p:cNvSpPr/>
          <p:nvPr/>
        </p:nvSpPr>
        <p:spPr>
          <a:xfrm>
            <a:off x="5750241" y="1973475"/>
            <a:ext cx="348217" cy="347272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82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8721" name="Google Shape;8721;p8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8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8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8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82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8726" name="Google Shape;8726;p8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8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8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8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8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1" name="Google Shape;8731;p82"/>
          <p:cNvSpPr/>
          <p:nvPr/>
        </p:nvSpPr>
        <p:spPr>
          <a:xfrm>
            <a:off x="7962474" y="1971731"/>
            <a:ext cx="367779" cy="350758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2" name="Google Shape;8732;p82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8733" name="Google Shape;8733;p8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8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8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82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8737" name="Google Shape;8737;p8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8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8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8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8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8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82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8744" name="Google Shape;8744;p8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8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8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8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8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8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8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82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8752" name="Google Shape;8752;p8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8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8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82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8756" name="Google Shape;8756;p8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8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8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8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8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8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82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8763" name="Google Shape;8763;p8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8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8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82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8767" name="Google Shape;8767;p8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8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8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82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8771" name="Google Shape;8771;p8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8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8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82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8775" name="Google Shape;8775;p8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8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8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8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8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8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8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8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82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8784" name="Google Shape;8784;p8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8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8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8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8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8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8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8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82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8793" name="Google Shape;8793;p8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8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8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82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8797" name="Google Shape;8797;p8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8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8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8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8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8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8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8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82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8806" name="Google Shape;8806;p8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8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8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8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8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8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8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8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82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8815" name="Google Shape;8815;p8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8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8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8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82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8820" name="Google Shape;8820;p8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8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8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8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8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8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8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82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8828" name="Google Shape;8828;p8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8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8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8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8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8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82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8835" name="Google Shape;8835;p8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8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8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8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8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82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8841" name="Google Shape;8841;p8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8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8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82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8845" name="Google Shape;8845;p8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8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8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8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8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8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8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82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8853" name="Google Shape;8853;p8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8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8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82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8857" name="Google Shape;8857;p8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8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8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8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8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82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8863" name="Google Shape;8863;p8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8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8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8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82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8868" name="Google Shape;8868;p8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8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8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8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8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82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8874" name="Google Shape;8874;p8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8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8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8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8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8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8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82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8882" name="Google Shape;8882;p8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8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8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8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8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8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891" name="Shape 8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2" name="Google Shape;8892;p8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3" name="Google Shape;8893;p8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94" name="Google Shape;8894;p83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8895" name="Google Shape;8895;p8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8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8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8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8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8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8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83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8903" name="Google Shape;8903;p8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8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8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8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8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8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8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0" name="Google Shape;8910;p83"/>
          <p:cNvSpPr/>
          <p:nvPr/>
        </p:nvSpPr>
        <p:spPr>
          <a:xfrm>
            <a:off x="845859" y="2409404"/>
            <a:ext cx="355557" cy="35364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1" name="Google Shape;8911;p83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8912" name="Google Shape;8912;p8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8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8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8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8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83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8918" name="Google Shape;8918;p8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8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8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8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8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83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8924" name="Google Shape;8924;p8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8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8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83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8928" name="Google Shape;8928;p8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8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8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8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2" name="Google Shape;8932;p83"/>
          <p:cNvSpPr/>
          <p:nvPr/>
        </p:nvSpPr>
        <p:spPr>
          <a:xfrm>
            <a:off x="1728170" y="3353079"/>
            <a:ext cx="363201" cy="354859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3" name="Google Shape;8933;p83"/>
          <p:cNvSpPr/>
          <p:nvPr/>
        </p:nvSpPr>
        <p:spPr>
          <a:xfrm>
            <a:off x="1732948" y="3818164"/>
            <a:ext cx="353645" cy="354586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4" name="Google Shape;8934;p83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8935" name="Google Shape;8935;p8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8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8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8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8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83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8941" name="Google Shape;8941;p8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8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8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8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8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8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8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8" name="Google Shape;8948;p83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8949" name="Google Shape;8949;p8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8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8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83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8953" name="Google Shape;8953;p8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8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8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8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8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8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8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8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83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8962" name="Google Shape;8962;p8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8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8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8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8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8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8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83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8970" name="Google Shape;8970;p8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8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83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8973" name="Google Shape;8973;p8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8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8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8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8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8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8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8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8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8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83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8984" name="Google Shape;8984;p8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8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8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8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83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8989" name="Google Shape;8989;p8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8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8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8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8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8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8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83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8997" name="Google Shape;8997;p8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8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8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83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9001" name="Google Shape;9001;p8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8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8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8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8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8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83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9008" name="Google Shape;9008;p8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8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8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8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83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9013" name="Google Shape;9013;p8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8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83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9016" name="Google Shape;9016;p8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8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8" name="Google Shape;9018;p83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9019" name="Google Shape;9019;p8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8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8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8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8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8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8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83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9027" name="Google Shape;9027;p8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8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8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8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8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83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9033" name="Google Shape;9033;p8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8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8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8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83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9038" name="Google Shape;9038;p8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8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8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8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83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9043" name="Google Shape;9043;p8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8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8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8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83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9048" name="Google Shape;9048;p8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8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83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9051" name="Google Shape;9051;p8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8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8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8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8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83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9057" name="Google Shape;9057;p8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8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8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8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8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8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8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83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9065" name="Google Shape;9065;p8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8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8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8" name="Google Shape;9068;p83"/>
          <p:cNvSpPr/>
          <p:nvPr/>
        </p:nvSpPr>
        <p:spPr>
          <a:xfrm>
            <a:off x="2189608" y="2409419"/>
            <a:ext cx="353645" cy="353615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9" name="Google Shape;9069;p83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9070" name="Google Shape;9070;p8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8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8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8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8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83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9076" name="Google Shape;9076;p8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8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8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8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8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83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9082" name="Google Shape;9082;p8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8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8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8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8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8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8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8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8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1" name="Google Shape;9091;p83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9092" name="Google Shape;9092;p8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8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8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8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8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8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8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8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83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9101" name="Google Shape;9101;p8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8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8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8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83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9106" name="Google Shape;9106;p8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8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8" name="Google Shape;9108;p83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9109" name="Google Shape;9109;p8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8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8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8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8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8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83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9116" name="Google Shape;9116;p8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8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8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8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83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9121" name="Google Shape;9121;p8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8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8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83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9125" name="Google Shape;9125;p8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8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8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8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8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8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8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83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9133" name="Google Shape;9133;p8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8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83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9136" name="Google Shape;9136;p8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8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83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9139" name="Google Shape;9139;p8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8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83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9142" name="Google Shape;9142;p8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8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8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8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8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8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8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83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9150" name="Google Shape;9150;p8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8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2" name="Google Shape;9152;p83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9153" name="Google Shape;9153;p8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8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5" name="Google Shape;9155;p83"/>
          <p:cNvSpPr/>
          <p:nvPr/>
        </p:nvSpPr>
        <p:spPr>
          <a:xfrm>
            <a:off x="2632180" y="4275642"/>
            <a:ext cx="354586" cy="35364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6" name="Google Shape;9156;p83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9157" name="Google Shape;9157;p8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8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8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8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8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8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8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83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9165" name="Google Shape;9165;p8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8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8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8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8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83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9171" name="Google Shape;9171;p8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8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8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8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83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9176" name="Google Shape;9176;p8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8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8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8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83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9181" name="Google Shape;9181;p8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8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8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8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8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83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9187" name="Google Shape;9187;p8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8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8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8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8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83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9193" name="Google Shape;9193;p8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8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8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8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8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8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8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8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1" name="Google Shape;9201;p83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9202" name="Google Shape;9202;p8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8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8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8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8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8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83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9209" name="Google Shape;9209;p8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8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8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8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83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9214" name="Google Shape;9214;p8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8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8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8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8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8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8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8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8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8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8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5" name="Google Shape;9225;p83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9226" name="Google Shape;9226;p8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8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8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8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8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8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83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9233" name="Google Shape;9233;p8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8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8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8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7" name="Google Shape;9237;p83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9238" name="Google Shape;9238;p8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8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8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8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2" name="Google Shape;9242;p83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9243" name="Google Shape;9243;p8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8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8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8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83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9248" name="Google Shape;9248;p8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8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8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8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83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9253" name="Google Shape;9253;p8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8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8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8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8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8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83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9260" name="Google Shape;9260;p8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8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8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83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9264" name="Google Shape;9264;p8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8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8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83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9268" name="Google Shape;9268;p8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8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8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8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8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8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8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8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83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9277" name="Google Shape;9277;p8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8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8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8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8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8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8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83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9285" name="Google Shape;9285;p8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8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8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8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9" name="Google Shape;9289;p83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9290" name="Google Shape;9290;p8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8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8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8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8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83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9296" name="Google Shape;9296;p8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8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8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8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8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8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8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8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83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9305" name="Google Shape;9305;p8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8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83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9308" name="Google Shape;9308;p8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8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8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8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8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3" name="Google Shape;9313;p83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9314" name="Google Shape;9314;p8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8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8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83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9318" name="Google Shape;9318;p8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8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8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8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8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8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8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8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83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9327" name="Google Shape;9327;p8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8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8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8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8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2" name="Google Shape;9332;p83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9333" name="Google Shape;9333;p8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8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8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8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8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8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8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83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9341" name="Google Shape;9341;p8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8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8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8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8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8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8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8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8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0" name="Google Shape;9350;p83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9351" name="Google Shape;9351;p8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8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8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8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8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8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8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83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9359" name="Google Shape;9359;p8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8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8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8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83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9364" name="Google Shape;9364;p8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8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8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8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8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8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8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1" name="Google Shape;9371;p83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9372" name="Google Shape;9372;p8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8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8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8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8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8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8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9" name="Google Shape;9379;p83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9380" name="Google Shape;9380;p8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8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8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8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8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8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8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7" name="Google Shape;9387;p83"/>
          <p:cNvSpPr/>
          <p:nvPr/>
        </p:nvSpPr>
        <p:spPr>
          <a:xfrm>
            <a:off x="5033910" y="3745725"/>
            <a:ext cx="8018" cy="900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8" name="Google Shape;9388;p83"/>
          <p:cNvSpPr/>
          <p:nvPr/>
        </p:nvSpPr>
        <p:spPr>
          <a:xfrm>
            <a:off x="5034361" y="3746598"/>
            <a:ext cx="7118" cy="928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9" name="Google Shape;9389;p83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9390" name="Google Shape;9390;p8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8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8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8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8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8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8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7" name="Google Shape;9397;p83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9398" name="Google Shape;9398;p8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8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8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8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8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8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8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8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83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9407" name="Google Shape;9407;p8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8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8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8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8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8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83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9414" name="Google Shape;9414;p8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8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8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8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8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83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9420" name="Google Shape;9420;p8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8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8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8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8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8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8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83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9428" name="Google Shape;9428;p8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8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8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8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8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8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83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9435" name="Google Shape;9435;p8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8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8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8" name="Google Shape;9438;p83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9439" name="Google Shape;9439;p8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8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8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8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8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8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8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8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7" name="Google Shape;9447;p83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9448" name="Google Shape;9448;p8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8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8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8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8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8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8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8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8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8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8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9" name="Google Shape;9459;p83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9460" name="Google Shape;9460;p8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8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8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8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8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8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83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9467" name="Google Shape;9467;p8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8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8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8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8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2" name="Google Shape;9472;p83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9473" name="Google Shape;9473;p8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8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8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8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8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8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8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8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1" name="Google Shape;9481;p83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9482" name="Google Shape;9482;p8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8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8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8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8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8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8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83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9490" name="Google Shape;9490;p8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8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8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8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8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8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8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8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83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9499" name="Google Shape;9499;p8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8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8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8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8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8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8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8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8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11" name="Shape 9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2" name="Google Shape;9512;p84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3" name="Google Shape;9513;p84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14" name="Google Shape;9514;p84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9515" name="Google Shape;9515;p8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8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8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84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9519" name="Google Shape;9519;p8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8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8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8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3" name="Google Shape;9523;p84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9524" name="Google Shape;9524;p8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8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8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8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8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9" name="Google Shape;9529;p84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9530" name="Google Shape;9530;p8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8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8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3" name="Google Shape;9533;p84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9534" name="Google Shape;9534;p8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8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8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8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8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8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8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8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8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8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4" name="Google Shape;9544;p84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9545" name="Google Shape;9545;p8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8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8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8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9" name="Google Shape;9549;p84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9550" name="Google Shape;9550;p8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8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8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8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8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84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9556" name="Google Shape;9556;p8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8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8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8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0" name="Google Shape;9560;p84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9561" name="Google Shape;9561;p8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8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84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9564" name="Google Shape;9564;p8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8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8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8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8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84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9570" name="Google Shape;9570;p8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8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8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8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8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8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8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8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8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8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0" name="Google Shape;9580;p84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9581" name="Google Shape;9581;p8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8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3" name="Google Shape;9583;p84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9584" name="Google Shape;9584;p8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8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8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84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9588" name="Google Shape;9588;p8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8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8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8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8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8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8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8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8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84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9598" name="Google Shape;9598;p8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8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8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1" name="Google Shape;9601;p84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9602" name="Google Shape;9602;p8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8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8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8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6" name="Google Shape;9606;p84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9607" name="Google Shape;9607;p8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8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8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8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8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84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9613" name="Google Shape;9613;p8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8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8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8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8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84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9619" name="Google Shape;9619;p8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8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1" name="Google Shape;9621;p84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9622" name="Google Shape;9622;p8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8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8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8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8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7" name="Google Shape;9627;p84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9628" name="Google Shape;9628;p8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8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8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8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8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8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8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8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8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84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9638" name="Google Shape;9638;p8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8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8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8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8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8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8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8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8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8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8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84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9650" name="Google Shape;9650;p8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8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8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8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84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9655" name="Google Shape;9655;p8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8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8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8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8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8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84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9662" name="Google Shape;9662;p8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8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8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8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8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8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84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9669" name="Google Shape;9669;p8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8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8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8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8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8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8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8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7" name="Google Shape;9677;p84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9678" name="Google Shape;9678;p8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8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8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8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8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8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4" name="Google Shape;9684;p84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9685" name="Google Shape;9685;p8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8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8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8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9" name="Google Shape;9689;p84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9690" name="Google Shape;9690;p8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8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8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8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8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8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8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8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8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8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0" name="Google Shape;9700;p84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9701" name="Google Shape;9701;p8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8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8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8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8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8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84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9708" name="Google Shape;9708;p8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8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8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8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8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8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8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84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9716" name="Google Shape;9716;p8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8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8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8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8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8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8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8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8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8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8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7" name="Google Shape;9727;p84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9728" name="Google Shape;9728;p8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8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8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8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8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8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8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84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9736" name="Google Shape;9736;p8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8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8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8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8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8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8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8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8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8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8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8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8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84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9750" name="Google Shape;9750;p8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8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8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8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8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5" name="Google Shape;9755;p84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9756" name="Google Shape;9756;p8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8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8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8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8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1" name="Google Shape;9761;p84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9762" name="Google Shape;9762;p8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8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8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5" name="Google Shape;9765;p84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9766" name="Google Shape;9766;p8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8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8" name="Google Shape;9768;p84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9769" name="Google Shape;9769;p8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8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8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8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8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8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5" name="Google Shape;9775;p84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9776" name="Google Shape;9776;p8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8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8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84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9780" name="Google Shape;9780;p8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8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8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8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4" name="Google Shape;9784;p84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9785" name="Google Shape;9785;p8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8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8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8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8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8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8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8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8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8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5" name="Google Shape;9795;p84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9796" name="Google Shape;9796;p8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8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8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8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8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8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2" name="Google Shape;9802;p84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9803" name="Google Shape;9803;p8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8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8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8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8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8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9" name="Google Shape;9809;p84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9810" name="Google Shape;9810;p8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8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8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8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8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8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84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9817" name="Google Shape;9817;p8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8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8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8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84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9822" name="Google Shape;9822;p8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8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8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84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9826" name="Google Shape;9826;p8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8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8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8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8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8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84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9833" name="Google Shape;9833;p8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8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8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8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84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9838" name="Google Shape;9838;p8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8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8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1" name="Google Shape;9841;p84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9842" name="Google Shape;9842;p8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8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4" name="Google Shape;9844;p84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9845" name="Google Shape;9845;p8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8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8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8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8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8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1" name="Google Shape;9851;p84"/>
          <p:cNvSpPr/>
          <p:nvPr/>
        </p:nvSpPr>
        <p:spPr>
          <a:xfrm>
            <a:off x="4902088" y="2417809"/>
            <a:ext cx="271340" cy="353864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2" name="Google Shape;9852;p84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9853" name="Google Shape;9853;p8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8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8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6" name="Google Shape;9856;p84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9857" name="Google Shape;9857;p8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8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8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8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8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8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8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4" name="Google Shape;9864;p84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9865" name="Google Shape;9865;p8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8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8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8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8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8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1" name="Google Shape;9871;p84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9872" name="Google Shape;9872;p8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8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8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8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8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8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8" name="Google Shape;9878;p84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9879" name="Google Shape;9879;p8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8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8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2" name="Google Shape;9882;p84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9883" name="Google Shape;9883;p8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8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8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8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8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8" name="Google Shape;9888;p84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9889" name="Google Shape;9889;p8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8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8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8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8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8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5" name="Google Shape;9895;p84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9896" name="Google Shape;9896;p8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8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8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8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8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84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9902" name="Google Shape;9902;p8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8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8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8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8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8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8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8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8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8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84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9913" name="Google Shape;9913;p8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8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8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8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8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8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8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8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8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8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8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4" name="Google Shape;9924;p84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9925" name="Google Shape;9925;p8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8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8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8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8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0" name="Google Shape;9930;p84"/>
          <p:cNvSpPr/>
          <p:nvPr/>
        </p:nvSpPr>
        <p:spPr>
          <a:xfrm>
            <a:off x="7242366" y="2108233"/>
            <a:ext cx="40464" cy="8413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1" name="Google Shape;9931;p84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9932" name="Google Shape;9932;p8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8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8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8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8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8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8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8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8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8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8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3" name="Google Shape;9943;p84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9944" name="Google Shape;9944;p8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8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8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8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8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8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8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8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2" name="Google Shape;9952;p84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9953" name="Google Shape;9953;p8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8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8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6" name="Google Shape;9956;p84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9957" name="Google Shape;9957;p8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8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8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0" name="Google Shape;9960;p84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9961" name="Google Shape;9961;p8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8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8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8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8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8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7" name="Google Shape;9967;p84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9968" name="Google Shape;9968;p8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8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8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8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8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8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84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9975" name="Google Shape;9975;p8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8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8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8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9" name="Google Shape;9979;p84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9980" name="Google Shape;9980;p8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8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8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3" name="Google Shape;9983;p84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9984" name="Google Shape;9984;p8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8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8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8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8" name="Google Shape;9988;p84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9989" name="Google Shape;9989;p8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8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8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8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8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8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8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6" name="Google Shape;9996;p84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9997" name="Google Shape;9997;p8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8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8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8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8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8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3" name="Google Shape;10003;p84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10004" name="Google Shape;10004;p8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8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8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8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8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9" name="Google Shape;10009;p84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10010" name="Google Shape;10010;p8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8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8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8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8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8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8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8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8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9" name="Google Shape;10019;p84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10020" name="Google Shape;10020;p8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8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8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8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8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8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8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8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8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9" name="Google Shape;10029;p84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10030" name="Google Shape;10030;p8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8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8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8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8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8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8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7" name="Google Shape;10037;p84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10038" name="Google Shape;10038;p8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8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8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8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8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8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4" name="Google Shape;10044;p84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10045" name="Google Shape;10045;p8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8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8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8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8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8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8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8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8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4" name="Google Shape;10054;p84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10055" name="Google Shape;10055;p8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8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8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8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8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8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1" name="Google Shape;10061;p84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10062" name="Google Shape;10062;p8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8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8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8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84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10067" name="Google Shape;10067;p8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8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8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8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8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8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8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8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8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8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77" name="Google Shape;10077;p84"/>
          <p:cNvSpPr/>
          <p:nvPr/>
        </p:nvSpPr>
        <p:spPr>
          <a:xfrm>
            <a:off x="8015262" y="1973047"/>
            <a:ext cx="273732" cy="354519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8" name="Google Shape;10078;p84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10079" name="Google Shape;10079;p8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8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8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8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8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8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5" name="Google Shape;10085;p84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10086" name="Google Shape;10086;p8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8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8" name="Google Shape;10088;p84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10089" name="Google Shape;10089;p8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8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1" name="Google Shape;10091;p84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10092" name="Google Shape;10092;p8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8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8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8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8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8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8" name="Google Shape;10098;p84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10099" name="Google Shape;10099;p8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8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8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105" name="Shape 10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6" name="Google Shape;10106;p8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07" name="Google Shape;10107;p85"/>
          <p:cNvSpPr/>
          <p:nvPr/>
        </p:nvSpPr>
        <p:spPr>
          <a:xfrm>
            <a:off x="801940" y="1691070"/>
            <a:ext cx="343404" cy="446998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08" name="Google Shape;10108;p85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10109" name="Google Shape;10109;p8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8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8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8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3" name="Google Shape;10113;p85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10114" name="Google Shape;10114;p8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8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8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8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8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8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8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8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8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8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8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8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6" name="Google Shape;10126;p85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10127" name="Google Shape;10127;p8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8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8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8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8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8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8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8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8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6" name="Google Shape;10136;p85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10137" name="Google Shape;10137;p8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8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8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0" name="Google Shape;10140;p85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10141" name="Google Shape;10141;p8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8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8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8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8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8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7" name="Google Shape;10147;p85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10148" name="Google Shape;10148;p8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8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8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8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8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3" name="Google Shape;10153;p85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10154" name="Google Shape;10154;p8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8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8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8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8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8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8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85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10162" name="Google Shape;10162;p8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8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8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8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8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8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8" name="Google Shape;10168;p85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10169" name="Google Shape;10169;p8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8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8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8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8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8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8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8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8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8" name="Google Shape;10178;p85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10179" name="Google Shape;10179;p8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8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8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2" name="Google Shape;10182;p85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10183" name="Google Shape;10183;p8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8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8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8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7" name="Google Shape;10187;p85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10188" name="Google Shape;10188;p8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8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0" name="Google Shape;10190;p85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10191" name="Google Shape;10191;p8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8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8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8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5" name="Google Shape;10195;p85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10196" name="Google Shape;10196;p8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8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8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8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85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10201" name="Google Shape;10201;p8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8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8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8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8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8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8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8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8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85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10211" name="Google Shape;10211;p8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8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3" name="Google Shape;10213;p85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10214" name="Google Shape;10214;p8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8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8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8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8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8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8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1" name="Google Shape;10221;p85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10222" name="Google Shape;10222;p8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8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8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8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8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8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8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8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8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8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8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8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8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8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8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8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8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9" name="Google Shape;10239;p85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10240" name="Google Shape;10240;p8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8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8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8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8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8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6" name="Google Shape;10246;p85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10247" name="Google Shape;10247;p8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8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9" name="Google Shape;10249;p85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10250" name="Google Shape;10250;p8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8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8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8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8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8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8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7" name="Google Shape;10257;p85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10258" name="Google Shape;10258;p8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8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8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8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8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8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4" name="Google Shape;10264;p85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10265" name="Google Shape;10265;p8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8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8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8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8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0" name="Google Shape;10270;p85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10271" name="Google Shape;10271;p8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8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8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8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8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8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8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85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10279" name="Google Shape;10279;p8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8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8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8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3" name="Google Shape;10283;p85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10284" name="Google Shape;10284;p8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8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8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85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10288" name="Google Shape;10288;p8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8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8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85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10292" name="Google Shape;10292;p8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8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8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8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8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8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8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8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8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01" name="Google Shape;10301;p85"/>
          <p:cNvSpPr/>
          <p:nvPr/>
        </p:nvSpPr>
        <p:spPr>
          <a:xfrm>
            <a:off x="7992205" y="1689084"/>
            <a:ext cx="452798" cy="450470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2" name="Google Shape;10302;p85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10303" name="Google Shape;10303;p8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8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8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8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8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8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8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0" name="Google Shape;10310;p85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10311" name="Google Shape;10311;p8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8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8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8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8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8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7" name="Google Shape;10317;p85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10318" name="Google Shape;10318;p8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8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8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8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8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8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8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8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6" name="Google Shape;10326;p85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10327" name="Google Shape;10327;p8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8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8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8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8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2" name="Google Shape;10332;p85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10333" name="Google Shape;10333;p8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8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8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8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8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8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85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10340" name="Google Shape;10340;p8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8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8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3" name="Google Shape;10343;p85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10344" name="Google Shape;10344;p8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8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8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8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8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8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8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1" name="Google Shape;10351;p85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10352" name="Google Shape;10352;p8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8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8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8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8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8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8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9" name="Google Shape;10359;p85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10360" name="Google Shape;10360;p8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8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8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8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8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8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8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7" name="Google Shape;10367;p85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10368" name="Google Shape;10368;p8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8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8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8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8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3" name="Google Shape;10373;p85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10374" name="Google Shape;10374;p8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8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8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7" name="Google Shape;10377;p85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10378" name="Google Shape;10378;p8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8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8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8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8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3" name="Google Shape;10383;p85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10384" name="Google Shape;10384;p8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8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8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8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8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8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0" name="Google Shape;10390;p85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10391" name="Google Shape;10391;p8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8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8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8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8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8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8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8" name="Google Shape;10398;p85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10399" name="Google Shape;10399;p8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8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8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8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3" name="Google Shape;10403;p85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10404" name="Google Shape;10404;p8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8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8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8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8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8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8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1" name="Google Shape;10411;p85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10412" name="Google Shape;10412;p8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8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8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8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16" name="Google Shape;10416;p85"/>
          <p:cNvSpPr/>
          <p:nvPr/>
        </p:nvSpPr>
        <p:spPr>
          <a:xfrm>
            <a:off x="5164353" y="3341975"/>
            <a:ext cx="448180" cy="450507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17" name="Google Shape;10417;p85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10418" name="Google Shape;10418;p8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8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8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8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2" name="Google Shape;10422;p85"/>
          <p:cNvSpPr/>
          <p:nvPr/>
        </p:nvSpPr>
        <p:spPr>
          <a:xfrm>
            <a:off x="6274865" y="3343157"/>
            <a:ext cx="449288" cy="448143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426" name="Shape 10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7" name="Google Shape;10427;p8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28" name="Google Shape;10428;p86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10429" name="Google Shape;10429;p86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86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1" name="Google Shape;10431;p86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10432" name="Google Shape;10432;p86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86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86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86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86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7" name="Google Shape;10437;p86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10438" name="Google Shape;10438;p86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86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86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86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86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86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86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86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86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86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86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86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0" name="Google Shape;10450;p86"/>
          <p:cNvSpPr/>
          <p:nvPr/>
        </p:nvSpPr>
        <p:spPr>
          <a:xfrm>
            <a:off x="3545854" y="1689199"/>
            <a:ext cx="434634" cy="419227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1" name="Google Shape;10451;p86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10452" name="Google Shape;10452;p86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86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86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5" name="Google Shape;10455;p86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10456" name="Google Shape;10456;p86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86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86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86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86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86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86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10463" name="Google Shape;10463;p86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86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86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86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7" name="Google Shape;10467;p86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10468" name="Google Shape;10468;p86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86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86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86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2" name="Google Shape;10472;p86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10473" name="Google Shape;10473;p86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86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5" name="Google Shape;10475;p86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10476" name="Google Shape;10476;p86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86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86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86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0" name="Google Shape;10480;p86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10481" name="Google Shape;10481;p86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86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86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4" name="Google Shape;10484;p86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10485" name="Google Shape;10485;p86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86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86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8" name="Google Shape;10488;p86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10489" name="Google Shape;10489;p86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86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86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86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86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10494" name="Google Shape;10494;p86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86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86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7" name="Google Shape;10497;p86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10498" name="Google Shape;10498;p86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86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86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1" name="Google Shape;10501;p86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10502" name="Google Shape;10502;p86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86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4" name="Google Shape;10504;p86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10505" name="Google Shape;10505;p86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86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86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86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86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0" name="Google Shape;10510;p86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10511" name="Google Shape;10511;p86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86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3" name="Google Shape;10513;p86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10514" name="Google Shape;10514;p86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86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86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86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8" name="Google Shape;10518;p86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10519" name="Google Shape;10519;p86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86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86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86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86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86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86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86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86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8" name="Google Shape;10528;p86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10529" name="Google Shape;10529;p86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86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1" name="Google Shape;10531;p86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10532" name="Google Shape;10532;p86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86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86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86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10536" name="Google Shape;10536;p86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86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86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86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0" name="Google Shape;10540;p86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10541" name="Google Shape;10541;p86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86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3" name="Google Shape;10543;p86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10544" name="Google Shape;10544;p86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86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86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7" name="Google Shape;10547;p86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10548" name="Google Shape;10548;p86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86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86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86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2" name="Google Shape;10552;p86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10553" name="Google Shape;10553;p86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86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5" name="Google Shape;10555;p86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10556" name="Google Shape;10556;p86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86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86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86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0" name="Google Shape;10560;p86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10561" name="Google Shape;10561;p86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86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3" name="Google Shape;10563;p86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10564" name="Google Shape;10564;p86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86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86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86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86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86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86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1" name="Google Shape;10571;p86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10572" name="Google Shape;10572;p86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86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86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86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86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86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10578" name="Google Shape;10578;p86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86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0" name="Google Shape;10580;p86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10581" name="Google Shape;10581;p86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86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86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86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86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86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86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86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86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0" name="Google Shape;10590;p86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10591" name="Google Shape;10591;p86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86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86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4" name="Google Shape;10594;p86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10595" name="Google Shape;10595;p86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86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86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8" name="Google Shape;10598;p86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10599" name="Google Shape;10599;p86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86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86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86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86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4" name="Google Shape;10604;p86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10605" name="Google Shape;10605;p86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86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86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86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10609" name="Google Shape;10609;p86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86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86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86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3" name="Google Shape;10613;p86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10614" name="Google Shape;10614;p86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86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6" name="Google Shape;10616;p86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10617" name="Google Shape;10617;p86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86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86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86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86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86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86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4" name="Google Shape;10624;p86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10625" name="Google Shape;10625;p86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86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86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8" name="Google Shape;10628;p86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10629" name="Google Shape;10629;p86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86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86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86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86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86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86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6" name="Google Shape;10636;p86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10637" name="Google Shape;10637;p86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86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86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86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86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2" name="Google Shape;10642;p86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10643" name="Google Shape;10643;p86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86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5" name="Google Shape;10645;p86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10646" name="Google Shape;10646;p86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86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8" name="Google Shape;10648;p86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10649" name="Google Shape;10649;p86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86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86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2" name="Google Shape;10652;p86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10653" name="Google Shape;10653;p86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86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86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86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86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8" name="Google Shape;10658;p86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10659" name="Google Shape;10659;p86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86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86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86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10663" name="Google Shape;10663;p86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86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86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86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7" name="Google Shape;10667;p86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10668" name="Google Shape;10668;p86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86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86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86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86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86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4" name="Google Shape;10674;p86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10675" name="Google Shape;10675;p86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86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7" name="Google Shape;10677;p86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10678" name="Google Shape;10678;p86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86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86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86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86"/>
          <p:cNvGrpSpPr/>
          <p:nvPr/>
        </p:nvGrpSpPr>
        <p:grpSpPr>
          <a:xfrm>
            <a:off x="4553987" y="3925571"/>
            <a:ext cx="387610" cy="193109"/>
            <a:chOff x="6140660" y="1661097"/>
            <a:chExt cx="397835" cy="198202"/>
          </a:xfrm>
        </p:grpSpPr>
        <p:sp>
          <p:nvSpPr>
            <p:cNvPr id="10683" name="Google Shape;10683;p86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86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86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86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7" name="Google Shape;10687;p86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10688" name="Google Shape;10688;p86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86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86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86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86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3" name="Google Shape;10693;p86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10694" name="Google Shape;10694;p86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86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86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7" name="Google Shape;10697;p86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10698" name="Google Shape;10698;p86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86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0" name="Google Shape;10700;p86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10701" name="Google Shape;10701;p86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86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3" name="Google Shape;10703;p86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10704" name="Google Shape;10704;p86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86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86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10707" name="Google Shape;10707;p86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86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9" name="Google Shape;10709;p86"/>
          <p:cNvGrpSpPr/>
          <p:nvPr/>
        </p:nvGrpSpPr>
        <p:grpSpPr>
          <a:xfrm>
            <a:off x="3515416" y="3828288"/>
            <a:ext cx="387681" cy="387681"/>
            <a:chOff x="4933458" y="1687279"/>
            <a:chExt cx="397907" cy="397907"/>
          </a:xfrm>
        </p:grpSpPr>
        <p:sp>
          <p:nvSpPr>
            <p:cNvPr id="10710" name="Google Shape;10710;p86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86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2" name="Google Shape;10712;p86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10713" name="Google Shape;10713;p86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86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86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86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7" name="Google Shape;10717;p86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10718" name="Google Shape;10718;p86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86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0" name="Google Shape;10720;p86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10721" name="Google Shape;10721;p86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86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86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4" name="Google Shape;10724;p86"/>
          <p:cNvSpPr/>
          <p:nvPr/>
        </p:nvSpPr>
        <p:spPr>
          <a:xfrm>
            <a:off x="6879427" y="3343765"/>
            <a:ext cx="388846" cy="317145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5" name="Google Shape;10725;p86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10726" name="Google Shape;10726;p86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86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31" name="Shape 10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32" name="Google Shape;10732;p8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reesia Pitch Deck by Slidesgo">
  <a:themeElements>
    <a:clrScheme name="Simple Light">
      <a:dk1>
        <a:srgbClr val="043403"/>
      </a:dk1>
      <a:lt1>
        <a:srgbClr val="6238CE"/>
      </a:lt1>
      <a:dk2>
        <a:srgbClr val="A586FA"/>
      </a:dk2>
      <a:lt2>
        <a:srgbClr val="EAD7FF"/>
      </a:lt2>
      <a:accent1>
        <a:srgbClr val="8E2EF1"/>
      </a:accent1>
      <a:accent2>
        <a:srgbClr val="541CBB"/>
      </a:accent2>
      <a:accent3>
        <a:srgbClr val="A677FC"/>
      </a:accent3>
      <a:accent4>
        <a:srgbClr val="BA84EE"/>
      </a:accent4>
      <a:accent5>
        <a:srgbClr val="9F34F5"/>
      </a:accent5>
      <a:accent6>
        <a:srgbClr val="B29CF0"/>
      </a:accent6>
      <a:hlink>
        <a:srgbClr val="04340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