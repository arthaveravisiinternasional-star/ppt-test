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Fredoka"/>
      <p:regular r:id="rId17"/>
      <p:bold r:id="rId18"/>
    </p:embeddedFont>
    <p:embeddedFont>
      <p:font typeface="Staatliches"/>
      <p:regular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Montserrat Black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Varela Round"/>
      <p:regular r:id="rId30"/>
    </p:embeddedFont>
    <p:embeddedFont>
      <p:font typeface="Roboto Condensed Light"/>
      <p:regular r:id="rId31"/>
      <p:bold r:id="rId32"/>
      <p:italic r:id="rId33"/>
      <p:boldItalic r:id="rId34"/>
    </p:embeddedFont>
    <p:embeddedFont>
      <p:font typeface="Quattrocento Sans"/>
      <p:regular r:id="rId35"/>
      <p:bold r:id="rId36"/>
      <p:italic r:id="rId37"/>
      <p:boldItalic r:id="rId38"/>
    </p:embeddedFont>
    <p:embeddedFont>
      <p:font typeface="Montserrat ExtraBold"/>
      <p:bold r:id="rId39"/>
      <p:boldItalic r:id="rId40"/>
    </p:embeddedFont>
    <p:embeddedFont>
      <p:font typeface="Fredoka SemiBo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FV0DGfZM81yAnbqjtAmCbxhyl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Italic.fntdata"/><Relationship Id="rId20" Type="http://schemas.openxmlformats.org/officeDocument/2006/relationships/font" Target="fonts/Lato-regular.fntdata"/><Relationship Id="rId42" Type="http://schemas.openxmlformats.org/officeDocument/2006/relationships/font" Target="fonts/FredokaSemiBold-bold.fntdata"/><Relationship Id="rId41" Type="http://schemas.openxmlformats.org/officeDocument/2006/relationships/font" Target="fonts/FredokaSemiBold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43" Type="http://customschemas.google.com/relationships/presentationmetadata" Target="metadata"/><Relationship Id="rId24" Type="http://schemas.openxmlformats.org/officeDocument/2006/relationships/font" Target="fonts/MontserratBlack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Black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Light-regular.fntdata"/><Relationship Id="rId30" Type="http://schemas.openxmlformats.org/officeDocument/2006/relationships/font" Target="fonts/VarelaRound-regular.fntdata"/><Relationship Id="rId11" Type="http://schemas.openxmlformats.org/officeDocument/2006/relationships/slide" Target="slides/slide7.xml"/><Relationship Id="rId33" Type="http://schemas.openxmlformats.org/officeDocument/2006/relationships/font" Target="fonts/RobotoCondensedLight-italic.fntdata"/><Relationship Id="rId10" Type="http://schemas.openxmlformats.org/officeDocument/2006/relationships/slide" Target="slides/slide6.xml"/><Relationship Id="rId32" Type="http://schemas.openxmlformats.org/officeDocument/2006/relationships/font" Target="fonts/RobotoCondensedLight-bold.fntdata"/><Relationship Id="rId13" Type="http://schemas.openxmlformats.org/officeDocument/2006/relationships/slide" Target="slides/slide9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8.xml"/><Relationship Id="rId34" Type="http://schemas.openxmlformats.org/officeDocument/2006/relationships/font" Target="fonts/RobotoCondensed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10.xml"/><Relationship Id="rId36" Type="http://schemas.openxmlformats.org/officeDocument/2006/relationships/font" Target="fonts/QuattrocentoSans-bold.fntdata"/><Relationship Id="rId17" Type="http://schemas.openxmlformats.org/officeDocument/2006/relationships/font" Target="fonts/Fredoka-regular.fntdata"/><Relationship Id="rId39" Type="http://schemas.openxmlformats.org/officeDocument/2006/relationships/font" Target="fonts/MontserratExtraBold-bold.fntdata"/><Relationship Id="rId16" Type="http://schemas.openxmlformats.org/officeDocument/2006/relationships/slide" Target="slides/slide12.xml"/><Relationship Id="rId38" Type="http://schemas.openxmlformats.org/officeDocument/2006/relationships/font" Target="fonts/QuattrocentoSans-boldItalic.fntdata"/><Relationship Id="rId19" Type="http://schemas.openxmlformats.org/officeDocument/2006/relationships/font" Target="fonts/Staatliches-regular.fntdata"/><Relationship Id="rId18" Type="http://schemas.openxmlformats.org/officeDocument/2006/relationships/font" Target="fonts/Fredok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Scanvas turns a child’s own coloring sheet into an interactive experience: color on paper, scan in the browser, and the artwork comes alive.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Paper creativity is hands-on but ends at the page. Screens are engaging but mostly passive. Scanvas connects the two.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0" name="Google Shape;18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This is our design philosophy, not a research claim: create first, make it personal, explore through interaction, keep access simple.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7" name="Google Shape;18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One simple loop: Color, Scan, Come Alive, Explore, Learn. Everything runs in the browser.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2" name="Google Shape;19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Everything on this slide is live today at scanvas.id: real screenshots from the current product.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9" name="Google Shape;19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The emotional core: the child is not watching a character, they are watching their own creation.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7" name="Google Shape;19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Why Scanvas can grow: one scan-to-animation engine, reused across many learning worlds.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0" name="Google Shape;20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Engagement engine exists today; structured learning comes next. Only the first step is live.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4" name="Google Shape;20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 future product: guided drawing classes that end with the child’s creation entering a Scanvas world.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5" name="Google Shape;20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Families buy packs today. School and event pricing is being validated with the pilot before we commit to numbers.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1" name="Google Shape;20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First real-world pilot: 30 participants at one TPA (Taman Pendidikan Anak-anak). The pilot surfaced five product improvements; two are shipped (larger world, digital trial) and three are in progress.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3faa609a06a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g3faa609a06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Salsabila leads business, partnerships, customer discovery and go-to-market; Haikal leads product, engineering and the computer-vision pipeline. Close on the vision: children as creators.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62.png"/><Relationship Id="rId6" Type="http://schemas.openxmlformats.org/officeDocument/2006/relationships/image" Target="../media/image3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4"/>
          <p:cNvSpPr txBox="1"/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4"/>
          <p:cNvSpPr txBox="1"/>
          <p:nvPr>
            <p:ph idx="1" type="subTitle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1" name="Google Shape;11;p14"/>
          <p:cNvSpPr/>
          <p:nvPr/>
        </p:nvSpPr>
        <p:spPr>
          <a:xfrm>
            <a:off x="3084563" y="-26078"/>
            <a:ext cx="1156796" cy="706496"/>
          </a:xfrm>
          <a:custGeom>
            <a:rect b="b" l="l" r="r" t="t"/>
            <a:pathLst>
              <a:path extrusionOk="0" h="8282" w="15223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14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14"/>
            <p:cNvSpPr/>
            <p:nvPr/>
          </p:nvSpPr>
          <p:spPr>
            <a:xfrm>
              <a:off x="4241250" y="-26078"/>
              <a:ext cx="3758237" cy="4809837"/>
            </a:xfrm>
            <a:custGeom>
              <a:rect b="b" l="l" r="r" t="t"/>
              <a:pathLst>
                <a:path extrusionOk="0" h="56384" w="49457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4197937" y="-26078"/>
              <a:ext cx="2068144" cy="841960"/>
            </a:xfrm>
            <a:custGeom>
              <a:rect b="b" l="l" r="r" t="t"/>
              <a:pathLst>
                <a:path extrusionOk="0" h="9870" w="27216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3237982" y="4078545"/>
              <a:ext cx="2800232" cy="1120311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7189808" y="-26078"/>
              <a:ext cx="1969585" cy="4922184"/>
            </a:xfrm>
            <a:custGeom>
              <a:rect b="b" l="l" r="r" t="t"/>
              <a:pathLst>
                <a:path extrusionOk="0" h="57701" w="25919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7010248" y="4297263"/>
              <a:ext cx="2149149" cy="901589"/>
            </a:xfrm>
            <a:custGeom>
              <a:rect b="b" l="l" r="r" t="t"/>
              <a:pathLst>
                <a:path extrusionOk="0" h="10569" w="28282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2368225" y="3921502"/>
              <a:ext cx="3958471" cy="1277357"/>
            </a:xfrm>
            <a:custGeom>
              <a:rect b="b" l="l" r="r" t="t"/>
              <a:pathLst>
                <a:path extrusionOk="0" h="14974" w="52092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3237982" y="4462581"/>
              <a:ext cx="2800232" cy="736267"/>
            </a:xfrm>
            <a:custGeom>
              <a:rect b="b" l="l" r="r" t="t"/>
              <a:pathLst>
                <a:path extrusionOk="0" h="8631" w="3685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6405385" y="3019590"/>
              <a:ext cx="1115229" cy="1397211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" name="Google Shape;2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3_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" name="Google Shape;25;p1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26" name="Google Shape;26;p15"/>
            <p:cNvSpPr/>
            <p:nvPr/>
          </p:nvSpPr>
          <p:spPr>
            <a:xfrm>
              <a:off x="4333158" y="4849734"/>
              <a:ext cx="1938475" cy="293962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5"/>
            <p:cNvSpPr/>
            <p:nvPr/>
          </p:nvSpPr>
          <p:spPr>
            <a:xfrm>
              <a:off x="3731103" y="4808559"/>
              <a:ext cx="2740195" cy="335138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5"/>
            <p:cNvSpPr/>
            <p:nvPr/>
          </p:nvSpPr>
          <p:spPr>
            <a:xfrm>
              <a:off x="4333158" y="4950520"/>
              <a:ext cx="1938475" cy="193176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Google Shape;29;p15"/>
          <p:cNvGrpSpPr/>
          <p:nvPr/>
        </p:nvGrpSpPr>
        <p:grpSpPr>
          <a:xfrm>
            <a:off x="5345050" y="-1560061"/>
            <a:ext cx="4971032" cy="3954110"/>
            <a:chOff x="5345050" y="-1560061"/>
            <a:chExt cx="4971032" cy="3954110"/>
          </a:xfrm>
        </p:grpSpPr>
        <p:sp>
          <p:nvSpPr>
            <p:cNvPr id="30" name="Google Shape;30;p15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" name="Google Shape;32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15"/>
          <p:cNvGrpSpPr/>
          <p:nvPr/>
        </p:nvGrpSpPr>
        <p:grpSpPr>
          <a:xfrm>
            <a:off x="-601608" y="3343275"/>
            <a:ext cx="3894254" cy="3108288"/>
            <a:chOff x="-601608" y="3343275"/>
            <a:chExt cx="3894254" cy="3108288"/>
          </a:xfrm>
        </p:grpSpPr>
        <p:sp>
          <p:nvSpPr>
            <p:cNvPr id="34" name="Google Shape;34;p15"/>
            <p:cNvSpPr/>
            <p:nvPr/>
          </p:nvSpPr>
          <p:spPr>
            <a:xfrm flipH="1" rot="10800000">
              <a:off x="-350341" y="4191700"/>
              <a:ext cx="1115229" cy="1401387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" name="Google Shape;3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16"/>
          <p:cNvSpPr txBox="1"/>
          <p:nvPr>
            <p:ph idx="1" type="subTitle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" name="Google Shape;40;p16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41" name="Google Shape;41;p16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rect b="b" l="l" r="r" t="t"/>
              <a:pathLst>
                <a:path extrusionOk="0" h="8282" w="15223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6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rect b="b" l="l" r="r" t="t"/>
              <a:pathLst>
                <a:path extrusionOk="0" h="56384" w="49457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6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rect b="b" l="l" r="r" t="t"/>
              <a:pathLst>
                <a:path extrusionOk="0" h="9870" w="27216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6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6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rect b="b" l="l" r="r" t="t"/>
              <a:pathLst>
                <a:path extrusionOk="0" h="57701" w="25919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6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rect b="b" l="l" r="r" t="t"/>
              <a:pathLst>
                <a:path extrusionOk="0" h="14974" w="52092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6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rect b="b" l="l" r="r" t="t"/>
              <a:pathLst>
                <a:path extrusionOk="0" h="8631" w="3685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6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6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rect b="b" l="l" r="r" t="t"/>
              <a:pathLst>
                <a:path extrusionOk="0" h="10569" w="28282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" name="Google Shape;50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" name="Google Shape;54;p17"/>
          <p:cNvGrpSpPr/>
          <p:nvPr/>
        </p:nvGrpSpPr>
        <p:grpSpPr>
          <a:xfrm>
            <a:off x="-65294" y="2635223"/>
            <a:ext cx="4507249" cy="2851719"/>
            <a:chOff x="-65294" y="2635223"/>
            <a:chExt cx="4507249" cy="2851719"/>
          </a:xfrm>
        </p:grpSpPr>
        <p:sp>
          <p:nvSpPr>
            <p:cNvPr id="55" name="Google Shape;55;p17"/>
            <p:cNvSpPr/>
            <p:nvPr/>
          </p:nvSpPr>
          <p:spPr>
            <a:xfrm>
              <a:off x="-37819" y="3229639"/>
              <a:ext cx="642082" cy="720274"/>
            </a:xfrm>
            <a:custGeom>
              <a:rect b="b" l="l" r="r" t="t"/>
              <a:pathLst>
                <a:path extrusionOk="0" h="13525" w="8249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-37819" y="3866020"/>
              <a:ext cx="2675353" cy="1620922"/>
            </a:xfrm>
            <a:custGeom>
              <a:rect b="b" l="l" r="r" t="t"/>
              <a:pathLst>
                <a:path extrusionOk="0" h="30437" w="34371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" name="Google Shape;57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17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60" name="Google Shape;60;p17"/>
            <p:cNvSpPr/>
            <p:nvPr/>
          </p:nvSpPr>
          <p:spPr>
            <a:xfrm>
              <a:off x="7667903" y="-136207"/>
              <a:ext cx="1600774" cy="1383657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" name="Google Shape;6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3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" name="Google Shape;64;p18"/>
          <p:cNvGrpSpPr/>
          <p:nvPr/>
        </p:nvGrpSpPr>
        <p:grpSpPr>
          <a:xfrm>
            <a:off x="6391275" y="-678992"/>
            <a:ext cx="3190877" cy="2248695"/>
            <a:chOff x="6391275" y="-678992"/>
            <a:chExt cx="3190877" cy="2248695"/>
          </a:xfrm>
        </p:grpSpPr>
        <p:sp>
          <p:nvSpPr>
            <p:cNvPr id="65" name="Google Shape;65;p18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8"/>
            <p:cNvSpPr/>
            <p:nvPr/>
          </p:nvSpPr>
          <p:spPr>
            <a:xfrm>
              <a:off x="7734153" y="-225157"/>
              <a:ext cx="1600774" cy="1383657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" name="Google Shape;67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18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69" name="Google Shape;69;p18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8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" name="Google Shape;71;p18"/>
            <p:cNvPicPr preferRelativeResize="0"/>
            <p:nvPr/>
          </p:nvPicPr>
          <p:blipFill rotWithShape="1">
            <a:blip r:embed="rId3">
              <a:alphaModFix/>
            </a:blip>
            <a:srcRect b="0" l="0" r="19309" t="0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9"/>
          <p:cNvGrpSpPr/>
          <p:nvPr/>
        </p:nvGrpSpPr>
        <p:grpSpPr>
          <a:xfrm>
            <a:off x="2288000" y="-49525"/>
            <a:ext cx="5329736" cy="6118411"/>
            <a:chOff x="2288000" y="-49525"/>
            <a:chExt cx="5329736" cy="6118411"/>
          </a:xfrm>
        </p:grpSpPr>
        <p:sp>
          <p:nvSpPr>
            <p:cNvPr id="74" name="Google Shape;74;p19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9"/>
          <p:cNvSpPr txBox="1"/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78" name="Google Shape;78;p19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79" name="Google Shape;79;p19"/>
            <p:cNvSpPr/>
            <p:nvPr/>
          </p:nvSpPr>
          <p:spPr>
            <a:xfrm>
              <a:off x="4333158" y="4849734"/>
              <a:ext cx="1938475" cy="293962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3731103" y="4808559"/>
              <a:ext cx="2740195" cy="335138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4333158" y="4950520"/>
              <a:ext cx="1938475" cy="193176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19"/>
          <p:cNvGrpSpPr/>
          <p:nvPr/>
        </p:nvGrpSpPr>
        <p:grpSpPr>
          <a:xfrm>
            <a:off x="-665812" y="3431750"/>
            <a:ext cx="3632740" cy="2280563"/>
            <a:chOff x="-665812" y="3431750"/>
            <a:chExt cx="3632740" cy="2280563"/>
          </a:xfrm>
        </p:grpSpPr>
        <p:sp>
          <p:nvSpPr>
            <p:cNvPr id="83" name="Google Shape;83;p19"/>
            <p:cNvSpPr/>
            <p:nvPr/>
          </p:nvSpPr>
          <p:spPr>
            <a:xfrm flipH="1" rot="6847533">
              <a:off x="-356027" y="4216323"/>
              <a:ext cx="1115230" cy="1401371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" name="Google Shape;84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" name="Google Shape;85;p19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86" name="Google Shape;86;p19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rect b="b" l="l" r="r" t="t"/>
              <a:pathLst>
                <a:path extrusionOk="0" h="17354" w="40411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rect b="b" l="l" r="r" t="t"/>
              <a:pathLst>
                <a:path extrusionOk="0" h="5660" w="9871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rect b="b" l="l" r="r" t="t"/>
              <a:pathLst>
                <a:path extrusionOk="0" h="6651" w="22306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9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rect b="b" l="l" r="r" t="t"/>
              <a:pathLst>
                <a:path extrusionOk="0" h="8964" w="30086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" name="Google Shape;9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ONLY_2_1">
    <p:bg>
      <p:bgPr>
        <a:solidFill>
          <a:srgbClr val="F7F8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idx="2" type="subTitle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3" type="subTitle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4" type="subTitle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5" type="subTitle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6" type="subTitle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7" type="subTitle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8" type="subTitle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9" type="subTitle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grpSp>
        <p:nvGrpSpPr>
          <p:cNvPr id="103" name="Google Shape;103;p20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04" name="Google Shape;104;p20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05" name="Google Shape;105;p20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rect b="b" l="l" r="r" t="t"/>
                <a:pathLst>
                  <a:path extrusionOk="0" h="15531" w="13992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0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rect b="b" l="l" r="r" t="t"/>
                <a:pathLst>
                  <a:path extrusionOk="0" h="2599" w="3768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" name="Google Shape;107;p20"/>
            <p:cNvSpPr/>
            <p:nvPr/>
          </p:nvSpPr>
          <p:spPr>
            <a:xfrm flipH="1" rot="-5400000">
              <a:off x="7684384" y="-520131"/>
              <a:ext cx="1080761" cy="2022672"/>
            </a:xfrm>
            <a:custGeom>
              <a:rect b="b" l="l" r="r" t="t"/>
              <a:pathLst>
                <a:path extrusionOk="0" h="20205" w="10796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8" name="Google Shape;108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20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10" name="Google Shape;110;p20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11" name="Google Shape;111;p20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rect b="b" l="l" r="r" t="t"/>
                <a:pathLst>
                  <a:path extrusionOk="0" h="22625" w="22621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0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rect b="b" l="l" r="r" t="t"/>
                <a:pathLst>
                  <a:path extrusionOk="0" h="17140" w="2226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0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rect b="b" l="l" r="r" t="t"/>
                <a:pathLst>
                  <a:path extrusionOk="0" h="3004" w="7761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0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rect b="b" l="l" r="r" t="t"/>
                <a:pathLst>
                  <a:path extrusionOk="0" h="3502" w="498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5" name="Google Shape;11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">
    <p:bg>
      <p:bgPr>
        <a:solidFill>
          <a:srgbClr val="F7F8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 rot="-3450524">
            <a:off x="1259292" y="4296611"/>
            <a:ext cx="1028222" cy="1381915"/>
          </a:xfrm>
          <a:custGeom>
            <a:rect b="b" l="l" r="r" t="t"/>
            <a:pathLst>
              <a:path extrusionOk="0" h="16379" w="14676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2" type="subTitle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3" type="subTitle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4" type="subTitle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5" type="subTitle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6" type="subTitle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7" type="subTitle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8" type="subTitle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9" type="subTitle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28" name="Google Shape;128;p21"/>
          <p:cNvSpPr/>
          <p:nvPr/>
        </p:nvSpPr>
        <p:spPr>
          <a:xfrm rot="6744193">
            <a:off x="7627797" y="-227159"/>
            <a:ext cx="906848" cy="921703"/>
          </a:xfrm>
          <a:custGeom>
            <a:rect b="b" l="l" r="r" t="t"/>
            <a:pathLst>
              <a:path extrusionOk="0" h="16379" w="14676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9264337" y="-314100"/>
            <a:ext cx="32063" cy="23513"/>
          </a:xfrm>
          <a:custGeom>
            <a:rect b="b" l="l" r="r" t="t"/>
            <a:pathLst>
              <a:path extrusionOk="0" h="440" w="60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9157730" y="-307581"/>
            <a:ext cx="31795" cy="16993"/>
          </a:xfrm>
          <a:custGeom>
            <a:rect b="b" l="l" r="r" t="t"/>
            <a:pathLst>
              <a:path extrusionOk="0" h="318" w="595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9053368" y="-300741"/>
            <a:ext cx="28536" cy="10153"/>
          </a:xfrm>
          <a:custGeom>
            <a:rect b="b" l="l" r="r" t="t"/>
            <a:pathLst>
              <a:path extrusionOk="0" h="190" w="534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8953333" y="-293420"/>
            <a:ext cx="15443" cy="2832"/>
          </a:xfrm>
          <a:custGeom>
            <a:rect b="b" l="l" r="r" t="t"/>
            <a:pathLst>
              <a:path extrusionOk="0" h="53" w="289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7611740" y="279588"/>
            <a:ext cx="15871" cy="9405"/>
          </a:xfrm>
          <a:custGeom>
            <a:rect b="b" l="l" r="r" t="t"/>
            <a:pathLst>
              <a:path extrusionOk="0" h="176" w="297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1"/>
          <p:cNvGrpSpPr/>
          <p:nvPr/>
        </p:nvGrpSpPr>
        <p:grpSpPr>
          <a:xfrm>
            <a:off x="-65294" y="2635223"/>
            <a:ext cx="4507249" cy="2851719"/>
            <a:chOff x="-65294" y="2635223"/>
            <a:chExt cx="4507249" cy="2851719"/>
          </a:xfrm>
        </p:grpSpPr>
        <p:sp>
          <p:nvSpPr>
            <p:cNvPr id="135" name="Google Shape;135;p21"/>
            <p:cNvSpPr/>
            <p:nvPr/>
          </p:nvSpPr>
          <p:spPr>
            <a:xfrm>
              <a:off x="-37819" y="3229639"/>
              <a:ext cx="642082" cy="720274"/>
            </a:xfrm>
            <a:custGeom>
              <a:rect b="b" l="l" r="r" t="t"/>
              <a:pathLst>
                <a:path extrusionOk="0" h="13525" w="8249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-37819" y="3866020"/>
              <a:ext cx="2675353" cy="1620922"/>
            </a:xfrm>
            <a:custGeom>
              <a:rect b="b" l="l" r="r" t="t"/>
              <a:pathLst>
                <a:path extrusionOk="0" h="30437" w="34371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7" name="Google Shape;13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1"/>
          <p:cNvSpPr/>
          <p:nvPr/>
        </p:nvSpPr>
        <p:spPr>
          <a:xfrm>
            <a:off x="7667903" y="-136207"/>
            <a:ext cx="1600774" cy="1383657"/>
          </a:xfrm>
          <a:custGeom>
            <a:rect b="b" l="l" r="r" t="t"/>
            <a:pathLst>
              <a:path extrusionOk="0" h="25893" w="29956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_1">
    <p:bg>
      <p:bgPr>
        <a:solidFill>
          <a:srgbClr val="F7F8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5080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/>
        </p:txBody>
      </p:sp>
      <p:grpSp>
        <p:nvGrpSpPr>
          <p:cNvPr id="144" name="Google Shape;144;p22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5" name="Google Shape;145;p22"/>
            <p:cNvSpPr/>
            <p:nvPr/>
          </p:nvSpPr>
          <p:spPr>
            <a:xfrm>
              <a:off x="3304800" y="3882975"/>
              <a:ext cx="665525" cy="237200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3098100" y="3849750"/>
              <a:ext cx="940775" cy="270425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3304800" y="3964300"/>
              <a:ext cx="665525" cy="155875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2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9" name="Google Shape;149;p22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50" name="Google Shape;150;p22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rect b="b" l="l" r="r" t="t"/>
                <a:pathLst>
                  <a:path extrusionOk="0" h="9771" w="5959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2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rect b="b" l="l" r="r" t="t"/>
                <a:pathLst>
                  <a:path extrusionOk="0" h="16521" w="7966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2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rect b="b" l="l" r="r" t="t"/>
                <a:pathLst>
                  <a:path extrusionOk="0" h="21988" w="24829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3" name="Google Shape;153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7F8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/>
        </p:txBody>
      </p:sp>
      <p:sp>
        <p:nvSpPr>
          <p:cNvPr id="158" name="Google Shape;158;p23"/>
          <p:cNvSpPr/>
          <p:nvPr/>
        </p:nvSpPr>
        <p:spPr>
          <a:xfrm>
            <a:off x="3640916" y="4939133"/>
            <a:ext cx="3036" cy="2077"/>
          </a:xfrm>
          <a:custGeom>
            <a:rect b="b" l="l" r="r" t="t"/>
            <a:pathLst>
              <a:path extrusionOk="0" h="39" w="39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23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160" name="Google Shape;160;p23"/>
            <p:cNvSpPr/>
            <p:nvPr/>
          </p:nvSpPr>
          <p:spPr>
            <a:xfrm>
              <a:off x="7667903" y="-136207"/>
              <a:ext cx="1600774" cy="1383657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23"/>
          <p:cNvGrpSpPr/>
          <p:nvPr/>
        </p:nvGrpSpPr>
        <p:grpSpPr>
          <a:xfrm>
            <a:off x="-65294" y="2635223"/>
            <a:ext cx="4507249" cy="2851690"/>
            <a:chOff x="-65294" y="2635223"/>
            <a:chExt cx="4507249" cy="2851690"/>
          </a:xfrm>
        </p:grpSpPr>
        <p:sp>
          <p:nvSpPr>
            <p:cNvPr id="163" name="Google Shape;163;p23"/>
            <p:cNvSpPr/>
            <p:nvPr/>
          </p:nvSpPr>
          <p:spPr>
            <a:xfrm>
              <a:off x="-37819" y="3229639"/>
              <a:ext cx="642083" cy="720261"/>
            </a:xfrm>
            <a:custGeom>
              <a:rect b="b" l="l" r="r" t="t"/>
              <a:pathLst>
                <a:path extrusionOk="0" h="13525" w="8249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-37819" y="3866020"/>
              <a:ext cx="2675357" cy="1620893"/>
            </a:xfrm>
            <a:custGeom>
              <a:rect b="b" l="l" r="r" t="t"/>
              <a:pathLst>
                <a:path extrusionOk="0" h="30437" w="34371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5" name="Google Shape;16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_1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9" name="Google Shape;169;p24"/>
          <p:cNvGrpSpPr/>
          <p:nvPr/>
        </p:nvGrpSpPr>
        <p:grpSpPr>
          <a:xfrm>
            <a:off x="6820200" y="-775628"/>
            <a:ext cx="2733576" cy="1948492"/>
            <a:chOff x="6820200" y="-775628"/>
            <a:chExt cx="2733576" cy="1948492"/>
          </a:xfrm>
        </p:grpSpPr>
        <p:pic>
          <p:nvPicPr>
            <p:cNvPr id="170" name="Google Shape;170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" name="Google Shape;171;p24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72" name="Google Shape;172;p24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rect b="b" l="l" r="r" t="t"/>
                <a:pathLst>
                  <a:path extrusionOk="0" h="22625" w="22621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4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rect b="b" l="l" r="r" t="t"/>
                <a:pathLst>
                  <a:path extrusionOk="0" h="17140" w="2226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4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rect b="b" l="l" r="r" t="t"/>
                <a:pathLst>
                  <a:path extrusionOk="0" h="3004" w="7761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4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rect b="b" l="l" r="r" t="t"/>
                <a:pathLst>
                  <a:path extrusionOk="0" h="3502" w="498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6" name="Google Shape;176;p24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77" name="Google Shape;177;p24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78" name="Google Shape;178;p2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rect b="b" l="l" r="r" t="t"/>
                <a:pathLst>
                  <a:path extrusionOk="0" h="9771" w="5959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rect b="b" l="l" r="r" t="t"/>
                <a:pathLst>
                  <a:path extrusionOk="0" h="16521" w="7966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rect b="b" l="l" r="r" t="t"/>
                <a:pathLst>
                  <a:path extrusionOk="0" h="21988" w="24829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1" name="Google Shape;18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5"/>
          <p:cNvPicPr preferRelativeResize="0"/>
          <p:nvPr/>
        </p:nvPicPr>
        <p:blipFill rotWithShape="1">
          <a:blip r:embed="rId2">
            <a:alphaModFix/>
          </a:blip>
          <a:srcRect b="0" l="30159" r="11269" t="0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5" name="Google Shape;185;p25"/>
          <p:cNvSpPr/>
          <p:nvPr/>
        </p:nvSpPr>
        <p:spPr>
          <a:xfrm rot="-1367296">
            <a:off x="-275194" y="4012351"/>
            <a:ext cx="1004493" cy="1183378"/>
          </a:xfrm>
          <a:custGeom>
            <a:rect b="b" l="l" r="r" t="t"/>
            <a:pathLst>
              <a:path extrusionOk="0" h="11832" w="10602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5"/>
          <p:cNvSpPr/>
          <p:nvPr/>
        </p:nvSpPr>
        <p:spPr>
          <a:xfrm flipH="1">
            <a:off x="-1028710" y="4433100"/>
            <a:ext cx="2293560" cy="786605"/>
          </a:xfrm>
          <a:custGeom>
            <a:rect b="b" l="l" r="r" t="t"/>
            <a:pathLst>
              <a:path extrusionOk="0" h="6095" w="21688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/>
          <p:cNvSpPr/>
          <p:nvPr/>
        </p:nvSpPr>
        <p:spPr>
          <a:xfrm rot="-6757373">
            <a:off x="-455518" y="312304"/>
            <a:ext cx="1004486" cy="1183368"/>
          </a:xfrm>
          <a:custGeom>
            <a:rect b="b" l="l" r="r" t="t"/>
            <a:pathLst>
              <a:path extrusionOk="0" h="11832" w="10602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/>
          <p:nvPr/>
        </p:nvSpPr>
        <p:spPr>
          <a:xfrm rot="-9377702">
            <a:off x="-262311" y="-637304"/>
            <a:ext cx="2150190" cy="2278942"/>
          </a:xfrm>
          <a:custGeom>
            <a:rect b="b" l="l" r="r" t="t"/>
            <a:pathLst>
              <a:path extrusionOk="0" h="44554" w="3718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/>
          <p:nvPr/>
        </p:nvSpPr>
        <p:spPr>
          <a:xfrm rot="-3371401">
            <a:off x="8078731" y="-548232"/>
            <a:ext cx="1004487" cy="1183374"/>
          </a:xfrm>
          <a:custGeom>
            <a:rect b="b" l="l" r="r" t="t"/>
            <a:pathLst>
              <a:path extrusionOk="0" h="11832" w="10602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5"/>
          <p:cNvSpPr/>
          <p:nvPr/>
        </p:nvSpPr>
        <p:spPr>
          <a:xfrm rot="-4335824">
            <a:off x="7567586" y="-1492275"/>
            <a:ext cx="2150167" cy="2278960"/>
          </a:xfrm>
          <a:custGeom>
            <a:rect b="b" l="l" r="r" t="t"/>
            <a:pathLst>
              <a:path extrusionOk="0" h="44554" w="3718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5"/>
          <p:cNvSpPr/>
          <p:nvPr/>
        </p:nvSpPr>
        <p:spPr>
          <a:xfrm flipH="1">
            <a:off x="6993440" y="4290800"/>
            <a:ext cx="2293560" cy="786605"/>
          </a:xfrm>
          <a:custGeom>
            <a:rect b="b" l="l" r="r" t="t"/>
            <a:pathLst>
              <a:path extrusionOk="0" h="6095" w="21688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6529813" y="4336457"/>
            <a:ext cx="2878771" cy="827501"/>
          </a:xfrm>
          <a:custGeom>
            <a:rect b="b" l="l" r="r" t="t"/>
            <a:pathLst>
              <a:path extrusionOk="0" h="10817" w="37631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7162315" y="4686980"/>
            <a:ext cx="2036507" cy="476978"/>
          </a:xfrm>
          <a:custGeom>
            <a:rect b="b" l="l" r="r" t="t"/>
            <a:pathLst>
              <a:path extrusionOk="0" h="6235" w="26621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0" l="0" r="46635" t="0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0" y="-76200"/>
            <a:ext cx="2668237" cy="1145841"/>
          </a:xfrm>
          <a:custGeom>
            <a:rect b="b" l="l" r="r" t="t"/>
            <a:pathLst>
              <a:path extrusionOk="0" h="17354" w="40411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0" y="-76200"/>
            <a:ext cx="4572074" cy="2474025"/>
          </a:xfrm>
          <a:custGeom>
            <a:rect b="b" l="l" r="r" t="t"/>
            <a:pathLst>
              <a:path extrusionOk="0" h="41724" w="69245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861375" y="4178175"/>
            <a:ext cx="3351600" cy="1021698"/>
          </a:xfrm>
          <a:custGeom>
            <a:rect b="b" l="l" r="r" t="t"/>
            <a:pathLst>
              <a:path extrusionOk="0" h="14312" w="44285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26"/>
          <p:cNvGrpSpPr/>
          <p:nvPr/>
        </p:nvGrpSpPr>
        <p:grpSpPr>
          <a:xfrm>
            <a:off x="6290393" y="4651784"/>
            <a:ext cx="3005329" cy="548186"/>
            <a:chOff x="6290110" y="4651689"/>
            <a:chExt cx="2765556" cy="548186"/>
          </a:xfrm>
        </p:grpSpPr>
        <p:sp>
          <p:nvSpPr>
            <p:cNvPr id="203" name="Google Shape;203;p26"/>
            <p:cNvSpPr/>
            <p:nvPr/>
          </p:nvSpPr>
          <p:spPr>
            <a:xfrm>
              <a:off x="8707752" y="4709513"/>
              <a:ext cx="347912" cy="331809"/>
            </a:xfrm>
            <a:custGeom>
              <a:rect b="b" l="l" r="r" t="t"/>
              <a:pathLst>
                <a:path extrusionOk="0" h="4648" w="4597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8536031" y="4766481"/>
              <a:ext cx="475286" cy="433394"/>
            </a:xfrm>
            <a:custGeom>
              <a:rect b="b" l="l" r="r" t="t"/>
              <a:pathLst>
                <a:path extrusionOk="0" h="6071" w="628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8458457" y="4804173"/>
              <a:ext cx="434493" cy="395487"/>
            </a:xfrm>
            <a:custGeom>
              <a:rect b="b" l="l" r="r" t="t"/>
              <a:pathLst>
                <a:path extrusionOk="0" h="5540" w="5741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8617767" y="4733856"/>
              <a:ext cx="437899" cy="418902"/>
            </a:xfrm>
            <a:custGeom>
              <a:rect b="b" l="l" r="r" t="t"/>
              <a:pathLst>
                <a:path extrusionOk="0" h="5868" w="5786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8950916" y="4719793"/>
              <a:ext cx="104745" cy="98800"/>
            </a:xfrm>
            <a:custGeom>
              <a:rect b="b" l="l" r="r" t="t"/>
              <a:pathLst>
                <a:path extrusionOk="0" h="1384" w="1384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8812949" y="4700947"/>
              <a:ext cx="242714" cy="229011"/>
            </a:xfrm>
            <a:custGeom>
              <a:rect b="b" l="l" r="r" t="t"/>
              <a:pathLst>
                <a:path extrusionOk="0" h="3208" w="3207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8050308" y="4980501"/>
              <a:ext cx="250433" cy="217161"/>
            </a:xfrm>
            <a:custGeom>
              <a:rect b="b" l="l" r="r" t="t"/>
              <a:pathLst>
                <a:path extrusionOk="0" h="3042" w="3309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8228689" y="4922320"/>
              <a:ext cx="308709" cy="276127"/>
            </a:xfrm>
            <a:custGeom>
              <a:rect b="b" l="l" r="r" t="t"/>
              <a:pathLst>
                <a:path extrusionOk="0" h="3868" w="4079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8383154" y="4844222"/>
              <a:ext cx="391203" cy="354939"/>
            </a:xfrm>
            <a:custGeom>
              <a:rect b="b" l="l" r="r" t="t"/>
              <a:pathLst>
                <a:path extrusionOk="0" h="4972" w="5169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7938905" y="4990209"/>
              <a:ext cx="243244" cy="207238"/>
            </a:xfrm>
            <a:custGeom>
              <a:rect b="b" l="l" r="r" t="t"/>
              <a:pathLst>
                <a:path extrusionOk="0" h="2903" w="3214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8144153" y="4955372"/>
              <a:ext cx="274879" cy="242860"/>
            </a:xfrm>
            <a:custGeom>
              <a:rect b="b" l="l" r="r" t="t"/>
              <a:pathLst>
                <a:path extrusionOk="0" h="3402" w="3632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8307322" y="4884413"/>
              <a:ext cx="348745" cy="314462"/>
            </a:xfrm>
            <a:custGeom>
              <a:rect b="b" l="l" r="r" t="t"/>
              <a:pathLst>
                <a:path extrusionOk="0" h="4405" w="4608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7772103" y="4944236"/>
              <a:ext cx="291756" cy="252712"/>
            </a:xfrm>
            <a:custGeom>
              <a:rect b="b" l="l" r="r" t="t"/>
              <a:pathLst>
                <a:path extrusionOk="0" h="3540" w="3855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7409362" y="4713440"/>
              <a:ext cx="535832" cy="483293"/>
            </a:xfrm>
            <a:custGeom>
              <a:rect b="b" l="l" r="r" t="t"/>
              <a:pathLst>
                <a:path extrusionOk="0" h="6770" w="708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7235068" y="4660399"/>
              <a:ext cx="591837" cy="535835"/>
            </a:xfrm>
            <a:custGeom>
              <a:rect b="b" l="l" r="r" t="t"/>
              <a:pathLst>
                <a:path extrusionOk="0" h="7506" w="782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7107999" y="4651689"/>
              <a:ext cx="600541" cy="544330"/>
            </a:xfrm>
            <a:custGeom>
              <a:rect b="b" l="l" r="r" t="t"/>
              <a:pathLst>
                <a:path extrusionOk="0" h="7625" w="7935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6522452" y="4869065"/>
              <a:ext cx="356919" cy="324528"/>
            </a:xfrm>
            <a:custGeom>
              <a:rect b="b" l="l" r="r" t="t"/>
              <a:pathLst>
                <a:path extrusionOk="0" h="4546" w="4716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6658527" y="4776403"/>
              <a:ext cx="457728" cy="417902"/>
            </a:xfrm>
            <a:custGeom>
              <a:rect b="b" l="l" r="r" t="t"/>
              <a:pathLst>
                <a:path extrusionOk="0" h="5854" w="6048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6814582" y="4703231"/>
              <a:ext cx="538405" cy="491788"/>
            </a:xfrm>
            <a:custGeom>
              <a:rect b="b" l="l" r="r" t="t"/>
              <a:pathLst>
                <a:path extrusionOk="0" h="6889" w="7114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6999699" y="4657971"/>
              <a:ext cx="590172" cy="537548"/>
            </a:xfrm>
            <a:custGeom>
              <a:rect b="b" l="l" r="r" t="t"/>
              <a:pathLst>
                <a:path extrusionOk="0" h="7530" w="7798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6588446" y="4820664"/>
              <a:ext cx="409291" cy="373142"/>
            </a:xfrm>
            <a:custGeom>
              <a:rect b="b" l="l" r="r" t="t"/>
              <a:pathLst>
                <a:path extrusionOk="0" h="5227" w="5408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6733603" y="4736783"/>
              <a:ext cx="501094" cy="457737"/>
            </a:xfrm>
            <a:custGeom>
              <a:rect b="b" l="l" r="r" t="t"/>
              <a:pathLst>
                <a:path extrusionOk="0" h="6412" w="6621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6902751" y="4676461"/>
              <a:ext cx="568830" cy="518844"/>
            </a:xfrm>
            <a:custGeom>
              <a:rect b="b" l="l" r="r" t="t"/>
              <a:pathLst>
                <a:path extrusionOk="0" h="7268" w="7516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6401059" y="4975789"/>
              <a:ext cx="241351" cy="217018"/>
            </a:xfrm>
            <a:custGeom>
              <a:rect b="b" l="l" r="r" t="t"/>
              <a:pathLst>
                <a:path extrusionOk="0" h="3040" w="3189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6344525" y="5033470"/>
              <a:ext cx="179519" cy="158909"/>
            </a:xfrm>
            <a:custGeom>
              <a:rect b="b" l="l" r="r" t="t"/>
              <a:pathLst>
                <a:path extrusionOk="0" h="2226" w="2372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6460090" y="4920892"/>
              <a:ext cx="300687" cy="272201"/>
            </a:xfrm>
            <a:custGeom>
              <a:rect b="b" l="l" r="r" t="t"/>
              <a:pathLst>
                <a:path extrusionOk="0" h="3813" w="3973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6290110" y="5093293"/>
              <a:ext cx="115416" cy="98872"/>
            </a:xfrm>
            <a:custGeom>
              <a:rect b="b" l="l" r="r" t="t"/>
              <a:pathLst>
                <a:path extrusionOk="0" h="1385" w="1525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26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231" name="Google Shape;231;p26"/>
            <p:cNvSpPr/>
            <p:nvPr/>
          </p:nvSpPr>
          <p:spPr>
            <a:xfrm>
              <a:off x="4896150" y="2564650"/>
              <a:ext cx="407475" cy="415225"/>
            </a:xfrm>
            <a:custGeom>
              <a:rect b="b" l="l" r="r" t="t"/>
              <a:pathLst>
                <a:path extrusionOk="0" h="16609" w="16299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4896675" y="2643100"/>
              <a:ext cx="398000" cy="404125"/>
            </a:xfrm>
            <a:custGeom>
              <a:rect b="b" l="l" r="r" t="t"/>
              <a:pathLst>
                <a:path extrusionOk="0" h="16165" w="1592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896400" y="2603925"/>
              <a:ext cx="405100" cy="411800"/>
            </a:xfrm>
            <a:custGeom>
              <a:rect b="b" l="l" r="r" t="t"/>
              <a:pathLst>
                <a:path extrusionOk="0" h="16472" w="16204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898950" y="3035450"/>
              <a:ext cx="189175" cy="190300"/>
            </a:xfrm>
            <a:custGeom>
              <a:rect b="b" l="l" r="r" t="t"/>
              <a:pathLst>
                <a:path extrusionOk="0" h="7612" w="7567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898025" y="2878500"/>
              <a:ext cx="300475" cy="303725"/>
            </a:xfrm>
            <a:custGeom>
              <a:rect b="b" l="l" r="r" t="t"/>
              <a:pathLst>
                <a:path extrusionOk="0" h="12149" w="12019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897600" y="2800050"/>
              <a:ext cx="341900" cy="345975"/>
            </a:xfrm>
            <a:custGeom>
              <a:rect b="b" l="l" r="r" t="t"/>
              <a:pathLst>
                <a:path extrusionOk="0" h="13839" w="13676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4897100" y="2721600"/>
              <a:ext cx="374750" cy="379700"/>
            </a:xfrm>
            <a:custGeom>
              <a:rect b="b" l="l" r="r" t="t"/>
              <a:pathLst>
                <a:path extrusionOk="0" h="15188" w="1499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4898700" y="2996200"/>
              <a:ext cx="220950" cy="222650"/>
            </a:xfrm>
            <a:custGeom>
              <a:rect b="b" l="l" r="r" t="t"/>
              <a:pathLst>
                <a:path extrusionOk="0" h="8906" w="8838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4898275" y="2917750"/>
              <a:ext cx="276400" cy="279050"/>
            </a:xfrm>
            <a:custGeom>
              <a:rect b="b" l="l" r="r" t="t"/>
              <a:pathLst>
                <a:path extrusionOk="0" h="11162" w="11056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897775" y="2839325"/>
              <a:ext cx="322375" cy="325950"/>
            </a:xfrm>
            <a:custGeom>
              <a:rect b="b" l="l" r="r" t="t"/>
              <a:pathLst>
                <a:path extrusionOk="0" h="13038" w="12895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897350" y="2760800"/>
              <a:ext cx="359425" cy="363925"/>
            </a:xfrm>
            <a:custGeom>
              <a:rect b="b" l="l" r="r" t="t"/>
              <a:pathLst>
                <a:path extrusionOk="0" h="14557" w="14377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899375" y="3113900"/>
              <a:ext cx="115000" cy="115000"/>
            </a:xfrm>
            <a:custGeom>
              <a:rect b="b" l="l" r="r" t="t"/>
              <a:pathLst>
                <a:path extrusionOk="0" h="4600" w="460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899225" y="3074625"/>
              <a:ext cx="154075" cy="154625"/>
            </a:xfrm>
            <a:custGeom>
              <a:rect b="b" l="l" r="r" t="t"/>
              <a:pathLst>
                <a:path extrusionOk="0" h="6185" w="6163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5198925" y="2485200"/>
              <a:ext cx="135175" cy="131750"/>
            </a:xfrm>
            <a:custGeom>
              <a:rect b="b" l="l" r="r" t="t"/>
              <a:pathLst>
                <a:path extrusionOk="0" h="5270" w="5407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5159925" y="2485200"/>
              <a:ext cx="156300" cy="152550"/>
            </a:xfrm>
            <a:custGeom>
              <a:rect b="b" l="l" r="r" t="t"/>
              <a:pathLst>
                <a:path extrusionOk="0" h="6102" w="6252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5003900" y="2485200"/>
              <a:ext cx="246225" cy="244175"/>
            </a:xfrm>
            <a:custGeom>
              <a:rect b="b" l="l" r="r" t="t"/>
              <a:pathLst>
                <a:path extrusionOk="0" h="9767" w="9849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898450" y="2956950"/>
              <a:ext cx="249900" cy="252175"/>
            </a:xfrm>
            <a:custGeom>
              <a:rect b="b" l="l" r="r" t="t"/>
              <a:pathLst>
                <a:path extrusionOk="0" h="10087" w="9996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4896825" y="2682350"/>
              <a:ext cx="387800" cy="393175"/>
            </a:xfrm>
            <a:custGeom>
              <a:rect b="b" l="l" r="r" t="t"/>
              <a:pathLst>
                <a:path extrusionOk="0" h="15727" w="15512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899900" y="3192325"/>
              <a:ext cx="14925" cy="15025"/>
            </a:xfrm>
            <a:custGeom>
              <a:rect b="b" l="l" r="r" t="t"/>
              <a:pathLst>
                <a:path extrusionOk="0" h="601" w="597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899650" y="3153175"/>
              <a:ext cx="70125" cy="70100"/>
            </a:xfrm>
            <a:custGeom>
              <a:rect b="b" l="l" r="r" t="t"/>
              <a:pathLst>
                <a:path extrusionOk="0" h="2804" w="2805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5276925" y="2485200"/>
              <a:ext cx="83325" cy="81775"/>
            </a:xfrm>
            <a:custGeom>
              <a:rect b="b" l="l" r="r" t="t"/>
              <a:pathLst>
                <a:path extrusionOk="0" h="3271" w="3333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5237925" y="2485200"/>
              <a:ext cx="111600" cy="108875"/>
            </a:xfrm>
            <a:custGeom>
              <a:rect b="b" l="l" r="r" t="t"/>
              <a:pathLst>
                <a:path extrusionOk="0" h="4355" w="4464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5120925" y="2485200"/>
              <a:ext cx="176475" cy="172750"/>
            </a:xfrm>
            <a:custGeom>
              <a:rect b="b" l="l" r="r" t="t"/>
              <a:pathLst>
                <a:path extrusionOk="0" h="6910" w="7059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964875" y="2485200"/>
              <a:ext cx="279450" cy="279450"/>
            </a:xfrm>
            <a:custGeom>
              <a:rect b="b" l="l" r="r" t="t"/>
              <a:pathLst>
                <a:path extrusionOk="0" h="11178" w="11178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5042900" y="2485200"/>
              <a:ext cx="219750" cy="216850"/>
            </a:xfrm>
            <a:custGeom>
              <a:rect b="b" l="l" r="r" t="t"/>
              <a:pathLst>
                <a:path extrusionOk="0" h="8674" w="879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895975" y="2525375"/>
              <a:ext cx="403625" cy="411475"/>
            </a:xfrm>
            <a:custGeom>
              <a:rect b="b" l="l" r="r" t="t"/>
              <a:pathLst>
                <a:path extrusionOk="0" h="16459" w="16145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5081900" y="2485200"/>
              <a:ext cx="197175" cy="193700"/>
            </a:xfrm>
            <a:custGeom>
              <a:rect b="b" l="l" r="r" t="t"/>
              <a:pathLst>
                <a:path extrusionOk="0" h="7748" w="7887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895725" y="2486225"/>
              <a:ext cx="384475" cy="392300"/>
            </a:xfrm>
            <a:custGeom>
              <a:rect b="b" l="l" r="r" t="t"/>
              <a:pathLst>
                <a:path extrusionOk="0" h="15692" w="15379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925875" y="2485200"/>
              <a:ext cx="327650" cy="327575"/>
            </a:xfrm>
            <a:custGeom>
              <a:rect b="b" l="l" r="r" t="t"/>
              <a:pathLst>
                <a:path extrusionOk="0" h="13103" w="13106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27"/>
          <p:cNvSpPr txBox="1"/>
          <p:nvPr>
            <p:ph idx="1" type="subTitle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263" name="Google Shape;263;p27"/>
          <p:cNvSpPr txBox="1"/>
          <p:nvPr>
            <p:ph idx="2" type="title"/>
          </p:nvPr>
        </p:nvSpPr>
        <p:spPr>
          <a:xfrm>
            <a:off x="914238" y="507144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3" type="ctrTitle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5" name="Google Shape;265;p27"/>
          <p:cNvSpPr txBox="1"/>
          <p:nvPr>
            <p:ph idx="4" type="subTitle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grpSp>
        <p:nvGrpSpPr>
          <p:cNvPr id="266" name="Google Shape;266;p27"/>
          <p:cNvGrpSpPr/>
          <p:nvPr/>
        </p:nvGrpSpPr>
        <p:grpSpPr>
          <a:xfrm>
            <a:off x="-720103" y="3263915"/>
            <a:ext cx="3539500" cy="2951097"/>
            <a:chOff x="-720103" y="3263915"/>
            <a:chExt cx="3539500" cy="2951097"/>
          </a:xfrm>
        </p:grpSpPr>
        <p:sp>
          <p:nvSpPr>
            <p:cNvPr id="267" name="Google Shape;267;p27"/>
            <p:cNvSpPr/>
            <p:nvPr/>
          </p:nvSpPr>
          <p:spPr>
            <a:xfrm flipH="1" rot="-4042627">
              <a:off x="-482993" y="3745959"/>
              <a:ext cx="1004486" cy="1183368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7"/>
            <p:cNvSpPr/>
            <p:nvPr/>
          </p:nvSpPr>
          <p:spPr>
            <a:xfrm flipH="1" rot="-1422298">
              <a:off x="-289786" y="3599993"/>
              <a:ext cx="2150190" cy="2278942"/>
            </a:xfrm>
            <a:custGeom>
              <a:rect b="b" l="l" r="r" t="t"/>
              <a:pathLst>
                <a:path extrusionOk="0" h="44554" w="3718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27"/>
          <p:cNvGrpSpPr/>
          <p:nvPr/>
        </p:nvGrpSpPr>
        <p:grpSpPr>
          <a:xfrm>
            <a:off x="6779003" y="-295280"/>
            <a:ext cx="3020945" cy="1248195"/>
            <a:chOff x="6779003" y="-295280"/>
            <a:chExt cx="3020945" cy="1248195"/>
          </a:xfrm>
        </p:grpSpPr>
        <p:sp>
          <p:nvSpPr>
            <p:cNvPr id="271" name="Google Shape;271;p27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27"/>
            <p:cNvGrpSpPr/>
            <p:nvPr/>
          </p:nvGrpSpPr>
          <p:grpSpPr>
            <a:xfrm flipH="1" rot="-10552854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273" name="Google Shape;273;p2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75" name="Google Shape;275;p27"/>
            <p:cNvPicPr preferRelativeResize="0"/>
            <p:nvPr/>
          </p:nvPicPr>
          <p:blipFill rotWithShape="1">
            <a:blip r:embed="rId2">
              <a:alphaModFix/>
            </a:blip>
            <a:srcRect b="0" l="0" r="67147" t="0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bg>
      <p:bgPr>
        <a:solidFill>
          <a:schemeClr val="accen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8" name="Google Shape;278;p28"/>
          <p:cNvSpPr txBox="1"/>
          <p:nvPr>
            <p:ph idx="1" type="subTitle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grpSp>
        <p:nvGrpSpPr>
          <p:cNvPr id="279" name="Google Shape;279;p2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280" name="Google Shape;280;p28"/>
            <p:cNvSpPr/>
            <p:nvPr/>
          </p:nvSpPr>
          <p:spPr>
            <a:xfrm flipH="1" rot="10800000">
              <a:off x="4366399" y="335155"/>
              <a:ext cx="3758237" cy="4824215"/>
            </a:xfrm>
            <a:custGeom>
              <a:rect b="b" l="l" r="r" t="t"/>
              <a:pathLst>
                <a:path extrusionOk="0" h="56384" w="49457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 flipH="1" rot="10800000">
              <a:off x="4323086" y="4314893"/>
              <a:ext cx="2068144" cy="844477"/>
            </a:xfrm>
            <a:custGeom>
              <a:rect b="b" l="l" r="r" t="t"/>
              <a:pathLst>
                <a:path extrusionOk="0" h="9870" w="27216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 flipH="1" rot="10800000">
              <a:off x="3363131" y="-81230"/>
              <a:ext cx="2800232" cy="1123659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7314957" y="222473"/>
              <a:ext cx="1969585" cy="4936898"/>
            </a:xfrm>
            <a:custGeom>
              <a:rect b="b" l="l" r="r" t="t"/>
              <a:pathLst>
                <a:path extrusionOk="0" h="57701" w="25919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8"/>
            <p:cNvSpPr/>
            <p:nvPr/>
          </p:nvSpPr>
          <p:spPr>
            <a:xfrm flipH="1" rot="10800000">
              <a:off x="7135398" y="-81228"/>
              <a:ext cx="2149149" cy="904284"/>
            </a:xfrm>
            <a:custGeom>
              <a:rect b="b" l="l" r="r" t="t"/>
              <a:pathLst>
                <a:path extrusionOk="0" h="10569" w="28282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2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286" name="Google Shape;286;p28"/>
              <p:cNvSpPr/>
              <p:nvPr/>
            </p:nvSpPr>
            <p:spPr>
              <a:xfrm flipH="1" rot="10800000">
                <a:off x="2493374" y="-81232"/>
                <a:ext cx="3958471" cy="1281175"/>
              </a:xfrm>
              <a:custGeom>
                <a:rect b="b" l="l" r="r" t="t"/>
                <a:pathLst>
                  <a:path extrusionOk="0" h="14974" w="52092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8"/>
              <p:cNvSpPr/>
              <p:nvPr/>
            </p:nvSpPr>
            <p:spPr>
              <a:xfrm flipH="1" rot="10800000">
                <a:off x="3363131" y="-81227"/>
                <a:ext cx="2800232" cy="738468"/>
              </a:xfrm>
              <a:custGeom>
                <a:rect b="b" l="l" r="r" t="t"/>
                <a:pathLst>
                  <a:path extrusionOk="0" h="8631" w="3685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" name="Google Shape;288;p28"/>
            <p:cNvSpPr/>
            <p:nvPr/>
          </p:nvSpPr>
          <p:spPr>
            <a:xfrm flipH="1" rot="10800000">
              <a:off x="6530534" y="703175"/>
              <a:ext cx="1115229" cy="1401387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8"/>
            <p:cNvPicPr preferRelativeResize="0"/>
            <p:nvPr/>
          </p:nvPicPr>
          <p:blipFill rotWithShape="1">
            <a:blip r:embed="rId3">
              <a:alphaModFix/>
            </a:blip>
            <a:srcRect b="10800" l="29508" r="0" t="-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rgbClr val="F7F8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idx="1" type="subTitle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2" type="subTitle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3"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4" type="title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297" name="Google Shape;297;p29"/>
          <p:cNvSpPr/>
          <p:nvPr/>
        </p:nvSpPr>
        <p:spPr>
          <a:xfrm>
            <a:off x="0" y="-76200"/>
            <a:ext cx="2668237" cy="1145841"/>
          </a:xfrm>
          <a:custGeom>
            <a:rect b="b" l="l" r="r" t="t"/>
            <a:pathLst>
              <a:path extrusionOk="0" h="17354" w="40411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0" y="-76200"/>
            <a:ext cx="4572074" cy="2474025"/>
          </a:xfrm>
          <a:custGeom>
            <a:rect b="b" l="l" r="r" t="t"/>
            <a:pathLst>
              <a:path extrusionOk="0" h="41724" w="69245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2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300" name="Google Shape;300;p29"/>
            <p:cNvSpPr/>
            <p:nvPr/>
          </p:nvSpPr>
          <p:spPr>
            <a:xfrm>
              <a:off x="4896150" y="2564650"/>
              <a:ext cx="407475" cy="415225"/>
            </a:xfrm>
            <a:custGeom>
              <a:rect b="b" l="l" r="r" t="t"/>
              <a:pathLst>
                <a:path extrusionOk="0" h="16609" w="16299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4896675" y="2643100"/>
              <a:ext cx="398000" cy="404125"/>
            </a:xfrm>
            <a:custGeom>
              <a:rect b="b" l="l" r="r" t="t"/>
              <a:pathLst>
                <a:path extrusionOk="0" h="16165" w="1592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4896400" y="2603925"/>
              <a:ext cx="405100" cy="411800"/>
            </a:xfrm>
            <a:custGeom>
              <a:rect b="b" l="l" r="r" t="t"/>
              <a:pathLst>
                <a:path extrusionOk="0" h="16472" w="16204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4898950" y="3035450"/>
              <a:ext cx="189175" cy="190300"/>
            </a:xfrm>
            <a:custGeom>
              <a:rect b="b" l="l" r="r" t="t"/>
              <a:pathLst>
                <a:path extrusionOk="0" h="7612" w="7567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4898025" y="2878500"/>
              <a:ext cx="300475" cy="303725"/>
            </a:xfrm>
            <a:custGeom>
              <a:rect b="b" l="l" r="r" t="t"/>
              <a:pathLst>
                <a:path extrusionOk="0" h="12149" w="12019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4897600" y="2800050"/>
              <a:ext cx="341900" cy="345975"/>
            </a:xfrm>
            <a:custGeom>
              <a:rect b="b" l="l" r="r" t="t"/>
              <a:pathLst>
                <a:path extrusionOk="0" h="13839" w="13676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9"/>
            <p:cNvSpPr/>
            <p:nvPr/>
          </p:nvSpPr>
          <p:spPr>
            <a:xfrm>
              <a:off x="4897100" y="2721600"/>
              <a:ext cx="374750" cy="379700"/>
            </a:xfrm>
            <a:custGeom>
              <a:rect b="b" l="l" r="r" t="t"/>
              <a:pathLst>
                <a:path extrusionOk="0" h="15188" w="1499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>
              <a:off x="4898700" y="2996200"/>
              <a:ext cx="220950" cy="222650"/>
            </a:xfrm>
            <a:custGeom>
              <a:rect b="b" l="l" r="r" t="t"/>
              <a:pathLst>
                <a:path extrusionOk="0" h="8906" w="8838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4898275" y="2917750"/>
              <a:ext cx="276400" cy="279050"/>
            </a:xfrm>
            <a:custGeom>
              <a:rect b="b" l="l" r="r" t="t"/>
              <a:pathLst>
                <a:path extrusionOk="0" h="11162" w="11056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4897775" y="2839325"/>
              <a:ext cx="322375" cy="325950"/>
            </a:xfrm>
            <a:custGeom>
              <a:rect b="b" l="l" r="r" t="t"/>
              <a:pathLst>
                <a:path extrusionOk="0" h="13038" w="12895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4897350" y="2760800"/>
              <a:ext cx="359425" cy="363925"/>
            </a:xfrm>
            <a:custGeom>
              <a:rect b="b" l="l" r="r" t="t"/>
              <a:pathLst>
                <a:path extrusionOk="0" h="14557" w="14377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4899375" y="3113900"/>
              <a:ext cx="115000" cy="115000"/>
            </a:xfrm>
            <a:custGeom>
              <a:rect b="b" l="l" r="r" t="t"/>
              <a:pathLst>
                <a:path extrusionOk="0" h="4600" w="460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4899225" y="3074625"/>
              <a:ext cx="154075" cy="154625"/>
            </a:xfrm>
            <a:custGeom>
              <a:rect b="b" l="l" r="r" t="t"/>
              <a:pathLst>
                <a:path extrusionOk="0" h="6185" w="6163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5198925" y="2485200"/>
              <a:ext cx="135175" cy="131750"/>
            </a:xfrm>
            <a:custGeom>
              <a:rect b="b" l="l" r="r" t="t"/>
              <a:pathLst>
                <a:path extrusionOk="0" h="5270" w="5407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5159925" y="2485200"/>
              <a:ext cx="156300" cy="152550"/>
            </a:xfrm>
            <a:custGeom>
              <a:rect b="b" l="l" r="r" t="t"/>
              <a:pathLst>
                <a:path extrusionOk="0" h="6102" w="6252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5003900" y="2485200"/>
              <a:ext cx="246225" cy="244175"/>
            </a:xfrm>
            <a:custGeom>
              <a:rect b="b" l="l" r="r" t="t"/>
              <a:pathLst>
                <a:path extrusionOk="0" h="9767" w="9849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4898450" y="2956950"/>
              <a:ext cx="249900" cy="252175"/>
            </a:xfrm>
            <a:custGeom>
              <a:rect b="b" l="l" r="r" t="t"/>
              <a:pathLst>
                <a:path extrusionOk="0" h="10087" w="9996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4896825" y="2682350"/>
              <a:ext cx="387800" cy="393175"/>
            </a:xfrm>
            <a:custGeom>
              <a:rect b="b" l="l" r="r" t="t"/>
              <a:pathLst>
                <a:path extrusionOk="0" h="15727" w="15512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4899900" y="3192325"/>
              <a:ext cx="14925" cy="15025"/>
            </a:xfrm>
            <a:custGeom>
              <a:rect b="b" l="l" r="r" t="t"/>
              <a:pathLst>
                <a:path extrusionOk="0" h="601" w="597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9"/>
            <p:cNvSpPr/>
            <p:nvPr/>
          </p:nvSpPr>
          <p:spPr>
            <a:xfrm>
              <a:off x="4899650" y="3153175"/>
              <a:ext cx="70125" cy="70100"/>
            </a:xfrm>
            <a:custGeom>
              <a:rect b="b" l="l" r="r" t="t"/>
              <a:pathLst>
                <a:path extrusionOk="0" h="2804" w="2805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5276925" y="2485200"/>
              <a:ext cx="83325" cy="81775"/>
            </a:xfrm>
            <a:custGeom>
              <a:rect b="b" l="l" r="r" t="t"/>
              <a:pathLst>
                <a:path extrusionOk="0" h="3271" w="3333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5237925" y="2485200"/>
              <a:ext cx="111600" cy="108875"/>
            </a:xfrm>
            <a:custGeom>
              <a:rect b="b" l="l" r="r" t="t"/>
              <a:pathLst>
                <a:path extrusionOk="0" h="4355" w="4464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5120925" y="2485200"/>
              <a:ext cx="176475" cy="172750"/>
            </a:xfrm>
            <a:custGeom>
              <a:rect b="b" l="l" r="r" t="t"/>
              <a:pathLst>
                <a:path extrusionOk="0" h="6910" w="7059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4964875" y="2485200"/>
              <a:ext cx="279450" cy="279450"/>
            </a:xfrm>
            <a:custGeom>
              <a:rect b="b" l="l" r="r" t="t"/>
              <a:pathLst>
                <a:path extrusionOk="0" h="11178" w="11178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042900" y="2485200"/>
              <a:ext cx="219750" cy="216850"/>
            </a:xfrm>
            <a:custGeom>
              <a:rect b="b" l="l" r="r" t="t"/>
              <a:pathLst>
                <a:path extrusionOk="0" h="8674" w="879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4895975" y="2525375"/>
              <a:ext cx="403625" cy="411475"/>
            </a:xfrm>
            <a:custGeom>
              <a:rect b="b" l="l" r="r" t="t"/>
              <a:pathLst>
                <a:path extrusionOk="0" h="16459" w="16145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5081900" y="2485200"/>
              <a:ext cx="197175" cy="193700"/>
            </a:xfrm>
            <a:custGeom>
              <a:rect b="b" l="l" r="r" t="t"/>
              <a:pathLst>
                <a:path extrusionOk="0" h="7748" w="7887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4895725" y="2486225"/>
              <a:ext cx="384475" cy="392300"/>
            </a:xfrm>
            <a:custGeom>
              <a:rect b="b" l="l" r="r" t="t"/>
              <a:pathLst>
                <a:path extrusionOk="0" h="15692" w="15379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4925875" y="2485200"/>
              <a:ext cx="327650" cy="327575"/>
            </a:xfrm>
            <a:custGeom>
              <a:rect b="b" l="l" r="r" t="t"/>
              <a:pathLst>
                <a:path extrusionOk="0" h="13103" w="13106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29"/>
          <p:cNvSpPr/>
          <p:nvPr/>
        </p:nvSpPr>
        <p:spPr>
          <a:xfrm>
            <a:off x="5861375" y="4178175"/>
            <a:ext cx="3351600" cy="1021698"/>
          </a:xfrm>
          <a:custGeom>
            <a:rect b="b" l="l" r="r" t="t"/>
            <a:pathLst>
              <a:path extrusionOk="0" h="14312" w="44285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29"/>
          <p:cNvGrpSpPr/>
          <p:nvPr/>
        </p:nvGrpSpPr>
        <p:grpSpPr>
          <a:xfrm>
            <a:off x="6290393" y="4651784"/>
            <a:ext cx="3005329" cy="548186"/>
            <a:chOff x="6290110" y="4651689"/>
            <a:chExt cx="2765556" cy="548186"/>
          </a:xfrm>
        </p:grpSpPr>
        <p:sp>
          <p:nvSpPr>
            <p:cNvPr id="331" name="Google Shape;331;p29"/>
            <p:cNvSpPr/>
            <p:nvPr/>
          </p:nvSpPr>
          <p:spPr>
            <a:xfrm>
              <a:off x="8707752" y="4709513"/>
              <a:ext cx="347912" cy="331809"/>
            </a:xfrm>
            <a:custGeom>
              <a:rect b="b" l="l" r="r" t="t"/>
              <a:pathLst>
                <a:path extrusionOk="0" h="4648" w="4597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8536031" y="4766481"/>
              <a:ext cx="475286" cy="433394"/>
            </a:xfrm>
            <a:custGeom>
              <a:rect b="b" l="l" r="r" t="t"/>
              <a:pathLst>
                <a:path extrusionOk="0" h="6071" w="628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8458457" y="4804173"/>
              <a:ext cx="434493" cy="395487"/>
            </a:xfrm>
            <a:custGeom>
              <a:rect b="b" l="l" r="r" t="t"/>
              <a:pathLst>
                <a:path extrusionOk="0" h="5540" w="5741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8617767" y="4733856"/>
              <a:ext cx="437899" cy="418902"/>
            </a:xfrm>
            <a:custGeom>
              <a:rect b="b" l="l" r="r" t="t"/>
              <a:pathLst>
                <a:path extrusionOk="0" h="5868" w="5786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8950916" y="4719793"/>
              <a:ext cx="104745" cy="98800"/>
            </a:xfrm>
            <a:custGeom>
              <a:rect b="b" l="l" r="r" t="t"/>
              <a:pathLst>
                <a:path extrusionOk="0" h="1384" w="1384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8812949" y="4700947"/>
              <a:ext cx="242714" cy="229011"/>
            </a:xfrm>
            <a:custGeom>
              <a:rect b="b" l="l" r="r" t="t"/>
              <a:pathLst>
                <a:path extrusionOk="0" h="3208" w="3207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8050308" y="4980501"/>
              <a:ext cx="250433" cy="217161"/>
            </a:xfrm>
            <a:custGeom>
              <a:rect b="b" l="l" r="r" t="t"/>
              <a:pathLst>
                <a:path extrusionOk="0" h="3042" w="3309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8228689" y="4922320"/>
              <a:ext cx="308709" cy="276127"/>
            </a:xfrm>
            <a:custGeom>
              <a:rect b="b" l="l" r="r" t="t"/>
              <a:pathLst>
                <a:path extrusionOk="0" h="3868" w="4079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8383154" y="4844222"/>
              <a:ext cx="391203" cy="354939"/>
            </a:xfrm>
            <a:custGeom>
              <a:rect b="b" l="l" r="r" t="t"/>
              <a:pathLst>
                <a:path extrusionOk="0" h="4972" w="5169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7938905" y="4990209"/>
              <a:ext cx="243244" cy="207238"/>
            </a:xfrm>
            <a:custGeom>
              <a:rect b="b" l="l" r="r" t="t"/>
              <a:pathLst>
                <a:path extrusionOk="0" h="2903" w="3214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8144153" y="4955372"/>
              <a:ext cx="274879" cy="242860"/>
            </a:xfrm>
            <a:custGeom>
              <a:rect b="b" l="l" r="r" t="t"/>
              <a:pathLst>
                <a:path extrusionOk="0" h="3402" w="3632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8307322" y="4884413"/>
              <a:ext cx="348745" cy="314462"/>
            </a:xfrm>
            <a:custGeom>
              <a:rect b="b" l="l" r="r" t="t"/>
              <a:pathLst>
                <a:path extrusionOk="0" h="4405" w="4608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7772103" y="4944236"/>
              <a:ext cx="291756" cy="252712"/>
            </a:xfrm>
            <a:custGeom>
              <a:rect b="b" l="l" r="r" t="t"/>
              <a:pathLst>
                <a:path extrusionOk="0" h="3540" w="3855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7409362" y="4713440"/>
              <a:ext cx="535832" cy="483293"/>
            </a:xfrm>
            <a:custGeom>
              <a:rect b="b" l="l" r="r" t="t"/>
              <a:pathLst>
                <a:path extrusionOk="0" h="6770" w="708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7235068" y="4660399"/>
              <a:ext cx="591837" cy="535835"/>
            </a:xfrm>
            <a:custGeom>
              <a:rect b="b" l="l" r="r" t="t"/>
              <a:pathLst>
                <a:path extrusionOk="0" h="7506" w="782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7107999" y="4651689"/>
              <a:ext cx="600541" cy="544330"/>
            </a:xfrm>
            <a:custGeom>
              <a:rect b="b" l="l" r="r" t="t"/>
              <a:pathLst>
                <a:path extrusionOk="0" h="7625" w="7935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6522452" y="4869065"/>
              <a:ext cx="356919" cy="324528"/>
            </a:xfrm>
            <a:custGeom>
              <a:rect b="b" l="l" r="r" t="t"/>
              <a:pathLst>
                <a:path extrusionOk="0" h="4546" w="4716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6658527" y="4776403"/>
              <a:ext cx="457728" cy="417902"/>
            </a:xfrm>
            <a:custGeom>
              <a:rect b="b" l="l" r="r" t="t"/>
              <a:pathLst>
                <a:path extrusionOk="0" h="5854" w="6048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6814582" y="4703231"/>
              <a:ext cx="538405" cy="491788"/>
            </a:xfrm>
            <a:custGeom>
              <a:rect b="b" l="l" r="r" t="t"/>
              <a:pathLst>
                <a:path extrusionOk="0" h="6889" w="7114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6999699" y="4657971"/>
              <a:ext cx="590172" cy="537548"/>
            </a:xfrm>
            <a:custGeom>
              <a:rect b="b" l="l" r="r" t="t"/>
              <a:pathLst>
                <a:path extrusionOk="0" h="7530" w="7798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6588446" y="4820664"/>
              <a:ext cx="409291" cy="373142"/>
            </a:xfrm>
            <a:custGeom>
              <a:rect b="b" l="l" r="r" t="t"/>
              <a:pathLst>
                <a:path extrusionOk="0" h="5227" w="5408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6733603" y="4736783"/>
              <a:ext cx="501094" cy="457737"/>
            </a:xfrm>
            <a:custGeom>
              <a:rect b="b" l="l" r="r" t="t"/>
              <a:pathLst>
                <a:path extrusionOk="0" h="6412" w="6621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6902751" y="4676461"/>
              <a:ext cx="568830" cy="518844"/>
            </a:xfrm>
            <a:custGeom>
              <a:rect b="b" l="l" r="r" t="t"/>
              <a:pathLst>
                <a:path extrusionOk="0" h="7268" w="7516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6401059" y="4975789"/>
              <a:ext cx="241351" cy="217018"/>
            </a:xfrm>
            <a:custGeom>
              <a:rect b="b" l="l" r="r" t="t"/>
              <a:pathLst>
                <a:path extrusionOk="0" h="3040" w="3189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6344525" y="5033470"/>
              <a:ext cx="179519" cy="158909"/>
            </a:xfrm>
            <a:custGeom>
              <a:rect b="b" l="l" r="r" t="t"/>
              <a:pathLst>
                <a:path extrusionOk="0" h="2226" w="2372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6460090" y="4920892"/>
              <a:ext cx="300687" cy="272201"/>
            </a:xfrm>
            <a:custGeom>
              <a:rect b="b" l="l" r="r" t="t"/>
              <a:pathLst>
                <a:path extrusionOk="0" h="3813" w="3973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6290110" y="5093293"/>
              <a:ext cx="115416" cy="98872"/>
            </a:xfrm>
            <a:custGeom>
              <a:rect b="b" l="l" r="r" t="t"/>
              <a:pathLst>
                <a:path extrusionOk="0" h="1385" w="1525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/>
          <p:nvPr/>
        </p:nvSpPr>
        <p:spPr>
          <a:xfrm>
            <a:off x="8141194" y="779020"/>
            <a:ext cx="114841" cy="114841"/>
          </a:xfrm>
          <a:custGeom>
            <a:rect b="b" l="l" r="r" t="t"/>
            <a:pathLst>
              <a:path extrusionOk="0" h="1145" w="1145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496394" y="27193"/>
            <a:ext cx="114841" cy="114841"/>
          </a:xfrm>
          <a:custGeom>
            <a:rect b="b" l="l" r="r" t="t"/>
            <a:pathLst>
              <a:path extrusionOk="0" h="1145" w="1145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7913720" y="478129"/>
            <a:ext cx="94380" cy="86557"/>
          </a:xfrm>
          <a:custGeom>
            <a:rect b="b" l="l" r="r" t="t"/>
            <a:pathLst>
              <a:path extrusionOk="0" h="863" w="941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1207835" y="45487"/>
            <a:ext cx="6923436" cy="4730331"/>
          </a:xfrm>
          <a:custGeom>
            <a:rect b="b" l="l" r="r" t="t"/>
            <a:pathLst>
              <a:path extrusionOk="0" h="47163" w="69029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985073" y="1238086"/>
            <a:ext cx="2272976" cy="1807954"/>
          </a:xfrm>
          <a:custGeom>
            <a:rect b="b" l="l" r="r" t="t"/>
            <a:pathLst>
              <a:path extrusionOk="0" h="8531" w="10725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684799" y="3167397"/>
            <a:ext cx="851626" cy="772190"/>
          </a:xfrm>
          <a:custGeom>
            <a:rect b="b" l="l" r="r" t="t"/>
            <a:pathLst>
              <a:path extrusionOk="0" h="7699" w="8491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1810334" y="811416"/>
            <a:ext cx="5757979" cy="4004277"/>
          </a:xfrm>
          <a:custGeom>
            <a:rect b="b" l="l" r="r" t="t"/>
            <a:pathLst>
              <a:path extrusionOk="0" h="39924" w="57409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3583188" y="84563"/>
            <a:ext cx="753535" cy="499682"/>
          </a:xfrm>
          <a:custGeom>
            <a:rect b="b" l="l" r="r" t="t"/>
            <a:pathLst>
              <a:path extrusionOk="0" h="4982" w="7513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0"/>
          <p:cNvSpPr txBox="1"/>
          <p:nvPr>
            <p:ph hasCustomPrompt="1" type="title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8" name="Google Shape;368;p30"/>
          <p:cNvSpPr txBox="1"/>
          <p:nvPr>
            <p:ph idx="1" type="body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69" name="Google Shape;369;p30"/>
          <p:cNvPicPr preferRelativeResize="0"/>
          <p:nvPr/>
        </p:nvPicPr>
        <p:blipFill rotWithShape="1">
          <a:blip r:embed="rId2">
            <a:alphaModFix/>
          </a:blip>
          <a:srcRect b="28" l="26975" r="0" t="44943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_1">
    <p:bg>
      <p:bgPr>
        <a:solidFill>
          <a:schemeClr val="accen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">
    <p:bg>
      <p:bgPr>
        <a:solidFill>
          <a:srgbClr val="F7F8FC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33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375" name="Google Shape;375;p33"/>
            <p:cNvSpPr/>
            <p:nvPr/>
          </p:nvSpPr>
          <p:spPr>
            <a:xfrm>
              <a:off x="5861375" y="4178175"/>
              <a:ext cx="3351600" cy="1021698"/>
            </a:xfrm>
            <a:custGeom>
              <a:rect b="b" l="l" r="r" t="t"/>
              <a:pathLst>
                <a:path extrusionOk="0" h="14312" w="44285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6" name="Google Shape;376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" name="Google Shape;377;p33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378" name="Google Shape;378;p33"/>
            <p:cNvSpPr/>
            <p:nvPr/>
          </p:nvSpPr>
          <p:spPr>
            <a:xfrm>
              <a:off x="-19050" y="-76200"/>
              <a:ext cx="2668237" cy="1145841"/>
            </a:xfrm>
            <a:custGeom>
              <a:rect b="b" l="l" r="r" t="t"/>
              <a:pathLst>
                <a:path extrusionOk="0" h="17354" w="40411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-19050" y="-76200"/>
              <a:ext cx="4572074" cy="2474025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" name="Google Shape;380;p33"/>
            <p:cNvPicPr preferRelativeResize="0"/>
            <p:nvPr/>
          </p:nvPicPr>
          <p:blipFill rotWithShape="1">
            <a:blip r:embed="rId3">
              <a:alphaModFix/>
            </a:blip>
            <a:srcRect b="30" l="0" r="0" t="4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">
    <p:bg>
      <p:bgPr>
        <a:solidFill>
          <a:srgbClr val="F7F8FC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4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383" name="Google Shape;383;p34"/>
            <p:cNvSpPr/>
            <p:nvPr/>
          </p:nvSpPr>
          <p:spPr>
            <a:xfrm flipH="1" rot="10800000">
              <a:off x="7915228" y="315002"/>
              <a:ext cx="1679305" cy="4839573"/>
            </a:xfrm>
            <a:custGeom>
              <a:rect b="b" l="l" r="r" t="t"/>
              <a:pathLst>
                <a:path extrusionOk="0" h="40732" w="35728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4"/>
            <p:cNvSpPr/>
            <p:nvPr/>
          </p:nvSpPr>
          <p:spPr>
            <a:xfrm flipH="1" rot="10800000">
              <a:off x="9065267" y="201900"/>
              <a:ext cx="1287556" cy="4952684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4"/>
            <p:cNvSpPr/>
            <p:nvPr/>
          </p:nvSpPr>
          <p:spPr>
            <a:xfrm flipH="1" rot="10800000">
              <a:off x="8947883" y="-102719"/>
              <a:ext cx="1404938" cy="907153"/>
            </a:xfrm>
            <a:custGeom>
              <a:rect b="b" l="l" r="r" t="t"/>
              <a:pathLst>
                <a:path extrusionOk="0" h="7635" w="20431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4"/>
            <p:cNvSpPr/>
            <p:nvPr/>
          </p:nvSpPr>
          <p:spPr>
            <a:xfrm flipH="1" rot="9683509">
              <a:off x="8237391" y="3788609"/>
              <a:ext cx="729045" cy="1405831"/>
            </a:xfrm>
            <a:custGeom>
              <a:rect b="b" l="l" r="r" t="t"/>
              <a:pathLst>
                <a:path extrusionOk="0" h="11832" w="10602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7" name="Google Shape;387;p34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388" name="Google Shape;388;p34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rect b="b" l="l" r="r" t="t"/>
                <a:pathLst>
                  <a:path extrusionOk="0" h="9488" w="26621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4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4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91" name="Google Shape;391;p34"/>
            <p:cNvPicPr preferRelativeResize="0"/>
            <p:nvPr/>
          </p:nvPicPr>
          <p:blipFill rotWithShape="1">
            <a:blip r:embed="rId2">
              <a:alphaModFix/>
            </a:blip>
            <a:srcRect b="0" l="70893" r="0" t="0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34"/>
            <p:cNvPicPr preferRelativeResize="0"/>
            <p:nvPr/>
          </p:nvPicPr>
          <p:blipFill rotWithShape="1">
            <a:blip r:embed="rId3">
              <a:alphaModFix/>
            </a:blip>
            <a:srcRect b="0" l="53175" r="0" t="0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" name="Google Shape;393;p34"/>
          <p:cNvGrpSpPr/>
          <p:nvPr/>
        </p:nvGrpSpPr>
        <p:grpSpPr>
          <a:xfrm>
            <a:off x="-1461904" y="-365531"/>
            <a:ext cx="4517301" cy="5656680"/>
            <a:chOff x="-1461904" y="-365531"/>
            <a:chExt cx="4517301" cy="5656680"/>
          </a:xfrm>
        </p:grpSpPr>
        <p:grpSp>
          <p:nvGrpSpPr>
            <p:cNvPr id="394" name="Google Shape;394;p34"/>
            <p:cNvGrpSpPr/>
            <p:nvPr/>
          </p:nvGrpSpPr>
          <p:grpSpPr>
            <a:xfrm flipH="1" rot="-373055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395" name="Google Shape;395;p34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rect b="b" l="l" r="r" t="t"/>
                <a:pathLst>
                  <a:path extrusionOk="0" h="5983" w="10998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4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rect b="b" l="l" r="r" t="t"/>
                <a:pathLst>
                  <a:path extrusionOk="0" h="40732" w="35728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4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rect b="b" l="l" r="r" t="t"/>
                <a:pathLst>
                  <a:path extrusionOk="0" h="7131" w="19661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4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rect b="b" l="l" r="r" t="t"/>
                <a:pathLst>
                  <a:path extrusionOk="0" h="41684" w="18724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4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rect b="b" l="l" r="r" t="t"/>
                <a:pathLst>
                  <a:path extrusionOk="0" h="7635" w="20431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4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rect b="b" l="l" r="r" t="t"/>
                <a:pathLst>
                  <a:path extrusionOk="0" h="11832" w="10602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1" name="Google Shape;401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34"/>
            <p:cNvPicPr preferRelativeResize="0"/>
            <p:nvPr/>
          </p:nvPicPr>
          <p:blipFill rotWithShape="1">
            <a:blip r:embed="rId5">
              <a:alphaModFix/>
            </a:blip>
            <a:srcRect b="36512" l="0" r="52408" t="0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">
    <p:bg>
      <p:bgPr>
        <a:solidFill>
          <a:schemeClr val="accen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35"/>
          <p:cNvGrpSpPr/>
          <p:nvPr/>
        </p:nvGrpSpPr>
        <p:grpSpPr>
          <a:xfrm>
            <a:off x="7588037" y="-344128"/>
            <a:ext cx="1753419" cy="5824283"/>
            <a:chOff x="5883539" y="-344156"/>
            <a:chExt cx="3534406" cy="5824283"/>
          </a:xfrm>
        </p:grpSpPr>
        <p:sp>
          <p:nvSpPr>
            <p:cNvPr id="405" name="Google Shape;405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rect b="b" l="l" r="r" t="t"/>
              <a:pathLst>
                <a:path extrusionOk="0" h="17354" w="40411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rect b="b" l="l" r="r" t="t"/>
              <a:pathLst>
                <a:path extrusionOk="0" h="5660" w="9871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rect b="b" l="l" r="r" t="t"/>
              <a:pathLst>
                <a:path extrusionOk="0" h="6651" w="22306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rect b="b" l="l" r="r" t="t"/>
              <a:pathLst>
                <a:path extrusionOk="0" h="8964" w="30086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411" name="Google Shape;411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rect b="b" l="l" r="r" t="t"/>
                <a:pathLst>
                  <a:path extrusionOk="0" h="16609" w="16299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rect b="b" l="l" r="r" t="t"/>
                <a:pathLst>
                  <a:path extrusionOk="0" h="16165" w="1592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rect b="b" l="l" r="r" t="t"/>
                <a:pathLst>
                  <a:path extrusionOk="0" h="16472" w="16204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rect b="b" l="l" r="r" t="t"/>
                <a:pathLst>
                  <a:path extrusionOk="0" h="7612" w="7567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rect b="b" l="l" r="r" t="t"/>
                <a:pathLst>
                  <a:path extrusionOk="0" h="12149" w="12019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rect b="b" l="l" r="r" t="t"/>
                <a:pathLst>
                  <a:path extrusionOk="0" h="13839" w="13676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rect b="b" l="l" r="r" t="t"/>
                <a:pathLst>
                  <a:path extrusionOk="0" h="15188" w="1499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rect b="b" l="l" r="r" t="t"/>
                <a:pathLst>
                  <a:path extrusionOk="0" h="8906" w="8838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rect b="b" l="l" r="r" t="t"/>
                <a:pathLst>
                  <a:path extrusionOk="0" h="11162" w="11056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rect b="b" l="l" r="r" t="t"/>
                <a:pathLst>
                  <a:path extrusionOk="0" h="13038" w="12895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rect b="b" l="l" r="r" t="t"/>
                <a:pathLst>
                  <a:path extrusionOk="0" h="14557" w="14377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rect b="b" l="l" r="r" t="t"/>
                <a:pathLst>
                  <a:path extrusionOk="0" h="4600" w="460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rect b="b" l="l" r="r" t="t"/>
                <a:pathLst>
                  <a:path extrusionOk="0" h="6185" w="6163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rect b="b" l="l" r="r" t="t"/>
                <a:pathLst>
                  <a:path extrusionOk="0" h="5270" w="5407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rect b="b" l="l" r="r" t="t"/>
                <a:pathLst>
                  <a:path extrusionOk="0" h="6102" w="6252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rect b="b" l="l" r="r" t="t"/>
                <a:pathLst>
                  <a:path extrusionOk="0" h="9767" w="9849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rect b="b" l="l" r="r" t="t"/>
                <a:pathLst>
                  <a:path extrusionOk="0" h="10087" w="9996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rect b="b" l="l" r="r" t="t"/>
                <a:pathLst>
                  <a:path extrusionOk="0" h="15727" w="15512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rect b="b" l="l" r="r" t="t"/>
                <a:pathLst>
                  <a:path extrusionOk="0" h="601" w="597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rect b="b" l="l" r="r" t="t"/>
                <a:pathLst>
                  <a:path extrusionOk="0" h="2804" w="2805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rect b="b" l="l" r="r" t="t"/>
                <a:pathLst>
                  <a:path extrusionOk="0" h="3271" w="3333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rect b="b" l="l" r="r" t="t"/>
                <a:pathLst>
                  <a:path extrusionOk="0" h="4355" w="4464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rect b="b" l="l" r="r" t="t"/>
                <a:pathLst>
                  <a:path extrusionOk="0" h="6910" w="7059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rect b="b" l="l" r="r" t="t"/>
                <a:pathLst>
                  <a:path extrusionOk="0" h="11178" w="11178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rect b="b" l="l" r="r" t="t"/>
                <a:pathLst>
                  <a:path extrusionOk="0" h="8674" w="879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rect b="b" l="l" r="r" t="t"/>
                <a:pathLst>
                  <a:path extrusionOk="0" h="16459" w="16145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rect b="b" l="l" r="r" t="t"/>
                <a:pathLst>
                  <a:path extrusionOk="0" h="7748" w="7887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rect b="b" l="l" r="r" t="t"/>
                <a:pathLst>
                  <a:path extrusionOk="0" h="15692" w="15379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rect b="b" l="l" r="r" t="t"/>
                <a:pathLst>
                  <a:path extrusionOk="0" h="13103" w="13106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0" name="Google Shape;440;p35"/>
          <p:cNvSpPr/>
          <p:nvPr/>
        </p:nvSpPr>
        <p:spPr>
          <a:xfrm rot="10800000">
            <a:off x="-25632" y="330110"/>
            <a:ext cx="1733468" cy="4824215"/>
          </a:xfrm>
          <a:custGeom>
            <a:rect b="b" l="l" r="r" t="t"/>
            <a:pathLst>
              <a:path extrusionOk="0" h="56384" w="49457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5"/>
          <p:cNvSpPr/>
          <p:nvPr/>
        </p:nvSpPr>
        <p:spPr>
          <a:xfrm rot="10800000">
            <a:off x="1663806" y="-162474"/>
            <a:ext cx="2346874" cy="1123659"/>
          </a:xfrm>
          <a:custGeom>
            <a:rect b="b" l="l" r="r" t="t"/>
            <a:pathLst>
              <a:path extrusionOk="0" h="13133" w="3685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5"/>
          <p:cNvSpPr/>
          <p:nvPr/>
        </p:nvSpPr>
        <p:spPr>
          <a:xfrm rot="10800000">
            <a:off x="-952031" y="-131121"/>
            <a:ext cx="1670156" cy="5209246"/>
          </a:xfrm>
          <a:custGeom>
            <a:rect b="b" l="l" r="r" t="t"/>
            <a:pathLst>
              <a:path extrusionOk="0" h="57701" w="25919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5"/>
          <p:cNvSpPr/>
          <p:nvPr/>
        </p:nvSpPr>
        <p:spPr>
          <a:xfrm rot="10800000">
            <a:off x="-952059" y="-162472"/>
            <a:ext cx="1801202" cy="904284"/>
          </a:xfrm>
          <a:custGeom>
            <a:rect b="b" l="l" r="r" t="t"/>
            <a:pathLst>
              <a:path extrusionOk="0" h="10569" w="28282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5"/>
          <p:cNvSpPr/>
          <p:nvPr/>
        </p:nvSpPr>
        <p:spPr>
          <a:xfrm rot="10800000">
            <a:off x="1422029" y="-162475"/>
            <a:ext cx="3317595" cy="1281175"/>
          </a:xfrm>
          <a:custGeom>
            <a:rect b="b" l="l" r="r" t="t"/>
            <a:pathLst>
              <a:path extrusionOk="0" h="14974" w="52092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5"/>
          <p:cNvSpPr/>
          <p:nvPr/>
        </p:nvSpPr>
        <p:spPr>
          <a:xfrm rot="10800000">
            <a:off x="1663806" y="-162470"/>
            <a:ext cx="2346874" cy="738468"/>
          </a:xfrm>
          <a:custGeom>
            <a:rect b="b" l="l" r="r" t="t"/>
            <a:pathLst>
              <a:path extrusionOk="0" h="8631" w="3685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5"/>
          <p:cNvSpPr/>
          <p:nvPr/>
        </p:nvSpPr>
        <p:spPr>
          <a:xfrm rot="10800000">
            <a:off x="174620" y="1110048"/>
            <a:ext cx="514394" cy="1401387"/>
          </a:xfrm>
          <a:custGeom>
            <a:rect b="b" l="l" r="r" t="t"/>
            <a:pathLst>
              <a:path extrusionOk="0" h="16379" w="14676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5"/>
          <p:cNvSpPr/>
          <p:nvPr/>
        </p:nvSpPr>
        <p:spPr>
          <a:xfrm rot="10800000">
            <a:off x="-412593" y="1039045"/>
            <a:ext cx="18660" cy="21903"/>
          </a:xfrm>
          <a:custGeom>
            <a:rect b="b" l="l" r="r" t="t"/>
            <a:pathLst>
              <a:path extrusionOk="0" h="256" w="293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 rot="10800000">
            <a:off x="-393997" y="1039045"/>
            <a:ext cx="17196" cy="18310"/>
          </a:xfrm>
          <a:custGeom>
            <a:rect b="b" l="l" r="r" t="t"/>
            <a:pathLst>
              <a:path extrusionOk="0" h="214" w="27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35"/>
          <p:cNvGrpSpPr/>
          <p:nvPr/>
        </p:nvGrpSpPr>
        <p:grpSpPr>
          <a:xfrm>
            <a:off x="-476598" y="-70488"/>
            <a:ext cx="2770000" cy="1075736"/>
            <a:chOff x="-476598" y="-70488"/>
            <a:chExt cx="2770000" cy="1075736"/>
          </a:xfrm>
        </p:grpSpPr>
        <p:sp>
          <p:nvSpPr>
            <p:cNvPr id="450" name="Google Shape;450;p35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5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5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5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5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5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rect b="b" l="l" r="r" t="t"/>
              <a:pathLst>
                <a:path extrusionOk="0" h="303" w="303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5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rect b="b" l="l" r="r" t="t"/>
              <a:pathLst>
                <a:path extrusionOk="0" h="595" w="60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5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rect b="b" l="l" r="r" t="t"/>
              <a:pathLst>
                <a:path extrusionOk="0" h="303" w="303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5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5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5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5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rect b="b" l="l" r="r" t="t"/>
              <a:pathLst>
                <a:path extrusionOk="0" h="304" w="303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5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5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5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5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5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5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5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5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rect b="b" l="l" r="r" t="t"/>
              <a:pathLst>
                <a:path extrusionOk="0" h="299" w="299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5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5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5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5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5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5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5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5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rect b="b" l="l" r="r" t="t"/>
              <a:pathLst>
                <a:path extrusionOk="0" h="595" w="60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rect b="b" l="l" r="r" t="t"/>
              <a:pathLst>
                <a:path extrusionOk="0" h="303" w="303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rect b="b" l="l" r="r" t="t"/>
              <a:pathLst>
                <a:path extrusionOk="0" h="303" w="299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5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rect b="b" l="l" r="r" t="t"/>
              <a:pathLst>
                <a:path extrusionOk="0" h="303" w="303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5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rect b="b" l="l" r="r" t="t"/>
              <a:pathLst>
                <a:path extrusionOk="0" h="303" w="299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5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5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5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5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5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5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rect b="b" l="l" r="r" t="t"/>
              <a:pathLst>
                <a:path extrusionOk="0" h="304" w="303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5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5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5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rect b="b" l="l" r="r" t="t"/>
              <a:pathLst>
                <a:path extrusionOk="0" h="304" w="299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5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rect b="b" l="l" r="r" t="t"/>
              <a:pathLst>
                <a:path extrusionOk="0" h="299" w="299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5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5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5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5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5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5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5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5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5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rect b="b" l="l" r="r" t="t"/>
              <a:pathLst>
                <a:path extrusionOk="0" h="440" w="581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5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5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5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5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5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rect b="b" l="l" r="r" t="t"/>
              <a:pathLst>
                <a:path extrusionOk="0" h="600" w="599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5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5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5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rect b="b" l="l" r="r" t="t"/>
              <a:pathLst>
                <a:path extrusionOk="0" h="595" w="599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5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5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5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5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rect b="b" l="l" r="r" t="t"/>
              <a:pathLst>
                <a:path extrusionOk="0" h="601" w="599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5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5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5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5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5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5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5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5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5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rect b="b" l="l" r="r" t="t"/>
              <a:pathLst>
                <a:path extrusionOk="0" h="599" w="599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5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5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5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5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rect b="b" l="l" r="r" t="t"/>
              <a:pathLst>
                <a:path extrusionOk="0" h="601" w="599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5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rect b="b" l="l" r="r" t="t"/>
              <a:pathLst>
                <a:path extrusionOk="0" h="600" w="599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5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5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5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5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5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5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5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5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5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rect b="b" l="l" r="r" t="t"/>
              <a:pathLst>
                <a:path extrusionOk="0" h="303" w="299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5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rect b="b" l="l" r="r" t="t"/>
              <a:pathLst>
                <a:path extrusionOk="0" h="303" w="299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5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rect b="b" l="l" r="r" t="t"/>
              <a:pathLst>
                <a:path extrusionOk="0" h="595" w="60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5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rect b="b" l="l" r="r" t="t"/>
              <a:pathLst>
                <a:path extrusionOk="0" h="303" w="298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5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5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5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5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5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5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5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rect b="b" l="l" r="r" t="t"/>
              <a:pathLst>
                <a:path extrusionOk="0" h="299" w="299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5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5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5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rect b="b" l="l" r="r" t="t"/>
              <a:pathLst>
                <a:path extrusionOk="0" h="304" w="299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5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5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5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5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5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5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5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5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5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5"/>
            <p:cNvSpPr/>
            <p:nvPr/>
          </p:nvSpPr>
          <p:spPr>
            <a:xfrm rot="10800000">
              <a:off x="95299" y="723588"/>
              <a:ext cx="637" cy="428"/>
            </a:xfrm>
            <a:custGeom>
              <a:rect b="b" l="l" r="r" t="t"/>
              <a:pathLst>
                <a:path extrusionOk="0" h="5" w="1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5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rect b="b" l="l" r="r" t="t"/>
              <a:pathLst>
                <a:path extrusionOk="0" h="595" w="60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5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rect b="b" l="l" r="r" t="t"/>
              <a:pathLst>
                <a:path extrusionOk="0" h="303" w="302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5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rect b="b" l="l" r="r" t="t"/>
              <a:pathLst>
                <a:path extrusionOk="0" h="303" w="302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5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rect b="b" l="l" r="r" t="t"/>
              <a:pathLst>
                <a:path extrusionOk="0" h="303" w="297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5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rect b="b" l="l" r="r" t="t"/>
              <a:pathLst>
                <a:path extrusionOk="0" h="303" w="297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5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5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5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rect b="b" l="l" r="r" t="t"/>
              <a:pathLst>
                <a:path extrusionOk="0" h="297" w="297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5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rect b="b" l="l" r="r" t="t"/>
              <a:pathLst>
                <a:path extrusionOk="0" h="302" w="297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5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5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5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rect b="b" l="l" r="r" t="t"/>
              <a:pathLst>
                <a:path extrusionOk="0" h="304" w="297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5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5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rect b="b" l="l" r="r" t="t"/>
              <a:pathLst>
                <a:path extrusionOk="0" h="299" w="297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5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rect b="b" l="l" r="r" t="t"/>
              <a:pathLst>
                <a:path extrusionOk="0" h="299" w="302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5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rect b="b" l="l" r="r" t="t"/>
              <a:pathLst>
                <a:path extrusionOk="0" h="302" w="297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5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5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5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rect b="b" l="l" r="r" t="t"/>
              <a:pathLst>
                <a:path extrusionOk="0" h="297" w="297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5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5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5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5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rect b="b" l="l" r="r" t="t"/>
              <a:pathLst>
                <a:path extrusionOk="0" h="298" w="297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5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rect b="b" l="l" r="r" t="t"/>
              <a:pathLst>
                <a:path extrusionOk="0" h="199" w="299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5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rect b="b" l="l" r="r" t="t"/>
              <a:pathLst>
                <a:path extrusionOk="0" h="425" w="458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5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rect b="b" l="l" r="r" t="t"/>
              <a:pathLst>
                <a:path extrusionOk="0" h="57" w="58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5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rect b="b" l="l" r="r" t="t"/>
              <a:pathLst>
                <a:path extrusionOk="0" h="303" w="303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5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5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5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rect b="b" l="l" r="r" t="t"/>
              <a:pathLst>
                <a:path extrusionOk="0" h="601" w="599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rect b="b" l="l" r="r" t="t"/>
              <a:pathLst>
                <a:path extrusionOk="0" h="304" w="299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rect b="b" l="l" r="r" t="t"/>
              <a:pathLst>
                <a:path extrusionOk="0" h="304" w="303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rect b="b" l="l" r="r" t="t"/>
              <a:pathLst>
                <a:path extrusionOk="0" h="299" w="299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rect b="b" l="l" r="r" t="t"/>
              <a:pathLst>
                <a:path extrusionOk="0" h="599" w="599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5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rect b="b" l="l" r="r" t="t"/>
              <a:pathLst>
                <a:path extrusionOk="0" h="601" w="599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5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5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5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5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5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rect b="b" l="l" r="r" t="t"/>
              <a:pathLst>
                <a:path extrusionOk="0" h="600" w="599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5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5"/>
            <p:cNvSpPr/>
            <p:nvPr/>
          </p:nvSpPr>
          <p:spPr>
            <a:xfrm rot="10800000">
              <a:off x="241266" y="552469"/>
              <a:ext cx="64" cy="513"/>
            </a:xfrm>
            <a:custGeom>
              <a:rect b="b" l="l" r="r" t="t"/>
              <a:pathLst>
                <a:path extrusionOk="0" h="6" w="1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5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rect b="b" l="l" r="r" t="t"/>
              <a:pathLst>
                <a:path extrusionOk="0" h="293" w="298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5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rect b="b" l="l" r="r" t="t"/>
              <a:pathLst>
                <a:path extrusionOk="0" h="553" w="577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5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rect b="b" l="l" r="r" t="t"/>
              <a:pathLst>
                <a:path extrusionOk="0" h="297" w="221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5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5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rect b="b" l="l" r="r" t="t"/>
              <a:pathLst>
                <a:path extrusionOk="0" h="299" w="298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5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5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5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5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rect b="b" l="l" r="r" t="t"/>
              <a:pathLst>
                <a:path extrusionOk="0" h="299" w="302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5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5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5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5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rect b="b" l="l" r="r" t="t"/>
              <a:pathLst>
                <a:path extrusionOk="0" h="265" w="303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rect b="b" l="l" r="r" t="t"/>
              <a:pathLst>
                <a:path extrusionOk="0" h="599" w="60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5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5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rect b="b" l="l" r="r" t="t"/>
              <a:pathLst>
                <a:path extrusionOk="0" h="304" w="303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5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rect b="b" l="l" r="r" t="t"/>
              <a:pathLst>
                <a:path extrusionOk="0" h="299" w="303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5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5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5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5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5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5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5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5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5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5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5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5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5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5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5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5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5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rect b="b" l="l" r="r" t="t"/>
              <a:pathLst>
                <a:path extrusionOk="0" h="473" w="591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5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5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5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5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5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5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5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5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5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5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5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rect b="b" l="l" r="r" t="t"/>
              <a:pathLst>
                <a:path extrusionOk="0" h="293" w="298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5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rect b="b" l="l" r="r" t="t"/>
              <a:pathLst>
                <a:path extrusionOk="0" h="189" w="303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5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5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5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5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rect b="b" l="l" r="r" t="t"/>
              <a:pathLst>
                <a:path extrusionOk="0" h="195" w="297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5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5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rect b="b" l="l" r="r" t="t"/>
              <a:pathLst>
                <a:path extrusionOk="0" h="600" w="601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5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rect b="b" l="l" r="r" t="t"/>
              <a:pathLst>
                <a:path extrusionOk="0" h="298" w="297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5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5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5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rect b="b" l="l" r="r" t="t"/>
              <a:pathLst>
                <a:path extrusionOk="0" h="302" w="304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5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rect b="b" l="l" r="r" t="t"/>
              <a:pathLst>
                <a:path extrusionOk="0" h="600" w="599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5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5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rect b="b" l="l" r="r" t="t"/>
              <a:pathLst>
                <a:path extrusionOk="0" h="298" w="304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5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5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rect b="b" l="l" r="r" t="t"/>
              <a:pathLst>
                <a:path extrusionOk="0" h="302" w="297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5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rect b="b" l="l" r="r" t="t"/>
              <a:pathLst>
                <a:path extrusionOk="0" h="238" w="519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5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rect b="b" l="l" r="r" t="t"/>
              <a:pathLst>
                <a:path extrusionOk="0" h="600" w="601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5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rect b="b" l="l" r="r" t="t"/>
              <a:pathLst>
                <a:path extrusionOk="0" h="298" w="297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5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5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5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5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5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5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5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5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rect b="b" l="l" r="r" t="t"/>
              <a:pathLst>
                <a:path extrusionOk="0" h="86" w="297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5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5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rect b="b" l="l" r="r" t="t"/>
              <a:pathLst>
                <a:path extrusionOk="0" h="297" w="297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5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rect b="b" l="l" r="r" t="t"/>
              <a:pathLst>
                <a:path extrusionOk="0" h="601" w="601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5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rect b="b" l="l" r="r" t="t"/>
              <a:pathLst>
                <a:path extrusionOk="0" h="302" w="297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5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rect b="b" l="l" r="r" t="t"/>
              <a:pathLst>
                <a:path extrusionOk="0" h="298" w="297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5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rect b="b" l="l" r="r" t="t"/>
              <a:pathLst>
                <a:path extrusionOk="0" h="600" w="601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5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5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rect b="b" l="l" r="r" t="t"/>
              <a:pathLst>
                <a:path extrusionOk="0" h="143" w="304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5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rect b="b" l="l" r="r" t="t"/>
              <a:pathLst>
                <a:path extrusionOk="0" h="304" w="299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5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5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5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rect b="b" l="l" r="r" t="t"/>
              <a:pathLst>
                <a:path extrusionOk="0" h="302" w="304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5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rect b="b" l="l" r="r" t="t"/>
              <a:pathLst>
                <a:path extrusionOk="0" h="297" w="304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5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rect b="b" l="l" r="r" t="t"/>
              <a:pathLst>
                <a:path extrusionOk="0" h="601" w="599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5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5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rect b="b" l="l" r="r" t="t"/>
              <a:pathLst>
                <a:path extrusionOk="0" h="298" w="304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5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rect b="b" l="l" r="r" t="t"/>
              <a:pathLst>
                <a:path extrusionOk="0" h="600" w="599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5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5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5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5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5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5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rect b="b" l="l" r="r" t="t"/>
              <a:pathLst>
                <a:path extrusionOk="0" h="601" w="601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5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5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5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rect b="b" l="l" r="r" t="t"/>
              <a:pathLst>
                <a:path extrusionOk="0" h="600" w="601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5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rect b="b" l="l" r="r" t="t"/>
              <a:pathLst>
                <a:path extrusionOk="0" h="304" w="298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5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rect b="b" l="l" r="r" t="t"/>
              <a:pathLst>
                <a:path extrusionOk="0" h="171" w="515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5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rect b="b" l="l" r="r" t="t"/>
              <a:pathLst>
                <a:path extrusionOk="0" h="304" w="303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5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5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5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5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5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5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5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5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5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rect b="b" l="l" r="r" t="t"/>
              <a:pathLst>
                <a:path extrusionOk="0" h="151" w="482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5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5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rect b="b" l="l" r="r" t="t"/>
              <a:pathLst>
                <a:path extrusionOk="0" h="304" w="302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5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5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rect b="b" l="l" r="r" t="t"/>
              <a:pathLst>
                <a:path extrusionOk="0" h="297" w="302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5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5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rect b="b" l="l" r="r" t="t"/>
              <a:pathLst>
                <a:path extrusionOk="0" h="302" w="302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5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rect b="b" l="l" r="r" t="t"/>
              <a:pathLst>
                <a:path extrusionOk="0" h="601" w="595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5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rect b="b" l="l" r="r" t="t"/>
              <a:pathLst>
                <a:path extrusionOk="0" h="600" w="595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5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5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rect b="b" l="l" r="r" t="t"/>
              <a:pathLst>
                <a:path extrusionOk="0" h="298" w="302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5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rect b="b" l="l" r="r" t="t"/>
              <a:pathLst>
                <a:path extrusionOk="0" h="275" w="303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5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rect b="b" l="l" r="r" t="t"/>
              <a:pathLst>
                <a:path extrusionOk="0" h="304" w="299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5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rect b="b" l="l" r="r" t="t"/>
              <a:pathLst>
                <a:path extrusionOk="0" h="601" w="60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5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rect b="b" l="l" r="r" t="t"/>
              <a:pathLst>
                <a:path extrusionOk="0" h="297" w="299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5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rect b="b" l="l" r="r" t="t"/>
              <a:pathLst>
                <a:path extrusionOk="0" h="302" w="303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5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rect b="b" l="l" r="r" t="t"/>
              <a:pathLst>
                <a:path extrusionOk="0" h="297" w="303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5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rect b="b" l="l" r="r" t="t"/>
              <a:pathLst>
                <a:path extrusionOk="0" h="302" w="299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5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rect b="b" l="l" r="r" t="t"/>
              <a:pathLst>
                <a:path extrusionOk="0" h="600" w="60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5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rect b="b" l="l" r="r" t="t"/>
              <a:pathLst>
                <a:path extrusionOk="0" h="298" w="299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5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rect b="b" l="l" r="r" t="t"/>
              <a:pathLst>
                <a:path extrusionOk="0" h="298" w="303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5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rect b="b" l="l" r="r" t="t"/>
              <a:pathLst>
                <a:path extrusionOk="0" h="238" w="298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5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rect b="b" l="l" r="r" t="t"/>
              <a:pathLst>
                <a:path extrusionOk="0" h="297" w="298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5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rect b="b" l="l" r="r" t="t"/>
              <a:pathLst>
                <a:path extrusionOk="0" h="302" w="298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5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rect b="b" l="l" r="r" t="t"/>
              <a:pathLst>
                <a:path extrusionOk="0" h="298" w="298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Google Shape;747;p35"/>
          <p:cNvSpPr/>
          <p:nvPr/>
        </p:nvSpPr>
        <p:spPr>
          <a:xfrm rot="10800000">
            <a:off x="627759" y="4238613"/>
            <a:ext cx="1749416" cy="1401387"/>
          </a:xfrm>
          <a:custGeom>
            <a:rect b="b" l="l" r="r" t="t"/>
            <a:pathLst>
              <a:path extrusionOk="0" h="16379" w="14676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35"/>
          <p:cNvGrpSpPr/>
          <p:nvPr/>
        </p:nvGrpSpPr>
        <p:grpSpPr>
          <a:xfrm flipH="1">
            <a:off x="-1144866" y="1872219"/>
            <a:ext cx="3177349" cy="3271276"/>
            <a:chOff x="5723467" y="1953462"/>
            <a:chExt cx="3791133" cy="3271276"/>
          </a:xfrm>
        </p:grpSpPr>
        <p:sp>
          <p:nvSpPr>
            <p:cNvPr id="749" name="Google Shape;749;p35"/>
            <p:cNvSpPr/>
            <p:nvPr/>
          </p:nvSpPr>
          <p:spPr>
            <a:xfrm flipH="1" rot="10800000">
              <a:off x="8907055" y="1956800"/>
              <a:ext cx="134046" cy="131934"/>
            </a:xfrm>
            <a:custGeom>
              <a:rect b="b" l="l" r="r" t="t"/>
              <a:pathLst>
                <a:path extrusionOk="0" h="1542" w="1764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5"/>
            <p:cNvSpPr/>
            <p:nvPr/>
          </p:nvSpPr>
          <p:spPr>
            <a:xfrm flipH="1" rot="10800000">
              <a:off x="9071189" y="1974509"/>
              <a:ext cx="275692" cy="299118"/>
            </a:xfrm>
            <a:custGeom>
              <a:rect b="b" l="l" r="r" t="t"/>
              <a:pathLst>
                <a:path extrusionOk="0" h="3496" w="3628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5"/>
            <p:cNvSpPr/>
            <p:nvPr/>
          </p:nvSpPr>
          <p:spPr>
            <a:xfrm flipH="1" rot="10800000">
              <a:off x="9235323" y="2129457"/>
              <a:ext cx="275996" cy="330689"/>
            </a:xfrm>
            <a:custGeom>
              <a:rect b="b" l="l" r="r" t="t"/>
              <a:pathLst>
                <a:path extrusionOk="0" h="3865" w="3632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5"/>
            <p:cNvSpPr/>
            <p:nvPr/>
          </p:nvSpPr>
          <p:spPr>
            <a:xfrm flipH="1" rot="10800000">
              <a:off x="8986311" y="1953462"/>
              <a:ext cx="219687" cy="227675"/>
            </a:xfrm>
            <a:custGeom>
              <a:rect b="b" l="l" r="r" t="t"/>
              <a:pathLst>
                <a:path extrusionOk="0" h="2661" w="2891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5"/>
            <p:cNvSpPr/>
            <p:nvPr/>
          </p:nvSpPr>
          <p:spPr>
            <a:xfrm flipH="1" rot="10800000">
              <a:off x="9150369" y="2016091"/>
              <a:ext cx="320450" cy="349940"/>
            </a:xfrm>
            <a:custGeom>
              <a:rect b="b" l="l" r="r" t="t"/>
              <a:pathLst>
                <a:path extrusionOk="0" h="4090" w="4217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5"/>
            <p:cNvSpPr/>
            <p:nvPr/>
          </p:nvSpPr>
          <p:spPr>
            <a:xfrm flipH="1" rot="10800000">
              <a:off x="8904244" y="2070595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5"/>
            <p:cNvSpPr/>
            <p:nvPr/>
          </p:nvSpPr>
          <p:spPr>
            <a:xfrm flipH="1" rot="10800000">
              <a:off x="9068302" y="2255317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5"/>
            <p:cNvSpPr/>
            <p:nvPr/>
          </p:nvSpPr>
          <p:spPr>
            <a:xfrm flipH="1" rot="10800000">
              <a:off x="9232436" y="2439698"/>
              <a:ext cx="2964" cy="3422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5"/>
            <p:cNvSpPr/>
            <p:nvPr/>
          </p:nvSpPr>
          <p:spPr>
            <a:xfrm flipH="1" rot="10800000">
              <a:off x="9232436" y="2439697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5"/>
            <p:cNvSpPr/>
            <p:nvPr/>
          </p:nvSpPr>
          <p:spPr>
            <a:xfrm flipH="1" rot="10800000">
              <a:off x="9002800" y="2181052"/>
              <a:ext cx="2888" cy="3422"/>
            </a:xfrm>
            <a:custGeom>
              <a:rect b="b" l="l" r="r" t="t"/>
              <a:pathLst>
                <a:path extrusionOk="0" h="40" w="38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 flipH="1" rot="10800000">
              <a:off x="8986235" y="2162913"/>
              <a:ext cx="19453" cy="21561"/>
            </a:xfrm>
            <a:custGeom>
              <a:rect b="b" l="l" r="r" t="t"/>
              <a:pathLst>
                <a:path extrusionOk="0" h="252" w="256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 flipH="1" rot="10800000">
              <a:off x="9166858" y="2365946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 flipH="1" rot="10800000">
              <a:off x="9150369" y="2347293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5"/>
            <p:cNvSpPr/>
            <p:nvPr/>
          </p:nvSpPr>
          <p:spPr>
            <a:xfrm flipH="1" rot="10800000">
              <a:off x="8742998" y="2864663"/>
              <a:ext cx="771602" cy="887257"/>
            </a:xfrm>
            <a:custGeom>
              <a:rect b="b" l="l" r="r" t="t"/>
              <a:pathLst>
                <a:path extrusionOk="0" h="10370" w="10154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5"/>
            <p:cNvSpPr/>
            <p:nvPr/>
          </p:nvSpPr>
          <p:spPr>
            <a:xfrm flipH="1" rot="10800000">
              <a:off x="8907055" y="3236163"/>
              <a:ext cx="605716" cy="700651"/>
            </a:xfrm>
            <a:custGeom>
              <a:rect b="b" l="l" r="r" t="t"/>
              <a:pathLst>
                <a:path extrusionOk="0" h="8189" w="7971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5"/>
            <p:cNvSpPr/>
            <p:nvPr/>
          </p:nvSpPr>
          <p:spPr>
            <a:xfrm flipH="1" rot="10800000">
              <a:off x="9071189" y="3608604"/>
              <a:ext cx="439070" cy="512932"/>
            </a:xfrm>
            <a:custGeom>
              <a:rect b="b" l="l" r="r" t="t"/>
              <a:pathLst>
                <a:path extrusionOk="0" h="5995" w="5778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5"/>
            <p:cNvSpPr/>
            <p:nvPr/>
          </p:nvSpPr>
          <p:spPr>
            <a:xfrm flipH="1" rot="10800000">
              <a:off x="9235323" y="3981473"/>
              <a:ext cx="272044" cy="324871"/>
            </a:xfrm>
            <a:custGeom>
              <a:rect b="b" l="l" r="r" t="t"/>
              <a:pathLst>
                <a:path extrusionOk="0" h="3797" w="358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5"/>
            <p:cNvSpPr/>
            <p:nvPr/>
          </p:nvSpPr>
          <p:spPr>
            <a:xfrm flipH="1" rot="10800000">
              <a:off x="8824988" y="3050156"/>
              <a:ext cx="688849" cy="796649"/>
            </a:xfrm>
            <a:custGeom>
              <a:rect b="b" l="l" r="r" t="t"/>
              <a:pathLst>
                <a:path extrusionOk="0" h="9311" w="9065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5"/>
            <p:cNvSpPr/>
            <p:nvPr/>
          </p:nvSpPr>
          <p:spPr>
            <a:xfrm flipH="1" rot="10800000">
              <a:off x="8989122" y="3422170"/>
              <a:ext cx="522507" cy="610214"/>
            </a:xfrm>
            <a:custGeom>
              <a:rect b="b" l="l" r="r" t="t"/>
              <a:pathLst>
                <a:path extrusionOk="0" h="7132" w="6876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5"/>
            <p:cNvSpPr/>
            <p:nvPr/>
          </p:nvSpPr>
          <p:spPr>
            <a:xfrm flipH="1" rot="10800000">
              <a:off x="9150369" y="3795038"/>
              <a:ext cx="358445" cy="418902"/>
            </a:xfrm>
            <a:custGeom>
              <a:rect b="b" l="l" r="r" t="t"/>
              <a:pathLst>
                <a:path extrusionOk="0" h="4896" w="4717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5"/>
            <p:cNvSpPr/>
            <p:nvPr/>
          </p:nvSpPr>
          <p:spPr>
            <a:xfrm flipH="1" rot="10800000">
              <a:off x="8756523" y="3751835"/>
              <a:ext cx="2964" cy="3422"/>
            </a:xfrm>
            <a:custGeom>
              <a:rect b="b" l="l" r="r" t="t"/>
              <a:pathLst>
                <a:path extrusionOk="0" h="40" w="39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5"/>
            <p:cNvSpPr/>
            <p:nvPr/>
          </p:nvSpPr>
          <p:spPr>
            <a:xfrm flipH="1" rot="10800000">
              <a:off x="8740034" y="3733354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5"/>
            <p:cNvSpPr/>
            <p:nvPr/>
          </p:nvSpPr>
          <p:spPr>
            <a:xfrm flipH="1" rot="10800000">
              <a:off x="8904244" y="3918076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5"/>
            <p:cNvSpPr/>
            <p:nvPr/>
          </p:nvSpPr>
          <p:spPr>
            <a:xfrm flipH="1" rot="10800000">
              <a:off x="8904244" y="3918076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5"/>
            <p:cNvSpPr/>
            <p:nvPr/>
          </p:nvSpPr>
          <p:spPr>
            <a:xfrm flipH="1" rot="10800000">
              <a:off x="9068302" y="4102884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5"/>
            <p:cNvSpPr/>
            <p:nvPr/>
          </p:nvSpPr>
          <p:spPr>
            <a:xfrm flipH="1" rot="10800000">
              <a:off x="9248925" y="4306259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5"/>
            <p:cNvSpPr/>
            <p:nvPr/>
          </p:nvSpPr>
          <p:spPr>
            <a:xfrm flipH="1" rot="10800000">
              <a:off x="9232436" y="4287778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5"/>
            <p:cNvSpPr/>
            <p:nvPr/>
          </p:nvSpPr>
          <p:spPr>
            <a:xfrm flipH="1" rot="10800000">
              <a:off x="8822177" y="3825758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5"/>
            <p:cNvSpPr/>
            <p:nvPr/>
          </p:nvSpPr>
          <p:spPr>
            <a:xfrm flipH="1" rot="10800000">
              <a:off x="8822177" y="3825758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5"/>
            <p:cNvSpPr/>
            <p:nvPr/>
          </p:nvSpPr>
          <p:spPr>
            <a:xfrm flipH="1" rot="10800000">
              <a:off x="8986235" y="4010480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5"/>
            <p:cNvSpPr/>
            <p:nvPr/>
          </p:nvSpPr>
          <p:spPr>
            <a:xfrm flipH="1" rot="10800000">
              <a:off x="9166858" y="4213855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5"/>
            <p:cNvSpPr/>
            <p:nvPr/>
          </p:nvSpPr>
          <p:spPr>
            <a:xfrm flipH="1" rot="10800000">
              <a:off x="9150369" y="4195288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5"/>
            <p:cNvSpPr/>
            <p:nvPr/>
          </p:nvSpPr>
          <p:spPr>
            <a:xfrm flipH="1" rot="10800000">
              <a:off x="9081904" y="2276707"/>
              <a:ext cx="2964" cy="3337"/>
            </a:xfrm>
            <a:custGeom>
              <a:rect b="b" l="l" r="r" t="t"/>
              <a:pathLst>
                <a:path extrusionOk="0" h="39" w="39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5"/>
            <p:cNvSpPr/>
            <p:nvPr/>
          </p:nvSpPr>
          <p:spPr>
            <a:xfrm flipH="1" rot="10800000">
              <a:off x="9246113" y="2461515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5"/>
            <p:cNvSpPr/>
            <p:nvPr/>
          </p:nvSpPr>
          <p:spPr>
            <a:xfrm flipH="1" rot="10800000">
              <a:off x="8983423" y="2166165"/>
              <a:ext cx="2888" cy="2909"/>
            </a:xfrm>
            <a:custGeom>
              <a:rect b="b" l="l" r="r" t="t"/>
              <a:pathLst>
                <a:path extrusionOk="0" h="34" w="38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5"/>
            <p:cNvSpPr/>
            <p:nvPr/>
          </p:nvSpPr>
          <p:spPr>
            <a:xfrm flipH="1" rot="10800000">
              <a:off x="9147557" y="2350545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5"/>
            <p:cNvSpPr/>
            <p:nvPr/>
          </p:nvSpPr>
          <p:spPr>
            <a:xfrm flipH="1" rot="10800000">
              <a:off x="8086386" y="2076918"/>
              <a:ext cx="831483" cy="935855"/>
            </a:xfrm>
            <a:custGeom>
              <a:rect b="b" l="l" r="r" t="t"/>
              <a:pathLst>
                <a:path extrusionOk="0" h="10938" w="10942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5"/>
            <p:cNvSpPr/>
            <p:nvPr/>
          </p:nvSpPr>
          <p:spPr>
            <a:xfrm flipH="1" rot="10800000">
              <a:off x="8901280" y="2073761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35"/>
            <p:cNvSpPr/>
            <p:nvPr/>
          </p:nvSpPr>
          <p:spPr>
            <a:xfrm flipH="1" rot="10800000">
              <a:off x="8250596" y="2261470"/>
              <a:ext cx="831407" cy="936112"/>
            </a:xfrm>
            <a:custGeom>
              <a:rect b="b" l="l" r="r" t="t"/>
              <a:pathLst>
                <a:path extrusionOk="0" h="10941" w="10941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5"/>
            <p:cNvSpPr/>
            <p:nvPr/>
          </p:nvSpPr>
          <p:spPr>
            <a:xfrm flipH="1" rot="10800000">
              <a:off x="9065490" y="2258141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5"/>
            <p:cNvSpPr/>
            <p:nvPr/>
          </p:nvSpPr>
          <p:spPr>
            <a:xfrm flipH="1" rot="10800000">
              <a:off x="8414654" y="2443026"/>
              <a:ext cx="831559" cy="939363"/>
            </a:xfrm>
            <a:custGeom>
              <a:rect b="b" l="l" r="r" t="t"/>
              <a:pathLst>
                <a:path extrusionOk="0" h="10979" w="10943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5"/>
            <p:cNvSpPr/>
            <p:nvPr/>
          </p:nvSpPr>
          <p:spPr>
            <a:xfrm flipH="1" rot="10800000">
              <a:off x="9229548" y="2443034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5"/>
            <p:cNvSpPr/>
            <p:nvPr/>
          </p:nvSpPr>
          <p:spPr>
            <a:xfrm flipH="1" rot="10800000">
              <a:off x="8578788" y="2630915"/>
              <a:ext cx="831483" cy="936283"/>
            </a:xfrm>
            <a:custGeom>
              <a:rect b="b" l="l" r="r" t="t"/>
              <a:pathLst>
                <a:path extrusionOk="0" h="10943" w="10942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5"/>
            <p:cNvSpPr/>
            <p:nvPr/>
          </p:nvSpPr>
          <p:spPr>
            <a:xfrm flipH="1" rot="10800000">
              <a:off x="8144897" y="2003595"/>
              <a:ext cx="690293" cy="777569"/>
            </a:xfrm>
            <a:custGeom>
              <a:rect b="b" l="l" r="r" t="t"/>
              <a:pathLst>
                <a:path extrusionOk="0" h="9088" w="9084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5"/>
            <p:cNvSpPr/>
            <p:nvPr/>
          </p:nvSpPr>
          <p:spPr>
            <a:xfrm flipH="1" rot="10800000">
              <a:off x="8168529" y="2168980"/>
              <a:ext cx="834370" cy="936198"/>
            </a:xfrm>
            <a:custGeom>
              <a:rect b="b" l="l" r="r" t="t"/>
              <a:pathLst>
                <a:path extrusionOk="0" h="10942" w="1098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 flipH="1" rot="10800000">
              <a:off x="8983423" y="2166165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 flipH="1" rot="10800000">
              <a:off x="8332663" y="2353788"/>
              <a:ext cx="831483" cy="939449"/>
            </a:xfrm>
            <a:custGeom>
              <a:rect b="b" l="l" r="r" t="t"/>
              <a:pathLst>
                <a:path extrusionOk="0" h="10980" w="10942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5"/>
            <p:cNvSpPr/>
            <p:nvPr/>
          </p:nvSpPr>
          <p:spPr>
            <a:xfrm flipH="1" rot="10800000">
              <a:off x="9147557" y="2350545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5"/>
            <p:cNvSpPr/>
            <p:nvPr/>
          </p:nvSpPr>
          <p:spPr>
            <a:xfrm flipH="1" rot="10800000">
              <a:off x="8496721" y="2538596"/>
              <a:ext cx="834370" cy="936198"/>
            </a:xfrm>
            <a:custGeom>
              <a:rect b="b" l="l" r="r" t="t"/>
              <a:pathLst>
                <a:path extrusionOk="0" h="10942" w="1098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 flipH="1" rot="10800000">
              <a:off x="8657967" y="2720153"/>
              <a:ext cx="834370" cy="939363"/>
            </a:xfrm>
            <a:custGeom>
              <a:rect b="b" l="l" r="r" t="t"/>
              <a:pathLst>
                <a:path extrusionOk="0" h="10979" w="1098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5"/>
            <p:cNvSpPr/>
            <p:nvPr/>
          </p:nvSpPr>
          <p:spPr>
            <a:xfrm flipH="1" rot="10800000">
              <a:off x="8083575" y="2994122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5"/>
            <p:cNvSpPr/>
            <p:nvPr/>
          </p:nvSpPr>
          <p:spPr>
            <a:xfrm flipH="1" rot="10800000">
              <a:off x="8264198" y="3197496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5"/>
            <p:cNvSpPr/>
            <p:nvPr/>
          </p:nvSpPr>
          <p:spPr>
            <a:xfrm flipH="1" rot="10800000">
              <a:off x="8247708" y="3178930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5"/>
            <p:cNvSpPr/>
            <p:nvPr/>
          </p:nvSpPr>
          <p:spPr>
            <a:xfrm flipH="1" rot="10800000">
              <a:off x="8411842" y="3363738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5"/>
            <p:cNvSpPr/>
            <p:nvPr/>
          </p:nvSpPr>
          <p:spPr>
            <a:xfrm flipH="1" rot="10800000">
              <a:off x="8411842" y="3363738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5"/>
            <p:cNvSpPr/>
            <p:nvPr/>
          </p:nvSpPr>
          <p:spPr>
            <a:xfrm flipH="1" rot="10800000">
              <a:off x="8575976" y="3548460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 flipH="1" rot="10800000">
              <a:off x="8182131" y="3105092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 flipH="1" rot="10800000">
              <a:off x="8165642" y="3086526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 flipH="1" rot="10800000">
              <a:off x="8329775" y="3271334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 flipH="1" rot="10800000">
              <a:off x="8329775" y="3271334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5"/>
            <p:cNvSpPr/>
            <p:nvPr/>
          </p:nvSpPr>
          <p:spPr>
            <a:xfrm flipH="1" rot="10800000">
              <a:off x="8493909" y="3456142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5"/>
            <p:cNvSpPr/>
            <p:nvPr/>
          </p:nvSpPr>
          <p:spPr>
            <a:xfrm flipH="1" rot="10800000">
              <a:off x="8674532" y="3659431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 flipH="1" rot="10800000">
              <a:off x="8657967" y="3640864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 flipH="1" rot="10800000">
              <a:off x="9059335" y="4722244"/>
              <a:ext cx="446669" cy="502494"/>
            </a:xfrm>
            <a:custGeom>
              <a:rect b="b" l="l" r="r" t="t"/>
              <a:pathLst>
                <a:path extrusionOk="0" h="5873" w="5878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5"/>
            <p:cNvSpPr/>
            <p:nvPr/>
          </p:nvSpPr>
          <p:spPr>
            <a:xfrm flipH="1" rot="10800000">
              <a:off x="9223469" y="4905855"/>
              <a:ext cx="283519" cy="318882"/>
            </a:xfrm>
            <a:custGeom>
              <a:rect b="b" l="l" r="r" t="t"/>
              <a:pathLst>
                <a:path extrusionOk="0" h="3727" w="3731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5"/>
            <p:cNvSpPr/>
            <p:nvPr/>
          </p:nvSpPr>
          <p:spPr>
            <a:xfrm flipH="1" rot="10800000">
              <a:off x="8835779" y="3847490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 flipH="1" rot="10800000">
              <a:off x="8999837" y="4032298"/>
              <a:ext cx="3040" cy="3251"/>
            </a:xfrm>
            <a:custGeom>
              <a:rect b="b" l="l" r="r" t="t"/>
              <a:pathLst>
                <a:path extrusionOk="0" h="38" w="4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 flipH="1" rot="10800000">
              <a:off x="9147557" y="4198540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5"/>
            <p:cNvSpPr/>
            <p:nvPr/>
          </p:nvSpPr>
          <p:spPr>
            <a:xfrm flipH="1" rot="10800000">
              <a:off x="7935930" y="4675875"/>
              <a:ext cx="2964" cy="2909"/>
            </a:xfrm>
            <a:custGeom>
              <a:rect b="b" l="l" r="r" t="t"/>
              <a:pathLst>
                <a:path extrusionOk="0" h="34" w="39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5"/>
            <p:cNvSpPr/>
            <p:nvPr/>
          </p:nvSpPr>
          <p:spPr>
            <a:xfrm flipH="1" rot="10800000">
              <a:off x="8753712" y="3755171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 flipH="1" rot="10800000">
              <a:off x="7922328" y="3739763"/>
              <a:ext cx="831483" cy="936198"/>
            </a:xfrm>
            <a:custGeom>
              <a:rect b="b" l="l" r="r" t="t"/>
              <a:pathLst>
                <a:path extrusionOk="0" h="10942" w="10942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 flipH="1" rot="10800000">
              <a:off x="8737222" y="3736519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5"/>
            <p:cNvSpPr/>
            <p:nvPr/>
          </p:nvSpPr>
          <p:spPr>
            <a:xfrm flipH="1" rot="10800000">
              <a:off x="8083575" y="4842116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5"/>
            <p:cNvSpPr/>
            <p:nvPr/>
          </p:nvSpPr>
          <p:spPr>
            <a:xfrm flipH="1" rot="10800000">
              <a:off x="8086386" y="3924571"/>
              <a:ext cx="831483" cy="935770"/>
            </a:xfrm>
            <a:custGeom>
              <a:rect b="b" l="l" r="r" t="t"/>
              <a:pathLst>
                <a:path extrusionOk="0" h="10937" w="10942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 flipH="1" rot="10800000">
              <a:off x="8901280" y="3921328"/>
              <a:ext cx="3040" cy="3337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 flipH="1" rot="10800000">
              <a:off x="8901280" y="3921327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 flipH="1" rot="10800000">
              <a:off x="8250596" y="4109379"/>
              <a:ext cx="831407" cy="935684"/>
            </a:xfrm>
            <a:custGeom>
              <a:rect b="b" l="l" r="r" t="t"/>
              <a:pathLst>
                <a:path extrusionOk="0" h="10936" w="10941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 flipH="1" rot="10800000">
              <a:off x="9065490" y="4106135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 flipH="1" rot="10800000">
              <a:off x="9246113" y="4309510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 flipH="1" rot="10800000">
              <a:off x="8414654" y="4294101"/>
              <a:ext cx="831559" cy="930636"/>
            </a:xfrm>
            <a:custGeom>
              <a:rect b="b" l="l" r="r" t="t"/>
              <a:pathLst>
                <a:path extrusionOk="0" h="10877" w="10943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5"/>
            <p:cNvSpPr/>
            <p:nvPr/>
          </p:nvSpPr>
          <p:spPr>
            <a:xfrm flipH="1" rot="10800000">
              <a:off x="9229548" y="4290943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5"/>
            <p:cNvSpPr/>
            <p:nvPr/>
          </p:nvSpPr>
          <p:spPr>
            <a:xfrm flipH="1" rot="10800000">
              <a:off x="8731067" y="4478997"/>
              <a:ext cx="679199" cy="745741"/>
            </a:xfrm>
            <a:custGeom>
              <a:rect b="b" l="l" r="r" t="t"/>
              <a:pathLst>
                <a:path extrusionOk="0" h="8716" w="8938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5"/>
            <p:cNvSpPr/>
            <p:nvPr/>
          </p:nvSpPr>
          <p:spPr>
            <a:xfrm flipH="1" rot="10800000">
              <a:off x="8001508" y="3828916"/>
              <a:ext cx="834370" cy="939021"/>
            </a:xfrm>
            <a:custGeom>
              <a:rect b="b" l="l" r="r" t="t"/>
              <a:pathLst>
                <a:path extrusionOk="0" h="10975" w="1098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5"/>
            <p:cNvSpPr/>
            <p:nvPr/>
          </p:nvSpPr>
          <p:spPr>
            <a:xfrm flipH="1" rot="10800000">
              <a:off x="8819213" y="3828923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5"/>
            <p:cNvSpPr/>
            <p:nvPr/>
          </p:nvSpPr>
          <p:spPr>
            <a:xfrm flipH="1" rot="10800000">
              <a:off x="8168529" y="4016975"/>
              <a:ext cx="831407" cy="935684"/>
            </a:xfrm>
            <a:custGeom>
              <a:rect b="b" l="l" r="r" t="t"/>
              <a:pathLst>
                <a:path extrusionOk="0" h="10936" w="10941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5"/>
            <p:cNvSpPr/>
            <p:nvPr/>
          </p:nvSpPr>
          <p:spPr>
            <a:xfrm flipH="1" rot="10800000">
              <a:off x="8983423" y="4013731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5"/>
            <p:cNvSpPr/>
            <p:nvPr/>
          </p:nvSpPr>
          <p:spPr>
            <a:xfrm flipH="1" rot="10800000">
              <a:off x="8332663" y="4201697"/>
              <a:ext cx="834294" cy="939021"/>
            </a:xfrm>
            <a:custGeom>
              <a:rect b="b" l="l" r="r" t="t"/>
              <a:pathLst>
                <a:path extrusionOk="0" h="10975" w="10979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5"/>
            <p:cNvSpPr/>
            <p:nvPr/>
          </p:nvSpPr>
          <p:spPr>
            <a:xfrm flipH="1" rot="10800000">
              <a:off x="9147557" y="4198539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5"/>
            <p:cNvSpPr/>
            <p:nvPr/>
          </p:nvSpPr>
          <p:spPr>
            <a:xfrm flipH="1" rot="10800000">
              <a:off x="8567010" y="4386506"/>
              <a:ext cx="761192" cy="838231"/>
            </a:xfrm>
            <a:custGeom>
              <a:rect b="b" l="l" r="r" t="t"/>
              <a:pathLst>
                <a:path extrusionOk="0" h="9797" w="10017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5"/>
            <p:cNvSpPr/>
            <p:nvPr/>
          </p:nvSpPr>
          <p:spPr>
            <a:xfrm flipH="1" rot="10800000">
              <a:off x="8895277" y="4571401"/>
              <a:ext cx="597053" cy="653336"/>
            </a:xfrm>
            <a:custGeom>
              <a:rect b="b" l="l" r="r" t="t"/>
              <a:pathLst>
                <a:path extrusionOk="0" h="7636" w="7857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5"/>
            <p:cNvSpPr/>
            <p:nvPr/>
          </p:nvSpPr>
          <p:spPr>
            <a:xfrm flipH="1" rot="10800000">
              <a:off x="7919517" y="4657223"/>
              <a:ext cx="19377" cy="21561"/>
            </a:xfrm>
            <a:custGeom>
              <a:rect b="b" l="l" r="r" t="t"/>
              <a:pathLst>
                <a:path extrusionOk="0" h="252" w="255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5"/>
            <p:cNvSpPr/>
            <p:nvPr/>
          </p:nvSpPr>
          <p:spPr>
            <a:xfrm flipH="1" rot="10800000">
              <a:off x="8083575" y="4842116"/>
              <a:ext cx="19453" cy="21390"/>
            </a:xfrm>
            <a:custGeom>
              <a:rect b="b" l="l" r="r" t="t"/>
              <a:pathLst>
                <a:path extrusionOk="0" h="250" w="256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35"/>
            <p:cNvSpPr/>
            <p:nvPr/>
          </p:nvSpPr>
          <p:spPr>
            <a:xfrm flipH="1" rot="10800000">
              <a:off x="8018073" y="4767851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5"/>
            <p:cNvSpPr/>
            <p:nvPr/>
          </p:nvSpPr>
          <p:spPr>
            <a:xfrm flipH="1" rot="10800000">
              <a:off x="8001508" y="4749627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35"/>
            <p:cNvSpPr/>
            <p:nvPr/>
          </p:nvSpPr>
          <p:spPr>
            <a:xfrm flipH="1" rot="10800000">
              <a:off x="8182131" y="4952573"/>
              <a:ext cx="2888" cy="3422"/>
            </a:xfrm>
            <a:custGeom>
              <a:rect b="b" l="l" r="r" t="t"/>
              <a:pathLst>
                <a:path extrusionOk="0" h="40" w="38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35"/>
            <p:cNvSpPr/>
            <p:nvPr/>
          </p:nvSpPr>
          <p:spPr>
            <a:xfrm flipH="1" rot="10800000">
              <a:off x="8165642" y="4934520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5"/>
            <p:cNvSpPr/>
            <p:nvPr/>
          </p:nvSpPr>
          <p:spPr>
            <a:xfrm flipH="1" rot="10800000">
              <a:off x="8343377" y="3293151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35"/>
            <p:cNvSpPr/>
            <p:nvPr/>
          </p:nvSpPr>
          <p:spPr>
            <a:xfrm flipH="1" rot="10800000">
              <a:off x="8655156" y="3644201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35"/>
            <p:cNvSpPr/>
            <p:nvPr/>
          </p:nvSpPr>
          <p:spPr>
            <a:xfrm flipH="1" rot="10800000">
              <a:off x="7099152" y="3523903"/>
              <a:ext cx="221587" cy="228017"/>
            </a:xfrm>
            <a:custGeom>
              <a:rect b="b" l="l" r="r" t="t"/>
              <a:pathLst>
                <a:path extrusionOk="0" h="2665" w="2916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35"/>
            <p:cNvSpPr/>
            <p:nvPr/>
          </p:nvSpPr>
          <p:spPr>
            <a:xfrm flipH="1" rot="10800000">
              <a:off x="7266173" y="3000616"/>
              <a:ext cx="831103" cy="936198"/>
            </a:xfrm>
            <a:custGeom>
              <a:rect b="b" l="l" r="r" t="t"/>
              <a:pathLst>
                <a:path extrusionOk="0" h="10942" w="10937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5"/>
            <p:cNvSpPr/>
            <p:nvPr/>
          </p:nvSpPr>
          <p:spPr>
            <a:xfrm flipH="1" rot="10800000">
              <a:off x="8080763" y="2997373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35"/>
            <p:cNvSpPr/>
            <p:nvPr/>
          </p:nvSpPr>
          <p:spPr>
            <a:xfrm flipH="1" rot="10800000">
              <a:off x="7429927" y="3185339"/>
              <a:ext cx="831483" cy="936198"/>
            </a:xfrm>
            <a:custGeom>
              <a:rect b="b" l="l" r="r" t="t"/>
              <a:pathLst>
                <a:path extrusionOk="0" h="10942" w="10942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35"/>
            <p:cNvSpPr/>
            <p:nvPr/>
          </p:nvSpPr>
          <p:spPr>
            <a:xfrm flipH="1" rot="10800000">
              <a:off x="8261310" y="3200747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35"/>
            <p:cNvSpPr/>
            <p:nvPr/>
          </p:nvSpPr>
          <p:spPr>
            <a:xfrm flipH="1" rot="10800000">
              <a:off x="8244821" y="3182181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5"/>
            <p:cNvSpPr/>
            <p:nvPr/>
          </p:nvSpPr>
          <p:spPr>
            <a:xfrm flipH="1" rot="10800000">
              <a:off x="8408955" y="3366903"/>
              <a:ext cx="2964" cy="3422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5"/>
            <p:cNvSpPr/>
            <p:nvPr/>
          </p:nvSpPr>
          <p:spPr>
            <a:xfrm flipH="1" rot="10800000">
              <a:off x="7591173" y="4287778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5"/>
            <p:cNvSpPr/>
            <p:nvPr/>
          </p:nvSpPr>
          <p:spPr>
            <a:xfrm flipH="1" rot="10800000">
              <a:off x="7594061" y="3370232"/>
              <a:ext cx="831483" cy="936112"/>
            </a:xfrm>
            <a:custGeom>
              <a:rect b="b" l="l" r="r" t="t"/>
              <a:pathLst>
                <a:path extrusionOk="0" h="10941" w="10942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5"/>
            <p:cNvSpPr/>
            <p:nvPr/>
          </p:nvSpPr>
          <p:spPr>
            <a:xfrm flipH="1" rot="10800000">
              <a:off x="8408955" y="3366903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5"/>
            <p:cNvSpPr/>
            <p:nvPr/>
          </p:nvSpPr>
          <p:spPr>
            <a:xfrm flipH="1" rot="10800000">
              <a:off x="7758195" y="3554955"/>
              <a:ext cx="831407" cy="936198"/>
            </a:xfrm>
            <a:custGeom>
              <a:rect b="b" l="l" r="r" t="t"/>
              <a:pathLst>
                <a:path extrusionOk="0" h="10942" w="10941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5"/>
            <p:cNvSpPr/>
            <p:nvPr/>
          </p:nvSpPr>
          <p:spPr>
            <a:xfrm flipH="1" rot="10800000">
              <a:off x="8573089" y="3551797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5"/>
            <p:cNvSpPr/>
            <p:nvPr/>
          </p:nvSpPr>
          <p:spPr>
            <a:xfrm flipH="1" rot="10800000">
              <a:off x="7184182" y="3431925"/>
              <a:ext cx="382458" cy="412399"/>
            </a:xfrm>
            <a:custGeom>
              <a:rect b="b" l="l" r="r" t="t"/>
              <a:pathLst>
                <a:path extrusionOk="0" h="4820" w="5033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35"/>
            <p:cNvSpPr/>
            <p:nvPr/>
          </p:nvSpPr>
          <p:spPr>
            <a:xfrm flipH="1" rot="10800000">
              <a:off x="8179319" y="3108258"/>
              <a:ext cx="2888" cy="3422"/>
            </a:xfrm>
            <a:custGeom>
              <a:rect b="b" l="l" r="r" t="t"/>
              <a:pathLst>
                <a:path extrusionOk="0" h="40" w="38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5"/>
            <p:cNvSpPr/>
            <p:nvPr/>
          </p:nvSpPr>
          <p:spPr>
            <a:xfrm flipH="1" rot="10800000">
              <a:off x="7348240" y="3092935"/>
              <a:ext cx="831179" cy="939449"/>
            </a:xfrm>
            <a:custGeom>
              <a:rect b="b" l="l" r="r" t="t"/>
              <a:pathLst>
                <a:path extrusionOk="0" h="10980" w="10938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5"/>
            <p:cNvSpPr/>
            <p:nvPr/>
          </p:nvSpPr>
          <p:spPr>
            <a:xfrm flipH="1" rot="10800000">
              <a:off x="8162754" y="3089777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35"/>
            <p:cNvSpPr/>
            <p:nvPr/>
          </p:nvSpPr>
          <p:spPr>
            <a:xfrm flipH="1" rot="10800000">
              <a:off x="7509182" y="3274491"/>
              <a:ext cx="834294" cy="939449"/>
            </a:xfrm>
            <a:custGeom>
              <a:rect b="b" l="l" r="r" t="t"/>
              <a:pathLst>
                <a:path extrusionOk="0" h="10980" w="10979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5"/>
            <p:cNvSpPr/>
            <p:nvPr/>
          </p:nvSpPr>
          <p:spPr>
            <a:xfrm flipH="1" rot="10800000">
              <a:off x="8326888" y="3274499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5"/>
            <p:cNvSpPr/>
            <p:nvPr/>
          </p:nvSpPr>
          <p:spPr>
            <a:xfrm flipH="1" rot="10800000">
              <a:off x="7676204" y="3462551"/>
              <a:ext cx="831407" cy="936112"/>
            </a:xfrm>
            <a:custGeom>
              <a:rect b="b" l="l" r="r" t="t"/>
              <a:pathLst>
                <a:path extrusionOk="0" h="10941" w="10941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5"/>
            <p:cNvSpPr/>
            <p:nvPr/>
          </p:nvSpPr>
          <p:spPr>
            <a:xfrm flipH="1" rot="10800000">
              <a:off x="8491098" y="3459307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35"/>
            <p:cNvSpPr/>
            <p:nvPr/>
          </p:nvSpPr>
          <p:spPr>
            <a:xfrm flipH="1" rot="10800000">
              <a:off x="7840261" y="3647359"/>
              <a:ext cx="834370" cy="939021"/>
            </a:xfrm>
            <a:custGeom>
              <a:rect b="b" l="l" r="r" t="t"/>
              <a:pathLst>
                <a:path extrusionOk="0" h="10975" w="1098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5"/>
            <p:cNvSpPr/>
            <p:nvPr/>
          </p:nvSpPr>
          <p:spPr>
            <a:xfrm flipH="1" rot="10800000">
              <a:off x="8655156" y="3644201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5"/>
            <p:cNvSpPr/>
            <p:nvPr/>
          </p:nvSpPr>
          <p:spPr>
            <a:xfrm flipH="1" rot="10800000">
              <a:off x="7115337" y="3751835"/>
              <a:ext cx="2964" cy="3422"/>
            </a:xfrm>
            <a:custGeom>
              <a:rect b="b" l="l" r="r" t="t"/>
              <a:pathLst>
                <a:path extrusionOk="0" h="40" w="39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5"/>
            <p:cNvSpPr/>
            <p:nvPr/>
          </p:nvSpPr>
          <p:spPr>
            <a:xfrm flipH="1" rot="10800000">
              <a:off x="7099152" y="3733354"/>
              <a:ext cx="19149" cy="21903"/>
            </a:xfrm>
            <a:custGeom>
              <a:rect b="b" l="l" r="r" t="t"/>
              <a:pathLst>
                <a:path extrusionOk="0" h="256" w="252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5"/>
            <p:cNvSpPr/>
            <p:nvPr/>
          </p:nvSpPr>
          <p:spPr>
            <a:xfrm flipH="1" rot="10800000">
              <a:off x="7263361" y="3918076"/>
              <a:ext cx="18998" cy="21903"/>
            </a:xfrm>
            <a:custGeom>
              <a:rect b="b" l="l" r="r" t="t"/>
              <a:pathLst>
                <a:path extrusionOk="0" h="256" w="25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5"/>
            <p:cNvSpPr/>
            <p:nvPr/>
          </p:nvSpPr>
          <p:spPr>
            <a:xfrm flipH="1" rot="10800000">
              <a:off x="7427495" y="4102884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5"/>
            <p:cNvSpPr/>
            <p:nvPr/>
          </p:nvSpPr>
          <p:spPr>
            <a:xfrm flipH="1" rot="10800000">
              <a:off x="7591173" y="4287778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5"/>
            <p:cNvSpPr/>
            <p:nvPr/>
          </p:nvSpPr>
          <p:spPr>
            <a:xfrm flipH="1" rot="10800000">
              <a:off x="7755307" y="4472500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5"/>
            <p:cNvSpPr/>
            <p:nvPr/>
          </p:nvSpPr>
          <p:spPr>
            <a:xfrm flipH="1" rot="10800000">
              <a:off x="7181219" y="3825758"/>
              <a:ext cx="19073" cy="21818"/>
            </a:xfrm>
            <a:custGeom>
              <a:rect b="b" l="l" r="r" t="t"/>
              <a:pathLst>
                <a:path extrusionOk="0" h="255" w="251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5"/>
            <p:cNvSpPr/>
            <p:nvPr/>
          </p:nvSpPr>
          <p:spPr>
            <a:xfrm flipH="1" rot="10800000">
              <a:off x="7345428" y="4010480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35"/>
            <p:cNvSpPr/>
            <p:nvPr/>
          </p:nvSpPr>
          <p:spPr>
            <a:xfrm flipH="1" rot="10800000">
              <a:off x="7345428" y="4010480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5"/>
            <p:cNvSpPr/>
            <p:nvPr/>
          </p:nvSpPr>
          <p:spPr>
            <a:xfrm flipH="1" rot="10800000">
              <a:off x="7525672" y="4213855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5"/>
            <p:cNvSpPr/>
            <p:nvPr/>
          </p:nvSpPr>
          <p:spPr>
            <a:xfrm flipH="1" rot="10800000">
              <a:off x="7509486" y="4195288"/>
              <a:ext cx="19073" cy="21818"/>
            </a:xfrm>
            <a:custGeom>
              <a:rect b="b" l="l" r="r" t="t"/>
              <a:pathLst>
                <a:path extrusionOk="0" h="255" w="251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5"/>
            <p:cNvSpPr/>
            <p:nvPr/>
          </p:nvSpPr>
          <p:spPr>
            <a:xfrm flipH="1" rot="10800000">
              <a:off x="7673240" y="4380096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5"/>
            <p:cNvSpPr/>
            <p:nvPr/>
          </p:nvSpPr>
          <p:spPr>
            <a:xfrm flipH="1" rot="10800000">
              <a:off x="7837450" y="4564904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5"/>
            <p:cNvSpPr/>
            <p:nvPr/>
          </p:nvSpPr>
          <p:spPr>
            <a:xfrm flipH="1" rot="10800000">
              <a:off x="7837450" y="4564904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5"/>
            <p:cNvSpPr/>
            <p:nvPr/>
          </p:nvSpPr>
          <p:spPr>
            <a:xfrm flipH="1" rot="10800000">
              <a:off x="7017161" y="3571561"/>
              <a:ext cx="97115" cy="87956"/>
            </a:xfrm>
            <a:custGeom>
              <a:rect b="b" l="l" r="r" t="t"/>
              <a:pathLst>
                <a:path extrusionOk="0" h="1028" w="1278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5"/>
            <p:cNvSpPr/>
            <p:nvPr/>
          </p:nvSpPr>
          <p:spPr>
            <a:xfrm flipH="1" rot="10800000">
              <a:off x="7033270" y="3659431"/>
              <a:ext cx="2964" cy="3337"/>
            </a:xfrm>
            <a:custGeom>
              <a:rect b="b" l="l" r="r" t="t"/>
              <a:pathLst>
                <a:path extrusionOk="0" h="39" w="39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5"/>
            <p:cNvSpPr/>
            <p:nvPr/>
          </p:nvSpPr>
          <p:spPr>
            <a:xfrm flipH="1" rot="10800000">
              <a:off x="7017161" y="3640864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5"/>
            <p:cNvSpPr/>
            <p:nvPr/>
          </p:nvSpPr>
          <p:spPr>
            <a:xfrm flipH="1" rot="10800000">
              <a:off x="7933043" y="4678698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5"/>
            <p:cNvSpPr/>
            <p:nvPr/>
          </p:nvSpPr>
          <p:spPr>
            <a:xfrm flipH="1" rot="10800000">
              <a:off x="8080763" y="4845282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5"/>
            <p:cNvSpPr/>
            <p:nvPr/>
          </p:nvSpPr>
          <p:spPr>
            <a:xfrm flipH="1" rot="10800000">
              <a:off x="7998696" y="4752964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5"/>
            <p:cNvSpPr/>
            <p:nvPr/>
          </p:nvSpPr>
          <p:spPr>
            <a:xfrm flipH="1" rot="10800000">
              <a:off x="7418529" y="4663721"/>
              <a:ext cx="514604" cy="561017"/>
            </a:xfrm>
            <a:custGeom>
              <a:rect b="b" l="l" r="r" t="t"/>
              <a:pathLst>
                <a:path extrusionOk="0" h="6557" w="6772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5"/>
            <p:cNvSpPr/>
            <p:nvPr/>
          </p:nvSpPr>
          <p:spPr>
            <a:xfrm flipH="1" rot="10800000">
              <a:off x="7916553" y="4660559"/>
              <a:ext cx="19453" cy="21390"/>
            </a:xfrm>
            <a:custGeom>
              <a:rect b="b" l="l" r="r" t="t"/>
              <a:pathLst>
                <a:path extrusionOk="0" h="250" w="256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5"/>
            <p:cNvSpPr/>
            <p:nvPr/>
          </p:nvSpPr>
          <p:spPr>
            <a:xfrm flipH="1" rot="10800000">
              <a:off x="7746720" y="4848530"/>
              <a:ext cx="350542" cy="376207"/>
            </a:xfrm>
            <a:custGeom>
              <a:rect b="b" l="l" r="r" t="t"/>
              <a:pathLst>
                <a:path extrusionOk="0" h="4397" w="4613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5"/>
            <p:cNvSpPr/>
            <p:nvPr/>
          </p:nvSpPr>
          <p:spPr>
            <a:xfrm flipH="1" rot="10800000">
              <a:off x="8080763" y="4845282"/>
              <a:ext cx="19377" cy="21561"/>
            </a:xfrm>
            <a:custGeom>
              <a:rect b="b" l="l" r="r" t="t"/>
              <a:pathLst>
                <a:path extrusionOk="0" h="252" w="255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5"/>
            <p:cNvSpPr/>
            <p:nvPr/>
          </p:nvSpPr>
          <p:spPr>
            <a:xfrm flipH="1" rot="10800000">
              <a:off x="7582587" y="4756125"/>
              <a:ext cx="432611" cy="468612"/>
            </a:xfrm>
            <a:custGeom>
              <a:rect b="b" l="l" r="r" t="t"/>
              <a:pathLst>
                <a:path extrusionOk="0" h="5477" w="5693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5"/>
            <p:cNvSpPr/>
            <p:nvPr/>
          </p:nvSpPr>
          <p:spPr>
            <a:xfrm flipH="1" rot="10800000">
              <a:off x="7998696" y="4752963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5"/>
            <p:cNvSpPr/>
            <p:nvPr/>
          </p:nvSpPr>
          <p:spPr>
            <a:xfrm flipH="1" rot="10800000">
              <a:off x="8179319" y="4955910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5"/>
            <p:cNvSpPr/>
            <p:nvPr/>
          </p:nvSpPr>
          <p:spPr>
            <a:xfrm flipH="1" rot="10800000">
              <a:off x="7910854" y="4940935"/>
              <a:ext cx="268549" cy="283803"/>
            </a:xfrm>
            <a:custGeom>
              <a:rect b="b" l="l" r="r" t="t"/>
              <a:pathLst>
                <a:path extrusionOk="0" h="3317" w="3534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5"/>
            <p:cNvSpPr/>
            <p:nvPr/>
          </p:nvSpPr>
          <p:spPr>
            <a:xfrm flipH="1" rot="10800000">
              <a:off x="8162754" y="4937686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5"/>
            <p:cNvSpPr/>
            <p:nvPr/>
          </p:nvSpPr>
          <p:spPr>
            <a:xfrm flipH="1" rot="10800000">
              <a:off x="7096340" y="3736519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5"/>
            <p:cNvSpPr/>
            <p:nvPr/>
          </p:nvSpPr>
          <p:spPr>
            <a:xfrm flipH="1" rot="10800000">
              <a:off x="7588362" y="4290944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5"/>
            <p:cNvSpPr/>
            <p:nvPr/>
          </p:nvSpPr>
          <p:spPr>
            <a:xfrm flipH="1" rot="10800000">
              <a:off x="7358650" y="4032298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5"/>
            <p:cNvSpPr/>
            <p:nvPr/>
          </p:nvSpPr>
          <p:spPr>
            <a:xfrm flipH="1" rot="10800000">
              <a:off x="7506675" y="4198540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5"/>
            <p:cNvSpPr/>
            <p:nvPr/>
          </p:nvSpPr>
          <p:spPr>
            <a:xfrm flipH="1" rot="10800000">
              <a:off x="7851052" y="4586294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5"/>
            <p:cNvSpPr/>
            <p:nvPr/>
          </p:nvSpPr>
          <p:spPr>
            <a:xfrm flipH="1" rot="10800000">
              <a:off x="6281446" y="3739763"/>
              <a:ext cx="833990" cy="936198"/>
            </a:xfrm>
            <a:custGeom>
              <a:rect b="b" l="l" r="r" t="t"/>
              <a:pathLst>
                <a:path extrusionOk="0" h="10942" w="10975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5"/>
            <p:cNvSpPr/>
            <p:nvPr/>
          </p:nvSpPr>
          <p:spPr>
            <a:xfrm flipH="1" rot="10800000">
              <a:off x="6295048" y="4675875"/>
              <a:ext cx="3040" cy="2909"/>
            </a:xfrm>
            <a:custGeom>
              <a:rect b="b" l="l" r="r" t="t"/>
              <a:pathLst>
                <a:path extrusionOk="0" h="34" w="4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5"/>
            <p:cNvSpPr/>
            <p:nvPr/>
          </p:nvSpPr>
          <p:spPr>
            <a:xfrm flipH="1" rot="10800000">
              <a:off x="7096340" y="3736519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5"/>
            <p:cNvSpPr/>
            <p:nvPr/>
          </p:nvSpPr>
          <p:spPr>
            <a:xfrm flipH="1" rot="10800000">
              <a:off x="6444364" y="3924571"/>
              <a:ext cx="832318" cy="935770"/>
            </a:xfrm>
            <a:custGeom>
              <a:rect b="b" l="l" r="r" t="t"/>
              <a:pathLst>
                <a:path extrusionOk="0" h="10937" w="10953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5"/>
            <p:cNvSpPr/>
            <p:nvPr/>
          </p:nvSpPr>
          <p:spPr>
            <a:xfrm flipH="1" rot="10800000">
              <a:off x="7260474" y="3921327"/>
              <a:ext cx="19073" cy="21818"/>
            </a:xfrm>
            <a:custGeom>
              <a:rect b="b" l="l" r="r" t="t"/>
              <a:pathLst>
                <a:path extrusionOk="0" h="255" w="251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5"/>
            <p:cNvSpPr/>
            <p:nvPr/>
          </p:nvSpPr>
          <p:spPr>
            <a:xfrm flipH="1" rot="10800000">
              <a:off x="6609714" y="4109379"/>
              <a:ext cx="831103" cy="935684"/>
            </a:xfrm>
            <a:custGeom>
              <a:rect b="b" l="l" r="r" t="t"/>
              <a:pathLst>
                <a:path extrusionOk="0" h="10936" w="10937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 flipH="1" rot="10800000">
              <a:off x="7424608" y="4106135"/>
              <a:ext cx="18998" cy="21903"/>
            </a:xfrm>
            <a:custGeom>
              <a:rect b="b" l="l" r="r" t="t"/>
              <a:pathLst>
                <a:path extrusionOk="0" h="256" w="25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5"/>
            <p:cNvSpPr/>
            <p:nvPr/>
          </p:nvSpPr>
          <p:spPr>
            <a:xfrm flipH="1" rot="10800000">
              <a:off x="6770960" y="4294101"/>
              <a:ext cx="833914" cy="930636"/>
            </a:xfrm>
            <a:custGeom>
              <a:rect b="b" l="l" r="r" t="t"/>
              <a:pathLst>
                <a:path extrusionOk="0" h="10877" w="10974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5"/>
            <p:cNvSpPr/>
            <p:nvPr/>
          </p:nvSpPr>
          <p:spPr>
            <a:xfrm flipH="1" rot="10800000">
              <a:off x="7588362" y="4290943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5"/>
            <p:cNvSpPr/>
            <p:nvPr/>
          </p:nvSpPr>
          <p:spPr>
            <a:xfrm flipH="1" rot="10800000">
              <a:off x="7090261" y="4478997"/>
              <a:ext cx="678819" cy="745741"/>
            </a:xfrm>
            <a:custGeom>
              <a:rect b="b" l="l" r="r" t="t"/>
              <a:pathLst>
                <a:path extrusionOk="0" h="8716" w="8933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5"/>
            <p:cNvSpPr/>
            <p:nvPr/>
          </p:nvSpPr>
          <p:spPr>
            <a:xfrm flipH="1" rot="10800000">
              <a:off x="7752495" y="4475666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5"/>
            <p:cNvSpPr/>
            <p:nvPr/>
          </p:nvSpPr>
          <p:spPr>
            <a:xfrm flipH="1" rot="10800000">
              <a:off x="6363513" y="3832081"/>
              <a:ext cx="831179" cy="935855"/>
            </a:xfrm>
            <a:custGeom>
              <a:rect b="b" l="l" r="r" t="t"/>
              <a:pathLst>
                <a:path extrusionOk="0" h="10938" w="10938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5"/>
            <p:cNvSpPr/>
            <p:nvPr/>
          </p:nvSpPr>
          <p:spPr>
            <a:xfrm flipH="1" rot="10800000">
              <a:off x="7178407" y="3828923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5"/>
            <p:cNvSpPr/>
            <p:nvPr/>
          </p:nvSpPr>
          <p:spPr>
            <a:xfrm flipH="1" rot="10800000">
              <a:off x="6524759" y="4934520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5"/>
            <p:cNvSpPr/>
            <p:nvPr/>
          </p:nvSpPr>
          <p:spPr>
            <a:xfrm flipH="1" rot="10800000">
              <a:off x="6527571" y="4014151"/>
              <a:ext cx="831179" cy="938508"/>
            </a:xfrm>
            <a:custGeom>
              <a:rect b="b" l="l" r="r" t="t"/>
              <a:pathLst>
                <a:path extrusionOk="0" h="10969" w="10938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5"/>
            <p:cNvSpPr/>
            <p:nvPr/>
          </p:nvSpPr>
          <p:spPr>
            <a:xfrm flipH="1" rot="10800000">
              <a:off x="7342465" y="4013731"/>
              <a:ext cx="19073" cy="21818"/>
            </a:xfrm>
            <a:custGeom>
              <a:rect b="b" l="l" r="r" t="t"/>
              <a:pathLst>
                <a:path extrusionOk="0" h="255" w="251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5"/>
            <p:cNvSpPr/>
            <p:nvPr/>
          </p:nvSpPr>
          <p:spPr>
            <a:xfrm flipH="1" rot="10800000">
              <a:off x="6691781" y="4201697"/>
              <a:ext cx="832926" cy="937224"/>
            </a:xfrm>
            <a:custGeom>
              <a:rect b="b" l="l" r="r" t="t"/>
              <a:pathLst>
                <a:path extrusionOk="0" h="10954" w="10961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5"/>
            <p:cNvSpPr/>
            <p:nvPr/>
          </p:nvSpPr>
          <p:spPr>
            <a:xfrm flipH="1" rot="10800000">
              <a:off x="7506675" y="4198539"/>
              <a:ext cx="19073" cy="21903"/>
            </a:xfrm>
            <a:custGeom>
              <a:rect b="b" l="l" r="r" t="t"/>
              <a:pathLst>
                <a:path extrusionOk="0" h="256" w="251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5"/>
            <p:cNvSpPr/>
            <p:nvPr/>
          </p:nvSpPr>
          <p:spPr>
            <a:xfrm flipH="1" rot="10800000">
              <a:off x="6926127" y="4386506"/>
              <a:ext cx="760888" cy="838231"/>
            </a:xfrm>
            <a:custGeom>
              <a:rect b="b" l="l" r="r" t="t"/>
              <a:pathLst>
                <a:path extrusionOk="0" h="9797" w="10013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5"/>
            <p:cNvSpPr/>
            <p:nvPr/>
          </p:nvSpPr>
          <p:spPr>
            <a:xfrm flipH="1" rot="10800000">
              <a:off x="7670429" y="4383347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5"/>
            <p:cNvSpPr/>
            <p:nvPr/>
          </p:nvSpPr>
          <p:spPr>
            <a:xfrm flipH="1" rot="10800000">
              <a:off x="7254319" y="4571401"/>
              <a:ext cx="596825" cy="653336"/>
            </a:xfrm>
            <a:custGeom>
              <a:rect b="b" l="l" r="r" t="t"/>
              <a:pathLst>
                <a:path extrusionOk="0" h="7636" w="7854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5"/>
            <p:cNvSpPr/>
            <p:nvPr/>
          </p:nvSpPr>
          <p:spPr>
            <a:xfrm flipH="1" rot="10800000">
              <a:off x="7834486" y="4568070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5"/>
            <p:cNvSpPr/>
            <p:nvPr/>
          </p:nvSpPr>
          <p:spPr>
            <a:xfrm flipH="1" rot="10800000">
              <a:off x="6278634" y="4657223"/>
              <a:ext cx="19453" cy="21561"/>
            </a:xfrm>
            <a:custGeom>
              <a:rect b="b" l="l" r="r" t="t"/>
              <a:pathLst>
                <a:path extrusionOk="0" h="252" w="256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5"/>
            <p:cNvSpPr/>
            <p:nvPr/>
          </p:nvSpPr>
          <p:spPr>
            <a:xfrm flipH="1" rot="10800000">
              <a:off x="6459258" y="4860255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5"/>
            <p:cNvSpPr/>
            <p:nvPr/>
          </p:nvSpPr>
          <p:spPr>
            <a:xfrm flipH="1" rot="10800000">
              <a:off x="6442692" y="4842116"/>
              <a:ext cx="19453" cy="21390"/>
            </a:xfrm>
            <a:custGeom>
              <a:rect b="b" l="l" r="r" t="t"/>
              <a:pathLst>
                <a:path extrusionOk="0" h="250" w="256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5"/>
            <p:cNvSpPr/>
            <p:nvPr/>
          </p:nvSpPr>
          <p:spPr>
            <a:xfrm flipH="1" rot="10800000">
              <a:off x="6360701" y="4749627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5"/>
            <p:cNvSpPr/>
            <p:nvPr/>
          </p:nvSpPr>
          <p:spPr>
            <a:xfrm flipH="1" rot="10800000">
              <a:off x="6524759" y="4934520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5"/>
            <p:cNvSpPr/>
            <p:nvPr/>
          </p:nvSpPr>
          <p:spPr>
            <a:xfrm flipH="1" rot="10800000">
              <a:off x="7014273" y="3644201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5"/>
            <p:cNvSpPr/>
            <p:nvPr/>
          </p:nvSpPr>
          <p:spPr>
            <a:xfrm flipH="1" rot="10800000">
              <a:off x="5953178" y="3674398"/>
              <a:ext cx="577448" cy="631946"/>
            </a:xfrm>
            <a:custGeom>
              <a:rect b="b" l="l" r="r" t="t"/>
              <a:pathLst>
                <a:path extrusionOk="0" h="7386" w="7599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5"/>
            <p:cNvSpPr/>
            <p:nvPr/>
          </p:nvSpPr>
          <p:spPr>
            <a:xfrm flipH="1" rot="10800000">
              <a:off x="6114425" y="3603382"/>
              <a:ext cx="807850" cy="887771"/>
            </a:xfrm>
            <a:custGeom>
              <a:rect b="b" l="l" r="r" t="t"/>
              <a:pathLst>
                <a:path extrusionOk="0" h="10376" w="10631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5"/>
            <p:cNvSpPr/>
            <p:nvPr/>
          </p:nvSpPr>
          <p:spPr>
            <a:xfrm flipH="1" rot="10800000">
              <a:off x="5871111" y="3749007"/>
              <a:ext cx="429419" cy="464933"/>
            </a:xfrm>
            <a:custGeom>
              <a:rect b="b" l="l" r="r" t="t"/>
              <a:pathLst>
                <a:path extrusionOk="0" h="5434" w="5651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5"/>
            <p:cNvSpPr/>
            <p:nvPr/>
          </p:nvSpPr>
          <p:spPr>
            <a:xfrm flipH="1" rot="10800000">
              <a:off x="6035245" y="3633585"/>
              <a:ext cx="695992" cy="768414"/>
            </a:xfrm>
            <a:custGeom>
              <a:rect b="b" l="l" r="r" t="t"/>
              <a:pathLst>
                <a:path extrusionOk="0" h="8981" w="9159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5"/>
            <p:cNvSpPr/>
            <p:nvPr/>
          </p:nvSpPr>
          <p:spPr>
            <a:xfrm flipH="1" rot="10800000">
              <a:off x="6199455" y="3647359"/>
              <a:ext cx="831027" cy="939021"/>
            </a:xfrm>
            <a:custGeom>
              <a:rect b="b" l="l" r="r" t="t"/>
              <a:pathLst>
                <a:path extrusionOk="0" h="10975" w="10936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5"/>
            <p:cNvSpPr/>
            <p:nvPr/>
          </p:nvSpPr>
          <p:spPr>
            <a:xfrm flipH="1" rot="10800000">
              <a:off x="7014273" y="3644201"/>
              <a:ext cx="19073" cy="21818"/>
            </a:xfrm>
            <a:custGeom>
              <a:rect b="b" l="l" r="r" t="t"/>
              <a:pathLst>
                <a:path extrusionOk="0" h="255" w="251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5"/>
            <p:cNvSpPr/>
            <p:nvPr/>
          </p:nvSpPr>
          <p:spPr>
            <a:xfrm flipH="1" rot="10800000">
              <a:off x="5966856" y="4306259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5"/>
            <p:cNvSpPr/>
            <p:nvPr/>
          </p:nvSpPr>
          <p:spPr>
            <a:xfrm flipH="1" rot="10800000">
              <a:off x="5950367" y="4287778"/>
              <a:ext cx="19377" cy="21818"/>
            </a:xfrm>
            <a:custGeom>
              <a:rect b="b" l="l" r="r" t="t"/>
              <a:pathLst>
                <a:path extrusionOk="0" h="255" w="255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5"/>
            <p:cNvSpPr/>
            <p:nvPr/>
          </p:nvSpPr>
          <p:spPr>
            <a:xfrm flipH="1" rot="10800000">
              <a:off x="6130990" y="4491067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5"/>
            <p:cNvSpPr/>
            <p:nvPr/>
          </p:nvSpPr>
          <p:spPr>
            <a:xfrm flipH="1" rot="10800000">
              <a:off x="6114425" y="4472500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5"/>
            <p:cNvSpPr/>
            <p:nvPr/>
          </p:nvSpPr>
          <p:spPr>
            <a:xfrm flipH="1" rot="10800000">
              <a:off x="5868300" y="4195288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5"/>
            <p:cNvSpPr/>
            <p:nvPr/>
          </p:nvSpPr>
          <p:spPr>
            <a:xfrm flipH="1" rot="10800000">
              <a:off x="6032434" y="4380096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5"/>
            <p:cNvSpPr/>
            <p:nvPr/>
          </p:nvSpPr>
          <p:spPr>
            <a:xfrm flipH="1" rot="10800000">
              <a:off x="6032434" y="4380096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5"/>
            <p:cNvSpPr/>
            <p:nvPr/>
          </p:nvSpPr>
          <p:spPr>
            <a:xfrm flipH="1" rot="10800000">
              <a:off x="6196491" y="4564904"/>
              <a:ext cx="3040" cy="3251"/>
            </a:xfrm>
            <a:custGeom>
              <a:rect b="b" l="l" r="r" t="t"/>
              <a:pathLst>
                <a:path extrusionOk="0" h="38" w="4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5"/>
            <p:cNvSpPr/>
            <p:nvPr/>
          </p:nvSpPr>
          <p:spPr>
            <a:xfrm flipH="1" rot="10800000">
              <a:off x="6196491" y="4564904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5"/>
            <p:cNvSpPr/>
            <p:nvPr/>
          </p:nvSpPr>
          <p:spPr>
            <a:xfrm flipH="1" rot="10800000">
              <a:off x="6292236" y="4678698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5"/>
            <p:cNvSpPr/>
            <p:nvPr/>
          </p:nvSpPr>
          <p:spPr>
            <a:xfrm flipH="1" rot="10800000">
              <a:off x="6439881" y="4845282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5"/>
            <p:cNvSpPr/>
            <p:nvPr/>
          </p:nvSpPr>
          <p:spPr>
            <a:xfrm flipH="1" rot="10800000">
              <a:off x="6521948" y="4937686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5"/>
            <p:cNvSpPr/>
            <p:nvPr/>
          </p:nvSpPr>
          <p:spPr>
            <a:xfrm flipH="1" rot="10800000">
              <a:off x="5913133" y="4663722"/>
              <a:ext cx="379190" cy="428228"/>
            </a:xfrm>
            <a:custGeom>
              <a:rect b="b" l="l" r="r" t="t"/>
              <a:pathLst>
                <a:path extrusionOk="0" h="5005" w="499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5"/>
            <p:cNvSpPr/>
            <p:nvPr/>
          </p:nvSpPr>
          <p:spPr>
            <a:xfrm flipH="1" rot="10800000">
              <a:off x="6275671" y="4660559"/>
              <a:ext cx="19453" cy="21390"/>
            </a:xfrm>
            <a:custGeom>
              <a:rect b="b" l="l" r="r" t="t"/>
              <a:pathLst>
                <a:path extrusionOk="0" h="250" w="256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5"/>
            <p:cNvSpPr/>
            <p:nvPr/>
          </p:nvSpPr>
          <p:spPr>
            <a:xfrm flipH="1" rot="10800000">
              <a:off x="6105534" y="4848530"/>
              <a:ext cx="352898" cy="376207"/>
            </a:xfrm>
            <a:custGeom>
              <a:rect b="b" l="l" r="r" t="t"/>
              <a:pathLst>
                <a:path extrusionOk="0" h="4397" w="4644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5"/>
            <p:cNvSpPr/>
            <p:nvPr/>
          </p:nvSpPr>
          <p:spPr>
            <a:xfrm flipH="1" rot="10800000">
              <a:off x="6439881" y="4845282"/>
              <a:ext cx="19453" cy="21561"/>
            </a:xfrm>
            <a:custGeom>
              <a:rect b="b" l="l" r="r" t="t"/>
              <a:pathLst>
                <a:path extrusionOk="0" h="252" w="256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5"/>
            <p:cNvSpPr/>
            <p:nvPr/>
          </p:nvSpPr>
          <p:spPr>
            <a:xfrm flipH="1" rot="10800000">
              <a:off x="5992996" y="4756126"/>
              <a:ext cx="381318" cy="428570"/>
            </a:xfrm>
            <a:custGeom>
              <a:rect b="b" l="l" r="r" t="t"/>
              <a:pathLst>
                <a:path extrusionOk="0" h="5009" w="5018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5"/>
            <p:cNvSpPr/>
            <p:nvPr/>
          </p:nvSpPr>
          <p:spPr>
            <a:xfrm flipH="1" rot="10800000">
              <a:off x="6357738" y="4752963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5"/>
            <p:cNvSpPr/>
            <p:nvPr/>
          </p:nvSpPr>
          <p:spPr>
            <a:xfrm flipH="1" rot="10800000">
              <a:off x="6269592" y="4940935"/>
              <a:ext cx="268853" cy="283803"/>
            </a:xfrm>
            <a:custGeom>
              <a:rect b="b" l="l" r="r" t="t"/>
              <a:pathLst>
                <a:path extrusionOk="0" h="3317" w="3538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5"/>
            <p:cNvSpPr/>
            <p:nvPr/>
          </p:nvSpPr>
          <p:spPr>
            <a:xfrm flipH="1" rot="10800000">
              <a:off x="6521948" y="4937686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5"/>
            <p:cNvSpPr/>
            <p:nvPr/>
          </p:nvSpPr>
          <p:spPr>
            <a:xfrm flipH="1" rot="10800000">
              <a:off x="5947479" y="4290944"/>
              <a:ext cx="2964" cy="3251"/>
            </a:xfrm>
            <a:custGeom>
              <a:rect b="b" l="l" r="r" t="t"/>
              <a:pathLst>
                <a:path extrusionOk="0" h="38" w="39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5"/>
            <p:cNvSpPr/>
            <p:nvPr/>
          </p:nvSpPr>
          <p:spPr>
            <a:xfrm flipH="1" rot="10800000">
              <a:off x="6111613" y="4475666"/>
              <a:ext cx="2888" cy="3422"/>
            </a:xfrm>
            <a:custGeom>
              <a:rect b="b" l="l" r="r" t="t"/>
              <a:pathLst>
                <a:path extrusionOk="0" h="40" w="38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5"/>
            <p:cNvSpPr/>
            <p:nvPr/>
          </p:nvSpPr>
          <p:spPr>
            <a:xfrm flipH="1" rot="10800000">
              <a:off x="6045959" y="4401914"/>
              <a:ext cx="3040" cy="3251"/>
            </a:xfrm>
            <a:custGeom>
              <a:rect b="b" l="l" r="r" t="t"/>
              <a:pathLst>
                <a:path extrusionOk="0" h="38" w="4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5"/>
            <p:cNvSpPr/>
            <p:nvPr/>
          </p:nvSpPr>
          <p:spPr>
            <a:xfrm flipH="1" rot="10800000">
              <a:off x="6210169" y="4586294"/>
              <a:ext cx="2888" cy="3251"/>
            </a:xfrm>
            <a:custGeom>
              <a:rect b="b" l="l" r="r" t="t"/>
              <a:pathLst>
                <a:path extrusionOk="0" h="38" w="38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5"/>
            <p:cNvSpPr/>
            <p:nvPr/>
          </p:nvSpPr>
          <p:spPr>
            <a:xfrm flipH="1" rot="10800000">
              <a:off x="5723467" y="4294107"/>
              <a:ext cx="243472" cy="287054"/>
            </a:xfrm>
            <a:custGeom>
              <a:rect b="b" l="l" r="r" t="t"/>
              <a:pathLst>
                <a:path extrusionOk="0" h="3355" w="3204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5"/>
            <p:cNvSpPr/>
            <p:nvPr/>
          </p:nvSpPr>
          <p:spPr>
            <a:xfrm flipH="1" rot="10800000">
              <a:off x="5947479" y="4290943"/>
              <a:ext cx="19453" cy="21903"/>
            </a:xfrm>
            <a:custGeom>
              <a:rect b="b" l="l" r="r" t="t"/>
              <a:pathLst>
                <a:path extrusionOk="0" h="256" w="256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5"/>
            <p:cNvSpPr/>
            <p:nvPr/>
          </p:nvSpPr>
          <p:spPr>
            <a:xfrm flipH="1" rot="10800000">
              <a:off x="5786613" y="4479000"/>
              <a:ext cx="344463" cy="391009"/>
            </a:xfrm>
            <a:custGeom>
              <a:rect b="b" l="l" r="r" t="t"/>
              <a:pathLst>
                <a:path extrusionOk="0" h="4570" w="4533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5"/>
            <p:cNvSpPr/>
            <p:nvPr/>
          </p:nvSpPr>
          <p:spPr>
            <a:xfrm flipH="1" rot="10800000">
              <a:off x="6111613" y="4475666"/>
              <a:ext cx="19453" cy="21476"/>
            </a:xfrm>
            <a:custGeom>
              <a:rect b="b" l="l" r="r" t="t"/>
              <a:pathLst>
                <a:path extrusionOk="0" h="251" w="256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5"/>
            <p:cNvSpPr/>
            <p:nvPr/>
          </p:nvSpPr>
          <p:spPr>
            <a:xfrm flipH="1" rot="10800000">
              <a:off x="5736385" y="4201704"/>
              <a:ext cx="145597" cy="182072"/>
            </a:xfrm>
            <a:custGeom>
              <a:rect b="b" l="l" r="r" t="t"/>
              <a:pathLst>
                <a:path extrusionOk="0" h="2128" w="1916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5"/>
            <p:cNvSpPr/>
            <p:nvPr/>
          </p:nvSpPr>
          <p:spPr>
            <a:xfrm flipH="1" rot="10800000">
              <a:off x="5865412" y="4198539"/>
              <a:ext cx="19377" cy="21903"/>
            </a:xfrm>
            <a:custGeom>
              <a:rect b="b" l="l" r="r" t="t"/>
              <a:pathLst>
                <a:path extrusionOk="0" h="256" w="255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5"/>
            <p:cNvSpPr/>
            <p:nvPr/>
          </p:nvSpPr>
          <p:spPr>
            <a:xfrm flipH="1" rot="10800000">
              <a:off x="5744288" y="4386510"/>
              <a:ext cx="301756" cy="350710"/>
            </a:xfrm>
            <a:custGeom>
              <a:rect b="b" l="l" r="r" t="t"/>
              <a:pathLst>
                <a:path extrusionOk="0" h="4099" w="3971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5"/>
            <p:cNvSpPr/>
            <p:nvPr/>
          </p:nvSpPr>
          <p:spPr>
            <a:xfrm flipH="1" rot="10800000">
              <a:off x="6029546" y="4383347"/>
              <a:ext cx="19453" cy="21818"/>
            </a:xfrm>
            <a:custGeom>
              <a:rect b="b" l="l" r="r" t="t"/>
              <a:pathLst>
                <a:path extrusionOk="0" h="255" w="256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5"/>
            <p:cNvSpPr/>
            <p:nvPr/>
          </p:nvSpPr>
          <p:spPr>
            <a:xfrm flipH="1" rot="10800000">
              <a:off x="5843908" y="4568066"/>
              <a:ext cx="366348" cy="419415"/>
            </a:xfrm>
            <a:custGeom>
              <a:rect b="b" l="l" r="r" t="t"/>
              <a:pathLst>
                <a:path extrusionOk="0" h="4902" w="4821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35"/>
            <p:cNvSpPr/>
            <p:nvPr/>
          </p:nvSpPr>
          <p:spPr>
            <a:xfrm flipH="1" rot="10800000">
              <a:off x="6193680" y="4568070"/>
              <a:ext cx="19377" cy="21476"/>
            </a:xfrm>
            <a:custGeom>
              <a:rect b="b" l="l" r="r" t="t"/>
              <a:pathLst>
                <a:path extrusionOk="0" h="251" w="255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">
    <p:bg>
      <p:bgPr>
        <a:solidFill>
          <a:schemeClr val="accent1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6"/>
          <p:cNvSpPr txBox="1"/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3" name="Google Shape;973;p36"/>
          <p:cNvSpPr txBox="1"/>
          <p:nvPr>
            <p:ph idx="2" type="title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974" name="Google Shape;974;p36"/>
          <p:cNvSpPr txBox="1"/>
          <p:nvPr>
            <p:ph idx="3" type="title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975" name="Google Shape;975;p36"/>
          <p:cNvSpPr txBox="1"/>
          <p:nvPr>
            <p:ph idx="4" type="title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976" name="Google Shape;976;p36"/>
          <p:cNvSpPr txBox="1"/>
          <p:nvPr>
            <p:ph idx="5" type="title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977" name="Google Shape;977;p36"/>
          <p:cNvSpPr txBox="1"/>
          <p:nvPr>
            <p:ph idx="1" type="subTitle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78" name="Google Shape;978;p36"/>
          <p:cNvSpPr txBox="1"/>
          <p:nvPr>
            <p:ph idx="6" type="subTitle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79" name="Google Shape;979;p36"/>
          <p:cNvSpPr txBox="1"/>
          <p:nvPr>
            <p:ph idx="7" type="subTitle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80" name="Google Shape;980;p36"/>
          <p:cNvSpPr txBox="1"/>
          <p:nvPr>
            <p:ph idx="8" type="subTitle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981" name="Google Shape;981;p36"/>
          <p:cNvSpPr txBox="1"/>
          <p:nvPr>
            <p:ph idx="9" type="subTitle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2" name="Google Shape;982;p36"/>
          <p:cNvSpPr txBox="1"/>
          <p:nvPr>
            <p:ph idx="13" type="subTitle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3" name="Google Shape;983;p36"/>
          <p:cNvSpPr txBox="1"/>
          <p:nvPr>
            <p:ph idx="14" type="subTitle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4" name="Google Shape;984;p36"/>
          <p:cNvSpPr txBox="1"/>
          <p:nvPr>
            <p:ph idx="15" type="subTitle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grpSp>
        <p:nvGrpSpPr>
          <p:cNvPr id="985" name="Google Shape;985;p36"/>
          <p:cNvGrpSpPr/>
          <p:nvPr/>
        </p:nvGrpSpPr>
        <p:grpSpPr>
          <a:xfrm>
            <a:off x="6529813" y="3757658"/>
            <a:ext cx="3264030" cy="1583056"/>
            <a:chOff x="6529813" y="3757658"/>
            <a:chExt cx="3264030" cy="1583056"/>
          </a:xfrm>
        </p:grpSpPr>
        <p:sp>
          <p:nvSpPr>
            <p:cNvPr id="986" name="Google Shape;986;p36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7" name="Google Shape;987;p36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88" name="Google Shape;988;p36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36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990" name="Google Shape;99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1" name="Google Shape;991;p36"/>
          <p:cNvGrpSpPr/>
          <p:nvPr/>
        </p:nvGrpSpPr>
        <p:grpSpPr>
          <a:xfrm>
            <a:off x="-1028710" y="3387325"/>
            <a:ext cx="2711159" cy="1972464"/>
            <a:chOff x="-1028710" y="3387325"/>
            <a:chExt cx="2711159" cy="1972464"/>
          </a:xfrm>
        </p:grpSpPr>
        <p:sp>
          <p:nvSpPr>
            <p:cNvPr id="992" name="Google Shape;992;p36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36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4" name="Google Shape;99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BLANK_1_2">
    <p:bg>
      <p:bgPr>
        <a:solidFill>
          <a:srgbClr val="F7F8FC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7"/>
          <p:cNvSpPr txBox="1"/>
          <p:nvPr>
            <p:ph idx="1" type="subTitle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97" name="Google Shape;997;p37"/>
          <p:cNvSpPr txBox="1"/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98" name="Google Shape;998;p37"/>
          <p:cNvSpPr txBox="1"/>
          <p:nvPr>
            <p:ph idx="2" type="title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grpSp>
        <p:nvGrpSpPr>
          <p:cNvPr id="999" name="Google Shape;999;p37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1000" name="Google Shape;1000;p37"/>
            <p:cNvSpPr/>
            <p:nvPr/>
          </p:nvSpPr>
          <p:spPr>
            <a:xfrm>
              <a:off x="5861375" y="4178175"/>
              <a:ext cx="3351600" cy="1021698"/>
            </a:xfrm>
            <a:custGeom>
              <a:rect b="b" l="l" r="r" t="t"/>
              <a:pathLst>
                <a:path extrusionOk="0" h="14312" w="44285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1" name="Google Shape;1001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2" name="Google Shape;1002;p37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1003" name="Google Shape;1003;p37"/>
            <p:cNvSpPr/>
            <p:nvPr/>
          </p:nvSpPr>
          <p:spPr>
            <a:xfrm>
              <a:off x="-19050" y="-76200"/>
              <a:ext cx="2668237" cy="1145841"/>
            </a:xfrm>
            <a:custGeom>
              <a:rect b="b" l="l" r="r" t="t"/>
              <a:pathLst>
                <a:path extrusionOk="0" h="17354" w="40411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-19050" y="-76200"/>
              <a:ext cx="4572074" cy="2474025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5" name="Google Shape;1005;p37"/>
            <p:cNvPicPr preferRelativeResize="0"/>
            <p:nvPr/>
          </p:nvPicPr>
          <p:blipFill rotWithShape="1">
            <a:blip r:embed="rId3">
              <a:alphaModFix/>
            </a:blip>
            <a:srcRect b="30" l="0" r="0" t="4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BLANK_1_1_1">
    <p:bg>
      <p:bgPr>
        <a:noFill/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8"/>
          <p:cNvSpPr txBox="1"/>
          <p:nvPr>
            <p:ph idx="1" type="subTitle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08" name="Google Shape;1008;p38"/>
          <p:cNvSpPr txBox="1"/>
          <p:nvPr>
            <p:ph idx="2" type="subTitle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09" name="Google Shape;1009;p38"/>
          <p:cNvSpPr txBox="1"/>
          <p:nvPr>
            <p:ph idx="3" type="subTitle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10" name="Google Shape;1010;p38"/>
          <p:cNvSpPr txBox="1"/>
          <p:nvPr>
            <p:ph idx="4" type="subTitle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11" name="Google Shape;1011;p38"/>
          <p:cNvSpPr txBox="1"/>
          <p:nvPr>
            <p:ph idx="5" type="subTitle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12" name="Google Shape;1012;p38"/>
          <p:cNvSpPr txBox="1"/>
          <p:nvPr>
            <p:ph idx="6" type="subTitle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13" name="Google Shape;1013;p38"/>
          <p:cNvSpPr txBox="1"/>
          <p:nvPr>
            <p:ph idx="7" type="subTitle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14" name="Google Shape;1014;p38"/>
          <p:cNvSpPr txBox="1"/>
          <p:nvPr>
            <p:ph idx="8" type="subTitle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15" name="Google Shape;1015;p38"/>
          <p:cNvSpPr txBox="1"/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16" name="Google Shape;1016;p38"/>
          <p:cNvGrpSpPr/>
          <p:nvPr/>
        </p:nvGrpSpPr>
        <p:grpSpPr>
          <a:xfrm>
            <a:off x="-594831" y="-1573622"/>
            <a:ext cx="2884274" cy="2884338"/>
            <a:chOff x="-594831" y="-1573622"/>
            <a:chExt cx="2884274" cy="2884338"/>
          </a:xfrm>
        </p:grpSpPr>
        <p:sp>
          <p:nvSpPr>
            <p:cNvPr id="1017" name="Google Shape;1017;p38"/>
            <p:cNvSpPr/>
            <p:nvPr/>
          </p:nvSpPr>
          <p:spPr>
            <a:xfrm flipH="1" rot="8100000">
              <a:off x="-421266" y="-334077"/>
              <a:ext cx="2456094" cy="842354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8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8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0" name="Google Shape;1020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1" name="Google Shape;1021;p38"/>
          <p:cNvGrpSpPr/>
          <p:nvPr/>
        </p:nvGrpSpPr>
        <p:grpSpPr>
          <a:xfrm>
            <a:off x="6246325" y="-233710"/>
            <a:ext cx="4250936" cy="1877937"/>
            <a:chOff x="6246325" y="-233710"/>
            <a:chExt cx="4250936" cy="1877937"/>
          </a:xfrm>
        </p:grpSpPr>
        <p:sp>
          <p:nvSpPr>
            <p:cNvPr id="1022" name="Google Shape;1022;p38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3" name="Google Shape;102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38"/>
            <p:cNvSpPr/>
            <p:nvPr/>
          </p:nvSpPr>
          <p:spPr>
            <a:xfrm flipH="1" rot="10800000">
              <a:off x="8203701" y="-109338"/>
              <a:ext cx="2293560" cy="786605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38"/>
          <p:cNvGrpSpPr/>
          <p:nvPr/>
        </p:nvGrpSpPr>
        <p:grpSpPr>
          <a:xfrm>
            <a:off x="6310200" y="3498954"/>
            <a:ext cx="3808165" cy="2301773"/>
            <a:chOff x="6310200" y="3498954"/>
            <a:chExt cx="3808165" cy="2301773"/>
          </a:xfrm>
        </p:grpSpPr>
        <p:grpSp>
          <p:nvGrpSpPr>
            <p:cNvPr id="1026" name="Google Shape;1026;p38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1027" name="Google Shape;1027;p38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38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9" name="Google Shape;1029;p38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030" name="Google Shape;1030;p38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38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32" name="Google Shape;103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3" name="Google Shape;1033;p38"/>
          <p:cNvGrpSpPr/>
          <p:nvPr/>
        </p:nvGrpSpPr>
        <p:grpSpPr>
          <a:xfrm>
            <a:off x="-1028710" y="3243245"/>
            <a:ext cx="4364586" cy="2440206"/>
            <a:chOff x="-1028710" y="3243245"/>
            <a:chExt cx="4364586" cy="2440206"/>
          </a:xfrm>
        </p:grpSpPr>
        <p:sp>
          <p:nvSpPr>
            <p:cNvPr id="1034" name="Google Shape;1034;p38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8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6" name="Google Shape;1036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BLANK_1_1_1_1">
    <p:bg>
      <p:bgPr>
        <a:solidFill>
          <a:srgbClr val="F7F8FC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9"/>
          <p:cNvSpPr txBox="1"/>
          <p:nvPr>
            <p:ph idx="1" type="subTitle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39" name="Google Shape;1039;p39"/>
          <p:cNvSpPr txBox="1"/>
          <p:nvPr>
            <p:ph idx="2" type="subTitle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40" name="Google Shape;1040;p39"/>
          <p:cNvSpPr txBox="1"/>
          <p:nvPr>
            <p:ph idx="3" type="subTitle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41" name="Google Shape;1041;p39"/>
          <p:cNvSpPr txBox="1"/>
          <p:nvPr>
            <p:ph idx="4" type="subTitle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42" name="Google Shape;1042;p39"/>
          <p:cNvSpPr txBox="1"/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43" name="Google Shape;1043;p39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044" name="Google Shape;1044;p39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045" name="Google Shape;1045;p3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rect b="b" l="l" r="r" t="t"/>
                <a:pathLst>
                  <a:path extrusionOk="0" h="9771" w="5959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3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rect b="b" l="l" r="r" t="t"/>
                <a:pathLst>
                  <a:path extrusionOk="0" h="16521" w="7966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3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rect b="b" l="l" r="r" t="t"/>
                <a:pathLst>
                  <a:path extrusionOk="0" h="21988" w="24829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48" name="Google Shape;1048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2">
  <p:cSld name="BLANK_1_1_1_1_1">
    <p:bg>
      <p:bgPr>
        <a:solidFill>
          <a:srgbClr val="F7F8FC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0"/>
          <p:cNvSpPr txBox="1"/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2" name="Google Shape;1052;p40"/>
          <p:cNvSpPr txBox="1"/>
          <p:nvPr>
            <p:ph idx="1" type="subTitle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53" name="Google Shape;1053;p40"/>
          <p:cNvSpPr txBox="1"/>
          <p:nvPr>
            <p:ph idx="2" type="subTitle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54" name="Google Shape;1054;p40"/>
          <p:cNvSpPr txBox="1"/>
          <p:nvPr>
            <p:ph idx="3" type="subTitle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55" name="Google Shape;1055;p40"/>
          <p:cNvSpPr txBox="1"/>
          <p:nvPr>
            <p:ph idx="4" type="subTitle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grpSp>
        <p:nvGrpSpPr>
          <p:cNvPr id="1056" name="Google Shape;1056;p40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1057" name="Google Shape;1057;p40"/>
            <p:cNvSpPr/>
            <p:nvPr/>
          </p:nvSpPr>
          <p:spPr>
            <a:xfrm flipH="1" rot="10800000">
              <a:off x="7915228" y="315002"/>
              <a:ext cx="1679305" cy="4839573"/>
            </a:xfrm>
            <a:custGeom>
              <a:rect b="b" l="l" r="r" t="t"/>
              <a:pathLst>
                <a:path extrusionOk="0" h="40732" w="35728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0"/>
            <p:cNvSpPr/>
            <p:nvPr/>
          </p:nvSpPr>
          <p:spPr>
            <a:xfrm flipH="1" rot="10800000">
              <a:off x="9065267" y="201900"/>
              <a:ext cx="1287556" cy="4952684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0"/>
            <p:cNvSpPr/>
            <p:nvPr/>
          </p:nvSpPr>
          <p:spPr>
            <a:xfrm flipH="1" rot="10800000">
              <a:off x="8947883" y="-102719"/>
              <a:ext cx="1404938" cy="907153"/>
            </a:xfrm>
            <a:custGeom>
              <a:rect b="b" l="l" r="r" t="t"/>
              <a:pathLst>
                <a:path extrusionOk="0" h="7635" w="20431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40"/>
            <p:cNvSpPr/>
            <p:nvPr/>
          </p:nvSpPr>
          <p:spPr>
            <a:xfrm flipH="1" rot="9683509">
              <a:off x="8237391" y="3788609"/>
              <a:ext cx="729045" cy="1405831"/>
            </a:xfrm>
            <a:custGeom>
              <a:rect b="b" l="l" r="r" t="t"/>
              <a:pathLst>
                <a:path extrusionOk="0" h="11832" w="10602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1" name="Google Shape;1061;p40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1062" name="Google Shape;1062;p40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rect b="b" l="l" r="r" t="t"/>
                <a:pathLst>
                  <a:path extrusionOk="0" h="9488" w="26621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4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4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65" name="Google Shape;1065;p40"/>
            <p:cNvPicPr preferRelativeResize="0"/>
            <p:nvPr/>
          </p:nvPicPr>
          <p:blipFill rotWithShape="1">
            <a:blip r:embed="rId2">
              <a:alphaModFix/>
            </a:blip>
            <a:srcRect b="0" l="70893" r="0" t="0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6" name="Google Shape;1066;p40"/>
            <p:cNvPicPr preferRelativeResize="0"/>
            <p:nvPr/>
          </p:nvPicPr>
          <p:blipFill rotWithShape="1">
            <a:blip r:embed="rId3">
              <a:alphaModFix/>
            </a:blip>
            <a:srcRect b="0" l="53175" r="0" t="0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7" name="Google Shape;1067;p40"/>
          <p:cNvGrpSpPr/>
          <p:nvPr/>
        </p:nvGrpSpPr>
        <p:grpSpPr>
          <a:xfrm>
            <a:off x="-1462179" y="-365282"/>
            <a:ext cx="4517397" cy="5656433"/>
            <a:chOff x="-1462179" y="-365282"/>
            <a:chExt cx="4517397" cy="5656433"/>
          </a:xfrm>
        </p:grpSpPr>
        <p:grpSp>
          <p:nvGrpSpPr>
            <p:cNvPr id="1068" name="Google Shape;1068;p40"/>
            <p:cNvGrpSpPr/>
            <p:nvPr/>
          </p:nvGrpSpPr>
          <p:grpSpPr>
            <a:xfrm flipH="1" rot="-373102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1069" name="Google Shape;1069;p40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rect b="b" l="l" r="r" t="t"/>
                <a:pathLst>
                  <a:path extrusionOk="0" h="5983" w="10998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40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rect b="b" l="l" r="r" t="t"/>
                <a:pathLst>
                  <a:path extrusionOk="0" h="40732" w="35728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40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rect b="b" l="l" r="r" t="t"/>
                <a:pathLst>
                  <a:path extrusionOk="0" h="7131" w="19661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40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rect b="b" l="l" r="r" t="t"/>
                <a:pathLst>
                  <a:path extrusionOk="0" h="41684" w="18724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40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rect b="b" l="l" r="r" t="t"/>
                <a:pathLst>
                  <a:path extrusionOk="0" h="7635" w="20431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40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rect b="b" l="l" r="r" t="t"/>
                <a:pathLst>
                  <a:path extrusionOk="0" h="11832" w="10602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75" name="Google Shape;107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6" name="Google Shape;1076;p40"/>
            <p:cNvPicPr preferRelativeResize="0"/>
            <p:nvPr/>
          </p:nvPicPr>
          <p:blipFill rotWithShape="1">
            <a:blip r:embed="rId5">
              <a:alphaModFix/>
            </a:blip>
            <a:srcRect b="36512" l="0" r="52408" t="0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1"/>
          <p:cNvSpPr txBox="1"/>
          <p:nvPr>
            <p:ph idx="1" type="subTitle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79" name="Google Shape;1079;p41"/>
          <p:cNvSpPr txBox="1"/>
          <p:nvPr>
            <p:ph idx="2" type="subTitle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0" name="Google Shape;1080;p41"/>
          <p:cNvSpPr txBox="1"/>
          <p:nvPr>
            <p:ph idx="3" type="subTitle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1" name="Google Shape;1081;p41"/>
          <p:cNvSpPr txBox="1"/>
          <p:nvPr>
            <p:ph type="title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82" name="Google Shape;1082;p41"/>
          <p:cNvSpPr txBox="1"/>
          <p:nvPr>
            <p:ph idx="4" type="title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83" name="Google Shape;1083;p41"/>
          <p:cNvSpPr txBox="1"/>
          <p:nvPr>
            <p:ph idx="5" type="title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84" name="Google Shape;1084;p41"/>
          <p:cNvSpPr txBox="1"/>
          <p:nvPr>
            <p:ph idx="6" type="title"/>
          </p:nvPr>
        </p:nvSpPr>
        <p:spPr>
          <a:xfrm>
            <a:off x="868325" y="548472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5" name="Google Shape;1085;p41"/>
          <p:cNvSpPr/>
          <p:nvPr/>
        </p:nvSpPr>
        <p:spPr>
          <a:xfrm>
            <a:off x="6411464" y="4341794"/>
            <a:ext cx="2814673" cy="858022"/>
          </a:xfrm>
          <a:custGeom>
            <a:rect b="b" l="l" r="r" t="t"/>
            <a:pathLst>
              <a:path extrusionOk="0" h="14312" w="44285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41"/>
          <p:cNvSpPr/>
          <p:nvPr/>
        </p:nvSpPr>
        <p:spPr>
          <a:xfrm>
            <a:off x="-2" y="-118694"/>
            <a:ext cx="2668237" cy="406084"/>
          </a:xfrm>
          <a:custGeom>
            <a:rect b="b" l="l" r="r" t="t"/>
            <a:pathLst>
              <a:path extrusionOk="0" h="17354" w="40411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41"/>
          <p:cNvSpPr/>
          <p:nvPr/>
        </p:nvSpPr>
        <p:spPr>
          <a:xfrm>
            <a:off x="-1" y="-118700"/>
            <a:ext cx="1946477" cy="876726"/>
          </a:xfrm>
          <a:custGeom>
            <a:rect b="b" l="l" r="r" t="t"/>
            <a:pathLst>
              <a:path extrusionOk="0" h="41724" w="69245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8" name="Google Shape;108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41"/>
          <p:cNvPicPr preferRelativeResize="0"/>
          <p:nvPr/>
        </p:nvPicPr>
        <p:blipFill rotWithShape="1">
          <a:blip r:embed="rId3">
            <a:alphaModFix/>
          </a:blip>
          <a:srcRect b="29" l="0" r="0" t="63228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1">
    <p:bg>
      <p:bgPr>
        <a:solidFill>
          <a:srgbClr val="F7F8FC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42"/>
          <p:cNvSpPr txBox="1"/>
          <p:nvPr>
            <p:ph idx="1" type="subTitle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92" name="Google Shape;1092;p42"/>
          <p:cNvSpPr txBox="1"/>
          <p:nvPr>
            <p:ph idx="2" type="subTitle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93" name="Google Shape;1093;p42"/>
          <p:cNvSpPr txBox="1"/>
          <p:nvPr>
            <p:ph idx="3" type="subTitle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94" name="Google Shape;1094;p42"/>
          <p:cNvSpPr txBox="1"/>
          <p:nvPr>
            <p:ph idx="4" type="subTitle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95" name="Google Shape;1095;p42"/>
          <p:cNvSpPr txBox="1"/>
          <p:nvPr>
            <p:ph idx="5" type="subTitle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96" name="Google Shape;1096;p42"/>
          <p:cNvSpPr txBox="1"/>
          <p:nvPr>
            <p:ph idx="6" type="subTitle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97" name="Google Shape;1097;p42"/>
          <p:cNvSpPr txBox="1"/>
          <p:nvPr>
            <p:ph idx="7" type="subTitle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98" name="Google Shape;1098;p42"/>
          <p:cNvSpPr txBox="1"/>
          <p:nvPr>
            <p:ph idx="8" type="subTitle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099" name="Google Shape;1099;p42"/>
          <p:cNvSpPr txBox="1"/>
          <p:nvPr>
            <p:ph idx="9" type="subTitle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100" name="Google Shape;1100;p42"/>
          <p:cNvSpPr txBox="1"/>
          <p:nvPr>
            <p:ph idx="13" type="subTitle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101" name="Google Shape;1101;p42"/>
          <p:cNvSpPr txBox="1"/>
          <p:nvPr>
            <p:ph idx="14" type="subTitle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102" name="Google Shape;1102;p42"/>
          <p:cNvSpPr txBox="1"/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3" name="Google Shape;1103;p42"/>
          <p:cNvSpPr/>
          <p:nvPr/>
        </p:nvSpPr>
        <p:spPr>
          <a:xfrm>
            <a:off x="7913720" y="478129"/>
            <a:ext cx="94380" cy="86557"/>
          </a:xfrm>
          <a:custGeom>
            <a:rect b="b" l="l" r="r" t="t"/>
            <a:pathLst>
              <a:path extrusionOk="0" h="863" w="941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4" name="Google Shape;1104;p42"/>
          <p:cNvGrpSpPr/>
          <p:nvPr/>
        </p:nvGrpSpPr>
        <p:grpSpPr>
          <a:xfrm>
            <a:off x="7970121" y="-679169"/>
            <a:ext cx="2287928" cy="3725209"/>
            <a:chOff x="7970121" y="-679169"/>
            <a:chExt cx="2287928" cy="3725209"/>
          </a:xfrm>
        </p:grpSpPr>
        <p:sp>
          <p:nvSpPr>
            <p:cNvPr id="1105" name="Google Shape;1105;p42"/>
            <p:cNvSpPr/>
            <p:nvPr/>
          </p:nvSpPr>
          <p:spPr>
            <a:xfrm>
              <a:off x="8141194" y="779020"/>
              <a:ext cx="114841" cy="114841"/>
            </a:xfrm>
            <a:custGeom>
              <a:rect b="b" l="l" r="r" t="t"/>
              <a:pathLst>
                <a:path extrusionOk="0" h="1145" w="1145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7985073" y="1238086"/>
              <a:ext cx="2272976" cy="1807954"/>
            </a:xfrm>
            <a:custGeom>
              <a:rect b="b" l="l" r="r" t="t"/>
              <a:pathLst>
                <a:path extrusionOk="0" h="8531" w="10725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7" name="Google Shape;1107;p42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108" name="Google Shape;1108;p42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rect b="b" l="l" r="r" t="t"/>
                <a:pathLst>
                  <a:path extrusionOk="0" h="16609" w="16299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42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rect b="b" l="l" r="r" t="t"/>
                <a:pathLst>
                  <a:path extrusionOk="0" h="16165" w="1592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42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rect b="b" l="l" r="r" t="t"/>
                <a:pathLst>
                  <a:path extrusionOk="0" h="16472" w="16204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42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rect b="b" l="l" r="r" t="t"/>
                <a:pathLst>
                  <a:path extrusionOk="0" h="7612" w="7567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42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rect b="b" l="l" r="r" t="t"/>
                <a:pathLst>
                  <a:path extrusionOk="0" h="12149" w="12019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42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rect b="b" l="l" r="r" t="t"/>
                <a:pathLst>
                  <a:path extrusionOk="0" h="13839" w="13676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42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rect b="b" l="l" r="r" t="t"/>
                <a:pathLst>
                  <a:path extrusionOk="0" h="15188" w="1499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42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rect b="b" l="l" r="r" t="t"/>
                <a:pathLst>
                  <a:path extrusionOk="0" h="8906" w="8838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42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rect b="b" l="l" r="r" t="t"/>
                <a:pathLst>
                  <a:path extrusionOk="0" h="11162" w="11056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42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rect b="b" l="l" r="r" t="t"/>
                <a:pathLst>
                  <a:path extrusionOk="0" h="13038" w="12895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42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rect b="b" l="l" r="r" t="t"/>
                <a:pathLst>
                  <a:path extrusionOk="0" h="14557" w="14377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42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rect b="b" l="l" r="r" t="t"/>
                <a:pathLst>
                  <a:path extrusionOk="0" h="4600" w="460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42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rect b="b" l="l" r="r" t="t"/>
                <a:pathLst>
                  <a:path extrusionOk="0" h="6185" w="6163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42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rect b="b" l="l" r="r" t="t"/>
                <a:pathLst>
                  <a:path extrusionOk="0" h="5270" w="5407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rect b="b" l="l" r="r" t="t"/>
                <a:pathLst>
                  <a:path extrusionOk="0" h="6102" w="6252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42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rect b="b" l="l" r="r" t="t"/>
                <a:pathLst>
                  <a:path extrusionOk="0" h="9767" w="9849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2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rect b="b" l="l" r="r" t="t"/>
                <a:pathLst>
                  <a:path extrusionOk="0" h="10087" w="9996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rect b="b" l="l" r="r" t="t"/>
                <a:pathLst>
                  <a:path extrusionOk="0" h="15727" w="15512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42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rect b="b" l="l" r="r" t="t"/>
                <a:pathLst>
                  <a:path extrusionOk="0" h="601" w="597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42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rect b="b" l="l" r="r" t="t"/>
                <a:pathLst>
                  <a:path extrusionOk="0" h="2804" w="2805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rect b="b" l="l" r="r" t="t"/>
                <a:pathLst>
                  <a:path extrusionOk="0" h="3271" w="3333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2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rect b="b" l="l" r="r" t="t"/>
                <a:pathLst>
                  <a:path extrusionOk="0" h="4355" w="4464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42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rect b="b" l="l" r="r" t="t"/>
                <a:pathLst>
                  <a:path extrusionOk="0" h="6910" w="7059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42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rect b="b" l="l" r="r" t="t"/>
                <a:pathLst>
                  <a:path extrusionOk="0" h="11178" w="11178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42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rect b="b" l="l" r="r" t="t"/>
                <a:pathLst>
                  <a:path extrusionOk="0" h="8674" w="879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42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rect b="b" l="l" r="r" t="t"/>
                <a:pathLst>
                  <a:path extrusionOk="0" h="16459" w="16145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42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rect b="b" l="l" r="r" t="t"/>
                <a:pathLst>
                  <a:path extrusionOk="0" h="7748" w="7887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42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rect b="b" l="l" r="r" t="t"/>
                <a:pathLst>
                  <a:path extrusionOk="0" h="15692" w="15379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42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rect b="b" l="l" r="r" t="t"/>
                <a:pathLst>
                  <a:path extrusionOk="0" h="13103" w="13106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37" name="Google Shape;1137;p42"/>
          <p:cNvGrpSpPr/>
          <p:nvPr/>
        </p:nvGrpSpPr>
        <p:grpSpPr>
          <a:xfrm>
            <a:off x="-475511" y="3461619"/>
            <a:ext cx="1967898" cy="1878339"/>
            <a:chOff x="-475511" y="3461619"/>
            <a:chExt cx="1967898" cy="1878339"/>
          </a:xfrm>
        </p:grpSpPr>
        <p:sp>
          <p:nvSpPr>
            <p:cNvPr id="1138" name="Google Shape;1138;p42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rect b="b" l="l" r="r" t="t"/>
              <a:pathLst>
                <a:path extrusionOk="0" h="4982" w="7513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-272122" y="4502808"/>
              <a:ext cx="971581" cy="837150"/>
            </a:xfrm>
            <a:custGeom>
              <a:rect b="b" l="l" r="r" t="t"/>
              <a:pathLst>
                <a:path extrusionOk="0" h="4982" w="7513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0" name="Google Shape;1140;p42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141" name="Google Shape;1141;p42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rect b="b" l="l" r="r" t="t"/>
                <a:pathLst>
                  <a:path extrusionOk="0" h="168" w="315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42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42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42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42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42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42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rect b="b" l="l" r="r" t="t"/>
                <a:pathLst>
                  <a:path extrusionOk="0" h="338" w="297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42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rect b="b" l="l" r="r" t="t"/>
                <a:pathLst>
                  <a:path extrusionOk="0" h="212" w="43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42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42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42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42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42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42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42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42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rect b="b" l="l" r="r" t="t"/>
                <a:pathLst>
                  <a:path extrusionOk="0" h="315" w="341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42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rect b="b" l="l" r="r" t="t"/>
                <a:pathLst>
                  <a:path extrusionOk="0" h="73" w="12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42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42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rect b="b" l="l" r="r" t="t"/>
                <a:pathLst>
                  <a:path extrusionOk="0" h="256" w="433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42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42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42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42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42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42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42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42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42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rect b="b" l="l" r="r" t="t"/>
                <a:pathLst>
                  <a:path extrusionOk="0" h="300" w="434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42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42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42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42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42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42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42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42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42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42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rect b="b" l="l" r="r" t="t"/>
                <a:pathLst>
                  <a:path extrusionOk="0" h="260" w="421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42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42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rect b="b" l="l" r="r" t="t"/>
                <a:pathLst>
                  <a:path extrusionOk="0" h="345" w="433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42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42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42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42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42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42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42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42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42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42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rect b="b" l="l" r="r" t="t"/>
                <a:pathLst>
                  <a:path extrusionOk="0" h="385" w="434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42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42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42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42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42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42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42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42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42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42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42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rect b="b" l="l" r="r" t="t"/>
                <a:pathLst>
                  <a:path extrusionOk="0" h="426" w="433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42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42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42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42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42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42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42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42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42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rect b="b" l="l" r="r" t="t"/>
                <a:pathLst>
                  <a:path extrusionOk="0" h="165" w="372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42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42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rect b="b" l="l" r="r" t="t"/>
                <a:pathLst>
                  <a:path extrusionOk="0" h="393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42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rect b="b" l="l" r="r" t="t"/>
                <a:pathLst>
                  <a:path extrusionOk="0" h="430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42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42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42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42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42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42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42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42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42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42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42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42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42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42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42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42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42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42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42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rect b="b" l="l" r="r" t="t"/>
                <a:pathLst>
                  <a:path extrusionOk="0" h="420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42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42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42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42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42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42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42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42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42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rect b="b" l="l" r="r" t="t"/>
                <a:pathLst>
                  <a:path extrusionOk="0" h="267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42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42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42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42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42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42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42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42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42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42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42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rect b="b" l="l" r="r" t="t"/>
                <a:pathLst>
                  <a:path extrusionOk="0" h="382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42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42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42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42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42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42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42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42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42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42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42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42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42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42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42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42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42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42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42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42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42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42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rect b="b" l="l" r="r" t="t"/>
                <a:pathLst>
                  <a:path extrusionOk="0" h="403" w="417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42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rect b="b" l="l" r="r" t="t"/>
                <a:pathLst>
                  <a:path extrusionOk="0" h="45" w="24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42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42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42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42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42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42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42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42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42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42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42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42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rect b="b" l="l" r="r" t="t"/>
                <a:pathLst>
                  <a:path extrusionOk="0" h="430" w="43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42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42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rect b="b" l="l" r="r" t="t"/>
                <a:pathLst>
                  <a:path extrusionOk="0" h="417" w="403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42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rect b="b" l="l" r="r" t="t"/>
                <a:pathLst>
                  <a:path extrusionOk="0" h="383" w="138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42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rect b="b" l="l" r="r" t="t"/>
                <a:pathLst>
                  <a:path extrusionOk="0" h="399" w="154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42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rect b="b" l="l" r="r" t="t"/>
                <a:pathLst>
                  <a:path extrusionOk="0" h="92" w="334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42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42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42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42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42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42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42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42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rect b="b" l="l" r="r" t="t"/>
                <a:pathLst>
                  <a:path extrusionOk="0" h="434" w="349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rect b="b" l="l" r="r" t="t"/>
                <a:pathLst>
                  <a:path extrusionOk="0" h="424" w="202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rect b="b" l="l" r="r" t="t"/>
                <a:pathLst>
                  <a:path extrusionOk="0" h="434" w="332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42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42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42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42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42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42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42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42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42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p42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rect b="b" l="l" r="r" t="t"/>
                <a:pathLst>
                  <a:path extrusionOk="0" h="430" w="376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42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42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rect b="b" l="l" r="r" t="t"/>
                <a:pathLst>
                  <a:path extrusionOk="0" h="137" w="396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42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42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42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p42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42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42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42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42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42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42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42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42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42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42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42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42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42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42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42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42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42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42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42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42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42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42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42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42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42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rect b="b" l="l" r="r" t="t"/>
                <a:pathLst>
                  <a:path extrusionOk="0" h="39" w="14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42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42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rect b="b" l="l" r="r" t="t"/>
                <a:pathLst>
                  <a:path extrusionOk="0" h="182" w="416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42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42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42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42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42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42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42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42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rect b="b" l="l" r="r" t="t"/>
                <a:pathLst>
                  <a:path extrusionOk="0" h="434" w="423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42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rect b="b" l="l" r="r" t="t"/>
                <a:pathLst>
                  <a:path extrusionOk="0" h="434" w="41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42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42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rect b="b" l="l" r="r" t="t"/>
                <a:pathLst>
                  <a:path extrusionOk="0" h="434" w="399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rect b="b" l="l" r="r" t="t"/>
                <a:pathLst>
                  <a:path extrusionOk="0" h="434" w="386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rect b="b" l="l" r="r" t="t"/>
                <a:pathLst>
                  <a:path extrusionOk="0" h="434" w="372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rect b="b" l="l" r="r" t="t"/>
                <a:pathLst>
                  <a:path extrusionOk="0" h="434" w="361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rect b="b" l="l" r="r" t="t"/>
                <a:pathLst>
                  <a:path extrusionOk="0" h="434" w="348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rect b="b" l="l" r="r" t="t"/>
                <a:pathLst>
                  <a:path extrusionOk="0" h="430" w="338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rect b="b" l="l" r="r" t="t"/>
                <a:pathLst>
                  <a:path extrusionOk="0" h="434" w="325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42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42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rect b="b" l="l" r="r" t="t"/>
                <a:pathLst>
                  <a:path extrusionOk="0" h="433" w="311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42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42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rect b="b" l="l" r="r" t="t"/>
                <a:pathLst>
                  <a:path extrusionOk="0" h="434" w="30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42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42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rect b="b" l="l" r="r" t="t"/>
                <a:pathLst>
                  <a:path extrusionOk="0" h="433" w="287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42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42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42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rect b="b" l="l" r="r" t="t"/>
                <a:pathLst>
                  <a:path extrusionOk="0" h="434" w="273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rect b="b" l="l" r="r" t="t"/>
                <a:pathLst>
                  <a:path extrusionOk="0" h="76" w="25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2" name="Google Shape;1412;p42"/>
          <p:cNvSpPr txBox="1"/>
          <p:nvPr>
            <p:ph idx="15" type="subTitle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">
    <p:bg>
      <p:bgPr>
        <a:solidFill>
          <a:schemeClr val="accent1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3"/>
          <p:cNvSpPr txBox="1"/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5" name="Google Shape;1415;p43"/>
          <p:cNvSpPr txBox="1"/>
          <p:nvPr>
            <p:ph idx="1" type="subTitle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1416" name="Google Shape;1416;p43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i="0" lang="en-US" sz="1200" u="none" cap="none" strike="noStrike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i="0" lang="en-US" sz="1200" u="none" cap="none" strike="noStrike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-US" sz="1200" u="none" cap="none" strike="noStrike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0" i="0" sz="1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7" name="Google Shape;1417;p43"/>
          <p:cNvSpPr/>
          <p:nvPr/>
        </p:nvSpPr>
        <p:spPr>
          <a:xfrm flipH="1" rot="10800000">
            <a:off x="4366399" y="335155"/>
            <a:ext cx="3758237" cy="4824215"/>
          </a:xfrm>
          <a:custGeom>
            <a:rect b="b" l="l" r="r" t="t"/>
            <a:pathLst>
              <a:path extrusionOk="0" h="56384" w="49457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43"/>
          <p:cNvSpPr/>
          <p:nvPr/>
        </p:nvSpPr>
        <p:spPr>
          <a:xfrm flipH="1" rot="10800000">
            <a:off x="4323086" y="4314893"/>
            <a:ext cx="2068144" cy="844477"/>
          </a:xfrm>
          <a:custGeom>
            <a:rect b="b" l="l" r="r" t="t"/>
            <a:pathLst>
              <a:path extrusionOk="0" h="9870" w="27216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43"/>
          <p:cNvSpPr/>
          <p:nvPr/>
        </p:nvSpPr>
        <p:spPr>
          <a:xfrm flipH="1" rot="10800000">
            <a:off x="3363131" y="-81230"/>
            <a:ext cx="2800232" cy="1123659"/>
          </a:xfrm>
          <a:custGeom>
            <a:rect b="b" l="l" r="r" t="t"/>
            <a:pathLst>
              <a:path extrusionOk="0" h="13133" w="3685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43"/>
          <p:cNvSpPr/>
          <p:nvPr/>
        </p:nvSpPr>
        <p:spPr>
          <a:xfrm flipH="1" rot="10800000">
            <a:off x="7314957" y="222473"/>
            <a:ext cx="1969585" cy="4936898"/>
          </a:xfrm>
          <a:custGeom>
            <a:rect b="b" l="l" r="r" t="t"/>
            <a:pathLst>
              <a:path extrusionOk="0" h="57701" w="25919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43"/>
          <p:cNvSpPr/>
          <p:nvPr/>
        </p:nvSpPr>
        <p:spPr>
          <a:xfrm flipH="1" rot="10800000">
            <a:off x="2493374" y="-81232"/>
            <a:ext cx="3958471" cy="1281175"/>
          </a:xfrm>
          <a:custGeom>
            <a:rect b="b" l="l" r="r" t="t"/>
            <a:pathLst>
              <a:path extrusionOk="0" h="14974" w="52092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43"/>
          <p:cNvSpPr/>
          <p:nvPr/>
        </p:nvSpPr>
        <p:spPr>
          <a:xfrm flipH="1" rot="10800000">
            <a:off x="3363131" y="-81227"/>
            <a:ext cx="2800232" cy="738468"/>
          </a:xfrm>
          <a:custGeom>
            <a:rect b="b" l="l" r="r" t="t"/>
            <a:pathLst>
              <a:path extrusionOk="0" h="8631" w="3685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43"/>
          <p:cNvSpPr/>
          <p:nvPr/>
        </p:nvSpPr>
        <p:spPr>
          <a:xfrm flipH="1" rot="10800000">
            <a:off x="6530534" y="703175"/>
            <a:ext cx="1115229" cy="1401387"/>
          </a:xfrm>
          <a:custGeom>
            <a:rect b="b" l="l" r="r" t="t"/>
            <a:pathLst>
              <a:path extrusionOk="0" h="16379" w="14676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4" name="Google Shape;142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_1">
    <p:bg>
      <p:bgPr>
        <a:solidFill>
          <a:srgbClr val="F7F8FC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44"/>
          <p:cNvSpPr txBox="1"/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8" name="Google Shape;1428;p44"/>
          <p:cNvSpPr/>
          <p:nvPr/>
        </p:nvSpPr>
        <p:spPr>
          <a:xfrm rot="9432608">
            <a:off x="7960777" y="-398872"/>
            <a:ext cx="938669" cy="1081190"/>
          </a:xfrm>
          <a:custGeom>
            <a:rect b="b" l="l" r="r" t="t"/>
            <a:pathLst>
              <a:path extrusionOk="0" h="11832" w="10602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44"/>
          <p:cNvSpPr/>
          <p:nvPr/>
        </p:nvSpPr>
        <p:spPr>
          <a:xfrm rot="9432653">
            <a:off x="7848993" y="-97641"/>
            <a:ext cx="2075495" cy="1081190"/>
          </a:xfrm>
          <a:custGeom>
            <a:rect b="b" l="l" r="r" t="t"/>
            <a:pathLst>
              <a:path extrusionOk="0" h="11832" w="10602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0" name="Google Shape;1430;p44"/>
          <p:cNvGrpSpPr/>
          <p:nvPr/>
        </p:nvGrpSpPr>
        <p:grpSpPr>
          <a:xfrm>
            <a:off x="6529813" y="3757658"/>
            <a:ext cx="3264030" cy="1583056"/>
            <a:chOff x="6529813" y="3757658"/>
            <a:chExt cx="3264030" cy="1583056"/>
          </a:xfrm>
        </p:grpSpPr>
        <p:sp>
          <p:nvSpPr>
            <p:cNvPr id="1431" name="Google Shape;1431;p44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2" name="Google Shape;1432;p44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44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rect b="b" l="l" r="r" t="t"/>
                <a:pathLst>
                  <a:path extrusionOk="0" h="10817" w="37631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44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rect b="b" l="l" r="r" t="t"/>
                <a:pathLst>
                  <a:path extrusionOk="0" h="6235" w="26621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35" name="Google Shape;1435;p44"/>
          <p:cNvGrpSpPr/>
          <p:nvPr/>
        </p:nvGrpSpPr>
        <p:grpSpPr>
          <a:xfrm>
            <a:off x="-1028710" y="3879715"/>
            <a:ext cx="2293560" cy="1480074"/>
            <a:chOff x="-1028710" y="3879715"/>
            <a:chExt cx="2293560" cy="1480074"/>
          </a:xfrm>
        </p:grpSpPr>
        <p:sp>
          <p:nvSpPr>
            <p:cNvPr id="1436" name="Google Shape;1436;p44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rect b="b" l="l" r="r" t="t"/>
              <a:pathLst>
                <a:path extrusionOk="0" h="11832" w="10602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44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rect b="b" l="l" r="r" t="t"/>
              <a:pathLst>
                <a:path extrusionOk="0" h="6095" w="21688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8" name="Google Shape;1438;p44"/>
          <p:cNvSpPr txBox="1"/>
          <p:nvPr>
            <p:ph idx="2" type="title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39" name="Google Shape;1439;p44"/>
          <p:cNvSpPr txBox="1"/>
          <p:nvPr>
            <p:ph idx="3" type="title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0" name="Google Shape;1440;p44"/>
          <p:cNvSpPr txBox="1"/>
          <p:nvPr>
            <p:ph idx="4" type="title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1" name="Google Shape;1441;p44"/>
          <p:cNvSpPr txBox="1"/>
          <p:nvPr>
            <p:ph idx="5" type="title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2" name="Google Shape;1442;p44"/>
          <p:cNvSpPr txBox="1"/>
          <p:nvPr>
            <p:ph idx="1" type="subTitle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443" name="Google Shape;1443;p44"/>
          <p:cNvSpPr txBox="1"/>
          <p:nvPr>
            <p:ph idx="6" type="subTitle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444" name="Google Shape;1444;p44"/>
          <p:cNvSpPr txBox="1"/>
          <p:nvPr>
            <p:ph idx="7" type="subTitle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445" name="Google Shape;1445;p44"/>
          <p:cNvSpPr txBox="1"/>
          <p:nvPr>
            <p:ph idx="8" type="subTitle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446" name="Google Shape;1446;p44"/>
          <p:cNvSpPr txBox="1"/>
          <p:nvPr>
            <p:ph idx="9" type="subTitle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7" name="Google Shape;1447;p44"/>
          <p:cNvSpPr txBox="1"/>
          <p:nvPr>
            <p:ph idx="13" type="subTitle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8" name="Google Shape;1448;p44"/>
          <p:cNvSpPr txBox="1"/>
          <p:nvPr>
            <p:ph idx="14" type="subTitle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9" name="Google Shape;1449;p44"/>
          <p:cNvSpPr txBox="1"/>
          <p:nvPr>
            <p:ph idx="15" type="subTitle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1450" name="Google Shape;145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ONE_COLUMN_TEXT_2_2"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45"/>
          <p:cNvSpPr txBox="1"/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3" name="Google Shape;1453;p45"/>
          <p:cNvSpPr txBox="1"/>
          <p:nvPr>
            <p:ph idx="1" type="subTitle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4" name="Google Shape;1454;p45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45"/>
            <p:cNvSpPr/>
            <p:nvPr/>
          </p:nvSpPr>
          <p:spPr>
            <a:xfrm>
              <a:off x="3304800" y="3882975"/>
              <a:ext cx="665525" cy="237200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5"/>
            <p:cNvSpPr/>
            <p:nvPr/>
          </p:nvSpPr>
          <p:spPr>
            <a:xfrm>
              <a:off x="3098100" y="3849750"/>
              <a:ext cx="940775" cy="270425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5"/>
            <p:cNvSpPr/>
            <p:nvPr/>
          </p:nvSpPr>
          <p:spPr>
            <a:xfrm>
              <a:off x="3304800" y="3964300"/>
              <a:ext cx="665525" cy="155875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8" name="Google Shape;1458;p45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45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45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rect b="b" l="l" r="r" t="t"/>
              <a:pathLst>
                <a:path extrusionOk="0" h="39" w="38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61" name="Google Shape;1461;p45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4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rect b="b" l="l" r="r" t="t"/>
                <a:pathLst>
                  <a:path extrusionOk="0" h="5983" w="10998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4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rect b="b" l="l" r="r" t="t"/>
                <a:pathLst>
                  <a:path extrusionOk="0" h="40732" w="35728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4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rect b="b" l="l" r="r" t="t"/>
                <a:pathLst>
                  <a:path extrusionOk="0" h="7131" w="19661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4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rect b="b" l="l" r="r" t="t"/>
                <a:pathLst>
                  <a:path extrusionOk="0" h="41684" w="18724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4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rect b="b" l="l" r="r" t="t"/>
                <a:pathLst>
                  <a:path extrusionOk="0" h="7635" w="20431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4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rect b="b" l="l" r="r" t="t"/>
                <a:pathLst>
                  <a:path extrusionOk="0" h="11832" w="10602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68" name="Google Shape;1468;p45"/>
            <p:cNvPicPr preferRelativeResize="0"/>
            <p:nvPr/>
          </p:nvPicPr>
          <p:blipFill rotWithShape="1">
            <a:blip r:embed="rId2">
              <a:alphaModFix/>
            </a:blip>
            <a:srcRect b="0" l="0" r="41660" t="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45"/>
            <p:cNvPicPr preferRelativeResize="0"/>
            <p:nvPr/>
          </p:nvPicPr>
          <p:blipFill rotWithShape="1">
            <a:blip r:embed="rId3">
              <a:alphaModFix/>
            </a:blip>
            <a:srcRect b="0" l="49480" r="0" t="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ONE_COLUMN_TEXT_2_1_1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6"/>
          <p:cNvSpPr txBox="1"/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72" name="Google Shape;1472;p46"/>
          <p:cNvSpPr txBox="1"/>
          <p:nvPr>
            <p:ph idx="1" type="subTitle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3" name="Google Shape;1473;p46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46"/>
            <p:cNvSpPr/>
            <p:nvPr/>
          </p:nvSpPr>
          <p:spPr>
            <a:xfrm>
              <a:off x="3304800" y="3882975"/>
              <a:ext cx="665525" cy="237200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46"/>
            <p:cNvSpPr/>
            <p:nvPr/>
          </p:nvSpPr>
          <p:spPr>
            <a:xfrm>
              <a:off x="3098100" y="3849750"/>
              <a:ext cx="940775" cy="270425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46"/>
            <p:cNvSpPr/>
            <p:nvPr/>
          </p:nvSpPr>
          <p:spPr>
            <a:xfrm>
              <a:off x="3304800" y="3964300"/>
              <a:ext cx="665525" cy="155875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7" name="Google Shape;1477;p46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46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46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rect b="b" l="l" r="r" t="t"/>
                <a:pathLst>
                  <a:path extrusionOk="0" h="9771" w="5959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46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rect b="b" l="l" r="r" t="t"/>
                <a:pathLst>
                  <a:path extrusionOk="0" h="16521" w="7966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46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rect b="b" l="l" r="r" t="t"/>
                <a:pathLst>
                  <a:path extrusionOk="0" h="21988" w="24829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82" name="Google Shape;1482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1">
    <p:bg>
      <p:bgPr>
        <a:noFill/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7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7"/>
          <p:cNvSpPr txBox="1"/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7" name="Google Shape;1487;p47"/>
          <p:cNvSpPr txBox="1"/>
          <p:nvPr>
            <p:ph idx="1" type="subTitle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1488" name="Google Shape;1488;p47"/>
          <p:cNvGrpSpPr/>
          <p:nvPr/>
        </p:nvGrpSpPr>
        <p:grpSpPr>
          <a:xfrm>
            <a:off x="-665812" y="3431744"/>
            <a:ext cx="2280399" cy="2280569"/>
            <a:chOff x="-665812" y="3431744"/>
            <a:chExt cx="2280399" cy="2280569"/>
          </a:xfrm>
        </p:grpSpPr>
        <p:sp>
          <p:nvSpPr>
            <p:cNvPr id="1489" name="Google Shape;1489;p47"/>
            <p:cNvSpPr/>
            <p:nvPr/>
          </p:nvSpPr>
          <p:spPr>
            <a:xfrm flipH="1" rot="6847533">
              <a:off x="-356027" y="4216323"/>
              <a:ext cx="1115230" cy="1401371"/>
            </a:xfrm>
            <a:custGeom>
              <a:rect b="b" l="l" r="r" t="t"/>
              <a:pathLst>
                <a:path extrusionOk="0" h="16379" w="14676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0" name="Google Shape;1490;p47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47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rect b="b" l="l" r="r" t="t"/>
                <a:pathLst>
                  <a:path extrusionOk="0" h="168" w="315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47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47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47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47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47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47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rect b="b" l="l" r="r" t="t"/>
                <a:pathLst>
                  <a:path extrusionOk="0" h="338" w="297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47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rect b="b" l="l" r="r" t="t"/>
                <a:pathLst>
                  <a:path extrusionOk="0" h="212" w="43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47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47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47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47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47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47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47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47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rect b="b" l="l" r="r" t="t"/>
                <a:pathLst>
                  <a:path extrusionOk="0" h="315" w="341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47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rect b="b" l="l" r="r" t="t"/>
                <a:pathLst>
                  <a:path extrusionOk="0" h="73" w="12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47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47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rect b="b" l="l" r="r" t="t"/>
                <a:pathLst>
                  <a:path extrusionOk="0" h="256" w="433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47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47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47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47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47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47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47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47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47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rect b="b" l="l" r="r" t="t"/>
                <a:pathLst>
                  <a:path extrusionOk="0" h="300" w="434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47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47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47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47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47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47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47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47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47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47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rect b="b" l="l" r="r" t="t"/>
                <a:pathLst>
                  <a:path extrusionOk="0" h="260" w="421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47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47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rect b="b" l="l" r="r" t="t"/>
                <a:pathLst>
                  <a:path extrusionOk="0" h="345" w="433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47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47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47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47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47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47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47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47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47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47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rect b="b" l="l" r="r" t="t"/>
                <a:pathLst>
                  <a:path extrusionOk="0" h="385" w="434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47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47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47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47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47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47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47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47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47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47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47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rect b="b" l="l" r="r" t="t"/>
                <a:pathLst>
                  <a:path extrusionOk="0" h="426" w="433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47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47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47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47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47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47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47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47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47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rect b="b" l="l" r="r" t="t"/>
                <a:pathLst>
                  <a:path extrusionOk="0" h="165" w="372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47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47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rect b="b" l="l" r="r" t="t"/>
                <a:pathLst>
                  <a:path extrusionOk="0" h="393" w="433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47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rect b="b" l="l" r="r" t="t"/>
                <a:pathLst>
                  <a:path extrusionOk="0" h="430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47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47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47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47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47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47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47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47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47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rect b="b" l="l" r="r" t="t"/>
                <a:pathLst>
                  <a:path extrusionOk="0" h="434" w="431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47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47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47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47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47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47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47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47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47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47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rect b="b" l="l" r="r" t="t"/>
                <a:pathLst>
                  <a:path extrusionOk="0" h="420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47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47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47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47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47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47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47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47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47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rect b="b" l="l" r="r" t="t"/>
                <a:pathLst>
                  <a:path extrusionOk="0" h="267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47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47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47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47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47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47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47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47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47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47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47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rect b="b" l="l" r="r" t="t"/>
                <a:pathLst>
                  <a:path extrusionOk="0" h="382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47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47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47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47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47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47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47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47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47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47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47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47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47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47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47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47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47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47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47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47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47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47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rect b="b" l="l" r="r" t="t"/>
                <a:pathLst>
                  <a:path extrusionOk="0" h="403" w="417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47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rect b="b" l="l" r="r" t="t"/>
                <a:pathLst>
                  <a:path extrusionOk="0" h="45" w="24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47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47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47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47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47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47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47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47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47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rect b="b" l="l" r="r" t="t"/>
                <a:pathLst>
                  <a:path extrusionOk="0" h="434" w="43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47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47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47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rect b="b" l="l" r="r" t="t"/>
                <a:pathLst>
                  <a:path extrusionOk="0" h="430" w="43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47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rect b="b" l="l" r="r" t="t"/>
                <a:pathLst>
                  <a:path extrusionOk="0" h="433" w="43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47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rect b="b" l="l" r="r" t="t"/>
                <a:pathLst>
                  <a:path extrusionOk="0" h="417" w="403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47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rect b="b" l="l" r="r" t="t"/>
                <a:pathLst>
                  <a:path extrusionOk="0" h="383" w="138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47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rect b="b" l="l" r="r" t="t"/>
                <a:pathLst>
                  <a:path extrusionOk="0" h="399" w="154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47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rect b="b" l="l" r="r" t="t"/>
                <a:pathLst>
                  <a:path extrusionOk="0" h="92" w="334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47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47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47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47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47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47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47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47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47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47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47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47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47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47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47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47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47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47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rect b="b" l="l" r="r" t="t"/>
                <a:pathLst>
                  <a:path extrusionOk="0" h="434" w="349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47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47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rect b="b" l="l" r="r" t="t"/>
                <a:pathLst>
                  <a:path extrusionOk="0" h="424" w="202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47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rect b="b" l="l" r="r" t="t"/>
                <a:pathLst>
                  <a:path extrusionOk="0" h="434" w="332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47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47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47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47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47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47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47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47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47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47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rect b="b" l="l" r="r" t="t"/>
                <a:pathLst>
                  <a:path extrusionOk="0" h="430" w="376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47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47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rect b="b" l="l" r="r" t="t"/>
                <a:pathLst>
                  <a:path extrusionOk="0" h="137" w="396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47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47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47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47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47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47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47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47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47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47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47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47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47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47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47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47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47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47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47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47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6" name="Google Shape;1696;p47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47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47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47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47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1" name="Google Shape;1701;p47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47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47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47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47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47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rect b="b" l="l" r="r" t="t"/>
                <a:pathLst>
                  <a:path extrusionOk="0" h="433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47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47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rect b="b" l="l" r="r" t="t"/>
                <a:pathLst>
                  <a:path extrusionOk="0" h="39" w="14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9" name="Google Shape;1709;p47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47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rect b="b" l="l" r="r" t="t"/>
                <a:pathLst>
                  <a:path extrusionOk="0" h="182" w="416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47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47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3" name="Google Shape;1713;p47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47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47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47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47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47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rect b="b" l="l" r="r" t="t"/>
                <a:pathLst>
                  <a:path extrusionOk="0" h="434" w="423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47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47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47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47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rect b="b" l="l" r="r" t="t"/>
                <a:pathLst>
                  <a:path extrusionOk="0" h="434" w="41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47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47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5" name="Google Shape;1725;p47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rect b="b" l="l" r="r" t="t"/>
                <a:pathLst>
                  <a:path extrusionOk="0" h="434" w="399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47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47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rect b="b" l="l" r="r" t="t"/>
                <a:pathLst>
                  <a:path extrusionOk="0" h="434" w="386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47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9" name="Google Shape;1729;p47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47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rect b="b" l="l" r="r" t="t"/>
                <a:pathLst>
                  <a:path extrusionOk="0" h="434" w="372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47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2" name="Google Shape;1732;p47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47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rect b="b" l="l" r="r" t="t"/>
                <a:pathLst>
                  <a:path extrusionOk="0" h="434" w="361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47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47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47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p47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rect b="b" l="l" r="r" t="t"/>
                <a:pathLst>
                  <a:path extrusionOk="0" h="434" w="348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47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47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rect b="b" l="l" r="r" t="t"/>
                <a:pathLst>
                  <a:path extrusionOk="0" h="430" w="338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0" name="Google Shape;1740;p47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47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rect b="b" l="l" r="r" t="t"/>
                <a:pathLst>
                  <a:path extrusionOk="0" h="434" w="325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47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47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rect b="b" l="l" r="r" t="t"/>
                <a:pathLst>
                  <a:path extrusionOk="0" h="430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47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47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rect b="b" l="l" r="r" t="t"/>
                <a:pathLst>
                  <a:path extrusionOk="0" h="433" w="311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47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47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rect b="b" l="l" r="r" t="t"/>
                <a:pathLst>
                  <a:path extrusionOk="0" h="434" w="30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47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9" name="Google Shape;1749;p47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47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rect b="b" l="l" r="r" t="t"/>
                <a:pathLst>
                  <a:path extrusionOk="0" h="433" w="287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47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47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3" name="Google Shape;1753;p47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rect b="b" l="l" r="r" t="t"/>
                <a:pathLst>
                  <a:path extrusionOk="0" h="434" w="273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47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47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rect b="b" l="l" r="r" t="t"/>
                <a:pathLst>
                  <a:path extrusionOk="0" h="433" w="434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6" name="Google Shape;1756;p47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rect b="b" l="l" r="r" t="t"/>
                <a:pathLst>
                  <a:path extrusionOk="0" h="76" w="25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7" name="Google Shape;1757;p47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rect b="b" l="l" r="r" t="t"/>
                <a:pathLst>
                  <a:path extrusionOk="0" h="434" w="434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47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rect b="b" l="l" r="r" t="t"/>
                <a:pathLst>
                  <a:path extrusionOk="0" h="430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47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0" name="Google Shape;1760;p47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47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rect b="b" l="l" r="r" t="t"/>
                <a:pathLst>
                  <a:path extrusionOk="0" h="434" w="433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2" name="Google Shape;1762;p47"/>
          <p:cNvSpPr/>
          <p:nvPr/>
        </p:nvSpPr>
        <p:spPr>
          <a:xfrm rot="-4421961">
            <a:off x="2756334" y="1581448"/>
            <a:ext cx="5541644" cy="2735785"/>
          </a:xfrm>
          <a:custGeom>
            <a:rect b="b" l="l" r="r" t="t"/>
            <a:pathLst>
              <a:path extrusionOk="0" h="41724" w="69245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3" name="Google Shape;1763;p47"/>
          <p:cNvGrpSpPr/>
          <p:nvPr/>
        </p:nvGrpSpPr>
        <p:grpSpPr>
          <a:xfrm>
            <a:off x="6539446" y="-344139"/>
            <a:ext cx="2878066" cy="5824283"/>
            <a:chOff x="5883539" y="-344156"/>
            <a:chExt cx="3534406" cy="5824283"/>
          </a:xfrm>
        </p:grpSpPr>
        <p:sp>
          <p:nvSpPr>
            <p:cNvPr id="1764" name="Google Shape;1764;p47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rect b="b" l="l" r="r" t="t"/>
              <a:pathLst>
                <a:path extrusionOk="0" h="17354" w="40411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47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rect b="b" l="l" r="r" t="t"/>
              <a:pathLst>
                <a:path extrusionOk="0" h="41724" w="69245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47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rect b="b" l="l" r="r" t="t"/>
              <a:pathLst>
                <a:path extrusionOk="0" h="5660" w="9871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47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rect b="b" l="l" r="r" t="t"/>
              <a:pathLst>
                <a:path extrusionOk="0" h="6651" w="22306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47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rect b="b" l="l" r="r" t="t"/>
              <a:pathLst>
                <a:path extrusionOk="0" h="8964" w="30086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9" name="Google Shape;1769;p47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47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rect b="b" l="l" r="r" t="t"/>
                <a:pathLst>
                  <a:path extrusionOk="0" h="16609" w="16299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47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rect b="b" l="l" r="r" t="t"/>
                <a:pathLst>
                  <a:path extrusionOk="0" h="16165" w="1592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47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rect b="b" l="l" r="r" t="t"/>
                <a:pathLst>
                  <a:path extrusionOk="0" h="16472" w="16204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3" name="Google Shape;1773;p47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rect b="b" l="l" r="r" t="t"/>
                <a:pathLst>
                  <a:path extrusionOk="0" h="7612" w="7567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47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rect b="b" l="l" r="r" t="t"/>
                <a:pathLst>
                  <a:path extrusionOk="0" h="12149" w="12019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47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rect b="b" l="l" r="r" t="t"/>
                <a:pathLst>
                  <a:path extrusionOk="0" h="13839" w="13676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47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rect b="b" l="l" r="r" t="t"/>
                <a:pathLst>
                  <a:path extrusionOk="0" h="15188" w="1499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47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rect b="b" l="l" r="r" t="t"/>
                <a:pathLst>
                  <a:path extrusionOk="0" h="8906" w="8838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47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rect b="b" l="l" r="r" t="t"/>
                <a:pathLst>
                  <a:path extrusionOk="0" h="11162" w="11056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47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rect b="b" l="l" r="r" t="t"/>
                <a:pathLst>
                  <a:path extrusionOk="0" h="13038" w="12895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47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rect b="b" l="l" r="r" t="t"/>
                <a:pathLst>
                  <a:path extrusionOk="0" h="14557" w="14377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47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rect b="b" l="l" r="r" t="t"/>
                <a:pathLst>
                  <a:path extrusionOk="0" h="4600" w="460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47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rect b="b" l="l" r="r" t="t"/>
                <a:pathLst>
                  <a:path extrusionOk="0" h="6185" w="6163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47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rect b="b" l="l" r="r" t="t"/>
                <a:pathLst>
                  <a:path extrusionOk="0" h="5270" w="5407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47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rect b="b" l="l" r="r" t="t"/>
                <a:pathLst>
                  <a:path extrusionOk="0" h="6102" w="6252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47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rect b="b" l="l" r="r" t="t"/>
                <a:pathLst>
                  <a:path extrusionOk="0" h="9767" w="9849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47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rect b="b" l="l" r="r" t="t"/>
                <a:pathLst>
                  <a:path extrusionOk="0" h="10087" w="9996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47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rect b="b" l="l" r="r" t="t"/>
                <a:pathLst>
                  <a:path extrusionOk="0" h="15727" w="15512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47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rect b="b" l="l" r="r" t="t"/>
                <a:pathLst>
                  <a:path extrusionOk="0" h="601" w="597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47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rect b="b" l="l" r="r" t="t"/>
                <a:pathLst>
                  <a:path extrusionOk="0" h="2804" w="2805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47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rect b="b" l="l" r="r" t="t"/>
                <a:pathLst>
                  <a:path extrusionOk="0" h="3271" w="3333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47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rect b="b" l="l" r="r" t="t"/>
                <a:pathLst>
                  <a:path extrusionOk="0" h="4355" w="4464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47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rect b="b" l="l" r="r" t="t"/>
                <a:pathLst>
                  <a:path extrusionOk="0" h="6910" w="7059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47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rect b="b" l="l" r="r" t="t"/>
                <a:pathLst>
                  <a:path extrusionOk="0" h="11178" w="11178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47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rect b="b" l="l" r="r" t="t"/>
                <a:pathLst>
                  <a:path extrusionOk="0" h="8674" w="879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47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rect b="b" l="l" r="r" t="t"/>
                <a:pathLst>
                  <a:path extrusionOk="0" h="16459" w="16145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47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rect b="b" l="l" r="r" t="t"/>
                <a:pathLst>
                  <a:path extrusionOk="0" h="7748" w="7887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47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rect b="b" l="l" r="r" t="t"/>
                <a:pathLst>
                  <a:path extrusionOk="0" h="15692" w="15379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47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rect b="b" l="l" r="r" t="t"/>
                <a:pathLst>
                  <a:path extrusionOk="0" h="13103" w="13106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99" name="Google Shape;1799;p47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47"/>
            <p:cNvSpPr/>
            <p:nvPr/>
          </p:nvSpPr>
          <p:spPr>
            <a:xfrm>
              <a:off x="4333158" y="4849734"/>
              <a:ext cx="1938475" cy="293962"/>
            </a:xfrm>
            <a:custGeom>
              <a:rect b="b" l="l" r="r" t="t"/>
              <a:pathLst>
                <a:path extrusionOk="0" h="9488" w="26621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47"/>
            <p:cNvSpPr/>
            <p:nvPr/>
          </p:nvSpPr>
          <p:spPr>
            <a:xfrm>
              <a:off x="3731103" y="4808559"/>
              <a:ext cx="2740195" cy="335138"/>
            </a:xfrm>
            <a:custGeom>
              <a:rect b="b" l="l" r="r" t="t"/>
              <a:pathLst>
                <a:path extrusionOk="0" h="10817" w="37631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47"/>
            <p:cNvSpPr/>
            <p:nvPr/>
          </p:nvSpPr>
          <p:spPr>
            <a:xfrm>
              <a:off x="4333158" y="4950520"/>
              <a:ext cx="1938475" cy="193176"/>
            </a:xfrm>
            <a:custGeom>
              <a:rect b="b" l="l" r="r" t="t"/>
              <a:pathLst>
                <a:path extrusionOk="0" h="6235" w="26621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F8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74.png"/><Relationship Id="rId8" Type="http://schemas.openxmlformats.org/officeDocument/2006/relationships/hyperlink" Target="https://www.scanvas.id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40.png"/><Relationship Id="rId6" Type="http://schemas.openxmlformats.org/officeDocument/2006/relationships/image" Target="../media/image4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5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51.png"/><Relationship Id="rId6" Type="http://schemas.openxmlformats.org/officeDocument/2006/relationships/image" Target="../media/image58.png"/><Relationship Id="rId7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Relationship Id="rId5" Type="http://schemas.openxmlformats.org/officeDocument/2006/relationships/image" Target="../media/image46.png"/><Relationship Id="rId6" Type="http://schemas.openxmlformats.org/officeDocument/2006/relationships/image" Target="../media/image54.png"/><Relationship Id="rId7" Type="http://schemas.openxmlformats.org/officeDocument/2006/relationships/image" Target="../media/image57.png"/><Relationship Id="rId8" Type="http://schemas.openxmlformats.org/officeDocument/2006/relationships/image" Target="../media/image41.png"/><Relationship Id="rId11" Type="http://schemas.openxmlformats.org/officeDocument/2006/relationships/image" Target="../media/image58.png"/><Relationship Id="rId10" Type="http://schemas.openxmlformats.org/officeDocument/2006/relationships/image" Target="../media/image61.png"/><Relationship Id="rId13" Type="http://schemas.openxmlformats.org/officeDocument/2006/relationships/image" Target="../media/image47.png"/><Relationship Id="rId12" Type="http://schemas.openxmlformats.org/officeDocument/2006/relationships/image" Target="../media/image7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59.png"/><Relationship Id="rId5" Type="http://schemas.openxmlformats.org/officeDocument/2006/relationships/image" Target="../media/image47.png"/><Relationship Id="rId6" Type="http://schemas.openxmlformats.org/officeDocument/2006/relationships/image" Target="../media/image63.png"/><Relationship Id="rId7" Type="http://schemas.openxmlformats.org/officeDocument/2006/relationships/image" Target="../media/image57.png"/><Relationship Id="rId8" Type="http://schemas.openxmlformats.org/officeDocument/2006/relationships/image" Target="../media/image6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6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3.png"/><Relationship Id="rId4" Type="http://schemas.openxmlformats.org/officeDocument/2006/relationships/image" Target="../media/image68.png"/><Relationship Id="rId5" Type="http://schemas.openxmlformats.org/officeDocument/2006/relationships/image" Target="../media/image7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jpg"/><Relationship Id="rId4" Type="http://schemas.openxmlformats.org/officeDocument/2006/relationships/image" Target="../media/image76.jpg"/><Relationship Id="rId5" Type="http://schemas.openxmlformats.org/officeDocument/2006/relationships/image" Target="../media/image69.png"/><Relationship Id="rId6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"/>
          <p:cNvSpPr txBox="1"/>
          <p:nvPr>
            <p:ph type="ctrTitle"/>
          </p:nvPr>
        </p:nvSpPr>
        <p:spPr>
          <a:xfrm>
            <a:off x="530352" y="13716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i="0" lang="en-US" sz="4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SCANVAS</a:t>
            </a:r>
            <a:endParaRPr/>
          </a:p>
        </p:txBody>
      </p:sp>
      <p:pic>
        <p:nvPicPr>
          <p:cNvPr descr="Scanvas logo" id="1808" name="Google Shape;18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713232"/>
            <a:ext cx="56129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1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C3AED"/>
                </a:solidFill>
                <a:latin typeface="Fredoka"/>
                <a:ea typeface="Fredoka"/>
                <a:cs typeface="Fredoka"/>
                <a:sym typeface="Fredoka"/>
              </a:rPr>
              <a:t>Where Children’s Creativity Comes Alive</a:t>
            </a:r>
            <a:endParaRPr/>
          </a:p>
        </p:txBody>
      </p:sp>
      <p:sp>
        <p:nvSpPr>
          <p:cNvPr id="1810" name="Google Shape;1810;p1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A creative learning platform that transforms children’s drawings into interactive digital experiences.</a:t>
            </a:r>
            <a:endParaRPr/>
          </a:p>
        </p:txBody>
      </p:sp>
      <p:sp>
        <p:nvSpPr>
          <p:cNvPr id="1811" name="Google Shape;1811;p1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3236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For children aged 3–10</a:t>
            </a:r>
            <a:endParaRPr/>
          </a:p>
        </p:txBody>
      </p:sp>
      <p:pic>
        <p:nvPicPr>
          <p:cNvPr descr="palette_purple.png" id="1812" name="Google Shape;18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3965752"/>
            <a:ext cx="170078" cy="170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ld-colored Scanvas whale sheet" id="1813" name="Google Shape;181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2087" y="5"/>
            <a:ext cx="2514600" cy="247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same whale scanned and alive in Scanvas" id="1814" name="Google Shape;181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1481328"/>
            <a:ext cx="4069080" cy="24969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"/>
          <p:cNvSpPr/>
          <p:nvPr/>
        </p:nvSpPr>
        <p:spPr>
          <a:xfrm>
            <a:off x="7412199" y="4206250"/>
            <a:ext cx="1430100" cy="475500"/>
          </a:xfrm>
          <a:prstGeom prst="roundRect">
            <a:avLst>
              <a:gd fmla="val 2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"/>
          <p:cNvSpPr txBox="1"/>
          <p:nvPr/>
        </p:nvSpPr>
        <p:spPr>
          <a:xfrm>
            <a:off x="7412198" y="4224525"/>
            <a:ext cx="13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Salsabila Khoirunnisa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CEO &amp; Co-Founder</a:t>
            </a:r>
            <a:endParaRPr/>
          </a:p>
        </p:txBody>
      </p:sp>
      <p:sp>
        <p:nvSpPr>
          <p:cNvPr id="1817" name="Google Shape;1817;p1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GESAwards 2026 · Female Founders Track</a:t>
            </a:r>
            <a:endParaRPr/>
          </a:p>
        </p:txBody>
      </p:sp>
      <p:sp>
        <p:nvSpPr>
          <p:cNvPr id="1818" name="Google Shape;1818;p1"/>
          <p:cNvSpPr/>
          <p:nvPr/>
        </p:nvSpPr>
        <p:spPr>
          <a:xfrm>
            <a:off x="4038325" y="3112300"/>
            <a:ext cx="1653900" cy="1629900"/>
          </a:xfrm>
          <a:prstGeom prst="roundRect">
            <a:avLst>
              <a:gd fmla="val 9516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19" name="Google Shape;1819;p1" title="Qr Code By Kembangkan 2 2026 07 1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6325" y="3225250"/>
            <a:ext cx="1456500" cy="14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"/>
          <p:cNvSpPr/>
          <p:nvPr/>
        </p:nvSpPr>
        <p:spPr>
          <a:xfrm>
            <a:off x="4038325" y="4811975"/>
            <a:ext cx="1653900" cy="274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Fredoka"/>
                <a:ea typeface="Fredoka"/>
                <a:cs typeface="Fredoka"/>
                <a:sym typeface="Fredoka"/>
                <a:hlinkClick r:id="rId8"/>
              </a:rPr>
              <a:t>scanvas.id</a:t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2"/>
          <p:cNvSpPr txBox="1"/>
          <p:nvPr>
            <p:ph type="title"/>
          </p:nvPr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Creativity Often Stops at the Paper</a:t>
            </a:r>
            <a:endParaRPr/>
          </a:p>
        </p:txBody>
      </p:sp>
      <p:sp>
        <p:nvSpPr>
          <p:cNvPr id="1826" name="Google Shape;1826;p2"/>
          <p:cNvSpPr txBox="1"/>
          <p:nvPr/>
        </p:nvSpPr>
        <p:spPr>
          <a:xfrm>
            <a:off x="548640" y="114300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Children love drawing and coloring, but once the paper is finished, the learning moment often ends. Many screen-based activities are designed around watching and swiping rather than creating.</a:t>
            </a:r>
            <a:endParaRPr/>
          </a:p>
        </p:txBody>
      </p:sp>
      <p:sp>
        <p:nvSpPr>
          <p:cNvPr id="1827" name="Google Shape;1827;p2"/>
          <p:cNvSpPr/>
          <p:nvPr/>
        </p:nvSpPr>
        <p:spPr>
          <a:xfrm>
            <a:off x="548640" y="1901952"/>
            <a:ext cx="3931920" cy="2240280"/>
          </a:xfrm>
          <a:prstGeom prst="roundRect">
            <a:avLst>
              <a:gd fmla="val 734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ild coloring a Scanvas sheet" id="1828" name="Google Shape;18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084831"/>
            <a:ext cx="1417320" cy="123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2"/>
          <p:cNvSpPr txBox="1"/>
          <p:nvPr/>
        </p:nvSpPr>
        <p:spPr>
          <a:xfrm>
            <a:off x="2359152" y="2121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On paper</a:t>
            </a:r>
            <a:endParaRPr/>
          </a:p>
        </p:txBody>
      </p:sp>
      <p:sp>
        <p:nvSpPr>
          <p:cNvPr id="1830" name="Google Shape;1830;p2"/>
          <p:cNvSpPr txBox="1"/>
          <p:nvPr/>
        </p:nvSpPr>
        <p:spPr>
          <a:xfrm>
            <a:off x="2359152" y="2505456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Creative and hands-on, but it ends when the page is done.</a:t>
            </a:r>
            <a:endParaRPr/>
          </a:p>
        </p:txBody>
      </p:sp>
      <p:sp>
        <p:nvSpPr>
          <p:cNvPr id="1831" name="Google Shape;1831;p2"/>
          <p:cNvSpPr/>
          <p:nvPr/>
        </p:nvSpPr>
        <p:spPr>
          <a:xfrm>
            <a:off x="749808" y="3584448"/>
            <a:ext cx="795528" cy="31089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Create</a:t>
            </a:r>
            <a:endParaRPr/>
          </a:p>
        </p:txBody>
      </p:sp>
      <p:pic>
        <p:nvPicPr>
          <p:cNvPr descr="arrow-right_purple.png" id="1832" name="Google Shape;18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6484" y="3671315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2"/>
          <p:cNvSpPr/>
          <p:nvPr/>
        </p:nvSpPr>
        <p:spPr>
          <a:xfrm>
            <a:off x="1764792" y="3584448"/>
            <a:ext cx="950976" cy="31089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Finished</a:t>
            </a:r>
            <a:endParaRPr/>
          </a:p>
        </p:txBody>
      </p:sp>
      <p:pic>
        <p:nvPicPr>
          <p:cNvPr descr="arrow-right_purple.png" id="1834" name="Google Shape;18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915" y="3671315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2"/>
          <p:cNvSpPr/>
          <p:nvPr/>
        </p:nvSpPr>
        <p:spPr>
          <a:xfrm>
            <a:off x="2935224" y="3584448"/>
            <a:ext cx="64008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07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Stop</a:t>
            </a:r>
            <a:endParaRPr/>
          </a:p>
        </p:txBody>
      </p:sp>
      <p:sp>
        <p:nvSpPr>
          <p:cNvPr id="1836" name="Google Shape;1836;p2"/>
          <p:cNvSpPr/>
          <p:nvPr/>
        </p:nvSpPr>
        <p:spPr>
          <a:xfrm>
            <a:off x="4663440" y="1901952"/>
            <a:ext cx="3931920" cy="2240280"/>
          </a:xfrm>
          <a:prstGeom prst="roundRect">
            <a:avLst>
              <a:gd fmla="val 734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2"/>
          <p:cNvSpPr/>
          <p:nvPr/>
        </p:nvSpPr>
        <p:spPr>
          <a:xfrm>
            <a:off x="4864607" y="2084831"/>
            <a:ext cx="1417320" cy="1234440"/>
          </a:xfrm>
          <a:prstGeom prst="roundRect">
            <a:avLst>
              <a:gd fmla="val 9629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2"/>
          <p:cNvSpPr/>
          <p:nvPr/>
        </p:nvSpPr>
        <p:spPr>
          <a:xfrm>
            <a:off x="5276088" y="2203704"/>
            <a:ext cx="594360" cy="100584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nitor-play_gray.png" id="1839" name="Google Shape;18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5816" y="25237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2"/>
          <p:cNvSpPr txBox="1"/>
          <p:nvPr/>
        </p:nvSpPr>
        <p:spPr>
          <a:xfrm>
            <a:off x="6473952" y="2121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On screens</a:t>
            </a:r>
            <a:endParaRPr/>
          </a:p>
        </p:txBody>
      </p:sp>
      <p:sp>
        <p:nvSpPr>
          <p:cNvPr id="1841" name="Google Shape;1841;p2"/>
          <p:cNvSpPr txBox="1"/>
          <p:nvPr/>
        </p:nvSpPr>
        <p:spPr>
          <a:xfrm>
            <a:off x="6473952" y="2505456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Engaging, but children mostly watch instead of make.</a:t>
            </a:r>
            <a:endParaRPr/>
          </a:p>
        </p:txBody>
      </p:sp>
      <p:sp>
        <p:nvSpPr>
          <p:cNvPr id="1842" name="Google Shape;1842;p2"/>
          <p:cNvSpPr/>
          <p:nvPr/>
        </p:nvSpPr>
        <p:spPr>
          <a:xfrm>
            <a:off x="4864607" y="3584448"/>
            <a:ext cx="717804" cy="310896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07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Watch</a:t>
            </a:r>
            <a:endParaRPr/>
          </a:p>
        </p:txBody>
      </p:sp>
      <p:pic>
        <p:nvPicPr>
          <p:cNvPr descr="arrow-right_gray.png" id="1843" name="Google Shape;184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3559" y="3671315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2"/>
          <p:cNvSpPr/>
          <p:nvPr/>
        </p:nvSpPr>
        <p:spPr>
          <a:xfrm>
            <a:off x="5801868" y="3584448"/>
            <a:ext cx="717804" cy="310896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07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Swipe</a:t>
            </a:r>
            <a:endParaRPr/>
          </a:p>
        </p:txBody>
      </p:sp>
      <p:pic>
        <p:nvPicPr>
          <p:cNvPr descr="arrow-right_gray.png" id="1845" name="Google Shape;18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0820" y="3671315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2"/>
          <p:cNvSpPr/>
          <p:nvPr/>
        </p:nvSpPr>
        <p:spPr>
          <a:xfrm>
            <a:off x="6739128" y="3584448"/>
            <a:ext cx="717804" cy="310896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07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Watch</a:t>
            </a:r>
            <a:endParaRPr/>
          </a:p>
        </p:txBody>
      </p:sp>
      <p:sp>
        <p:nvSpPr>
          <p:cNvPr id="1847" name="Google Shape;1847;p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Fredoka"/>
                <a:ea typeface="Fredoka"/>
                <a:cs typeface="Fredoka"/>
                <a:sym typeface="Fredoka"/>
              </a:rPr>
              <a:t>What if children’s own creations became the starting point of learning?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3"/>
          <p:cNvSpPr txBox="1"/>
          <p:nvPr>
            <p:ph type="title"/>
          </p:nvPr>
        </p:nvSpPr>
        <p:spPr>
          <a:xfrm>
            <a:off x="4343400" y="1078992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2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Learning Should Start</a:t>
            </a:r>
            <a:br>
              <a:rPr lang="en-US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en-US" sz="22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With Creating</a:t>
            </a:r>
            <a:endParaRPr/>
          </a:p>
        </p:txBody>
      </p:sp>
      <p:sp>
        <p:nvSpPr>
          <p:cNvPr id="1853" name="Google Shape;1853;p3"/>
          <p:cNvSpPr txBox="1"/>
          <p:nvPr/>
        </p:nvSpPr>
        <p:spPr>
          <a:xfrm>
            <a:off x="4343400" y="182880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Scanvas is built around a simple idea: children should use digital technology to create, explore, and discover, not only consume.</a:t>
            </a:r>
            <a:endParaRPr/>
          </a:p>
        </p:txBody>
      </p:sp>
      <p:sp>
        <p:nvSpPr>
          <p:cNvPr id="1854" name="Google Shape;1854;p3"/>
          <p:cNvSpPr/>
          <p:nvPr/>
        </p:nvSpPr>
        <p:spPr>
          <a:xfrm>
            <a:off x="4343400" y="250545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_purple.png" id="1855" name="Google Shape;18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5571" y="2597627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3"/>
          <p:cNvSpPr txBox="1"/>
          <p:nvPr/>
        </p:nvSpPr>
        <p:spPr>
          <a:xfrm>
            <a:off x="4864608" y="2478024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Create first</a:t>
            </a:r>
            <a:endParaRPr/>
          </a:p>
        </p:txBody>
      </p:sp>
      <p:sp>
        <p:nvSpPr>
          <p:cNvPr id="1857" name="Google Shape;1857;p3"/>
          <p:cNvSpPr txBox="1"/>
          <p:nvPr/>
        </p:nvSpPr>
        <p:spPr>
          <a:xfrm>
            <a:off x="4864608" y="2697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Start with the child’s own imagination.</a:t>
            </a:r>
            <a:endParaRPr/>
          </a:p>
        </p:txBody>
      </p:sp>
      <p:sp>
        <p:nvSpPr>
          <p:cNvPr id="1858" name="Google Shape;1858;p3"/>
          <p:cNvSpPr/>
          <p:nvPr/>
        </p:nvSpPr>
        <p:spPr>
          <a:xfrm>
            <a:off x="4343400" y="3017520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-round_purple.png" id="1859" name="Google Shape;18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5571" y="3109691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3"/>
          <p:cNvSpPr txBox="1"/>
          <p:nvPr/>
        </p:nvSpPr>
        <p:spPr>
          <a:xfrm>
            <a:off x="4864608" y="299008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Make it personal</a:t>
            </a:r>
            <a:endParaRPr/>
          </a:p>
        </p:txBody>
      </p:sp>
      <p:sp>
        <p:nvSpPr>
          <p:cNvPr id="1861" name="Google Shape;1861;p3"/>
          <p:cNvSpPr txBox="1"/>
          <p:nvPr/>
        </p:nvSpPr>
        <p:spPr>
          <a:xfrm>
            <a:off x="4864608" y="3209544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Their own artwork becomes the experience.</a:t>
            </a:r>
            <a:endParaRPr/>
          </a:p>
        </p:txBody>
      </p:sp>
      <p:sp>
        <p:nvSpPr>
          <p:cNvPr id="1862" name="Google Shape;1862;p3"/>
          <p:cNvSpPr/>
          <p:nvPr/>
        </p:nvSpPr>
        <p:spPr>
          <a:xfrm>
            <a:off x="4343400" y="3529584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purple.png" id="1863" name="Google Shape;186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5571" y="3621755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3"/>
          <p:cNvSpPr txBox="1"/>
          <p:nvPr/>
        </p:nvSpPr>
        <p:spPr>
          <a:xfrm>
            <a:off x="4864608" y="3502152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Explore through interaction</a:t>
            </a:r>
            <a:endParaRPr/>
          </a:p>
        </p:txBody>
      </p:sp>
      <p:sp>
        <p:nvSpPr>
          <p:cNvPr id="1865" name="Google Shape;1865;p3"/>
          <p:cNvSpPr txBox="1"/>
          <p:nvPr/>
        </p:nvSpPr>
        <p:spPr>
          <a:xfrm>
            <a:off x="4864608" y="372160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Movement, sound, stories, and facts extend the activity.</a:t>
            </a:r>
            <a:endParaRPr/>
          </a:p>
        </p:txBody>
      </p:sp>
      <p:sp>
        <p:nvSpPr>
          <p:cNvPr id="1866" name="Google Shape;1866;p3"/>
          <p:cNvSpPr/>
          <p:nvPr/>
        </p:nvSpPr>
        <p:spPr>
          <a:xfrm>
            <a:off x="4343400" y="4041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_purple.png" id="1867" name="Google Shape;186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5571" y="413381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3"/>
          <p:cNvSpPr txBox="1"/>
          <p:nvPr/>
        </p:nvSpPr>
        <p:spPr>
          <a:xfrm>
            <a:off x="4864608" y="4014216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Keep access simple</a:t>
            </a:r>
            <a:endParaRPr/>
          </a:p>
        </p:txBody>
      </p:sp>
      <p:sp>
        <p:nvSpPr>
          <p:cNvPr id="1869" name="Google Shape;1869;p3"/>
          <p:cNvSpPr txBox="1"/>
          <p:nvPr/>
        </p:nvSpPr>
        <p:spPr>
          <a:xfrm>
            <a:off x="4864608" y="4233672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Open it in a browser, with no app installation required.</a:t>
            </a:r>
            <a:endParaRPr/>
          </a:p>
        </p:txBody>
      </p:sp>
      <p:sp>
        <p:nvSpPr>
          <p:cNvPr id="1870" name="Google Shape;1870;p3"/>
          <p:cNvSpPr/>
          <p:nvPr/>
        </p:nvSpPr>
        <p:spPr>
          <a:xfrm>
            <a:off x="484632" y="1078992"/>
            <a:ext cx="3328415" cy="33284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3"/>
          <p:cNvSpPr/>
          <p:nvPr/>
        </p:nvSpPr>
        <p:spPr>
          <a:xfrm>
            <a:off x="868680" y="1463040"/>
            <a:ext cx="2560320" cy="2560320"/>
          </a:xfrm>
          <a:prstGeom prst="ellipse">
            <a:avLst/>
          </a:prstGeom>
          <a:noFill/>
          <a:ln cap="flat" cmpd="sng" w="285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3"/>
          <p:cNvSpPr/>
          <p:nvPr/>
        </p:nvSpPr>
        <p:spPr>
          <a:xfrm rot="8100000">
            <a:off x="2962609" y="1746550"/>
            <a:ext cx="182880" cy="182880"/>
          </a:xfrm>
          <a:prstGeom prst="triangle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3"/>
          <p:cNvSpPr/>
          <p:nvPr/>
        </p:nvSpPr>
        <p:spPr>
          <a:xfrm rot="-8100000">
            <a:off x="2962609" y="3556969"/>
            <a:ext cx="182880" cy="182880"/>
          </a:xfrm>
          <a:prstGeom prst="triangle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3"/>
          <p:cNvSpPr/>
          <p:nvPr/>
        </p:nvSpPr>
        <p:spPr>
          <a:xfrm rot="-2700000">
            <a:off x="1152190" y="3556969"/>
            <a:ext cx="182880" cy="182880"/>
          </a:xfrm>
          <a:prstGeom prst="triangle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3"/>
          <p:cNvSpPr/>
          <p:nvPr/>
        </p:nvSpPr>
        <p:spPr>
          <a:xfrm rot="2700000">
            <a:off x="1152190" y="1746550"/>
            <a:ext cx="182880" cy="182880"/>
          </a:xfrm>
          <a:prstGeom prst="triangle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3"/>
          <p:cNvSpPr txBox="1"/>
          <p:nvPr/>
        </p:nvSpPr>
        <p:spPr>
          <a:xfrm>
            <a:off x="1645920" y="24688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Learn by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making</a:t>
            </a:r>
            <a:endParaRPr/>
          </a:p>
        </p:txBody>
      </p:sp>
      <p:sp>
        <p:nvSpPr>
          <p:cNvPr id="1877" name="Google Shape;1877;p3"/>
          <p:cNvSpPr/>
          <p:nvPr/>
        </p:nvSpPr>
        <p:spPr>
          <a:xfrm>
            <a:off x="1604772" y="1280160"/>
            <a:ext cx="1088136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95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Create</a:t>
            </a:r>
            <a:endParaRPr/>
          </a:p>
        </p:txBody>
      </p:sp>
      <p:pic>
        <p:nvPicPr>
          <p:cNvPr descr="palette_purple.png" id="1878" name="Google Shape;187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4500" y="134965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3"/>
          <p:cNvSpPr/>
          <p:nvPr/>
        </p:nvSpPr>
        <p:spPr>
          <a:xfrm>
            <a:off x="2846070" y="2560320"/>
            <a:ext cx="1165860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95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Explore</a:t>
            </a:r>
            <a:endParaRPr/>
          </a:p>
        </p:txBody>
      </p:sp>
      <p:pic>
        <p:nvPicPr>
          <p:cNvPr descr="compass_purple.png" id="1880" name="Google Shape;188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5798" y="262981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3"/>
          <p:cNvSpPr/>
          <p:nvPr/>
        </p:nvSpPr>
        <p:spPr>
          <a:xfrm>
            <a:off x="1527048" y="3840480"/>
            <a:ext cx="1243584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95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Discover</a:t>
            </a:r>
            <a:endParaRPr/>
          </a:p>
        </p:txBody>
      </p:sp>
      <p:pic>
        <p:nvPicPr>
          <p:cNvPr descr="lightbulb_purple.png" id="1882" name="Google Shape;188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36776" y="3909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3"/>
          <p:cNvSpPr/>
          <p:nvPr/>
        </p:nvSpPr>
        <p:spPr>
          <a:xfrm>
            <a:off x="233172" y="2478024"/>
            <a:ext cx="1271016" cy="53035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234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Create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Again</a:t>
            </a:r>
            <a:endParaRPr/>
          </a:p>
        </p:txBody>
      </p:sp>
      <p:pic>
        <p:nvPicPr>
          <p:cNvPr descr="repeat_purple.png" id="1884" name="Google Shape;188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2900" y="2578790"/>
            <a:ext cx="328818" cy="328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4"/>
          <p:cNvSpPr txBox="1"/>
          <p:nvPr>
            <p:ph type="title"/>
          </p:nvPr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From Paper to Interactive Learning</a:t>
            </a:r>
            <a:endParaRPr/>
          </a:p>
        </p:txBody>
      </p:sp>
      <p:sp>
        <p:nvSpPr>
          <p:cNvPr id="1890" name="Google Shape;1890;p4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Children color a physical sheet, scan it through the website, and watch their own artwork become an animated character with sound, motion, and educational content.</a:t>
            </a:r>
            <a:endParaRPr/>
          </a:p>
        </p:txBody>
      </p:sp>
      <p:sp>
        <p:nvSpPr>
          <p:cNvPr id="1891" name="Google Shape;1891;p4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lor step" id="1892" name="Google Shape;18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2095430"/>
            <a:ext cx="1335024" cy="130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4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/>
          </a:p>
        </p:txBody>
      </p:sp>
      <p:sp>
        <p:nvSpPr>
          <p:cNvPr id="1894" name="Google Shape;1894;p4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Color</a:t>
            </a:r>
            <a:endParaRPr/>
          </a:p>
        </p:txBody>
      </p:sp>
      <p:sp>
        <p:nvSpPr>
          <p:cNvPr id="1895" name="Google Shape;1895;p4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Kids color a Scanvas paper sheet</a:t>
            </a:r>
            <a:endParaRPr/>
          </a:p>
        </p:txBody>
      </p:sp>
      <p:sp>
        <p:nvSpPr>
          <p:cNvPr id="1896" name="Google Shape;1896;p4"/>
          <p:cNvSpPr/>
          <p:nvPr/>
        </p:nvSpPr>
        <p:spPr>
          <a:xfrm>
            <a:off x="2221991" y="2601468"/>
            <a:ext cx="109728" cy="237744"/>
          </a:xfrm>
          <a:prstGeom prst="chevron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4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 step" id="1898" name="Google Shape;18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3548" y="1984248"/>
            <a:ext cx="775959" cy="1527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4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endParaRPr/>
          </a:p>
        </p:txBody>
      </p:sp>
      <p:sp>
        <p:nvSpPr>
          <p:cNvPr id="1900" name="Google Shape;1900;p4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Scan</a:t>
            </a:r>
            <a:endParaRPr/>
          </a:p>
        </p:txBody>
      </p:sp>
      <p:sp>
        <p:nvSpPr>
          <p:cNvPr id="1901" name="Google Shape;1901;p4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Snap or upload a photo in the browser</a:t>
            </a:r>
            <a:endParaRPr/>
          </a:p>
        </p:txBody>
      </p:sp>
      <p:sp>
        <p:nvSpPr>
          <p:cNvPr id="1902" name="Google Shape;1902;p4"/>
          <p:cNvSpPr/>
          <p:nvPr/>
        </p:nvSpPr>
        <p:spPr>
          <a:xfrm>
            <a:off x="3831336" y="2601468"/>
            <a:ext cx="109728" cy="237744"/>
          </a:xfrm>
          <a:prstGeom prst="chevron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4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e Alive step" id="1904" name="Google Shape;19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3360" y="2367290"/>
            <a:ext cx="1335024" cy="760963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4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endParaRPr/>
          </a:p>
        </p:txBody>
      </p:sp>
      <p:sp>
        <p:nvSpPr>
          <p:cNvPr id="1906" name="Google Shape;1906;p4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Come Alive</a:t>
            </a:r>
            <a:endParaRPr/>
          </a:p>
        </p:txBody>
      </p:sp>
      <p:sp>
        <p:nvSpPr>
          <p:cNvPr id="1907" name="Google Shape;1907;p4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The artwork comes alive in seconds</a:t>
            </a:r>
            <a:endParaRPr/>
          </a:p>
        </p:txBody>
      </p:sp>
      <p:sp>
        <p:nvSpPr>
          <p:cNvPr id="1908" name="Google Shape;1908;p4"/>
          <p:cNvSpPr/>
          <p:nvPr/>
        </p:nvSpPr>
        <p:spPr>
          <a:xfrm>
            <a:off x="5440680" y="2601468"/>
            <a:ext cx="109728" cy="237744"/>
          </a:xfrm>
          <a:prstGeom prst="chevron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4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plore step" id="1910" name="Google Shape;191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2236" y="1984248"/>
            <a:ext cx="775959" cy="1527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4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endParaRPr/>
          </a:p>
        </p:txBody>
      </p:sp>
      <p:sp>
        <p:nvSpPr>
          <p:cNvPr id="1912" name="Google Shape;1912;p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/>
          </a:p>
        </p:txBody>
      </p:sp>
      <p:sp>
        <p:nvSpPr>
          <p:cNvPr id="1913" name="Google Shape;1913;p4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It swims inside a living world</a:t>
            </a:r>
            <a:endParaRPr/>
          </a:p>
        </p:txBody>
      </p:sp>
      <p:sp>
        <p:nvSpPr>
          <p:cNvPr id="1914" name="Google Shape;1914;p4"/>
          <p:cNvSpPr/>
          <p:nvPr/>
        </p:nvSpPr>
        <p:spPr>
          <a:xfrm>
            <a:off x="7050024" y="2601468"/>
            <a:ext cx="109728" cy="237744"/>
          </a:xfrm>
          <a:prstGeom prst="chevron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4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arn step" id="1916" name="Google Shape;19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2048" y="2338162"/>
            <a:ext cx="1335024" cy="8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4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5</a:t>
            </a:r>
            <a:endParaRPr/>
          </a:p>
        </p:txBody>
      </p:sp>
      <p:sp>
        <p:nvSpPr>
          <p:cNvPr id="1918" name="Google Shape;1918;p4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Learn</a:t>
            </a:r>
            <a:endParaRPr/>
          </a:p>
        </p:txBody>
      </p:sp>
      <p:sp>
        <p:nvSpPr>
          <p:cNvPr id="1919" name="Google Shape;1919;p4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A short story, sounds, and facts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5"/>
          <p:cNvSpPr txBox="1"/>
          <p:nvPr>
            <p:ph type="title"/>
          </p:nvPr>
        </p:nvSpPr>
        <p:spPr>
          <a:xfrm>
            <a:off x="548640" y="804672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Already Live.</a:t>
            </a:r>
            <a:br>
              <a:rPr lang="en-US"/>
            </a:b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No App Required.</a:t>
            </a:r>
            <a:endParaRPr/>
          </a:p>
        </p:txBody>
      </p:sp>
      <p:sp>
        <p:nvSpPr>
          <p:cNvPr id="1925" name="Google Shape;1925;p5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3236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LIVE TODAY · scanvas.id</a:t>
            </a:r>
            <a:endParaRPr/>
          </a:p>
        </p:txBody>
      </p:sp>
      <p:pic>
        <p:nvPicPr>
          <p:cNvPr descr="check_green.png" id="1926" name="Google Shape;19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463600"/>
            <a:ext cx="170078" cy="170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5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-line_purple.png" id="1928" name="Google Shape;19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811" y="189353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p5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Physical </a:t>
            </a:r>
            <a:r>
              <a:rPr b="0" i="0" lang="en-US" sz="1050" u="none" cap="none" strike="noStrike">
                <a:solidFill>
                  <a:srgbClr val="172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 Digital</a:t>
            </a:r>
            <a:endParaRPr/>
          </a:p>
        </p:txBody>
      </p:sp>
      <p:sp>
        <p:nvSpPr>
          <p:cNvPr id="1930" name="Google Shape;1930;p5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Paper coloring + photo/upload processing</a:t>
            </a:r>
            <a:endParaRPr/>
          </a:p>
        </p:txBody>
      </p:sp>
      <p:sp>
        <p:nvSpPr>
          <p:cNvPr id="1931" name="Google Shape;1931;p5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purple.png" id="1932" name="Google Shape;193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811" y="244217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5"/>
          <p:cNvSpPr txBox="1"/>
          <p:nvPr/>
        </p:nvSpPr>
        <p:spPr>
          <a:xfrm>
            <a:off x="1051560" y="232257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Interactive worlds</a:t>
            </a:r>
            <a:endParaRPr/>
          </a:p>
        </p:txBody>
      </p:sp>
      <p:sp>
        <p:nvSpPr>
          <p:cNvPr id="1934" name="Google Shape;1934;p5"/>
          <p:cNvSpPr txBox="1"/>
          <p:nvPr/>
        </p:nvSpPr>
        <p:spPr>
          <a:xfrm>
            <a:off x="1051560" y="254203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Ocean &amp; Vehicle worlds</a:t>
            </a:r>
            <a:endParaRPr/>
          </a:p>
        </p:txBody>
      </p:sp>
      <p:sp>
        <p:nvSpPr>
          <p:cNvPr id="1935" name="Google Shape;1935;p5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nd-sparkles_purple.png" id="1936" name="Google Shape;19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811" y="299081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5"/>
          <p:cNvSpPr txBox="1"/>
          <p:nvPr/>
        </p:nvSpPr>
        <p:spPr>
          <a:xfrm>
            <a:off x="1051560" y="287121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Personalized animation</a:t>
            </a:r>
            <a:endParaRPr/>
          </a:p>
        </p:txBody>
      </p:sp>
      <p:sp>
        <p:nvSpPr>
          <p:cNvPr id="1938" name="Google Shape;1938;p5"/>
          <p:cNvSpPr txBox="1"/>
          <p:nvPr/>
        </p:nvSpPr>
        <p:spPr>
          <a:xfrm>
            <a:off x="1051560" y="309067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The child’s own artwork comes alive</a:t>
            </a:r>
            <a:endParaRPr/>
          </a:p>
        </p:txBody>
      </p:sp>
      <p:sp>
        <p:nvSpPr>
          <p:cNvPr id="1939" name="Google Shape;1939;p5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usic_purple.png" id="1940" name="Google Shape;194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811" y="353945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5"/>
          <p:cNvSpPr txBox="1"/>
          <p:nvPr/>
        </p:nvSpPr>
        <p:spPr>
          <a:xfrm>
            <a:off x="1051560" y="341985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Learning layer</a:t>
            </a:r>
            <a:endParaRPr/>
          </a:p>
        </p:txBody>
      </p:sp>
      <p:sp>
        <p:nvSpPr>
          <p:cNvPr id="1942" name="Google Shape;1942;p5"/>
          <p:cNvSpPr txBox="1"/>
          <p:nvPr/>
        </p:nvSpPr>
        <p:spPr>
          <a:xfrm>
            <a:off x="1051560" y="363931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Object sounds + short stories and facts</a:t>
            </a:r>
            <a:endParaRPr/>
          </a:p>
        </p:txBody>
      </p:sp>
      <p:sp>
        <p:nvSpPr>
          <p:cNvPr id="1943" name="Google Shape;1943;p5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lette_purple.png" id="1944" name="Google Shape;19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811" y="4088099"/>
            <a:ext cx="199704" cy="19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5"/>
          <p:cNvSpPr txBox="1"/>
          <p:nvPr/>
        </p:nvSpPr>
        <p:spPr>
          <a:xfrm>
            <a:off x="1051560" y="396849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Digital trial</a:t>
            </a:r>
            <a:endParaRPr/>
          </a:p>
        </p:txBody>
      </p:sp>
      <p:sp>
        <p:nvSpPr>
          <p:cNvPr id="1946" name="Google Shape;1946;p5"/>
          <p:cNvSpPr txBox="1"/>
          <p:nvPr/>
        </p:nvSpPr>
        <p:spPr>
          <a:xfrm>
            <a:off x="1051560" y="418795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Try the experience before buying paper</a:t>
            </a:r>
            <a:endParaRPr/>
          </a:p>
        </p:txBody>
      </p:sp>
      <p:pic>
        <p:nvPicPr>
          <p:cNvPr descr="Landing page" id="1947" name="Google Shape;194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3360" y="182880"/>
            <a:ext cx="1486868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5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Landing page</a:t>
            </a:r>
            <a:endParaRPr/>
          </a:p>
        </p:txBody>
      </p:sp>
      <p:pic>
        <p:nvPicPr>
          <p:cNvPr descr="Scan / upload" id="1949" name="Google Shape;194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96128" y="182880"/>
            <a:ext cx="1486868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0" name="Google Shape;1950;p5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Scan / upload</a:t>
            </a:r>
            <a:endParaRPr/>
          </a:p>
        </p:txBody>
      </p:sp>
      <p:pic>
        <p:nvPicPr>
          <p:cNvPr descr="Alive in the world" id="1951" name="Google Shape;195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68896" y="182880"/>
            <a:ext cx="1486868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5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Alive in the world</a:t>
            </a:r>
            <a:endParaRPr/>
          </a:p>
        </p:txBody>
      </p:sp>
      <p:pic>
        <p:nvPicPr>
          <p:cNvPr descr="Vehicle world" id="1953" name="Google Shape;195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69080" y="3310128"/>
            <a:ext cx="2286000" cy="14027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5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Vehicle world</a:t>
            </a:r>
            <a:endParaRPr/>
          </a:p>
        </p:txBody>
      </p:sp>
      <p:pic>
        <p:nvPicPr>
          <p:cNvPr descr="Story &amp; sound" id="1955" name="Google Shape;195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28232" y="3310128"/>
            <a:ext cx="2286000" cy="14027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5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Story &amp; sound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6"/>
          <p:cNvSpPr txBox="1"/>
          <p:nvPr>
            <p:ph type="title"/>
          </p:nvPr>
        </p:nvSpPr>
        <p:spPr>
          <a:xfrm>
            <a:off x="548640" y="41148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Their Creation. Their Character.</a:t>
            </a:r>
            <a:endParaRPr/>
          </a:p>
        </p:txBody>
      </p:sp>
      <p:sp>
        <p:nvSpPr>
          <p:cNvPr id="1962" name="Google Shape;1962;p6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Unlike generic videos or static worksheets, Scanvas makes the child’s own colored artwork the center of the digital experience.</a:t>
            </a:r>
            <a:endParaRPr/>
          </a:p>
        </p:txBody>
      </p:sp>
      <p:pic>
        <p:nvPicPr>
          <p:cNvPr descr="Before: whale colored on paper" id="1963" name="Google Shape;19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755648"/>
            <a:ext cx="2286000" cy="2246391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6"/>
          <p:cNvSpPr/>
          <p:nvPr/>
        </p:nvSpPr>
        <p:spPr>
          <a:xfrm>
            <a:off x="822960" y="1828800"/>
            <a:ext cx="150368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Before: on paper</a:t>
            </a:r>
            <a:endParaRPr/>
          </a:p>
        </p:txBody>
      </p:sp>
      <p:sp>
        <p:nvSpPr>
          <p:cNvPr id="1965" name="Google Shape;1965;p6"/>
          <p:cNvSpPr/>
          <p:nvPr/>
        </p:nvSpPr>
        <p:spPr>
          <a:xfrm>
            <a:off x="3310128" y="2615184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nd-sparkles_ink.png" id="1966" name="Google Shape;19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2779776"/>
            <a:ext cx="329184" cy="329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ter: the same whale scanned and alive in Scanvas" id="1967" name="Google Shape;19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0" y="1627632"/>
            <a:ext cx="4343400" cy="26652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6"/>
          <p:cNvSpPr/>
          <p:nvPr/>
        </p:nvSpPr>
        <p:spPr>
          <a:xfrm>
            <a:off x="4709160" y="1993392"/>
            <a:ext cx="2017521" cy="27432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After: alive in Scanvas</a:t>
            </a:r>
            <a:endParaRPr/>
          </a:p>
        </p:txBody>
      </p:sp>
      <p:sp>
        <p:nvSpPr>
          <p:cNvPr id="1969" name="Google Shape;1969;p6"/>
          <p:cNvSpPr/>
          <p:nvPr/>
        </p:nvSpPr>
        <p:spPr>
          <a:xfrm>
            <a:off x="658368" y="4315968"/>
            <a:ext cx="1341932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42355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Movement</a:t>
            </a:r>
            <a:endParaRPr/>
          </a:p>
        </p:txBody>
      </p:sp>
      <p:pic>
        <p:nvPicPr>
          <p:cNvPr descr="move_purple.png" id="1970" name="Google Shape;19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96" y="4392411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6"/>
          <p:cNvSpPr/>
          <p:nvPr/>
        </p:nvSpPr>
        <p:spPr>
          <a:xfrm>
            <a:off x="2146604" y="4315968"/>
            <a:ext cx="1082852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42355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Sound</a:t>
            </a:r>
            <a:endParaRPr/>
          </a:p>
        </p:txBody>
      </p:sp>
      <p:pic>
        <p:nvPicPr>
          <p:cNvPr descr="music_purple.png" id="1972" name="Google Shape;197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6332" y="4392411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6"/>
          <p:cNvSpPr/>
          <p:nvPr/>
        </p:nvSpPr>
        <p:spPr>
          <a:xfrm>
            <a:off x="3375761" y="4315968"/>
            <a:ext cx="1860092" cy="40233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42355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Learning Facts</a:t>
            </a:r>
            <a:endParaRPr/>
          </a:p>
        </p:txBody>
      </p:sp>
      <p:pic>
        <p:nvPicPr>
          <p:cNvPr descr="book-open_purple.png" id="1974" name="Google Shape;197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5489" y="4392411"/>
            <a:ext cx="249448" cy="24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7"/>
          <p:cNvSpPr txBox="1"/>
          <p:nvPr>
            <p:ph type="title"/>
          </p:nvPr>
        </p:nvSpPr>
        <p:spPr>
          <a:xfrm>
            <a:off x="685800" y="38404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2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One Engine, Many Learning Experiences</a:t>
            </a:r>
            <a:endParaRPr/>
          </a:p>
        </p:txBody>
      </p:sp>
      <p:sp>
        <p:nvSpPr>
          <p:cNvPr id="1980" name="Google Shape;1980;p7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e scanned whale swimming in the Ocean world on a phone" id="1981" name="Google Shape;19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024128"/>
            <a:ext cx="1835352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7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7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/>
          </a:p>
        </p:txBody>
      </p:sp>
      <p:sp>
        <p:nvSpPr>
          <p:cNvPr id="1984" name="Google Shape;1984;p7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Physical-Digital Bridge</a:t>
            </a:r>
            <a:endParaRPr/>
          </a:p>
        </p:txBody>
      </p:sp>
      <p:sp>
        <p:nvSpPr>
          <p:cNvPr id="1985" name="Google Shape;1985;p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Children start with real paper and their own hands.</a:t>
            </a:r>
            <a:endParaRPr/>
          </a:p>
        </p:txBody>
      </p:sp>
      <p:sp>
        <p:nvSpPr>
          <p:cNvPr id="1986" name="Google Shape;1986;p7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7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endParaRPr/>
          </a:p>
        </p:txBody>
      </p:sp>
      <p:sp>
        <p:nvSpPr>
          <p:cNvPr id="1988" name="Google Shape;1988;p7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Personalized Output</a:t>
            </a:r>
            <a:endParaRPr/>
          </a:p>
        </p:txBody>
      </p:sp>
      <p:sp>
        <p:nvSpPr>
          <p:cNvPr id="1989" name="Google Shape;1989;p7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The scanned artwork, not a stock character, enters the experience.</a:t>
            </a:r>
            <a:endParaRPr/>
          </a:p>
        </p:txBody>
      </p:sp>
      <p:sp>
        <p:nvSpPr>
          <p:cNvPr id="1990" name="Google Shape;1990;p7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7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endParaRPr/>
          </a:p>
        </p:txBody>
      </p:sp>
      <p:sp>
        <p:nvSpPr>
          <p:cNvPr id="1992" name="Google Shape;1992;p7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Low-Friction Access</a:t>
            </a:r>
            <a:endParaRPr/>
          </a:p>
        </p:txBody>
      </p:sp>
      <p:sp>
        <p:nvSpPr>
          <p:cNvPr id="1993" name="Google Shape;1993;p7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Browser-based, with no mandatory app installation.</a:t>
            </a:r>
            <a:endParaRPr/>
          </a:p>
        </p:txBody>
      </p:sp>
      <p:sp>
        <p:nvSpPr>
          <p:cNvPr id="1994" name="Google Shape;1994;p7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endParaRPr/>
          </a:p>
        </p:txBody>
      </p:sp>
      <p:sp>
        <p:nvSpPr>
          <p:cNvPr id="1996" name="Google Shape;1996;p7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Reusable Learning Engine</a:t>
            </a:r>
            <a:endParaRPr/>
          </a:p>
        </p:txBody>
      </p:sp>
      <p:sp>
        <p:nvSpPr>
          <p:cNvPr id="1997" name="Google Shape;1997;p7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The same processing and interactive-world system can support animals, vehicles, nature, creative classes, and future themes.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8"/>
          <p:cNvSpPr txBox="1"/>
          <p:nvPr>
            <p:ph type="title"/>
          </p:nvPr>
        </p:nvSpPr>
        <p:spPr>
          <a:xfrm>
            <a:off x="548640" y="384048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From Magic Moment</a:t>
            </a:r>
            <a:br>
              <a:rPr lang="en-US"/>
            </a:b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to Learning Platform</a:t>
            </a:r>
            <a:endParaRPr/>
          </a:p>
        </p:txBody>
      </p:sp>
      <p:sp>
        <p:nvSpPr>
          <p:cNvPr id="2003" name="Google Shape;2003;p8"/>
          <p:cNvSpPr txBox="1"/>
          <p:nvPr/>
        </p:nvSpPr>
        <p:spPr>
          <a:xfrm>
            <a:off x="548640" y="129844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Today, Scanvas uses the child’s creation to trigger curiosity and discovery. Next, we are building structured learning activities around that engagement.</a:t>
            </a:r>
            <a:endParaRPr/>
          </a:p>
        </p:txBody>
      </p:sp>
      <p:sp>
        <p:nvSpPr>
          <p:cNvPr id="2004" name="Google Shape;2004;p8"/>
          <p:cNvSpPr/>
          <p:nvPr/>
        </p:nvSpPr>
        <p:spPr>
          <a:xfrm>
            <a:off x="777240" y="2834640"/>
            <a:ext cx="2514600" cy="1691640"/>
          </a:xfrm>
          <a:prstGeom prst="roundRect">
            <a:avLst>
              <a:gd fmla="val 9729" name="adj"/>
            </a:avLst>
          </a:prstGeom>
          <a:solidFill>
            <a:srgbClr val="7C3AED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8"/>
          <p:cNvSpPr/>
          <p:nvPr/>
        </p:nvSpPr>
        <p:spPr>
          <a:xfrm>
            <a:off x="978408" y="254203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nd-sparkles_purple.png" id="2006" name="Google Shape;20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70" y="2678094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8"/>
          <p:cNvSpPr/>
          <p:nvPr/>
        </p:nvSpPr>
        <p:spPr>
          <a:xfrm>
            <a:off x="1812544" y="2999232"/>
            <a:ext cx="1296416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CURRENT · LIVE</a:t>
            </a:r>
            <a:endParaRPr/>
          </a:p>
        </p:txBody>
      </p:sp>
      <p:sp>
        <p:nvSpPr>
          <p:cNvPr id="2008" name="Google Shape;2008;p8"/>
          <p:cNvSpPr txBox="1"/>
          <p:nvPr/>
        </p:nvSpPr>
        <p:spPr>
          <a:xfrm>
            <a:off x="978408" y="3364992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Color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Scan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Alive</a:t>
            </a:r>
            <a:endParaRPr/>
          </a:p>
        </p:txBody>
      </p:sp>
      <p:sp>
        <p:nvSpPr>
          <p:cNvPr id="2009" name="Google Shape;2009;p8"/>
          <p:cNvSpPr txBox="1"/>
          <p:nvPr/>
        </p:nvSpPr>
        <p:spPr>
          <a:xfrm>
            <a:off x="978408" y="3785615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DE9FE"/>
                </a:solidFill>
                <a:latin typeface="Varela Round"/>
                <a:ea typeface="Varela Round"/>
                <a:cs typeface="Varela Round"/>
                <a:sym typeface="Varela Round"/>
              </a:rPr>
              <a:t>Today’s magical coloring experience.</a:t>
            </a:r>
            <a:endParaRPr/>
          </a:p>
        </p:txBody>
      </p:sp>
      <p:sp>
        <p:nvSpPr>
          <p:cNvPr id="2010" name="Google Shape;2010;p8"/>
          <p:cNvSpPr/>
          <p:nvPr/>
        </p:nvSpPr>
        <p:spPr>
          <a:xfrm>
            <a:off x="3429000" y="2240280"/>
            <a:ext cx="2514600" cy="2286000"/>
          </a:xfrm>
          <a:prstGeom prst="roundRect">
            <a:avLst>
              <a:gd fmla="val 7199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8"/>
          <p:cNvSpPr/>
          <p:nvPr/>
        </p:nvSpPr>
        <p:spPr>
          <a:xfrm>
            <a:off x="3630168" y="194767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-open_purple.png" id="2012" name="Google Shape;20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6230" y="2083734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8"/>
          <p:cNvSpPr/>
          <p:nvPr/>
        </p:nvSpPr>
        <p:spPr>
          <a:xfrm>
            <a:off x="5155184" y="2404872"/>
            <a:ext cx="605536" cy="256032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NEXT</a:t>
            </a:r>
            <a:endParaRPr/>
          </a:p>
        </p:txBody>
      </p:sp>
      <p:sp>
        <p:nvSpPr>
          <p:cNvPr id="2014" name="Google Shape;2014;p8"/>
          <p:cNvSpPr txBox="1"/>
          <p:nvPr/>
        </p:nvSpPr>
        <p:spPr>
          <a:xfrm>
            <a:off x="3630168" y="2770632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Create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Explore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Story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Quiz</a:t>
            </a:r>
            <a:endParaRPr/>
          </a:p>
        </p:txBody>
      </p:sp>
      <p:sp>
        <p:nvSpPr>
          <p:cNvPr id="2015" name="Google Shape;2015;p8"/>
          <p:cNvSpPr txBox="1"/>
          <p:nvPr/>
        </p:nvSpPr>
        <p:spPr>
          <a:xfrm>
            <a:off x="3630168" y="3502152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An interactive learning layer with stories, guided questions, and simple quizzes.</a:t>
            </a:r>
            <a:endParaRPr/>
          </a:p>
        </p:txBody>
      </p:sp>
      <p:sp>
        <p:nvSpPr>
          <p:cNvPr id="2016" name="Google Shape;2016;p8"/>
          <p:cNvSpPr/>
          <p:nvPr/>
        </p:nvSpPr>
        <p:spPr>
          <a:xfrm>
            <a:off x="6080759" y="1645920"/>
            <a:ext cx="2514600" cy="2880360"/>
          </a:xfrm>
          <a:prstGeom prst="roundRect">
            <a:avLst>
              <a:gd fmla="val 6545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8"/>
          <p:cNvSpPr/>
          <p:nvPr/>
        </p:nvSpPr>
        <p:spPr>
          <a:xfrm>
            <a:off x="6281927" y="135331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duation-cap_purple.png" id="2018" name="Google Shape;20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7990" y="1489374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9" name="Google Shape;2019;p8"/>
          <p:cNvSpPr/>
          <p:nvPr/>
        </p:nvSpPr>
        <p:spPr>
          <a:xfrm>
            <a:off x="7668768" y="1810512"/>
            <a:ext cx="74371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FUTURE</a:t>
            </a:r>
            <a:endParaRPr/>
          </a:p>
        </p:txBody>
      </p:sp>
      <p:sp>
        <p:nvSpPr>
          <p:cNvPr id="2020" name="Google Shape;2020;p8"/>
          <p:cNvSpPr txBox="1"/>
          <p:nvPr/>
        </p:nvSpPr>
        <p:spPr>
          <a:xfrm>
            <a:off x="6281927" y="2176272"/>
            <a:ext cx="2148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Learn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Practice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Create </a:t>
            </a:r>
            <a:r>
              <a:rPr b="1" i="0" lang="en-US" sz="1150" u="none" cap="none" strike="noStrike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1" i="0" lang="en-US" sz="115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 Bring It Alive</a:t>
            </a:r>
            <a:endParaRPr/>
          </a:p>
        </p:txBody>
      </p:sp>
      <p:sp>
        <p:nvSpPr>
          <p:cNvPr id="2021" name="Google Shape;2021;p8"/>
          <p:cNvSpPr txBox="1"/>
          <p:nvPr/>
        </p:nvSpPr>
        <p:spPr>
          <a:xfrm>
            <a:off x="6281927" y="2907792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Digital drawing and coloring classes: learn step-by-step, practice digitally, and bring the creation into Scanvas worlds.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"/>
          <p:cNvSpPr txBox="1"/>
          <p:nvPr>
            <p:ph type="title"/>
          </p:nvPr>
        </p:nvSpPr>
        <p:spPr>
          <a:xfrm>
            <a:off x="548640" y="786384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Learn by Creating</a:t>
            </a:r>
            <a:endParaRPr/>
          </a:p>
        </p:txBody>
      </p:sp>
      <p:sp>
        <p:nvSpPr>
          <p:cNvPr id="2027" name="Google Shape;2027;p9"/>
          <p:cNvSpPr/>
          <p:nvPr/>
        </p:nvSpPr>
        <p:spPr>
          <a:xfrm>
            <a:off x="548640" y="411480"/>
            <a:ext cx="1987296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FUTURE ROADMAP · CONCEPT</a:t>
            </a:r>
            <a:endParaRPr/>
          </a:p>
        </p:txBody>
      </p:sp>
      <p:sp>
        <p:nvSpPr>
          <p:cNvPr id="2028" name="Google Shape;2028;p9"/>
          <p:cNvSpPr txBox="1"/>
          <p:nvPr/>
        </p:nvSpPr>
        <p:spPr>
          <a:xfrm>
            <a:off x="548640" y="12984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Guided drawing classes that end inside a Scanvas world.</a:t>
            </a:r>
            <a:endParaRPr/>
          </a:p>
        </p:txBody>
      </p:sp>
      <p:sp>
        <p:nvSpPr>
          <p:cNvPr id="2029" name="Google Shape;2029;p9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Example lesson  </a:t>
            </a:r>
            <a:r>
              <a:rPr b="0" i="0" lang="en-US" sz="105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Ocean Artist: Let’s Draw a Whale</a:t>
            </a:r>
            <a:endParaRPr/>
          </a:p>
        </p:txBody>
      </p:sp>
      <p:sp>
        <p:nvSpPr>
          <p:cNvPr id="2030" name="Google Shape;2030;p9"/>
          <p:cNvSpPr/>
          <p:nvPr/>
        </p:nvSpPr>
        <p:spPr>
          <a:xfrm>
            <a:off x="54864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/>
          </a:p>
        </p:txBody>
      </p:sp>
      <p:sp>
        <p:nvSpPr>
          <p:cNvPr id="2031" name="Google Shape;2031;p9"/>
          <p:cNvSpPr txBox="1"/>
          <p:nvPr/>
        </p:nvSpPr>
        <p:spPr>
          <a:xfrm>
            <a:off x="950976" y="2066543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Learn the basic shape</a:t>
            </a:r>
            <a:endParaRPr/>
          </a:p>
        </p:txBody>
      </p:sp>
      <p:sp>
        <p:nvSpPr>
          <p:cNvPr id="2032" name="Google Shape;2032;p9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endParaRPr/>
          </a:p>
        </p:txBody>
      </p:sp>
      <p:sp>
        <p:nvSpPr>
          <p:cNvPr id="2033" name="Google Shape;2033;p9"/>
          <p:cNvSpPr txBox="1"/>
          <p:nvPr/>
        </p:nvSpPr>
        <p:spPr>
          <a:xfrm>
            <a:off x="950976" y="2542032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Draw step-by-step</a:t>
            </a:r>
            <a:endParaRPr/>
          </a:p>
        </p:txBody>
      </p:sp>
      <p:sp>
        <p:nvSpPr>
          <p:cNvPr id="2034" name="Google Shape;2034;p9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endParaRPr/>
          </a:p>
        </p:txBody>
      </p:sp>
      <p:sp>
        <p:nvSpPr>
          <p:cNvPr id="2035" name="Google Shape;2035;p9"/>
          <p:cNvSpPr txBox="1"/>
          <p:nvPr/>
        </p:nvSpPr>
        <p:spPr>
          <a:xfrm>
            <a:off x="950976" y="3017520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Practice digitally</a:t>
            </a:r>
            <a:endParaRPr/>
          </a:p>
        </p:txBody>
      </p:sp>
      <p:sp>
        <p:nvSpPr>
          <p:cNvPr id="2036" name="Google Shape;2036;p9"/>
          <p:cNvSpPr/>
          <p:nvPr/>
        </p:nvSpPr>
        <p:spPr>
          <a:xfrm>
            <a:off x="265176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endParaRPr/>
          </a:p>
        </p:txBody>
      </p:sp>
      <p:sp>
        <p:nvSpPr>
          <p:cNvPr id="2037" name="Google Shape;2037;p9"/>
          <p:cNvSpPr txBox="1"/>
          <p:nvPr/>
        </p:nvSpPr>
        <p:spPr>
          <a:xfrm>
            <a:off x="3054096" y="2066543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Color and personalize</a:t>
            </a:r>
            <a:endParaRPr/>
          </a:p>
        </p:txBody>
      </p:sp>
      <p:sp>
        <p:nvSpPr>
          <p:cNvPr id="2038" name="Google Shape;2038;p9"/>
          <p:cNvSpPr/>
          <p:nvPr/>
        </p:nvSpPr>
        <p:spPr>
          <a:xfrm>
            <a:off x="265176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5</a:t>
            </a:r>
            <a:endParaRPr/>
          </a:p>
        </p:txBody>
      </p:sp>
      <p:sp>
        <p:nvSpPr>
          <p:cNvPr id="2039" name="Google Shape;2039;p9"/>
          <p:cNvSpPr txBox="1"/>
          <p:nvPr/>
        </p:nvSpPr>
        <p:spPr>
          <a:xfrm>
            <a:off x="3054096" y="2542032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Bring it alive</a:t>
            </a:r>
            <a:endParaRPr/>
          </a:p>
        </p:txBody>
      </p:sp>
      <p:sp>
        <p:nvSpPr>
          <p:cNvPr id="2040" name="Google Shape;2040;p9"/>
          <p:cNvSpPr/>
          <p:nvPr/>
        </p:nvSpPr>
        <p:spPr>
          <a:xfrm>
            <a:off x="265176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  <a:endParaRPr/>
          </a:p>
        </p:txBody>
      </p:sp>
      <p:sp>
        <p:nvSpPr>
          <p:cNvPr id="2041" name="Google Shape;2041;p9"/>
          <p:cNvSpPr txBox="1"/>
          <p:nvPr/>
        </p:nvSpPr>
        <p:spPr>
          <a:xfrm>
            <a:off x="3054096" y="3017520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Discover whale sounds, habitat, and facts</a:t>
            </a:r>
            <a:endParaRPr/>
          </a:p>
        </p:txBody>
      </p:sp>
      <p:sp>
        <p:nvSpPr>
          <p:cNvPr id="2042" name="Google Shape;2042;p9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Core loop</a:t>
            </a:r>
            <a:endParaRPr/>
          </a:p>
        </p:txBody>
      </p:sp>
      <p:sp>
        <p:nvSpPr>
          <p:cNvPr id="2043" name="Google Shape;2043;p9"/>
          <p:cNvSpPr/>
          <p:nvPr/>
        </p:nvSpPr>
        <p:spPr>
          <a:xfrm>
            <a:off x="548640" y="3913632"/>
            <a:ext cx="674624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Learn</a:t>
            </a:r>
            <a:endParaRPr/>
          </a:p>
        </p:txBody>
      </p:sp>
      <p:pic>
        <p:nvPicPr>
          <p:cNvPr descr="arrow-right_purple.png" id="2044" name="Google Shape;20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123" y="3982212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9"/>
          <p:cNvSpPr/>
          <p:nvPr/>
        </p:nvSpPr>
        <p:spPr>
          <a:xfrm>
            <a:off x="1406144" y="3913632"/>
            <a:ext cx="881888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Practice</a:t>
            </a:r>
            <a:endParaRPr/>
          </a:p>
        </p:txBody>
      </p:sp>
      <p:pic>
        <p:nvPicPr>
          <p:cNvPr descr="arrow-right_purple.png" id="2046" name="Google Shape;20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892" y="3982212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9"/>
          <p:cNvSpPr/>
          <p:nvPr/>
        </p:nvSpPr>
        <p:spPr>
          <a:xfrm>
            <a:off x="2470912" y="3913632"/>
            <a:ext cx="743712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Create</a:t>
            </a:r>
            <a:endParaRPr/>
          </a:p>
        </p:txBody>
      </p:sp>
      <p:pic>
        <p:nvPicPr>
          <p:cNvPr descr="arrow-right_purple.png" id="2048" name="Google Shape;20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7484" y="3982212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9"/>
          <p:cNvSpPr/>
          <p:nvPr/>
        </p:nvSpPr>
        <p:spPr>
          <a:xfrm>
            <a:off x="3397504" y="3913632"/>
            <a:ext cx="1020064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Experience</a:t>
            </a:r>
            <a:endParaRPr/>
          </a:p>
        </p:txBody>
      </p:sp>
      <p:pic>
        <p:nvPicPr>
          <p:cNvPr descr="arrow-right_purple.png" id="2050" name="Google Shape;20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0428" y="3982212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9"/>
          <p:cNvSpPr/>
          <p:nvPr/>
        </p:nvSpPr>
        <p:spPr>
          <a:xfrm>
            <a:off x="4600448" y="3913632"/>
            <a:ext cx="881888" cy="27432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Discover</a:t>
            </a:r>
            <a:endParaRPr/>
          </a:p>
        </p:txBody>
      </p:sp>
      <p:pic>
        <p:nvPicPr>
          <p:cNvPr descr="Concept mockup of a Scanvas Creative Class lesson on a tablet" id="2052" name="Google Shape;20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14400"/>
            <a:ext cx="4069080" cy="305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0"/>
          <p:cNvSpPr txBox="1"/>
          <p:nvPr>
            <p:ph type="title"/>
          </p:nvPr>
        </p:nvSpPr>
        <p:spPr>
          <a:xfrm>
            <a:off x="548640" y="41148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8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One Platform, Multiple Paths to Scale</a:t>
            </a:r>
            <a:endParaRPr/>
          </a:p>
        </p:txBody>
      </p:sp>
      <p:sp>
        <p:nvSpPr>
          <p:cNvPr id="2058" name="Google Shape;2058;p10"/>
          <p:cNvSpPr/>
          <p:nvPr/>
        </p:nvSpPr>
        <p:spPr>
          <a:xfrm>
            <a:off x="731520" y="1417320"/>
            <a:ext cx="2523744" cy="3154680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ilies" id="2059" name="Google Shape;20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2523744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0"/>
          <p:cNvSpPr/>
          <p:nvPr/>
        </p:nvSpPr>
        <p:spPr>
          <a:xfrm>
            <a:off x="859536" y="1545336"/>
            <a:ext cx="1171194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AVAILABLE NOW</a:t>
            </a:r>
            <a:endParaRPr/>
          </a:p>
        </p:txBody>
      </p:sp>
      <p:sp>
        <p:nvSpPr>
          <p:cNvPr id="2061" name="Google Shape;2061;p10"/>
          <p:cNvSpPr txBox="1"/>
          <p:nvPr/>
        </p:nvSpPr>
        <p:spPr>
          <a:xfrm>
            <a:off x="914400" y="2816352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B2C</a:t>
            </a:r>
            <a:endParaRPr/>
          </a:p>
        </p:txBody>
      </p:sp>
      <p:sp>
        <p:nvSpPr>
          <p:cNvPr id="2062" name="Google Shape;2062;p10"/>
          <p:cNvSpPr txBox="1"/>
          <p:nvPr/>
        </p:nvSpPr>
        <p:spPr>
          <a:xfrm>
            <a:off x="914400" y="30175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Families</a:t>
            </a:r>
            <a:endParaRPr/>
          </a:p>
        </p:txBody>
      </p:sp>
      <p:sp>
        <p:nvSpPr>
          <p:cNvPr id="2063" name="Google Shape;2063;p10"/>
          <p:cNvSpPr txBox="1"/>
          <p:nvPr/>
        </p:nvSpPr>
        <p:spPr>
          <a:xfrm>
            <a:off x="914400" y="336499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Physical creative packs combining coloring sheets with the Scanvas digital experience.</a:t>
            </a:r>
            <a:endParaRPr/>
          </a:p>
        </p:txBody>
      </p:sp>
      <p:sp>
        <p:nvSpPr>
          <p:cNvPr id="2064" name="Google Shape;2064;p10"/>
          <p:cNvSpPr txBox="1"/>
          <p:nvPr/>
        </p:nvSpPr>
        <p:spPr>
          <a:xfrm>
            <a:off x="914400" y="39867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Revenue model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Per-pack purchase</a:t>
            </a:r>
            <a:endParaRPr/>
          </a:p>
        </p:txBody>
      </p:sp>
      <p:sp>
        <p:nvSpPr>
          <p:cNvPr id="2065" name="Google Shape;2065;p10"/>
          <p:cNvSpPr/>
          <p:nvPr/>
        </p:nvSpPr>
        <p:spPr>
          <a:xfrm>
            <a:off x="3401568" y="1417320"/>
            <a:ext cx="2523744" cy="3154680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hools &amp; Events" id="2066" name="Google Shape;20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68" y="1417320"/>
            <a:ext cx="2523744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10"/>
          <p:cNvSpPr/>
          <p:nvPr/>
        </p:nvSpPr>
        <p:spPr>
          <a:xfrm>
            <a:off x="3529584" y="1545336"/>
            <a:ext cx="1235964" cy="237744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IN DEVELOPMENT</a:t>
            </a:r>
            <a:endParaRPr/>
          </a:p>
        </p:txBody>
      </p:sp>
      <p:sp>
        <p:nvSpPr>
          <p:cNvPr id="2068" name="Google Shape;2068;p10"/>
          <p:cNvSpPr txBox="1"/>
          <p:nvPr/>
        </p:nvSpPr>
        <p:spPr>
          <a:xfrm>
            <a:off x="3584448" y="2816352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B2B</a:t>
            </a:r>
            <a:endParaRPr/>
          </a:p>
        </p:txBody>
      </p:sp>
      <p:sp>
        <p:nvSpPr>
          <p:cNvPr id="2069" name="Google Shape;2069;p10"/>
          <p:cNvSpPr txBox="1"/>
          <p:nvPr/>
        </p:nvSpPr>
        <p:spPr>
          <a:xfrm>
            <a:off x="3584448" y="30175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Schools &amp; Events</a:t>
            </a:r>
            <a:endParaRPr/>
          </a:p>
        </p:txBody>
      </p:sp>
      <p:sp>
        <p:nvSpPr>
          <p:cNvPr id="2070" name="Google Shape;2070;p10"/>
          <p:cNvSpPr txBox="1"/>
          <p:nvPr/>
        </p:nvSpPr>
        <p:spPr>
          <a:xfrm>
            <a:off x="3584448" y="336499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Scanvas Studio for organized sessions, participant management, bulk processing, and shared experiences.</a:t>
            </a:r>
            <a:endParaRPr/>
          </a:p>
        </p:txBody>
      </p:sp>
      <p:sp>
        <p:nvSpPr>
          <p:cNvPr id="2071" name="Google Shape;2071;p10"/>
          <p:cNvSpPr txBox="1"/>
          <p:nvPr/>
        </p:nvSpPr>
        <p:spPr>
          <a:xfrm>
            <a:off x="3584448" y="39867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Revenue model under validation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Per session / per participant / usage-based</a:t>
            </a:r>
            <a:endParaRPr/>
          </a:p>
        </p:txBody>
      </p:sp>
      <p:sp>
        <p:nvSpPr>
          <p:cNvPr id="2072" name="Google Shape;2072;p10"/>
          <p:cNvSpPr/>
          <p:nvPr/>
        </p:nvSpPr>
        <p:spPr>
          <a:xfrm>
            <a:off x="6071616" y="1417320"/>
            <a:ext cx="2523744" cy="3154680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gital Learning" id="2073" name="Google Shape;207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1616" y="1417320"/>
            <a:ext cx="2523744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074" name="Google Shape;2074;p10"/>
          <p:cNvSpPr/>
          <p:nvPr/>
        </p:nvSpPr>
        <p:spPr>
          <a:xfrm>
            <a:off x="6199631" y="1545336"/>
            <a:ext cx="717804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FUTURE</a:t>
            </a:r>
            <a:endParaRPr/>
          </a:p>
        </p:txBody>
      </p:sp>
      <p:sp>
        <p:nvSpPr>
          <p:cNvPr id="2075" name="Google Shape;2075;p10"/>
          <p:cNvSpPr txBox="1"/>
          <p:nvPr/>
        </p:nvSpPr>
        <p:spPr>
          <a:xfrm>
            <a:off x="6254496" y="2816352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B2C + B2B</a:t>
            </a:r>
            <a:endParaRPr/>
          </a:p>
        </p:txBody>
      </p:sp>
      <p:sp>
        <p:nvSpPr>
          <p:cNvPr id="2076" name="Google Shape;2076;p10"/>
          <p:cNvSpPr txBox="1"/>
          <p:nvPr/>
        </p:nvSpPr>
        <p:spPr>
          <a:xfrm>
            <a:off x="6254496" y="30175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Digital Learning</a:t>
            </a:r>
            <a:endParaRPr/>
          </a:p>
        </p:txBody>
      </p:sp>
      <p:sp>
        <p:nvSpPr>
          <p:cNvPr id="2077" name="Google Shape;2077;p10"/>
          <p:cNvSpPr txBox="1"/>
          <p:nvPr/>
        </p:nvSpPr>
        <p:spPr>
          <a:xfrm>
            <a:off x="6254496" y="336499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Creative classes, learning worlds, content packs, and additional learning modules.</a:t>
            </a:r>
            <a:endParaRPr/>
          </a:p>
        </p:txBody>
      </p:sp>
      <p:sp>
        <p:nvSpPr>
          <p:cNvPr id="2078" name="Google Shape;2078;p10"/>
          <p:cNvSpPr txBox="1"/>
          <p:nvPr/>
        </p:nvSpPr>
        <p:spPr>
          <a:xfrm>
            <a:off x="6254496" y="39867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Potential model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Subscriptions and content add-ons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11"/>
          <p:cNvSpPr txBox="1"/>
          <p:nvPr>
            <p:ph type="title"/>
          </p:nvPr>
        </p:nvSpPr>
        <p:spPr>
          <a:xfrm>
            <a:off x="548640" y="384048"/>
            <a:ext cx="5669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Early Validation </a:t>
            </a:r>
            <a:r>
              <a:rPr b="1" i="0" lang="en-US" sz="2400">
                <a:solidFill>
                  <a:srgbClr val="172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br>
              <a:rPr lang="en-US"/>
            </a:br>
            <a:r>
              <a:rPr b="1" i="0" lang="en-US" sz="2400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Scalable Learning Worlds</a:t>
            </a:r>
            <a:endParaRPr/>
          </a:p>
        </p:txBody>
      </p:sp>
      <p:sp>
        <p:nvSpPr>
          <p:cNvPr id="2084" name="Google Shape;2084;p11"/>
          <p:cNvSpPr/>
          <p:nvPr/>
        </p:nvSpPr>
        <p:spPr>
          <a:xfrm>
            <a:off x="731520" y="1371600"/>
            <a:ext cx="3520440" cy="3310128"/>
          </a:xfrm>
          <a:prstGeom prst="roundRect">
            <a:avLst>
              <a:gd fmla="val 4972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11"/>
          <p:cNvSpPr txBox="1"/>
          <p:nvPr/>
        </p:nvSpPr>
        <p:spPr>
          <a:xfrm>
            <a:off x="932688" y="14996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Early validation</a:t>
            </a:r>
            <a:endParaRPr/>
          </a:p>
        </p:txBody>
      </p:sp>
      <p:sp>
        <p:nvSpPr>
          <p:cNvPr id="2086" name="Google Shape;2086;p11"/>
          <p:cNvSpPr/>
          <p:nvPr/>
        </p:nvSpPr>
        <p:spPr>
          <a:xfrm>
            <a:off x="932688" y="1810512"/>
            <a:ext cx="3127248" cy="246888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3023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Live product · 2 worlds · scan-to-animation working</a:t>
            </a:r>
            <a:endParaRPr/>
          </a:p>
        </p:txBody>
      </p:sp>
      <p:pic>
        <p:nvPicPr>
          <p:cNvPr descr="check_green.png" id="2087" name="Google Shape;20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1857420"/>
            <a:ext cx="153070" cy="153070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11"/>
          <p:cNvSpPr/>
          <p:nvPr/>
        </p:nvSpPr>
        <p:spPr>
          <a:xfrm>
            <a:off x="932688" y="2157984"/>
            <a:ext cx="969264" cy="822960"/>
          </a:xfrm>
          <a:prstGeom prst="roundRect">
            <a:avLst>
              <a:gd fmla="val 13333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11"/>
          <p:cNvSpPr txBox="1"/>
          <p:nvPr/>
        </p:nvSpPr>
        <p:spPr>
          <a:xfrm>
            <a:off x="932688" y="2176272"/>
            <a:ext cx="969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30</a:t>
            </a:r>
            <a:endParaRPr/>
          </a:p>
        </p:txBody>
      </p:sp>
      <p:sp>
        <p:nvSpPr>
          <p:cNvPr id="2090" name="Google Shape;2090;p11"/>
          <p:cNvSpPr txBox="1"/>
          <p:nvPr/>
        </p:nvSpPr>
        <p:spPr>
          <a:xfrm>
            <a:off x="978408" y="2542032"/>
            <a:ext cx="877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pilot participants</a:t>
            </a:r>
            <a:endParaRPr/>
          </a:p>
        </p:txBody>
      </p:sp>
      <p:sp>
        <p:nvSpPr>
          <p:cNvPr id="2091" name="Google Shape;2091;p11"/>
          <p:cNvSpPr/>
          <p:nvPr/>
        </p:nvSpPr>
        <p:spPr>
          <a:xfrm>
            <a:off x="1993391" y="2157984"/>
            <a:ext cx="969264" cy="822960"/>
          </a:xfrm>
          <a:prstGeom prst="roundRect">
            <a:avLst>
              <a:gd fmla="val 13333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11"/>
          <p:cNvSpPr txBox="1"/>
          <p:nvPr/>
        </p:nvSpPr>
        <p:spPr>
          <a:xfrm>
            <a:off x="1993391" y="2176272"/>
            <a:ext cx="969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/>
          </a:p>
        </p:txBody>
      </p:sp>
      <p:sp>
        <p:nvSpPr>
          <p:cNvPr id="2093" name="Google Shape;2093;p11"/>
          <p:cNvSpPr txBox="1"/>
          <p:nvPr/>
        </p:nvSpPr>
        <p:spPr>
          <a:xfrm>
            <a:off x="2039111" y="2542032"/>
            <a:ext cx="877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real-world pilot (TPA)</a:t>
            </a:r>
            <a:endParaRPr/>
          </a:p>
        </p:txBody>
      </p:sp>
      <p:sp>
        <p:nvSpPr>
          <p:cNvPr id="2094" name="Google Shape;2094;p11"/>
          <p:cNvSpPr/>
          <p:nvPr/>
        </p:nvSpPr>
        <p:spPr>
          <a:xfrm>
            <a:off x="3054096" y="2157984"/>
            <a:ext cx="969264" cy="822960"/>
          </a:xfrm>
          <a:prstGeom prst="roundRect">
            <a:avLst>
              <a:gd fmla="val 13333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11"/>
          <p:cNvSpPr txBox="1"/>
          <p:nvPr/>
        </p:nvSpPr>
        <p:spPr>
          <a:xfrm>
            <a:off x="3054096" y="2176272"/>
            <a:ext cx="969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5</a:t>
            </a:r>
            <a:endParaRPr/>
          </a:p>
        </p:txBody>
      </p:sp>
      <p:sp>
        <p:nvSpPr>
          <p:cNvPr id="2096" name="Google Shape;2096;p11"/>
          <p:cNvSpPr txBox="1"/>
          <p:nvPr/>
        </p:nvSpPr>
        <p:spPr>
          <a:xfrm>
            <a:off x="3099815" y="2542032"/>
            <a:ext cx="877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improvements from feedback</a:t>
            </a:r>
            <a:endParaRPr/>
          </a:p>
        </p:txBody>
      </p:sp>
      <p:sp>
        <p:nvSpPr>
          <p:cNvPr id="2097" name="Google Shape;2097;p11"/>
          <p:cNvSpPr txBox="1"/>
          <p:nvPr/>
        </p:nvSpPr>
        <p:spPr>
          <a:xfrm>
            <a:off x="932688" y="305409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Feedback already changed the product</a:t>
            </a:r>
            <a:endParaRPr/>
          </a:p>
        </p:txBody>
      </p:sp>
      <p:sp>
        <p:nvSpPr>
          <p:cNvPr id="2098" name="Google Shape;2098;p11"/>
          <p:cNvSpPr/>
          <p:nvPr/>
        </p:nvSpPr>
        <p:spPr>
          <a:xfrm>
            <a:off x="932688" y="3328416"/>
            <a:ext cx="713232" cy="201168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Shipped</a:t>
            </a:r>
            <a:endParaRPr/>
          </a:p>
        </p:txBody>
      </p:sp>
      <p:sp>
        <p:nvSpPr>
          <p:cNvPr id="2099" name="Google Shape;2099;p11"/>
          <p:cNvSpPr txBox="1"/>
          <p:nvPr/>
        </p:nvSpPr>
        <p:spPr>
          <a:xfrm>
            <a:off x="1719072" y="33101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Larger world for more creations</a:t>
            </a:r>
            <a:endParaRPr/>
          </a:p>
        </p:txBody>
      </p:sp>
      <p:sp>
        <p:nvSpPr>
          <p:cNvPr id="2100" name="Google Shape;2100;p11"/>
          <p:cNvSpPr/>
          <p:nvPr/>
        </p:nvSpPr>
        <p:spPr>
          <a:xfrm>
            <a:off x="932688" y="3589020"/>
            <a:ext cx="713232" cy="201168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5803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Shipped</a:t>
            </a:r>
            <a:endParaRPr/>
          </a:p>
        </p:txBody>
      </p:sp>
      <p:sp>
        <p:nvSpPr>
          <p:cNvPr id="2101" name="Google Shape;2101;p11"/>
          <p:cNvSpPr txBox="1"/>
          <p:nvPr/>
        </p:nvSpPr>
        <p:spPr>
          <a:xfrm>
            <a:off x="1719072" y="3570732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Digital trial before purchase</a:t>
            </a:r>
            <a:endParaRPr/>
          </a:p>
        </p:txBody>
      </p:sp>
      <p:sp>
        <p:nvSpPr>
          <p:cNvPr id="2102" name="Google Shape;2102;p11"/>
          <p:cNvSpPr/>
          <p:nvPr/>
        </p:nvSpPr>
        <p:spPr>
          <a:xfrm>
            <a:off x="932688" y="3849624"/>
            <a:ext cx="713232" cy="201168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In progress</a:t>
            </a:r>
            <a:endParaRPr/>
          </a:p>
        </p:txBody>
      </p:sp>
      <p:sp>
        <p:nvSpPr>
          <p:cNvPr id="2103" name="Google Shape;2103;p11"/>
          <p:cNvSpPr txBox="1"/>
          <p:nvPr/>
        </p:nvSpPr>
        <p:spPr>
          <a:xfrm>
            <a:off x="1719072" y="3831336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Bulk drawing uploads</a:t>
            </a:r>
            <a:endParaRPr/>
          </a:p>
        </p:txBody>
      </p:sp>
      <p:sp>
        <p:nvSpPr>
          <p:cNvPr id="2104" name="Google Shape;2104;p11"/>
          <p:cNvSpPr/>
          <p:nvPr/>
        </p:nvSpPr>
        <p:spPr>
          <a:xfrm>
            <a:off x="932688" y="4110228"/>
            <a:ext cx="713232" cy="201168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In progress</a:t>
            </a:r>
            <a:endParaRPr/>
          </a:p>
        </p:txBody>
      </p:sp>
      <p:sp>
        <p:nvSpPr>
          <p:cNvPr id="2105" name="Google Shape;2105;p11"/>
          <p:cNvSpPr txBox="1"/>
          <p:nvPr/>
        </p:nvSpPr>
        <p:spPr>
          <a:xfrm>
            <a:off x="1719072" y="409194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Learning space after play (Next stage)</a:t>
            </a:r>
            <a:endParaRPr/>
          </a:p>
        </p:txBody>
      </p:sp>
      <p:sp>
        <p:nvSpPr>
          <p:cNvPr id="2106" name="Google Shape;2106;p11"/>
          <p:cNvSpPr/>
          <p:nvPr/>
        </p:nvSpPr>
        <p:spPr>
          <a:xfrm>
            <a:off x="932688" y="4370832"/>
            <a:ext cx="713232" cy="201168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0" lIns="1097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B21B6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In progress</a:t>
            </a:r>
            <a:endParaRPr/>
          </a:p>
        </p:txBody>
      </p:sp>
      <p:sp>
        <p:nvSpPr>
          <p:cNvPr id="2107" name="Google Shape;2107;p11"/>
          <p:cNvSpPr txBox="1"/>
          <p:nvPr/>
        </p:nvSpPr>
        <p:spPr>
          <a:xfrm>
            <a:off x="1719072" y="435254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More worlds, e.g. a land version</a:t>
            </a:r>
            <a:endParaRPr/>
          </a:p>
        </p:txBody>
      </p:sp>
      <p:sp>
        <p:nvSpPr>
          <p:cNvPr id="2108" name="Google Shape;2108;p11"/>
          <p:cNvSpPr/>
          <p:nvPr/>
        </p:nvSpPr>
        <p:spPr>
          <a:xfrm>
            <a:off x="4754880" y="1783080"/>
            <a:ext cx="36576" cy="2286000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11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/>
          </a:p>
        </p:txBody>
      </p:sp>
      <p:sp>
        <p:nvSpPr>
          <p:cNvPr id="2110" name="Google Shape;2110;p11"/>
          <p:cNvSpPr/>
          <p:nvPr/>
        </p:nvSpPr>
        <p:spPr>
          <a:xfrm>
            <a:off x="5166360" y="1417320"/>
            <a:ext cx="3429000" cy="987552"/>
          </a:xfrm>
          <a:prstGeom prst="roundRect">
            <a:avLst>
              <a:gd fmla="val 12962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11"/>
          <p:cNvSpPr txBox="1"/>
          <p:nvPr/>
        </p:nvSpPr>
        <p:spPr>
          <a:xfrm>
            <a:off x="5349240" y="1527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PHASE 1</a:t>
            </a:r>
            <a:endParaRPr/>
          </a:p>
        </p:txBody>
      </p:sp>
      <p:sp>
        <p:nvSpPr>
          <p:cNvPr id="2112" name="Google Shape;2112;p11"/>
          <p:cNvSpPr txBox="1"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Validate the Magic</a:t>
            </a:r>
            <a:endParaRPr/>
          </a:p>
        </p:txBody>
      </p:sp>
      <p:sp>
        <p:nvSpPr>
          <p:cNvPr id="2113" name="Google Shape;2113;p11"/>
          <p:cNvSpPr txBox="1"/>
          <p:nvPr/>
        </p:nvSpPr>
        <p:spPr>
          <a:xfrm>
            <a:off x="5349240" y="20025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Improve scan reliability; grow from 1 TPA pilot to more families and schools.</a:t>
            </a:r>
            <a:endParaRPr/>
          </a:p>
        </p:txBody>
      </p:sp>
      <p:sp>
        <p:nvSpPr>
          <p:cNvPr id="2114" name="Google Shape;2114;p11"/>
          <p:cNvSpPr/>
          <p:nvPr/>
        </p:nvSpPr>
        <p:spPr>
          <a:xfrm>
            <a:off x="4553712" y="2715768"/>
            <a:ext cx="438912" cy="438912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endParaRPr/>
          </a:p>
        </p:txBody>
      </p:sp>
      <p:sp>
        <p:nvSpPr>
          <p:cNvPr id="2115" name="Google Shape;2115;p11"/>
          <p:cNvSpPr/>
          <p:nvPr/>
        </p:nvSpPr>
        <p:spPr>
          <a:xfrm>
            <a:off x="5166360" y="2532888"/>
            <a:ext cx="3429000" cy="987552"/>
          </a:xfrm>
          <a:prstGeom prst="roundRect">
            <a:avLst>
              <a:gd fmla="val 12962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11"/>
          <p:cNvSpPr txBox="1"/>
          <p:nvPr/>
        </p:nvSpPr>
        <p:spPr>
          <a:xfrm>
            <a:off x="5349240" y="264261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PHASE 2</a:t>
            </a:r>
            <a:endParaRPr/>
          </a:p>
        </p:txBody>
      </p:sp>
      <p:sp>
        <p:nvSpPr>
          <p:cNvPr id="2117" name="Google Shape;2117;p11"/>
          <p:cNvSpPr txBox="1"/>
          <p:nvPr/>
        </p:nvSpPr>
        <p:spPr>
          <a:xfrm>
            <a:off x="5349240" y="28254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Build Learning</a:t>
            </a:r>
            <a:endParaRPr/>
          </a:p>
        </p:txBody>
      </p:sp>
      <p:sp>
        <p:nvSpPr>
          <p:cNvPr id="2118" name="Google Shape;2118;p11"/>
          <p:cNvSpPr txBox="1"/>
          <p:nvPr/>
        </p:nvSpPr>
        <p:spPr>
          <a:xfrm>
            <a:off x="5349240" y="311810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Stories, quizzes, guided creative lessons, teacher and session tools.</a:t>
            </a:r>
            <a:endParaRPr/>
          </a:p>
        </p:txBody>
      </p:sp>
      <p:sp>
        <p:nvSpPr>
          <p:cNvPr id="2119" name="Google Shape;2119;p11"/>
          <p:cNvSpPr/>
          <p:nvPr/>
        </p:nvSpPr>
        <p:spPr>
          <a:xfrm>
            <a:off x="4553712" y="3831336"/>
            <a:ext cx="438912" cy="43891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endParaRPr/>
          </a:p>
        </p:txBody>
      </p:sp>
      <p:sp>
        <p:nvSpPr>
          <p:cNvPr id="2120" name="Google Shape;2120;p11"/>
          <p:cNvSpPr/>
          <p:nvPr/>
        </p:nvSpPr>
        <p:spPr>
          <a:xfrm>
            <a:off x="5166360" y="3648456"/>
            <a:ext cx="3429000" cy="987552"/>
          </a:xfrm>
          <a:prstGeom prst="roundRect">
            <a:avLst>
              <a:gd fmla="val 12962" name="adj"/>
            </a:avLst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11"/>
          <p:cNvSpPr txBox="1"/>
          <p:nvPr/>
        </p:nvSpPr>
        <p:spPr>
          <a:xfrm>
            <a:off x="5349240" y="375818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PHASE 3</a:t>
            </a:r>
            <a:endParaRPr/>
          </a:p>
        </p:txBody>
      </p:sp>
      <p:sp>
        <p:nvSpPr>
          <p:cNvPr id="2122" name="Google Shape;2122;p11"/>
          <p:cNvSpPr txBox="1"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Scale Platform</a:t>
            </a:r>
            <a:endParaRPr/>
          </a:p>
        </p:txBody>
      </p:sp>
      <p:sp>
        <p:nvSpPr>
          <p:cNvPr id="2123" name="Google Shape;2123;p11"/>
          <p:cNvSpPr txBox="1"/>
          <p:nvPr/>
        </p:nvSpPr>
        <p:spPr>
          <a:xfrm>
            <a:off x="5349240" y="423367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Content library, Scanvas Studio, school partnerships, new learning worlds.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8BFA"/>
        </a:solidFill>
      </p:bgPr>
    </p:bg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3faa609a06a_0_4"/>
          <p:cNvSpPr txBox="1"/>
          <p:nvPr>
            <p:ph type="title"/>
          </p:nvPr>
        </p:nvSpPr>
        <p:spPr>
          <a:xfrm>
            <a:off x="548640" y="41148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The Team Behind Scanvas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9" name="Google Shape;2129;g3faa609a06a_0_4"/>
          <p:cNvSpPr/>
          <p:nvPr/>
        </p:nvSpPr>
        <p:spPr>
          <a:xfrm>
            <a:off x="548640" y="1188720"/>
            <a:ext cx="3931800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0" name="Google Shape;2130;g3faa609a06a_0_4"/>
          <p:cNvPicPr preferRelativeResize="0"/>
          <p:nvPr/>
        </p:nvPicPr>
        <p:blipFill rotWithShape="1">
          <a:blip r:embed="rId3">
            <a:alphaModFix/>
          </a:blip>
          <a:srcRect b="19355" l="0" r="0" t="0"/>
          <a:stretch/>
        </p:blipFill>
        <p:spPr>
          <a:xfrm>
            <a:off x="675953" y="1220520"/>
            <a:ext cx="1158600" cy="1308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31" name="Google Shape;2131;g3faa609a06a_0_4"/>
          <p:cNvSpPr txBox="1"/>
          <p:nvPr/>
        </p:nvSpPr>
        <p:spPr>
          <a:xfrm>
            <a:off x="1874519" y="1344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Salsabila Khoirunnisa</a:t>
            </a:r>
            <a:endParaRPr/>
          </a:p>
        </p:txBody>
      </p:sp>
      <p:sp>
        <p:nvSpPr>
          <p:cNvPr id="2132" name="Google Shape;2132;g3faa609a06a_0_4"/>
          <p:cNvSpPr txBox="1"/>
          <p:nvPr/>
        </p:nvSpPr>
        <p:spPr>
          <a:xfrm>
            <a:off x="1874519" y="1664208"/>
            <a:ext cx="251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CEO &amp; Co-Founder</a:t>
            </a:r>
            <a:endParaRPr/>
          </a:p>
        </p:txBody>
      </p:sp>
      <p:sp>
        <p:nvSpPr>
          <p:cNvPr id="2133" name="Google Shape;2133;g3faa609a06a_0_4"/>
          <p:cNvSpPr txBox="1"/>
          <p:nvPr/>
        </p:nvSpPr>
        <p:spPr>
          <a:xfrm>
            <a:off x="1874519" y="193852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Business · partnerships · customer discovery · go-to-market</a:t>
            </a:r>
            <a:endParaRPr/>
          </a:p>
        </p:txBody>
      </p:sp>
      <p:sp>
        <p:nvSpPr>
          <p:cNvPr id="2134" name="Google Shape;2134;g3faa609a06a_0_4"/>
          <p:cNvSpPr/>
          <p:nvPr/>
        </p:nvSpPr>
        <p:spPr>
          <a:xfrm>
            <a:off x="4663440" y="1188720"/>
            <a:ext cx="3931800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5" name="Google Shape;2135;g3faa609a06a_0_4"/>
          <p:cNvPicPr preferRelativeResize="0"/>
          <p:nvPr/>
        </p:nvPicPr>
        <p:blipFill rotWithShape="1">
          <a:blip r:embed="rId4">
            <a:alphaModFix/>
          </a:blip>
          <a:srcRect b="32182" l="20901" r="22348" t="7336"/>
          <a:stretch/>
        </p:blipFill>
        <p:spPr>
          <a:xfrm>
            <a:off x="4727449" y="1203197"/>
            <a:ext cx="1261800" cy="1344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36" name="Google Shape;2136;g3faa609a06a_0_4"/>
          <p:cNvSpPr txBox="1"/>
          <p:nvPr/>
        </p:nvSpPr>
        <p:spPr>
          <a:xfrm>
            <a:off x="5989320" y="1344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Fredoka"/>
                <a:ea typeface="Fredoka"/>
                <a:cs typeface="Fredoka"/>
                <a:sym typeface="Fredoka"/>
              </a:rPr>
              <a:t>Haikal Hilmi</a:t>
            </a:r>
            <a:endParaRPr/>
          </a:p>
        </p:txBody>
      </p:sp>
      <p:sp>
        <p:nvSpPr>
          <p:cNvPr id="2137" name="Google Shape;2137;g3faa609a06a_0_4"/>
          <p:cNvSpPr txBox="1"/>
          <p:nvPr/>
        </p:nvSpPr>
        <p:spPr>
          <a:xfrm>
            <a:off x="5989320" y="1664208"/>
            <a:ext cx="251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CTO &amp; Co-Founder</a:t>
            </a:r>
            <a:endParaRPr/>
          </a:p>
        </p:txBody>
      </p:sp>
      <p:sp>
        <p:nvSpPr>
          <p:cNvPr id="2138" name="Google Shape;2138;g3faa609a06a_0_4"/>
          <p:cNvSpPr txBox="1"/>
          <p:nvPr/>
        </p:nvSpPr>
        <p:spPr>
          <a:xfrm>
            <a:off x="5989320" y="193852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33"/>
                </a:solidFill>
                <a:latin typeface="Varela Round"/>
                <a:ea typeface="Varela Round"/>
                <a:cs typeface="Varela Round"/>
                <a:sym typeface="Varela Round"/>
              </a:rPr>
              <a:t>Product · engineering · computer vision · interactive platform</a:t>
            </a:r>
            <a:endParaRPr/>
          </a:p>
        </p:txBody>
      </p:sp>
      <p:pic>
        <p:nvPicPr>
          <p:cNvPr descr="quote_deep.png" id="2139" name="Google Shape;2139;g3faa609a06a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2852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40" name="Google Shape;2140;g3faa609a06a_0_4"/>
          <p:cNvSpPr txBox="1"/>
          <p:nvPr/>
        </p:nvSpPr>
        <p:spPr>
          <a:xfrm>
            <a:off x="1005840" y="2788920"/>
            <a:ext cx="7498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We want children to use technology not only to consume, but to imagine, create, and learn.</a:t>
            </a:r>
            <a:endParaRPr/>
          </a:p>
        </p:txBody>
      </p:sp>
      <p:sp>
        <p:nvSpPr>
          <p:cNvPr id="2141" name="Google Shape;2141;g3faa609a06a_0_4"/>
          <p:cNvSpPr txBox="1"/>
          <p:nvPr/>
        </p:nvSpPr>
        <p:spPr>
          <a:xfrm>
            <a:off x="1005840" y="361188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B21B6"/>
                </a:solidFill>
                <a:latin typeface="Fredoka"/>
                <a:ea typeface="Fredoka"/>
                <a:cs typeface="Fredoka"/>
                <a:sym typeface="Fredoka"/>
              </a:rPr>
              <a:t>Scanvas — From imagination to interactive learning.</a:t>
            </a:r>
            <a:endParaRPr/>
          </a:p>
        </p:txBody>
      </p:sp>
      <p:sp>
        <p:nvSpPr>
          <p:cNvPr id="2142" name="Google Shape;2142;g3faa609a06a_0_4"/>
          <p:cNvSpPr/>
          <p:nvPr/>
        </p:nvSpPr>
        <p:spPr>
          <a:xfrm>
            <a:off x="1005840" y="4224528"/>
            <a:ext cx="45720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vas logo" id="2143" name="Google Shape;2143;g3faa609a06a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4270248"/>
            <a:ext cx="362123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Google Shape;2144;g3faa609a06a_0_4"/>
          <p:cNvSpPr txBox="1"/>
          <p:nvPr/>
        </p:nvSpPr>
        <p:spPr>
          <a:xfrm>
            <a:off x="1572768" y="4224528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scanvas.id</a:t>
            </a:r>
            <a:endParaRPr/>
          </a:p>
        </p:txBody>
      </p:sp>
      <p:sp>
        <p:nvSpPr>
          <p:cNvPr id="2145" name="Google Shape;2145;g3faa609a06a_0_4"/>
          <p:cNvSpPr/>
          <p:nvPr/>
        </p:nvSpPr>
        <p:spPr>
          <a:xfrm>
            <a:off x="2788920" y="4425696"/>
            <a:ext cx="54900" cy="54900"/>
          </a:xfrm>
          <a:prstGeom prst="ellipse">
            <a:avLst/>
          </a:prstGeom>
          <a:solidFill>
            <a:srgbClr val="172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g3faa609a06a_0_4"/>
          <p:cNvSpPr txBox="1"/>
          <p:nvPr/>
        </p:nvSpPr>
        <p:spPr>
          <a:xfrm>
            <a:off x="2971800" y="4224528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033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GESAwards 2026 · Female Founders Track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