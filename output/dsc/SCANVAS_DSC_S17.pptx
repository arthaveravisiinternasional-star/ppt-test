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 id="2147483684"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embeddedFontLst>
    <p:embeddedFont>
      <p:font typeface="Fredoka" pitchFamily="2" charset="-79"/>
      <p:bold r:id="rId23"/>
    </p:embeddedFont>
    <p:embeddedFont>
      <p:font typeface="Fredoka SemiBold" pitchFamily="2" charset="-79"/>
      <p:bold r:id="rId24"/>
    </p:embeddedFont>
    <p:embeddedFont>
      <p:font typeface="Josefin Slab SemiBold" pitchFamily="2" charset="0"/>
      <p:bold r:id="rId25"/>
    </p:embeddedFont>
    <p:embeddedFont>
      <p:font typeface="Lato" panose="020F0502020204030203" pitchFamily="34" charset="0"/>
      <p:regular r:id="rId26"/>
      <p:bold r:id="rId27"/>
      <p:italic r:id="rId28"/>
      <p:boldItalic r:id="rId29"/>
    </p:embeddedFont>
    <p:embeddedFont>
      <p:font typeface="Montserrat" pitchFamily="2" charset="0"/>
      <p:regular r:id="rId30"/>
      <p:bold r:id="rId31"/>
      <p:italic r:id="rId32"/>
      <p:boldItalic r:id="rId33"/>
    </p:embeddedFont>
    <p:embeddedFont>
      <p:font typeface="Montserrat Black" pitchFamily="2" charset="0"/>
      <p:bold r:id="rId34"/>
      <p:boldItalic r:id="rId35"/>
    </p:embeddedFont>
    <p:embeddedFont>
      <p:font typeface="Montserrat ExtraBold" pitchFamily="2" charset="0"/>
      <p:bold r:id="rId36"/>
      <p:boldItalic r:id="rId37"/>
    </p:embeddedFont>
    <p:embeddedFont>
      <p:font typeface="Proxima Nova" panose="020B0604020202020204" charset="0"/>
      <p:regular r:id="rId38"/>
      <p:bold r:id="rId39"/>
      <p:italic r:id="rId40"/>
      <p:boldItalic r:id="rId41"/>
    </p:embeddedFont>
    <p:embeddedFont>
      <p:font typeface="Proxima Nova Semibold" panose="020B0604020202020204" charset="0"/>
      <p:regular r:id="rId42"/>
      <p:bold r:id="rId43"/>
      <p:boldItalic r:id="rId44"/>
    </p:embeddedFont>
    <p:embeddedFont>
      <p:font typeface="Roboto Condensed Light" panose="02000000000000000000" pitchFamily="2" charset="0"/>
      <p:regular r:id="rId45"/>
      <p:bold r:id="rId46"/>
      <p:italic r:id="rId47"/>
      <p:boldItalic r:id="rId48"/>
    </p:embeddedFont>
    <p:embeddedFont>
      <p:font typeface="Segoe UI" panose="020B0502040204020203" pitchFamily="34" charset="0"/>
      <p:regular r:id="rId49"/>
      <p:bold r:id="rId50"/>
      <p:italic r:id="rId51"/>
      <p:boldItalic r:id="rId52"/>
    </p:embeddedFont>
    <p:embeddedFont>
      <p:font typeface="Staatliches" pitchFamily="2" charset="0"/>
      <p:regular r:id="rId53"/>
    </p:embeddedFont>
    <p:embeddedFont>
      <p:font typeface="Varela Round" pitchFamily="2" charset="-79"/>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0CE18-CB0B-400C-8185-28348DB99452}">
  <a:tblStyle styleId="{AE70CE18-CB0B-400C-8185-28348DB9945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font" Target="fonts/font25.fntdata"/><Relationship Id="rId50" Type="http://schemas.openxmlformats.org/officeDocument/2006/relationships/font" Target="fonts/font28.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7.fntdata"/><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font" Target="fonts/font31.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font" Target="fonts/font26.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2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font" Target="fonts/font24.fntdata"/><Relationship Id="rId20" Type="http://schemas.openxmlformats.org/officeDocument/2006/relationships/slide" Target="slides/slide18.xml"/><Relationship Id="rId41" Type="http://schemas.openxmlformats.org/officeDocument/2006/relationships/font" Target="fonts/font19.fntdata"/><Relationship Id="rId54" Type="http://schemas.openxmlformats.org/officeDocument/2006/relationships/font" Target="fonts/font32.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font" Target="fonts/font27.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font" Target="fonts/font3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Scanvas: children color a sheet, photograph it in the browser, and their own drawing comes alive.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product is live today with two worlds and a public digital trial. Revenue has not started yet.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Parents and educators need activities that combine hands-on creativity, digital engagement, and learning, not another passive screen experience.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Color, Scan, Come Alive, Explore, Learn. The unique part: the character is the child’s own drawing.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Counts are education units, the B2B buyers. Children 3-10 estimated as 2/5 of age 0-4 + age 5-9 + 1/5 of age 10-14 (BPS 2022). D.I. Yogyakarta is the beachhead because local delivery is already offered there. See Appendix B for the breakdown.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do not claim to be first: color, scan, alive is a proven behavior. Our bet is lower friction (browser, no app), shared worlds, and an affordable B2B workflow for Indonesian schools and events.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B2B products, kept separate: managed sessions (we run the activity: setup, operator, materials) and platform-only processing (the institution runs it). Projections use packs and managed sessions only.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Pilot participants were not paying customers. The value of the pilot: five product improvements, two already shipped.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B2C validates demand with low-cost digital channels; B2B is the priority growth channel through demos and pilots.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do not claim measured learning outcomes yet; these are the indicators we will track from the next pilots.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Unit economics are healthy; the open question is repeatable demand. Grant money is financing, never counted as revenue.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Why Rp200M when year-1 revenue is Rp77.4M? The first 12 months are not optimized for profitability. Unit economics are already positive; the capital builds the repeatable system: founder runway, reliable infrastructure, Scanvas Studio, school acquisition, production capacity, and new worlds, so we can validate repeat purchase and institutional rebooking and scale on proven economics next year. Why Rp96M for team? Rp4M per founder per month for two founders: lean, below market salary.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Haikal built the scan-to-animation technology and leads company and product direction; Salsabila leads marketing, customer discovery, and go-to-market.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Build, validate, launch, grow. KPIs equal the base case on slides 10 and 11.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thing to remember: the child’s own drawing becomes the learning experience.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Defensibility: ArUco-marker detection, perspective warp, crop and mask, then browser animation.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Single-year ages are not published in this table, so ages 3-10 are a proportional estimate.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Operating expenses are Rp158M of the Rp200M capital need; production (Rp20M) is covered through direct costs and inventory, and contingency is held back.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Indirect analogues not in the main matrix: Osmo (hardware) and Octaland 4D+ (AR coloring book app).</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4.png"/><Relationship Id="rId4" Type="http://schemas.openxmlformats.org/officeDocument/2006/relationships/image" Target="../media/image2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1.xml"/><Relationship Id="rId5" Type="http://schemas.openxmlformats.org/officeDocument/2006/relationships/image" Target="../media/image32.png"/><Relationship Id="rId4" Type="http://schemas.openxmlformats.org/officeDocument/2006/relationships/image" Target="../media/image3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1200" y="1538065"/>
            <a:ext cx="4724400" cy="2054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Font typeface="Staatliches"/>
              <a:buNone/>
              <a:defRPr sz="6000">
                <a:latin typeface="Montserrat Black"/>
                <a:ea typeface="Montserrat Black"/>
                <a:cs typeface="Montserrat Black"/>
                <a:sym typeface="Montserrat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911200" y="3592475"/>
            <a:ext cx="3660900" cy="84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Font typeface="Roboto Condensed Light"/>
              <a:buNone/>
              <a:defRPr sz="1400">
                <a:latin typeface="Lato"/>
                <a:ea typeface="Lato"/>
                <a:cs typeface="Lato"/>
                <a:sym typeface="Lato"/>
              </a:defRPr>
            </a:lvl1pPr>
            <a:lvl2pPr lvl="1"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a:endParaRPr/>
          </a:p>
        </p:txBody>
      </p:sp>
      <p:sp>
        <p:nvSpPr>
          <p:cNvPr id="11" name="Google Shape;11;p2"/>
          <p:cNvSpPr/>
          <p:nvPr/>
        </p:nvSpPr>
        <p:spPr>
          <a:xfrm>
            <a:off x="3084563" y="-26078"/>
            <a:ext cx="1156796" cy="706496"/>
          </a:xfrm>
          <a:custGeom>
            <a:avLst/>
            <a:gdLst/>
            <a:ahLst/>
            <a:cxnLst/>
            <a:rect l="l" t="t" r="r" b="b"/>
            <a:pathLst>
              <a:path w="15223" h="8282" extrusionOk="0">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2368225" y="-152400"/>
            <a:ext cx="7167450" cy="5371458"/>
            <a:chOff x="2368225" y="-152400"/>
            <a:chExt cx="7167450" cy="5371458"/>
          </a:xfrm>
        </p:grpSpPr>
        <p:sp>
          <p:nvSpPr>
            <p:cNvPr id="13" name="Google Shape;13;p2"/>
            <p:cNvSpPr/>
            <p:nvPr/>
          </p:nvSpPr>
          <p:spPr>
            <a:xfrm>
              <a:off x="4241250" y="-26078"/>
              <a:ext cx="3758237" cy="4809837"/>
            </a:xfrm>
            <a:custGeom>
              <a:avLst/>
              <a:gdLst/>
              <a:ahLst/>
              <a:cxnLst/>
              <a:rect l="l" t="t" r="r" b="b"/>
              <a:pathLst>
                <a:path w="49457" h="56384" extrusionOk="0">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rgbClr val="8E2E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197937" y="-26078"/>
              <a:ext cx="2068144" cy="841960"/>
            </a:xfrm>
            <a:custGeom>
              <a:avLst/>
              <a:gdLst/>
              <a:ahLst/>
              <a:cxnLst/>
              <a:rect l="l" t="t" r="r" b="b"/>
              <a:pathLst>
                <a:path w="27216" h="9870" extrusionOk="0">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237982" y="4078545"/>
              <a:ext cx="2800232" cy="1120311"/>
            </a:xfrm>
            <a:custGeom>
              <a:avLst/>
              <a:gdLst/>
              <a:ahLst/>
              <a:cxnLst/>
              <a:rect l="l" t="t" r="r" b="b"/>
              <a:pathLst>
                <a:path w="36850" h="13133" extrusionOk="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189808" y="-26078"/>
              <a:ext cx="1969585" cy="4922184"/>
            </a:xfrm>
            <a:custGeom>
              <a:avLst/>
              <a:gdLst/>
              <a:ahLst/>
              <a:cxnLst/>
              <a:rect l="l" t="t" r="r" b="b"/>
              <a:pathLst>
                <a:path w="25919" h="57701" extrusionOk="0">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010248" y="4297263"/>
              <a:ext cx="2149149" cy="901589"/>
            </a:xfrm>
            <a:custGeom>
              <a:avLst/>
              <a:gdLst/>
              <a:ahLst/>
              <a:cxnLst/>
              <a:rect l="l" t="t" r="r" b="b"/>
              <a:pathLst>
                <a:path w="28282" h="10569" extrusionOk="0">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368225" y="3921502"/>
              <a:ext cx="3958471" cy="1277357"/>
            </a:xfrm>
            <a:custGeom>
              <a:avLst/>
              <a:gdLst/>
              <a:ahLst/>
              <a:cxnLst/>
              <a:rect l="l" t="t" r="r" b="b"/>
              <a:pathLst>
                <a:path w="52092" h="14974" extrusionOk="0">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237982" y="4462581"/>
              <a:ext cx="2800232" cy="736267"/>
            </a:xfrm>
            <a:custGeom>
              <a:avLst/>
              <a:gdLst/>
              <a:ahLst/>
              <a:cxnLst/>
              <a:rect l="l" t="t" r="r" b="b"/>
              <a:pathLst>
                <a:path w="36850" h="8631" extrusionOk="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405385" y="3019590"/>
              <a:ext cx="1115229" cy="1397211"/>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2"/>
            <p:cNvPicPr preferRelativeResize="0"/>
            <p:nvPr/>
          </p:nvPicPr>
          <p:blipFill>
            <a:blip r:embed="rId2">
              <a:alphaModFix/>
            </a:blip>
            <a:stretch>
              <a:fillRect/>
            </a:stretch>
          </p:blipFill>
          <p:spPr>
            <a:xfrm>
              <a:off x="4425943" y="3882258"/>
              <a:ext cx="4791070" cy="1336800"/>
            </a:xfrm>
            <a:prstGeom prst="rect">
              <a:avLst/>
            </a:prstGeom>
            <a:noFill/>
            <a:ln>
              <a:noFill/>
            </a:ln>
          </p:spPr>
        </p:pic>
        <p:pic>
          <p:nvPicPr>
            <p:cNvPr id="22" name="Google Shape;22;p2"/>
            <p:cNvPicPr preferRelativeResize="0"/>
            <p:nvPr/>
          </p:nvPicPr>
          <p:blipFill>
            <a:blip r:embed="rId3">
              <a:alphaModFix/>
            </a:blip>
            <a:stretch>
              <a:fillRect/>
            </a:stretch>
          </p:blipFill>
          <p:spPr>
            <a:xfrm>
              <a:off x="5556525" y="-152400"/>
              <a:ext cx="3979150" cy="342248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743200" y="804025"/>
            <a:ext cx="3642000" cy="3629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p:nvPr/>
        </p:nvSpPr>
        <p:spPr>
          <a:xfrm>
            <a:off x="0" y="-76200"/>
            <a:ext cx="2668237" cy="114584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0" y="-76200"/>
            <a:ext cx="4572074" cy="247402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5861375" y="4178175"/>
            <a:ext cx="3351600" cy="1021698"/>
          </a:xfrm>
          <a:custGeom>
            <a:avLst/>
            <a:gdLst/>
            <a:ahLst/>
            <a:cxnLst/>
            <a:rect l="l" t="t" r="r" b="b"/>
            <a:pathLst>
              <a:path w="44285" h="14312" extrusionOk="0">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3"/>
          <p:cNvGrpSpPr/>
          <p:nvPr/>
        </p:nvGrpSpPr>
        <p:grpSpPr>
          <a:xfrm>
            <a:off x="6290393" y="4651784"/>
            <a:ext cx="3005329" cy="548185"/>
            <a:chOff x="6290110" y="4651689"/>
            <a:chExt cx="2765556" cy="548185"/>
          </a:xfrm>
        </p:grpSpPr>
        <p:sp>
          <p:nvSpPr>
            <p:cNvPr id="29" name="Google Shape;29;p3"/>
            <p:cNvSpPr/>
            <p:nvPr/>
          </p:nvSpPr>
          <p:spPr>
            <a:xfrm>
              <a:off x="8707752" y="4709513"/>
              <a:ext cx="347912" cy="331809"/>
            </a:xfrm>
            <a:custGeom>
              <a:avLst/>
              <a:gdLst/>
              <a:ahLst/>
              <a:cxnLst/>
              <a:rect l="l" t="t" r="r" b="b"/>
              <a:pathLst>
                <a:path w="4597" h="4648" extrusionOk="0">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8536031" y="4766481"/>
              <a:ext cx="475286" cy="433394"/>
            </a:xfrm>
            <a:custGeom>
              <a:avLst/>
              <a:gdLst/>
              <a:ahLst/>
              <a:cxnLst/>
              <a:rect l="l" t="t" r="r" b="b"/>
              <a:pathLst>
                <a:path w="6280" h="6071" extrusionOk="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8458457" y="4804173"/>
              <a:ext cx="434493" cy="395487"/>
            </a:xfrm>
            <a:custGeom>
              <a:avLst/>
              <a:gdLst/>
              <a:ahLst/>
              <a:cxnLst/>
              <a:rect l="l" t="t" r="r" b="b"/>
              <a:pathLst>
                <a:path w="5741" h="5540" extrusionOk="0">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8617767" y="4733856"/>
              <a:ext cx="437899" cy="418902"/>
            </a:xfrm>
            <a:custGeom>
              <a:avLst/>
              <a:gdLst/>
              <a:ahLst/>
              <a:cxnLst/>
              <a:rect l="l" t="t" r="r" b="b"/>
              <a:pathLst>
                <a:path w="5786" h="5868" extrusionOk="0">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950916" y="4719793"/>
              <a:ext cx="104745" cy="98800"/>
            </a:xfrm>
            <a:custGeom>
              <a:avLst/>
              <a:gdLst/>
              <a:ahLst/>
              <a:cxnLst/>
              <a:rect l="l" t="t" r="r" b="b"/>
              <a:pathLst>
                <a:path w="1384" h="1384" extrusionOk="0">
                  <a:moveTo>
                    <a:pt x="0" y="0"/>
                  </a:moveTo>
                  <a:lnTo>
                    <a:pt x="1383" y="1383"/>
                  </a:lnTo>
                  <a:lnTo>
                    <a:pt x="1383" y="1073"/>
                  </a:lnTo>
                  <a:lnTo>
                    <a:pt x="525" y="211"/>
                  </a:lnTo>
                  <a:cubicBezTo>
                    <a:pt x="358" y="129"/>
                    <a:pt x="181" y="61"/>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8812949" y="4700947"/>
              <a:ext cx="242714" cy="229011"/>
            </a:xfrm>
            <a:custGeom>
              <a:avLst/>
              <a:gdLst/>
              <a:ahLst/>
              <a:cxnLst/>
              <a:rect l="l" t="t" r="r" b="b"/>
              <a:pathLst>
                <a:path w="3207" h="3208" extrusionOk="0">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8050308" y="4980501"/>
              <a:ext cx="250433" cy="217161"/>
            </a:xfrm>
            <a:custGeom>
              <a:avLst/>
              <a:gdLst/>
              <a:ahLst/>
              <a:cxnLst/>
              <a:rect l="l" t="t" r="r" b="b"/>
              <a:pathLst>
                <a:path w="3309" h="3042" extrusionOk="0">
                  <a:moveTo>
                    <a:pt x="263" y="0"/>
                  </a:moveTo>
                  <a:cubicBezTo>
                    <a:pt x="175" y="17"/>
                    <a:pt x="89" y="34"/>
                    <a:pt x="1" y="48"/>
                  </a:cubicBezTo>
                  <a:lnTo>
                    <a:pt x="2996" y="3042"/>
                  </a:lnTo>
                  <a:lnTo>
                    <a:pt x="3309" y="3042"/>
                  </a:lnTo>
                  <a:lnTo>
                    <a:pt x="26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228689" y="4922320"/>
              <a:ext cx="308709" cy="276127"/>
            </a:xfrm>
            <a:custGeom>
              <a:avLst/>
              <a:gdLst/>
              <a:ahLst/>
              <a:cxnLst/>
              <a:rect l="l" t="t" r="r" b="b"/>
              <a:pathLst>
                <a:path w="4079" h="3868" extrusionOk="0">
                  <a:moveTo>
                    <a:pt x="213" y="1"/>
                  </a:moveTo>
                  <a:cubicBezTo>
                    <a:pt x="141" y="34"/>
                    <a:pt x="73" y="66"/>
                    <a:pt x="1" y="100"/>
                  </a:cubicBezTo>
                  <a:lnTo>
                    <a:pt x="3769" y="3867"/>
                  </a:lnTo>
                  <a:lnTo>
                    <a:pt x="4079" y="3867"/>
                  </a:lnTo>
                  <a:lnTo>
                    <a:pt x="213"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8383154" y="4844222"/>
              <a:ext cx="391203" cy="354939"/>
            </a:xfrm>
            <a:custGeom>
              <a:avLst/>
              <a:gdLst/>
              <a:ahLst/>
              <a:cxnLst/>
              <a:rect l="l" t="t" r="r" b="b"/>
              <a:pathLst>
                <a:path w="5169" h="4972" extrusionOk="0">
                  <a:moveTo>
                    <a:pt x="198" y="1"/>
                  </a:moveTo>
                  <a:cubicBezTo>
                    <a:pt x="134" y="39"/>
                    <a:pt x="65" y="76"/>
                    <a:pt x="1" y="114"/>
                  </a:cubicBezTo>
                  <a:lnTo>
                    <a:pt x="4855" y="4971"/>
                  </a:lnTo>
                  <a:lnTo>
                    <a:pt x="5169" y="4971"/>
                  </a:lnTo>
                  <a:lnTo>
                    <a:pt x="198"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7938905" y="4990209"/>
              <a:ext cx="243244" cy="207238"/>
            </a:xfrm>
            <a:custGeom>
              <a:avLst/>
              <a:gdLst/>
              <a:ahLst/>
              <a:cxnLst/>
              <a:rect l="l" t="t" r="r" b="b"/>
              <a:pathLst>
                <a:path w="3214" h="2903" extrusionOk="0">
                  <a:moveTo>
                    <a:pt x="1" y="0"/>
                  </a:moveTo>
                  <a:lnTo>
                    <a:pt x="2900" y="2899"/>
                  </a:lnTo>
                  <a:lnTo>
                    <a:pt x="3213" y="2903"/>
                  </a:lnTo>
                  <a:lnTo>
                    <a:pt x="325" y="14"/>
                  </a:lnTo>
                  <a:cubicBezTo>
                    <a:pt x="216" y="11"/>
                    <a:pt x="106" y="7"/>
                    <a:pt x="1"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8144153" y="4955372"/>
              <a:ext cx="274879" cy="242860"/>
            </a:xfrm>
            <a:custGeom>
              <a:avLst/>
              <a:gdLst/>
              <a:ahLst/>
              <a:cxnLst/>
              <a:rect l="l" t="t" r="r" b="b"/>
              <a:pathLst>
                <a:path w="3632" h="3402" extrusionOk="0">
                  <a:moveTo>
                    <a:pt x="232" y="1"/>
                  </a:moveTo>
                  <a:cubicBezTo>
                    <a:pt x="154" y="29"/>
                    <a:pt x="79" y="55"/>
                    <a:pt x="1" y="79"/>
                  </a:cubicBezTo>
                  <a:lnTo>
                    <a:pt x="3319" y="3398"/>
                  </a:lnTo>
                  <a:lnTo>
                    <a:pt x="3632" y="3401"/>
                  </a:lnTo>
                  <a:lnTo>
                    <a:pt x="232"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307322" y="4884413"/>
              <a:ext cx="348745" cy="314462"/>
            </a:xfrm>
            <a:custGeom>
              <a:avLst/>
              <a:gdLst/>
              <a:ahLst/>
              <a:cxnLst/>
              <a:rect l="l" t="t" r="r" b="b"/>
              <a:pathLst>
                <a:path w="4608" h="4405" extrusionOk="0">
                  <a:moveTo>
                    <a:pt x="202" y="0"/>
                  </a:moveTo>
                  <a:cubicBezTo>
                    <a:pt x="134" y="38"/>
                    <a:pt x="66" y="72"/>
                    <a:pt x="1" y="109"/>
                  </a:cubicBezTo>
                  <a:lnTo>
                    <a:pt x="4293" y="4402"/>
                  </a:lnTo>
                  <a:lnTo>
                    <a:pt x="4607" y="4405"/>
                  </a:lnTo>
                  <a:lnTo>
                    <a:pt x="202"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772103" y="4944236"/>
              <a:ext cx="291756" cy="252712"/>
            </a:xfrm>
            <a:custGeom>
              <a:avLst/>
              <a:gdLst/>
              <a:ahLst/>
              <a:cxnLst/>
              <a:rect l="l" t="t" r="r" b="b"/>
              <a:pathLst>
                <a:path w="3855" h="3540" extrusionOk="0">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7409362" y="4713440"/>
              <a:ext cx="535832" cy="483293"/>
            </a:xfrm>
            <a:custGeom>
              <a:avLst/>
              <a:gdLst/>
              <a:ahLst/>
              <a:cxnLst/>
              <a:rect l="l" t="t" r="r" b="b"/>
              <a:pathLst>
                <a:path w="7080" h="6770" extrusionOk="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7235068" y="4660399"/>
              <a:ext cx="591837" cy="535835"/>
            </a:xfrm>
            <a:custGeom>
              <a:avLst/>
              <a:gdLst/>
              <a:ahLst/>
              <a:cxnLst/>
              <a:rect l="l" t="t" r="r" b="b"/>
              <a:pathLst>
                <a:path w="7820" h="7506" extrusionOk="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7107999" y="4651689"/>
              <a:ext cx="600541" cy="544330"/>
            </a:xfrm>
            <a:custGeom>
              <a:avLst/>
              <a:gdLst/>
              <a:ahLst/>
              <a:cxnLst/>
              <a:rect l="l" t="t" r="r" b="b"/>
              <a:pathLst>
                <a:path w="7935" h="7625" extrusionOk="0">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6522452" y="4869065"/>
              <a:ext cx="356919" cy="324528"/>
            </a:xfrm>
            <a:custGeom>
              <a:avLst/>
              <a:gdLst/>
              <a:ahLst/>
              <a:cxnLst/>
              <a:rect l="l" t="t" r="r" b="b"/>
              <a:pathLst>
                <a:path w="4716" h="4546" extrusionOk="0">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658527" y="4776403"/>
              <a:ext cx="457728" cy="417902"/>
            </a:xfrm>
            <a:custGeom>
              <a:avLst/>
              <a:gdLst/>
              <a:ahLst/>
              <a:cxnLst/>
              <a:rect l="l" t="t" r="r" b="b"/>
              <a:pathLst>
                <a:path w="6048" h="5854" extrusionOk="0">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6814582" y="4703231"/>
              <a:ext cx="538405" cy="491788"/>
            </a:xfrm>
            <a:custGeom>
              <a:avLst/>
              <a:gdLst/>
              <a:ahLst/>
              <a:cxnLst/>
              <a:rect l="l" t="t" r="r" b="b"/>
              <a:pathLst>
                <a:path w="7114" h="6889" extrusionOk="0">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999699" y="4657971"/>
              <a:ext cx="590172" cy="537548"/>
            </a:xfrm>
            <a:custGeom>
              <a:avLst/>
              <a:gdLst/>
              <a:ahLst/>
              <a:cxnLst/>
              <a:rect l="l" t="t" r="r" b="b"/>
              <a:pathLst>
                <a:path w="7798" h="7530" extrusionOk="0">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6588446" y="4820664"/>
              <a:ext cx="409291" cy="373142"/>
            </a:xfrm>
            <a:custGeom>
              <a:avLst/>
              <a:gdLst/>
              <a:ahLst/>
              <a:cxnLst/>
              <a:rect l="l" t="t" r="r" b="b"/>
              <a:pathLst>
                <a:path w="5408" h="5227" extrusionOk="0">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733603" y="4736783"/>
              <a:ext cx="501094" cy="457737"/>
            </a:xfrm>
            <a:custGeom>
              <a:avLst/>
              <a:gdLst/>
              <a:ahLst/>
              <a:cxnLst/>
              <a:rect l="l" t="t" r="r" b="b"/>
              <a:pathLst>
                <a:path w="6621" h="6412" extrusionOk="0">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6902751" y="4676461"/>
              <a:ext cx="568830" cy="518844"/>
            </a:xfrm>
            <a:custGeom>
              <a:avLst/>
              <a:gdLst/>
              <a:ahLst/>
              <a:cxnLst/>
              <a:rect l="l" t="t" r="r" b="b"/>
              <a:pathLst>
                <a:path w="7516" h="7268" extrusionOk="0">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6401059" y="4975789"/>
              <a:ext cx="241351" cy="217018"/>
            </a:xfrm>
            <a:custGeom>
              <a:avLst/>
              <a:gdLst/>
              <a:ahLst/>
              <a:cxnLst/>
              <a:rect l="l" t="t" r="r" b="b"/>
              <a:pathLst>
                <a:path w="3189" h="3040" extrusionOk="0">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6344525" y="5033470"/>
              <a:ext cx="179519" cy="158909"/>
            </a:xfrm>
            <a:custGeom>
              <a:avLst/>
              <a:gdLst/>
              <a:ahLst/>
              <a:cxnLst/>
              <a:rect l="l" t="t" r="r" b="b"/>
              <a:pathLst>
                <a:path w="2372" h="2226" extrusionOk="0">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6460090" y="4920892"/>
              <a:ext cx="300687" cy="272201"/>
            </a:xfrm>
            <a:custGeom>
              <a:avLst/>
              <a:gdLst/>
              <a:ahLst/>
              <a:cxnLst/>
              <a:rect l="l" t="t" r="r" b="b"/>
              <a:pathLst>
                <a:path w="3973" h="3813" extrusionOk="0">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6290110" y="5093293"/>
              <a:ext cx="115416" cy="98872"/>
            </a:xfrm>
            <a:custGeom>
              <a:avLst/>
              <a:gdLst/>
              <a:ahLst/>
              <a:cxnLst/>
              <a:rect l="l" t="t" r="r" b="b"/>
              <a:pathLst>
                <a:path w="1525" h="1385" extrusionOk="0">
                  <a:moveTo>
                    <a:pt x="144" y="1"/>
                  </a:moveTo>
                  <a:cubicBezTo>
                    <a:pt x="97" y="59"/>
                    <a:pt x="49" y="117"/>
                    <a:pt x="1" y="174"/>
                  </a:cubicBezTo>
                  <a:lnTo>
                    <a:pt x="1210" y="1380"/>
                  </a:lnTo>
                  <a:lnTo>
                    <a:pt x="1524" y="1384"/>
                  </a:lnTo>
                  <a:lnTo>
                    <a:pt x="144"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3"/>
          <p:cNvGrpSpPr/>
          <p:nvPr/>
        </p:nvGrpSpPr>
        <p:grpSpPr>
          <a:xfrm>
            <a:off x="-40223" y="-142013"/>
            <a:ext cx="1291147" cy="2218459"/>
            <a:chOff x="4895725" y="2485200"/>
            <a:chExt cx="464525" cy="744050"/>
          </a:xfrm>
        </p:grpSpPr>
        <p:sp>
          <p:nvSpPr>
            <p:cNvPr id="57" name="Google Shape;57;p3"/>
            <p:cNvSpPr/>
            <p:nvPr/>
          </p:nvSpPr>
          <p:spPr>
            <a:xfrm>
              <a:off x="4896150" y="2564650"/>
              <a:ext cx="407475" cy="415225"/>
            </a:xfrm>
            <a:custGeom>
              <a:avLst/>
              <a:gdLst/>
              <a:ahLst/>
              <a:cxnLst/>
              <a:rect l="l" t="t" r="r" b="b"/>
              <a:pathLst>
                <a:path w="16299" h="16609" extrusionOk="0">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4896675" y="2643100"/>
              <a:ext cx="398000" cy="404125"/>
            </a:xfrm>
            <a:custGeom>
              <a:avLst/>
              <a:gdLst/>
              <a:ahLst/>
              <a:cxnLst/>
              <a:rect l="l" t="t" r="r" b="b"/>
              <a:pathLst>
                <a:path w="15920" h="16165" extrusionOk="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4896400" y="2603925"/>
              <a:ext cx="405100" cy="411800"/>
            </a:xfrm>
            <a:custGeom>
              <a:avLst/>
              <a:gdLst/>
              <a:ahLst/>
              <a:cxnLst/>
              <a:rect l="l" t="t" r="r" b="b"/>
              <a:pathLst>
                <a:path w="16204" h="16472" extrusionOk="0">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4898950" y="3035450"/>
              <a:ext cx="189175" cy="190300"/>
            </a:xfrm>
            <a:custGeom>
              <a:avLst/>
              <a:gdLst/>
              <a:ahLst/>
              <a:cxnLst/>
              <a:rect l="l" t="t" r="r" b="b"/>
              <a:pathLst>
                <a:path w="7567" h="7612" extrusionOk="0">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4898025" y="2878500"/>
              <a:ext cx="300475" cy="303725"/>
            </a:xfrm>
            <a:custGeom>
              <a:avLst/>
              <a:gdLst/>
              <a:ahLst/>
              <a:cxnLst/>
              <a:rect l="l" t="t" r="r" b="b"/>
              <a:pathLst>
                <a:path w="12019" h="12149" extrusionOk="0">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4897600" y="2800050"/>
              <a:ext cx="341900" cy="345975"/>
            </a:xfrm>
            <a:custGeom>
              <a:avLst/>
              <a:gdLst/>
              <a:ahLst/>
              <a:cxnLst/>
              <a:rect l="l" t="t" r="r" b="b"/>
              <a:pathLst>
                <a:path w="13676" h="13839" extrusionOk="0">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4897100" y="2721600"/>
              <a:ext cx="374750" cy="379700"/>
            </a:xfrm>
            <a:custGeom>
              <a:avLst/>
              <a:gdLst/>
              <a:ahLst/>
              <a:cxnLst/>
              <a:rect l="l" t="t" r="r" b="b"/>
              <a:pathLst>
                <a:path w="14990" h="15188" extrusionOk="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4898700" y="2996200"/>
              <a:ext cx="220950" cy="222650"/>
            </a:xfrm>
            <a:custGeom>
              <a:avLst/>
              <a:gdLst/>
              <a:ahLst/>
              <a:cxnLst/>
              <a:rect l="l" t="t" r="r" b="b"/>
              <a:pathLst>
                <a:path w="8838" h="8906" extrusionOk="0">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4898275" y="2917750"/>
              <a:ext cx="276400" cy="279050"/>
            </a:xfrm>
            <a:custGeom>
              <a:avLst/>
              <a:gdLst/>
              <a:ahLst/>
              <a:cxnLst/>
              <a:rect l="l" t="t" r="r" b="b"/>
              <a:pathLst>
                <a:path w="11056" h="11162" extrusionOk="0">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4897775" y="2839325"/>
              <a:ext cx="322375" cy="325950"/>
            </a:xfrm>
            <a:custGeom>
              <a:avLst/>
              <a:gdLst/>
              <a:ahLst/>
              <a:cxnLst/>
              <a:rect l="l" t="t" r="r" b="b"/>
              <a:pathLst>
                <a:path w="12895" h="13038" extrusionOk="0">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4897350" y="2760800"/>
              <a:ext cx="359425" cy="363925"/>
            </a:xfrm>
            <a:custGeom>
              <a:avLst/>
              <a:gdLst/>
              <a:ahLst/>
              <a:cxnLst/>
              <a:rect l="l" t="t" r="r" b="b"/>
              <a:pathLst>
                <a:path w="14377" h="14557" extrusionOk="0">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4899375" y="3113900"/>
              <a:ext cx="115000" cy="115000"/>
            </a:xfrm>
            <a:custGeom>
              <a:avLst/>
              <a:gdLst/>
              <a:ahLst/>
              <a:cxnLst/>
              <a:rect l="l" t="t" r="r" b="b"/>
              <a:pathLst>
                <a:path w="4600" h="4600" extrusionOk="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899225" y="3074625"/>
              <a:ext cx="154075" cy="154625"/>
            </a:xfrm>
            <a:custGeom>
              <a:avLst/>
              <a:gdLst/>
              <a:ahLst/>
              <a:cxnLst/>
              <a:rect l="l" t="t" r="r" b="b"/>
              <a:pathLst>
                <a:path w="6163" h="6185" extrusionOk="0">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5198925" y="2485200"/>
              <a:ext cx="135175" cy="131750"/>
            </a:xfrm>
            <a:custGeom>
              <a:avLst/>
              <a:gdLst/>
              <a:ahLst/>
              <a:cxnLst/>
              <a:rect l="l" t="t" r="r" b="b"/>
              <a:pathLst>
                <a:path w="5407" h="5270" extrusionOk="0">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5159925" y="2485200"/>
              <a:ext cx="156300" cy="152550"/>
            </a:xfrm>
            <a:custGeom>
              <a:avLst/>
              <a:gdLst/>
              <a:ahLst/>
              <a:cxnLst/>
              <a:rect l="l" t="t" r="r" b="b"/>
              <a:pathLst>
                <a:path w="6252" h="6102" extrusionOk="0">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5003900" y="2485200"/>
              <a:ext cx="246225" cy="244175"/>
            </a:xfrm>
            <a:custGeom>
              <a:avLst/>
              <a:gdLst/>
              <a:ahLst/>
              <a:cxnLst/>
              <a:rect l="l" t="t" r="r" b="b"/>
              <a:pathLst>
                <a:path w="9849" h="9767" extrusionOk="0">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898450" y="2956950"/>
              <a:ext cx="249900" cy="252175"/>
            </a:xfrm>
            <a:custGeom>
              <a:avLst/>
              <a:gdLst/>
              <a:ahLst/>
              <a:cxnLst/>
              <a:rect l="l" t="t" r="r" b="b"/>
              <a:pathLst>
                <a:path w="9996" h="10087" extrusionOk="0">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896825" y="2682350"/>
              <a:ext cx="387800" cy="393175"/>
            </a:xfrm>
            <a:custGeom>
              <a:avLst/>
              <a:gdLst/>
              <a:ahLst/>
              <a:cxnLst/>
              <a:rect l="l" t="t" r="r" b="b"/>
              <a:pathLst>
                <a:path w="15512" h="15727" extrusionOk="0">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4899900" y="3192325"/>
              <a:ext cx="14925" cy="15025"/>
            </a:xfrm>
            <a:custGeom>
              <a:avLst/>
              <a:gdLst/>
              <a:ahLst/>
              <a:cxnLst/>
              <a:rect l="l" t="t" r="r" b="b"/>
              <a:pathLst>
                <a:path w="597" h="601" extrusionOk="0">
                  <a:moveTo>
                    <a:pt x="0" y="1"/>
                  </a:moveTo>
                  <a:lnTo>
                    <a:pt x="0" y="315"/>
                  </a:lnTo>
                  <a:lnTo>
                    <a:pt x="65" y="382"/>
                  </a:lnTo>
                  <a:cubicBezTo>
                    <a:pt x="242" y="458"/>
                    <a:pt x="420" y="532"/>
                    <a:pt x="596" y="601"/>
                  </a:cubicBez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4899650" y="3153175"/>
              <a:ext cx="70125" cy="70100"/>
            </a:xfrm>
            <a:custGeom>
              <a:avLst/>
              <a:gdLst/>
              <a:ahLst/>
              <a:cxnLst/>
              <a:rect l="l" t="t" r="r" b="b"/>
              <a:pathLst>
                <a:path w="2805" h="2804" extrusionOk="0">
                  <a:moveTo>
                    <a:pt x="0" y="0"/>
                  </a:moveTo>
                  <a:lnTo>
                    <a:pt x="0" y="313"/>
                  </a:lnTo>
                  <a:lnTo>
                    <a:pt x="2405" y="2715"/>
                  </a:lnTo>
                  <a:cubicBezTo>
                    <a:pt x="2538" y="2746"/>
                    <a:pt x="2671" y="2777"/>
                    <a:pt x="2804" y="2804"/>
                  </a:cubicBez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5276925" y="2485200"/>
              <a:ext cx="83325" cy="81775"/>
            </a:xfrm>
            <a:custGeom>
              <a:avLst/>
              <a:gdLst/>
              <a:ahLst/>
              <a:cxnLst/>
              <a:rect l="l" t="t" r="r" b="b"/>
              <a:pathLst>
                <a:path w="3333" h="3271" extrusionOk="0">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5237925" y="2485200"/>
              <a:ext cx="111600" cy="108875"/>
            </a:xfrm>
            <a:custGeom>
              <a:avLst/>
              <a:gdLst/>
              <a:ahLst/>
              <a:cxnLst/>
              <a:rect l="l" t="t" r="r" b="b"/>
              <a:pathLst>
                <a:path w="4464" h="4355" extrusionOk="0">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5120925" y="2485200"/>
              <a:ext cx="176475" cy="172750"/>
            </a:xfrm>
            <a:custGeom>
              <a:avLst/>
              <a:gdLst/>
              <a:ahLst/>
              <a:cxnLst/>
              <a:rect l="l" t="t" r="r" b="b"/>
              <a:pathLst>
                <a:path w="7059" h="6910" extrusionOk="0">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4964875" y="2485200"/>
              <a:ext cx="279450" cy="279450"/>
            </a:xfrm>
            <a:custGeom>
              <a:avLst/>
              <a:gdLst/>
              <a:ahLst/>
              <a:cxnLst/>
              <a:rect l="l" t="t" r="r" b="b"/>
              <a:pathLst>
                <a:path w="11178" h="11178" extrusionOk="0">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5042900" y="2485200"/>
              <a:ext cx="219750" cy="216850"/>
            </a:xfrm>
            <a:custGeom>
              <a:avLst/>
              <a:gdLst/>
              <a:ahLst/>
              <a:cxnLst/>
              <a:rect l="l" t="t" r="r" b="b"/>
              <a:pathLst>
                <a:path w="8790" h="8674" extrusionOk="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4895975" y="2525375"/>
              <a:ext cx="403625" cy="411475"/>
            </a:xfrm>
            <a:custGeom>
              <a:avLst/>
              <a:gdLst/>
              <a:ahLst/>
              <a:cxnLst/>
              <a:rect l="l" t="t" r="r" b="b"/>
              <a:pathLst>
                <a:path w="16145" h="16459" extrusionOk="0">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5081900" y="2485200"/>
              <a:ext cx="197175" cy="193700"/>
            </a:xfrm>
            <a:custGeom>
              <a:avLst/>
              <a:gdLst/>
              <a:ahLst/>
              <a:cxnLst/>
              <a:rect l="l" t="t" r="r" b="b"/>
              <a:pathLst>
                <a:path w="7887" h="7748" extrusionOk="0">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4895725" y="2486225"/>
              <a:ext cx="384475" cy="392300"/>
            </a:xfrm>
            <a:custGeom>
              <a:avLst/>
              <a:gdLst/>
              <a:ahLst/>
              <a:cxnLst/>
              <a:rect l="l" t="t" r="r" b="b"/>
              <a:pathLst>
                <a:path w="15379" h="15692" extrusionOk="0">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4925875" y="2485200"/>
              <a:ext cx="327650" cy="327575"/>
            </a:xfrm>
            <a:custGeom>
              <a:avLst/>
              <a:gdLst/>
              <a:ahLst/>
              <a:cxnLst/>
              <a:rect l="l" t="t" r="r" b="b"/>
              <a:pathLst>
                <a:path w="13106" h="13103" extrusionOk="0">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7F8FC"/>
        </a:solidFill>
        <a:effectLst/>
      </p:bgPr>
    </p:bg>
    <p:spTree>
      <p:nvGrpSpPr>
        <p:cNvPr id="1" name="Shape 86"/>
        <p:cNvGrpSpPr/>
        <p:nvPr/>
      </p:nvGrpSpPr>
      <p:grpSpPr>
        <a:xfrm>
          <a:off x="0" y="0"/>
          <a:ext cx="0" cy="0"/>
          <a:chOff x="0" y="0"/>
          <a:chExt cx="0" cy="0"/>
        </a:xfrm>
      </p:grpSpPr>
      <p:sp>
        <p:nvSpPr>
          <p:cNvPr id="87" name="Google Shape;87;p4"/>
          <p:cNvSpPr txBox="1">
            <a:spLocks noGrp="1"/>
          </p:cNvSpPr>
          <p:nvPr>
            <p:ph type="title"/>
          </p:nvPr>
        </p:nvSpPr>
        <p:spPr>
          <a:xfrm>
            <a:off x="912058" y="504275"/>
            <a:ext cx="7315200" cy="548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solidFill>
                  <a:schemeClr val="accent3"/>
                </a:solidFill>
                <a:latin typeface="Montserrat Black"/>
                <a:ea typeface="Montserrat Black"/>
                <a:cs typeface="Montserrat Black"/>
                <a:sym typeface="Montserrat Black"/>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8" name="Google Shape;88;p4"/>
          <p:cNvSpPr txBox="1">
            <a:spLocks noGrp="1"/>
          </p:cNvSpPr>
          <p:nvPr>
            <p:ph type="body" idx="1"/>
          </p:nvPr>
        </p:nvSpPr>
        <p:spPr>
          <a:xfrm>
            <a:off x="914400" y="1281475"/>
            <a:ext cx="7299900" cy="3144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FFFFFF"/>
              </a:buClr>
              <a:buSzPts val="1200"/>
              <a:buAutoNum type="arabicPeriod"/>
              <a:defRPr sz="1200"/>
            </a:lvl1pPr>
            <a:lvl2pPr marL="914400" lvl="1" indent="-304800" rtl="0">
              <a:spcBef>
                <a:spcPts val="1600"/>
              </a:spcBef>
              <a:spcAft>
                <a:spcPts val="0"/>
              </a:spcAft>
              <a:buClr>
                <a:srgbClr val="FFFFFF"/>
              </a:buClr>
              <a:buSzPts val="1200"/>
              <a:buAutoNum type="alphaLcPeriod"/>
              <a:defRPr/>
            </a:lvl2pPr>
            <a:lvl3pPr marL="1371600" lvl="2" indent="-304800" rtl="0">
              <a:spcBef>
                <a:spcPts val="1600"/>
              </a:spcBef>
              <a:spcAft>
                <a:spcPts val="0"/>
              </a:spcAft>
              <a:buClr>
                <a:srgbClr val="FFFFFF"/>
              </a:buClr>
              <a:buSzPts val="1200"/>
              <a:buAutoNum type="romanLcPeriod"/>
              <a:defRPr/>
            </a:lvl3pPr>
            <a:lvl4pPr marL="1828800" lvl="3" indent="-304800" rtl="0">
              <a:spcBef>
                <a:spcPts val="1600"/>
              </a:spcBef>
              <a:spcAft>
                <a:spcPts val="0"/>
              </a:spcAft>
              <a:buClr>
                <a:srgbClr val="FFFFFF"/>
              </a:buClr>
              <a:buSzPts val="1200"/>
              <a:buAutoNum type="arabicPeriod"/>
              <a:defRPr/>
            </a:lvl4pPr>
            <a:lvl5pPr marL="2286000" lvl="4" indent="-304800" rtl="0">
              <a:spcBef>
                <a:spcPts val="1600"/>
              </a:spcBef>
              <a:spcAft>
                <a:spcPts val="0"/>
              </a:spcAft>
              <a:buClr>
                <a:srgbClr val="FFFFFF"/>
              </a:buClr>
              <a:buSzPts val="1200"/>
              <a:buAutoNum type="alphaLcPeriod"/>
              <a:defRPr/>
            </a:lvl5pPr>
            <a:lvl6pPr marL="2743200" lvl="5" indent="-304800" rtl="0">
              <a:spcBef>
                <a:spcPts val="1600"/>
              </a:spcBef>
              <a:spcAft>
                <a:spcPts val="0"/>
              </a:spcAft>
              <a:buClr>
                <a:srgbClr val="FFFFFF"/>
              </a:buClr>
              <a:buSzPts val="1200"/>
              <a:buAutoNum type="romanLcPeriod"/>
              <a:defRPr/>
            </a:lvl6pPr>
            <a:lvl7pPr marL="3200400" lvl="6" indent="-304800" rtl="0">
              <a:spcBef>
                <a:spcPts val="1600"/>
              </a:spcBef>
              <a:spcAft>
                <a:spcPts val="0"/>
              </a:spcAft>
              <a:buClr>
                <a:srgbClr val="FFFFFF"/>
              </a:buClr>
              <a:buSzPts val="1200"/>
              <a:buAutoNum type="arabicPeriod"/>
              <a:defRPr/>
            </a:lvl7pPr>
            <a:lvl8pPr marL="3657600" lvl="7" indent="-304800" rtl="0">
              <a:spcBef>
                <a:spcPts val="1600"/>
              </a:spcBef>
              <a:spcAft>
                <a:spcPts val="0"/>
              </a:spcAft>
              <a:buClr>
                <a:srgbClr val="FFFFFF"/>
              </a:buClr>
              <a:buSzPts val="1200"/>
              <a:buAutoNum type="alphaLcPeriod"/>
              <a:defRPr/>
            </a:lvl8pPr>
            <a:lvl9pPr marL="4114800" lvl="8" indent="-304800" rtl="0">
              <a:spcBef>
                <a:spcPts val="1600"/>
              </a:spcBef>
              <a:spcAft>
                <a:spcPts val="1600"/>
              </a:spcAft>
              <a:buClr>
                <a:srgbClr val="FFFFFF"/>
              </a:buClr>
              <a:buSzPts val="1200"/>
              <a:buAutoNum type="romanLcPeriod"/>
              <a:defRPr/>
            </a:lvl9pPr>
          </a:lstStyle>
          <a:p>
            <a:endParaRPr/>
          </a:p>
        </p:txBody>
      </p:sp>
      <p:sp>
        <p:nvSpPr>
          <p:cNvPr id="89" name="Google Shape;89;p4"/>
          <p:cNvSpPr/>
          <p:nvPr/>
        </p:nvSpPr>
        <p:spPr>
          <a:xfrm>
            <a:off x="3640916" y="4939133"/>
            <a:ext cx="3036" cy="2077"/>
          </a:xfrm>
          <a:custGeom>
            <a:avLst/>
            <a:gdLst/>
            <a:ahLst/>
            <a:cxnLst/>
            <a:rect l="l" t="t" r="r" b="b"/>
            <a:pathLst>
              <a:path w="39" h="39" extrusionOk="0">
                <a:moveTo>
                  <a:pt x="39" y="38"/>
                </a:moveTo>
                <a:lnTo>
                  <a:pt x="39" y="38"/>
                </a:lnTo>
                <a:lnTo>
                  <a:pt x="1" y="1"/>
                </a:lnTo>
                <a:lnTo>
                  <a:pt x="1" y="1"/>
                </a:ln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 name="Google Shape;90;p4"/>
          <p:cNvGrpSpPr/>
          <p:nvPr/>
        </p:nvGrpSpPr>
        <p:grpSpPr>
          <a:xfrm>
            <a:off x="6843884" y="-426174"/>
            <a:ext cx="2501000" cy="1673624"/>
            <a:chOff x="6843884" y="-426174"/>
            <a:chExt cx="2501000" cy="1673624"/>
          </a:xfrm>
        </p:grpSpPr>
        <p:sp>
          <p:nvSpPr>
            <p:cNvPr id="91" name="Google Shape;91;p4"/>
            <p:cNvSpPr/>
            <p:nvPr/>
          </p:nvSpPr>
          <p:spPr>
            <a:xfrm>
              <a:off x="7667903" y="-136207"/>
              <a:ext cx="1600774" cy="1383657"/>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 name="Google Shape;92;p4"/>
            <p:cNvPicPr preferRelativeResize="0"/>
            <p:nvPr/>
          </p:nvPicPr>
          <p:blipFill>
            <a:blip r:embed="rId2">
              <a:alphaModFix/>
            </a:blip>
            <a:stretch>
              <a:fillRect/>
            </a:stretch>
          </p:blipFill>
          <p:spPr>
            <a:xfrm>
              <a:off x="6843884" y="-426174"/>
              <a:ext cx="2501000" cy="1383650"/>
            </a:xfrm>
            <a:prstGeom prst="rect">
              <a:avLst/>
            </a:prstGeom>
            <a:noFill/>
            <a:ln>
              <a:noFill/>
            </a:ln>
          </p:spPr>
        </p:pic>
      </p:grpSp>
      <p:grpSp>
        <p:nvGrpSpPr>
          <p:cNvPr id="93" name="Google Shape;93;p4"/>
          <p:cNvGrpSpPr/>
          <p:nvPr/>
        </p:nvGrpSpPr>
        <p:grpSpPr>
          <a:xfrm>
            <a:off x="-65294" y="2635223"/>
            <a:ext cx="4507248" cy="2851689"/>
            <a:chOff x="-65294" y="2635223"/>
            <a:chExt cx="4507248" cy="2851689"/>
          </a:xfrm>
        </p:grpSpPr>
        <p:sp>
          <p:nvSpPr>
            <p:cNvPr id="94" name="Google Shape;94;p4"/>
            <p:cNvSpPr/>
            <p:nvPr/>
          </p:nvSpPr>
          <p:spPr>
            <a:xfrm>
              <a:off x="-37819" y="3229639"/>
              <a:ext cx="642083" cy="720261"/>
            </a:xfrm>
            <a:custGeom>
              <a:avLst/>
              <a:gdLst/>
              <a:ahLst/>
              <a:cxnLst/>
              <a:rect l="l" t="t" r="r" b="b"/>
              <a:pathLst>
                <a:path w="8249" h="13525" extrusionOk="0">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37819" y="3866020"/>
              <a:ext cx="2675357" cy="1620893"/>
            </a:xfrm>
            <a:custGeom>
              <a:avLst/>
              <a:gdLst/>
              <a:ahLst/>
              <a:cxnLst/>
              <a:rect l="l" t="t" r="r" b="b"/>
              <a:pathLst>
                <a:path w="34371" h="30437" extrusionOk="0">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6" name="Google Shape;96;p4"/>
            <p:cNvPicPr preferRelativeResize="0"/>
            <p:nvPr/>
          </p:nvPicPr>
          <p:blipFill>
            <a:blip r:embed="rId3">
              <a:alphaModFix/>
            </a:blip>
            <a:stretch>
              <a:fillRect/>
            </a:stretch>
          </p:blipFill>
          <p:spPr>
            <a:xfrm>
              <a:off x="-65294" y="2635223"/>
              <a:ext cx="429975" cy="1259569"/>
            </a:xfrm>
            <a:prstGeom prst="rect">
              <a:avLst/>
            </a:prstGeom>
            <a:noFill/>
            <a:ln>
              <a:noFill/>
            </a:ln>
          </p:spPr>
        </p:pic>
        <p:pic>
          <p:nvPicPr>
            <p:cNvPr id="97" name="Google Shape;97;p4"/>
            <p:cNvPicPr preferRelativeResize="0"/>
            <p:nvPr/>
          </p:nvPicPr>
          <p:blipFill>
            <a:blip r:embed="rId4">
              <a:alphaModFix/>
            </a:blip>
            <a:stretch>
              <a:fillRect/>
            </a:stretch>
          </p:blipFill>
          <p:spPr>
            <a:xfrm>
              <a:off x="1716277" y="4757905"/>
              <a:ext cx="2725678" cy="431892"/>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8"/>
        <p:cNvGrpSpPr/>
        <p:nvPr/>
      </p:nvGrpSpPr>
      <p:grpSpPr>
        <a:xfrm>
          <a:off x="0" y="0"/>
          <a:ext cx="0" cy="0"/>
          <a:chOff x="0" y="0"/>
          <a:chExt cx="0" cy="0"/>
        </a:xfrm>
      </p:grpSpPr>
      <p:sp>
        <p:nvSpPr>
          <p:cNvPr id="99" name="Google Shape;99;p5"/>
          <p:cNvSpPr txBox="1">
            <a:spLocks noGrp="1"/>
          </p:cNvSpPr>
          <p:nvPr>
            <p:ph type="ctrTitle"/>
          </p:nvPr>
        </p:nvSpPr>
        <p:spPr>
          <a:xfrm>
            <a:off x="6430548" y="2628993"/>
            <a:ext cx="1371600" cy="274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3"/>
              </a:buClr>
              <a:buSzPts val="1800"/>
              <a:buNone/>
              <a:defRPr sz="1800">
                <a:solidFill>
                  <a:schemeClr val="accent3"/>
                </a:solidFill>
              </a:defRPr>
            </a:lvl1pPr>
            <a:lvl2pPr lvl="1" algn="ctr" rtl="0">
              <a:spcBef>
                <a:spcPts val="0"/>
              </a:spcBef>
              <a:spcAft>
                <a:spcPts val="0"/>
              </a:spcAft>
              <a:buClr>
                <a:schemeClr val="accent3"/>
              </a:buClr>
              <a:buSzPts val="1800"/>
              <a:buNone/>
              <a:defRPr sz="1800">
                <a:solidFill>
                  <a:schemeClr val="accent3"/>
                </a:solidFill>
              </a:defRPr>
            </a:lvl2pPr>
            <a:lvl3pPr lvl="2" algn="ctr" rtl="0">
              <a:spcBef>
                <a:spcPts val="0"/>
              </a:spcBef>
              <a:spcAft>
                <a:spcPts val="0"/>
              </a:spcAft>
              <a:buClr>
                <a:schemeClr val="accent3"/>
              </a:buClr>
              <a:buSzPts val="1800"/>
              <a:buNone/>
              <a:defRPr sz="1800">
                <a:solidFill>
                  <a:schemeClr val="accent3"/>
                </a:solidFill>
              </a:defRPr>
            </a:lvl3pPr>
            <a:lvl4pPr lvl="3" algn="ctr" rtl="0">
              <a:spcBef>
                <a:spcPts val="0"/>
              </a:spcBef>
              <a:spcAft>
                <a:spcPts val="0"/>
              </a:spcAft>
              <a:buClr>
                <a:schemeClr val="accent3"/>
              </a:buClr>
              <a:buSzPts val="1800"/>
              <a:buNone/>
              <a:defRPr sz="1800">
                <a:solidFill>
                  <a:schemeClr val="accent3"/>
                </a:solidFill>
              </a:defRPr>
            </a:lvl4pPr>
            <a:lvl5pPr lvl="4" algn="ctr" rtl="0">
              <a:spcBef>
                <a:spcPts val="0"/>
              </a:spcBef>
              <a:spcAft>
                <a:spcPts val="0"/>
              </a:spcAft>
              <a:buClr>
                <a:schemeClr val="accent3"/>
              </a:buClr>
              <a:buSzPts val="1800"/>
              <a:buNone/>
              <a:defRPr sz="1800">
                <a:solidFill>
                  <a:schemeClr val="accent3"/>
                </a:solidFill>
              </a:defRPr>
            </a:lvl5pPr>
            <a:lvl6pPr lvl="5" algn="ctr" rtl="0">
              <a:spcBef>
                <a:spcPts val="0"/>
              </a:spcBef>
              <a:spcAft>
                <a:spcPts val="0"/>
              </a:spcAft>
              <a:buClr>
                <a:schemeClr val="accent3"/>
              </a:buClr>
              <a:buSzPts val="1800"/>
              <a:buNone/>
              <a:defRPr sz="1800">
                <a:solidFill>
                  <a:schemeClr val="accent3"/>
                </a:solidFill>
              </a:defRPr>
            </a:lvl6pPr>
            <a:lvl7pPr lvl="6" algn="ctr" rtl="0">
              <a:spcBef>
                <a:spcPts val="0"/>
              </a:spcBef>
              <a:spcAft>
                <a:spcPts val="0"/>
              </a:spcAft>
              <a:buClr>
                <a:schemeClr val="accent3"/>
              </a:buClr>
              <a:buSzPts val="1800"/>
              <a:buNone/>
              <a:defRPr sz="1800">
                <a:solidFill>
                  <a:schemeClr val="accent3"/>
                </a:solidFill>
              </a:defRPr>
            </a:lvl7pPr>
            <a:lvl8pPr lvl="7" algn="ctr" rtl="0">
              <a:spcBef>
                <a:spcPts val="0"/>
              </a:spcBef>
              <a:spcAft>
                <a:spcPts val="0"/>
              </a:spcAft>
              <a:buClr>
                <a:schemeClr val="accent3"/>
              </a:buClr>
              <a:buSzPts val="1800"/>
              <a:buNone/>
              <a:defRPr sz="1800">
                <a:solidFill>
                  <a:schemeClr val="accent3"/>
                </a:solidFill>
              </a:defRPr>
            </a:lvl8pPr>
            <a:lvl9pPr lvl="8" algn="ctr" rtl="0">
              <a:spcBef>
                <a:spcPts val="0"/>
              </a:spcBef>
              <a:spcAft>
                <a:spcPts val="0"/>
              </a:spcAft>
              <a:buClr>
                <a:schemeClr val="accent3"/>
              </a:buClr>
              <a:buSzPts val="1800"/>
              <a:buNone/>
              <a:defRPr sz="1800">
                <a:solidFill>
                  <a:schemeClr val="accent3"/>
                </a:solidFill>
              </a:defRPr>
            </a:lvl9pPr>
          </a:lstStyle>
          <a:p>
            <a:endParaRPr/>
          </a:p>
        </p:txBody>
      </p:sp>
      <p:sp>
        <p:nvSpPr>
          <p:cNvPr id="100" name="Google Shape;100;p5"/>
          <p:cNvSpPr txBox="1">
            <a:spLocks noGrp="1"/>
          </p:cNvSpPr>
          <p:nvPr>
            <p:ph type="subTitle" idx="1"/>
          </p:nvPr>
        </p:nvSpPr>
        <p:spPr>
          <a:xfrm>
            <a:off x="5042950" y="3122523"/>
            <a:ext cx="2743200" cy="114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20124D"/>
              </a:buClr>
              <a:buSzPts val="1200"/>
              <a:buFont typeface="Roboto Condensed Light"/>
              <a:buNone/>
              <a:defRPr/>
            </a:lvl1pPr>
            <a:lvl2pPr lvl="1"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a:endParaRPr/>
          </a:p>
        </p:txBody>
      </p:sp>
      <p:sp>
        <p:nvSpPr>
          <p:cNvPr id="101" name="Google Shape;101;p5"/>
          <p:cNvSpPr txBox="1">
            <a:spLocks noGrp="1"/>
          </p:cNvSpPr>
          <p:nvPr>
            <p:ph type="title" idx="2"/>
          </p:nvPr>
        </p:nvSpPr>
        <p:spPr>
          <a:xfrm>
            <a:off x="914238" y="507144"/>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2" name="Google Shape;102;p5"/>
          <p:cNvSpPr txBox="1">
            <a:spLocks noGrp="1"/>
          </p:cNvSpPr>
          <p:nvPr>
            <p:ph type="ctrTitle" idx="3"/>
          </p:nvPr>
        </p:nvSpPr>
        <p:spPr>
          <a:xfrm>
            <a:off x="1221943" y="2628993"/>
            <a:ext cx="1371600" cy="274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20124D"/>
              </a:buClr>
              <a:buSzPts val="1800"/>
              <a:buNone/>
              <a:defRPr sz="1800">
                <a:solidFill>
                  <a:schemeClr val="accent3"/>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3" name="Google Shape;103;p5"/>
          <p:cNvSpPr txBox="1">
            <a:spLocks noGrp="1"/>
          </p:cNvSpPr>
          <p:nvPr>
            <p:ph type="subTitle" idx="4"/>
          </p:nvPr>
        </p:nvSpPr>
        <p:spPr>
          <a:xfrm>
            <a:off x="1359900" y="3118599"/>
            <a:ext cx="2743200" cy="114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20124D"/>
              </a:buClr>
              <a:buSzPts val="1200"/>
              <a:buFont typeface="Roboto Condensed Light"/>
              <a:buNone/>
              <a:defRPr/>
            </a:lvl1pPr>
            <a:lvl2pPr lvl="1" algn="ctr" rtl="0">
              <a:lnSpc>
                <a:spcPct val="100000"/>
              </a:lnSpc>
              <a:spcBef>
                <a:spcPts val="160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a:endParaRPr/>
          </a:p>
        </p:txBody>
      </p:sp>
      <p:grpSp>
        <p:nvGrpSpPr>
          <p:cNvPr id="104" name="Google Shape;104;p5"/>
          <p:cNvGrpSpPr/>
          <p:nvPr/>
        </p:nvGrpSpPr>
        <p:grpSpPr>
          <a:xfrm>
            <a:off x="-720095" y="3263904"/>
            <a:ext cx="3539492" cy="2951122"/>
            <a:chOff x="-720095" y="3263904"/>
            <a:chExt cx="3539492" cy="2951122"/>
          </a:xfrm>
        </p:grpSpPr>
        <p:sp>
          <p:nvSpPr>
            <p:cNvPr id="105" name="Google Shape;105;p5"/>
            <p:cNvSpPr/>
            <p:nvPr/>
          </p:nvSpPr>
          <p:spPr>
            <a:xfrm rot="-4042627" flipH="1">
              <a:off x="-482993" y="3745959"/>
              <a:ext cx="1004486" cy="118336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rot="-1422298" flipH="1">
              <a:off x="-289786" y="3599993"/>
              <a:ext cx="2150190" cy="2278942"/>
            </a:xfrm>
            <a:custGeom>
              <a:avLst/>
              <a:gdLst/>
              <a:ahLst/>
              <a:cxnLst/>
              <a:rect l="l" t="t" r="r" b="b"/>
              <a:pathLst>
                <a:path w="37180" h="44554" extrusionOk="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5"/>
            <p:cNvPicPr preferRelativeResize="0"/>
            <p:nvPr/>
          </p:nvPicPr>
          <p:blipFill>
            <a:blip r:embed="rId2">
              <a:alphaModFix/>
            </a:blip>
            <a:stretch>
              <a:fillRect/>
            </a:stretch>
          </p:blipFill>
          <p:spPr>
            <a:xfrm>
              <a:off x="-408555" y="4129802"/>
              <a:ext cx="3227952" cy="1815723"/>
            </a:xfrm>
            <a:prstGeom prst="rect">
              <a:avLst/>
            </a:prstGeom>
            <a:noFill/>
            <a:ln>
              <a:noFill/>
            </a:ln>
          </p:spPr>
        </p:pic>
      </p:grpSp>
      <p:grpSp>
        <p:nvGrpSpPr>
          <p:cNvPr id="108" name="Google Shape;108;p5"/>
          <p:cNvGrpSpPr/>
          <p:nvPr/>
        </p:nvGrpSpPr>
        <p:grpSpPr>
          <a:xfrm>
            <a:off x="6779002" y="-295280"/>
            <a:ext cx="3020946" cy="1248196"/>
            <a:chOff x="6779002" y="-295280"/>
            <a:chExt cx="3020946" cy="1248196"/>
          </a:xfrm>
        </p:grpSpPr>
        <p:sp>
          <p:nvSpPr>
            <p:cNvPr id="109" name="Google Shape;109;p5"/>
            <p:cNvSpPr/>
            <p:nvPr/>
          </p:nvSpPr>
          <p:spPr>
            <a:xfrm rot="-10552813">
              <a:off x="7265370" y="25277"/>
              <a:ext cx="2293577" cy="846344"/>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 name="Google Shape;110;p5"/>
            <p:cNvGrpSpPr/>
            <p:nvPr/>
          </p:nvGrpSpPr>
          <p:grpSpPr>
            <a:xfrm rot="-10552854" flipH="1">
              <a:off x="6807262" y="-79993"/>
              <a:ext cx="2878776" cy="890349"/>
              <a:chOff x="3098100" y="3849750"/>
              <a:chExt cx="940775" cy="270425"/>
            </a:xfrm>
          </p:grpSpPr>
          <p:sp>
            <p:nvSpPr>
              <p:cNvPr id="111" name="Google Shape;111;p5"/>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3" name="Google Shape;113;p5"/>
            <p:cNvPicPr preferRelativeResize="0"/>
            <p:nvPr/>
          </p:nvPicPr>
          <p:blipFill rotWithShape="1">
            <a:blip r:embed="rId2">
              <a:alphaModFix/>
            </a:blip>
            <a:srcRect r="67147"/>
            <a:stretch/>
          </p:blipFill>
          <p:spPr>
            <a:xfrm rot="-5400000">
              <a:off x="8361850" y="-672905"/>
              <a:ext cx="1060474" cy="1815723"/>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914400" y="505472"/>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16" name="Google Shape;116;p6"/>
          <p:cNvGrpSpPr/>
          <p:nvPr/>
        </p:nvGrpSpPr>
        <p:grpSpPr>
          <a:xfrm>
            <a:off x="-65294" y="2635223"/>
            <a:ext cx="4507248" cy="2851719"/>
            <a:chOff x="-65294" y="2635223"/>
            <a:chExt cx="4507248" cy="2851719"/>
          </a:xfrm>
        </p:grpSpPr>
        <p:sp>
          <p:nvSpPr>
            <p:cNvPr id="117" name="Google Shape;117;p6"/>
            <p:cNvSpPr/>
            <p:nvPr/>
          </p:nvSpPr>
          <p:spPr>
            <a:xfrm>
              <a:off x="-37819" y="3229639"/>
              <a:ext cx="642082" cy="720274"/>
            </a:xfrm>
            <a:custGeom>
              <a:avLst/>
              <a:gdLst/>
              <a:ahLst/>
              <a:cxnLst/>
              <a:rect l="l" t="t" r="r" b="b"/>
              <a:pathLst>
                <a:path w="8249" h="13525" extrusionOk="0">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p:nvPr/>
          </p:nvSpPr>
          <p:spPr>
            <a:xfrm>
              <a:off x="-37819" y="3866020"/>
              <a:ext cx="2675353" cy="1620922"/>
            </a:xfrm>
            <a:custGeom>
              <a:avLst/>
              <a:gdLst/>
              <a:ahLst/>
              <a:cxnLst/>
              <a:rect l="l" t="t" r="r" b="b"/>
              <a:pathLst>
                <a:path w="34371" h="30437" extrusionOk="0">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Google Shape;119;p6"/>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120" name="Google Shape;120;p6"/>
            <p:cNvPicPr preferRelativeResize="0"/>
            <p:nvPr/>
          </p:nvPicPr>
          <p:blipFill>
            <a:blip r:embed="rId3">
              <a:alphaModFix/>
            </a:blip>
            <a:stretch>
              <a:fillRect/>
            </a:stretch>
          </p:blipFill>
          <p:spPr>
            <a:xfrm>
              <a:off x="1716277" y="4757905"/>
              <a:ext cx="2725678" cy="431892"/>
            </a:xfrm>
            <a:prstGeom prst="rect">
              <a:avLst/>
            </a:prstGeom>
            <a:noFill/>
            <a:ln>
              <a:noFill/>
            </a:ln>
          </p:spPr>
        </p:pic>
      </p:grpSp>
      <p:grpSp>
        <p:nvGrpSpPr>
          <p:cNvPr id="121" name="Google Shape;121;p6"/>
          <p:cNvGrpSpPr/>
          <p:nvPr/>
        </p:nvGrpSpPr>
        <p:grpSpPr>
          <a:xfrm>
            <a:off x="6920084" y="-349974"/>
            <a:ext cx="2501000" cy="1597424"/>
            <a:chOff x="6920084" y="-349974"/>
            <a:chExt cx="2501000" cy="1597424"/>
          </a:xfrm>
        </p:grpSpPr>
        <p:sp>
          <p:nvSpPr>
            <p:cNvPr id="122" name="Google Shape;122;p6"/>
            <p:cNvSpPr/>
            <p:nvPr/>
          </p:nvSpPr>
          <p:spPr>
            <a:xfrm>
              <a:off x="7667903" y="-136207"/>
              <a:ext cx="1600774" cy="1383657"/>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3" name="Google Shape;123;p6"/>
            <p:cNvPicPr preferRelativeResize="0"/>
            <p:nvPr/>
          </p:nvPicPr>
          <p:blipFill>
            <a:blip r:embed="rId4">
              <a:alphaModFix/>
            </a:blip>
            <a:stretch>
              <a:fillRect/>
            </a:stretch>
          </p:blipFill>
          <p:spPr>
            <a:xfrm>
              <a:off x="6920084" y="-349974"/>
              <a:ext cx="2501000" cy="13836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4572000" y="1697008"/>
            <a:ext cx="3660900" cy="883800"/>
          </a:xfrm>
          <a:prstGeom prst="rect">
            <a:avLst/>
          </a:prstGeom>
        </p:spPr>
        <p:txBody>
          <a:bodyPr spcFirstLastPara="1" wrap="square" lIns="91425" tIns="91425" rIns="91425" bIns="91425" anchor="b" anchorCtr="0">
            <a:noAutofit/>
          </a:bodyPr>
          <a:lstStyle>
            <a:lvl1pPr lvl="0" algn="r">
              <a:spcBef>
                <a:spcPts val="0"/>
              </a:spcBef>
              <a:spcAft>
                <a:spcPts val="0"/>
              </a:spcAft>
              <a:buSzPts val="2400"/>
              <a:buNone/>
              <a:defRPr>
                <a:latin typeface="Montserrat ExtraBold"/>
                <a:ea typeface="Montserrat ExtraBold"/>
                <a:cs typeface="Montserrat ExtraBold"/>
                <a:sym typeface="Montserrat ExtraBold"/>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6" name="Google Shape;126;p7"/>
          <p:cNvSpPr txBox="1">
            <a:spLocks noGrp="1"/>
          </p:cNvSpPr>
          <p:nvPr>
            <p:ph type="subTitle" idx="1"/>
          </p:nvPr>
        </p:nvSpPr>
        <p:spPr>
          <a:xfrm>
            <a:off x="4573650" y="2589965"/>
            <a:ext cx="3657600" cy="1861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atin typeface="Lato"/>
                <a:ea typeface="Lato"/>
                <a:cs typeface="Lato"/>
                <a:sym typeface="Lato"/>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127" name="Google Shape;127;p7"/>
          <p:cNvGrpSpPr/>
          <p:nvPr/>
        </p:nvGrpSpPr>
        <p:grpSpPr>
          <a:xfrm>
            <a:off x="-1204808" y="-74100"/>
            <a:ext cx="7231283" cy="5464048"/>
            <a:chOff x="-1204808" y="-74100"/>
            <a:chExt cx="7231283" cy="5464048"/>
          </a:xfrm>
        </p:grpSpPr>
        <p:sp>
          <p:nvSpPr>
            <p:cNvPr id="128" name="Google Shape;128;p7"/>
            <p:cNvSpPr/>
            <p:nvPr/>
          </p:nvSpPr>
          <p:spPr>
            <a:xfrm rot="10800000">
              <a:off x="4153341" y="4476950"/>
              <a:ext cx="1156796" cy="708608"/>
            </a:xfrm>
            <a:custGeom>
              <a:avLst/>
              <a:gdLst/>
              <a:ahLst/>
              <a:cxnLst/>
              <a:rect l="l" t="t" r="r" b="b"/>
              <a:pathLst>
                <a:path w="15223" h="8282" extrusionOk="0">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rot="10800000">
              <a:off x="395212" y="361343"/>
              <a:ext cx="3758237" cy="4824215"/>
            </a:xfrm>
            <a:custGeom>
              <a:avLst/>
              <a:gdLst/>
              <a:ahLst/>
              <a:cxnLst/>
              <a:rect l="l" t="t" r="r" b="b"/>
              <a:pathLst>
                <a:path w="49457" h="56384" extrusionOk="0">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rot="10800000">
              <a:off x="2128619" y="4341080"/>
              <a:ext cx="2068144" cy="844477"/>
            </a:xfrm>
            <a:custGeom>
              <a:avLst/>
              <a:gdLst/>
              <a:ahLst/>
              <a:cxnLst/>
              <a:rect l="l" t="t" r="r" b="b"/>
              <a:pathLst>
                <a:path w="27216" h="9870" extrusionOk="0">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rot="10800000">
              <a:off x="2356486" y="-55043"/>
              <a:ext cx="2800232" cy="1123659"/>
            </a:xfrm>
            <a:custGeom>
              <a:avLst/>
              <a:gdLst/>
              <a:ahLst/>
              <a:cxnLst/>
              <a:rect l="l" t="t" r="r" b="b"/>
              <a:pathLst>
                <a:path w="36850" h="13133" extrusionOk="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rot="10800000">
              <a:off x="-764693" y="248660"/>
              <a:ext cx="1969585" cy="4936898"/>
            </a:xfrm>
            <a:custGeom>
              <a:avLst/>
              <a:gdLst/>
              <a:ahLst/>
              <a:cxnLst/>
              <a:rect l="l" t="t" r="r" b="b"/>
              <a:pathLst>
                <a:path w="25919" h="57701" extrusionOk="0">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rot="10800000">
              <a:off x="2068004" y="-55044"/>
              <a:ext cx="3958471" cy="1281175"/>
            </a:xfrm>
            <a:custGeom>
              <a:avLst/>
              <a:gdLst/>
              <a:ahLst/>
              <a:cxnLst/>
              <a:rect l="l" t="t" r="r" b="b"/>
              <a:pathLst>
                <a:path w="52092" h="14974" extrusionOk="0">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rot="10800000">
              <a:off x="2356486" y="-55039"/>
              <a:ext cx="2800232" cy="738468"/>
            </a:xfrm>
            <a:custGeom>
              <a:avLst/>
              <a:gdLst/>
              <a:ahLst/>
              <a:cxnLst/>
              <a:rect l="l" t="t" r="r" b="b"/>
              <a:pathLst>
                <a:path w="36850" h="8631" extrusionOk="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rot="10800000">
              <a:off x="874085" y="729362"/>
              <a:ext cx="1115229"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rot="10800000">
              <a:off x="-764698" y="-55041"/>
              <a:ext cx="2149149" cy="904284"/>
            </a:xfrm>
            <a:custGeom>
              <a:avLst/>
              <a:gdLst/>
              <a:ahLst/>
              <a:cxnLst/>
              <a:rect l="l" t="t" r="r" b="b"/>
              <a:pathLst>
                <a:path w="28282" h="10569" extrusionOk="0">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 name="Google Shape;137;p7"/>
            <p:cNvPicPr preferRelativeResize="0"/>
            <p:nvPr/>
          </p:nvPicPr>
          <p:blipFill>
            <a:blip r:embed="rId2">
              <a:alphaModFix/>
            </a:blip>
            <a:stretch>
              <a:fillRect/>
            </a:stretch>
          </p:blipFill>
          <p:spPr>
            <a:xfrm>
              <a:off x="-1204808" y="1697000"/>
              <a:ext cx="4162461" cy="3692948"/>
            </a:xfrm>
            <a:prstGeom prst="rect">
              <a:avLst/>
            </a:prstGeom>
            <a:noFill/>
            <a:ln>
              <a:noFill/>
            </a:ln>
          </p:spPr>
        </p:pic>
        <p:pic>
          <p:nvPicPr>
            <p:cNvPr id="138" name="Google Shape;138;p7"/>
            <p:cNvPicPr preferRelativeResize="0"/>
            <p:nvPr/>
          </p:nvPicPr>
          <p:blipFill>
            <a:blip r:embed="rId3">
              <a:alphaModFix/>
            </a:blip>
            <a:stretch>
              <a:fillRect/>
            </a:stretch>
          </p:blipFill>
          <p:spPr>
            <a:xfrm>
              <a:off x="-1068798" y="-74100"/>
              <a:ext cx="4575068" cy="1281176"/>
            </a:xfrm>
            <a:prstGeom prst="rect">
              <a:avLst/>
            </a:prstGeom>
            <a:noFill/>
            <a:ln>
              <a:noFill/>
            </a:ln>
          </p:spPr>
        </p:pic>
      </p:grpSp>
    </p:spTree>
  </p:cSld>
  <p:clrMapOvr>
    <a:masterClrMapping/>
  </p:clrMapOvr>
  <p:extLst>
    <p:ext uri="{DCECCB84-F9BA-43D5-87BE-67443E8EF086}">
      <p15:sldGuideLst xmlns:p15="http://schemas.microsoft.com/office/powerpoint/2012/main">
        <p15:guide id="1" orient="horz" pos="748">
          <p15:clr>
            <a:srgbClr val="FA7B17"/>
          </p15:clr>
        </p15:guide>
        <p15:guide id="2" pos="2206">
          <p15:clr>
            <a:srgbClr val="FA7B17"/>
          </p15:clr>
        </p15:guide>
        <p15:guide id="3" pos="1765">
          <p15:clr>
            <a:srgbClr val="FA7B17"/>
          </p15:clr>
        </p15:guide>
        <p15:guide id="4" orient="horz" pos="1250">
          <p15:clr>
            <a:srgbClr val="FA7B17"/>
          </p15:clr>
        </p15:guide>
        <p15:guide id="5">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_1">
    <p:bg>
      <p:bgPr>
        <a:solidFill>
          <a:schemeClr val="accent1"/>
        </a:solidFill>
        <a:effectLst/>
      </p:bgPr>
    </p:bg>
    <p:spTree>
      <p:nvGrpSpPr>
        <p:cNvPr id="1" name="Shape 139"/>
        <p:cNvGrpSpPr/>
        <p:nvPr/>
      </p:nvGrpSpPr>
      <p:grpSpPr>
        <a:xfrm>
          <a:off x="0" y="0"/>
          <a:ext cx="0" cy="0"/>
          <a:chOff x="0" y="0"/>
          <a:chExt cx="0" cy="0"/>
        </a:xfrm>
      </p:grpSpPr>
      <p:sp>
        <p:nvSpPr>
          <p:cNvPr id="140" name="Google Shape;140;p8"/>
          <p:cNvSpPr txBox="1">
            <a:spLocks noGrp="1"/>
          </p:cNvSpPr>
          <p:nvPr>
            <p:ph type="ctrTitle"/>
          </p:nvPr>
        </p:nvSpPr>
        <p:spPr>
          <a:xfrm>
            <a:off x="914400" y="3284873"/>
            <a:ext cx="3651600" cy="531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Font typeface="Staatliches"/>
              <a:buNone/>
              <a:defRPr sz="1800">
                <a:solidFill>
                  <a:schemeClr val="accent3"/>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1" name="Google Shape;141;p8"/>
          <p:cNvSpPr txBox="1">
            <a:spLocks noGrp="1"/>
          </p:cNvSpPr>
          <p:nvPr>
            <p:ph type="subTitle" idx="1"/>
          </p:nvPr>
        </p:nvSpPr>
        <p:spPr>
          <a:xfrm>
            <a:off x="914400" y="965610"/>
            <a:ext cx="3651600" cy="2313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800"/>
              <a:buFont typeface="Roboto Condensed Light"/>
              <a:buNone/>
              <a:defRPr sz="2400">
                <a:solidFill>
                  <a:srgbClr val="FFFFFF"/>
                </a:solidFill>
              </a:defRPr>
            </a:lvl1pPr>
            <a:lvl2pPr lvl="1"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a:endParaRPr/>
          </a:p>
        </p:txBody>
      </p:sp>
      <p:grpSp>
        <p:nvGrpSpPr>
          <p:cNvPr id="142" name="Google Shape;142;p8"/>
          <p:cNvGrpSpPr/>
          <p:nvPr/>
        </p:nvGrpSpPr>
        <p:grpSpPr>
          <a:xfrm>
            <a:off x="2493374" y="-81232"/>
            <a:ext cx="6955431" cy="5329506"/>
            <a:chOff x="2493374" y="-81232"/>
            <a:chExt cx="6955431" cy="5329506"/>
          </a:xfrm>
        </p:grpSpPr>
        <p:sp>
          <p:nvSpPr>
            <p:cNvPr id="143" name="Google Shape;143;p8"/>
            <p:cNvSpPr/>
            <p:nvPr/>
          </p:nvSpPr>
          <p:spPr>
            <a:xfrm rot="10800000" flipH="1">
              <a:off x="4366399" y="335155"/>
              <a:ext cx="3758237" cy="4824215"/>
            </a:xfrm>
            <a:custGeom>
              <a:avLst/>
              <a:gdLst/>
              <a:ahLst/>
              <a:cxnLst/>
              <a:rect l="l" t="t" r="r" b="b"/>
              <a:pathLst>
                <a:path w="49457" h="56384" extrusionOk="0">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rot="10800000" flipH="1">
              <a:off x="4323086" y="4314893"/>
              <a:ext cx="2068144" cy="844477"/>
            </a:xfrm>
            <a:custGeom>
              <a:avLst/>
              <a:gdLst/>
              <a:ahLst/>
              <a:cxnLst/>
              <a:rect l="l" t="t" r="r" b="b"/>
              <a:pathLst>
                <a:path w="27216" h="9870" extrusionOk="0">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rot="10800000" flipH="1">
              <a:off x="3363131" y="-81230"/>
              <a:ext cx="2800232" cy="1123659"/>
            </a:xfrm>
            <a:custGeom>
              <a:avLst/>
              <a:gdLst/>
              <a:ahLst/>
              <a:cxnLst/>
              <a:rect l="l" t="t" r="r" b="b"/>
              <a:pathLst>
                <a:path w="36850" h="13133" extrusionOk="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rot="10800000" flipH="1">
              <a:off x="7314957" y="222473"/>
              <a:ext cx="1969585" cy="4936898"/>
            </a:xfrm>
            <a:custGeom>
              <a:avLst/>
              <a:gdLst/>
              <a:ahLst/>
              <a:cxnLst/>
              <a:rect l="l" t="t" r="r" b="b"/>
              <a:pathLst>
                <a:path w="25919" h="57701" extrusionOk="0">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rot="10800000" flipH="1">
              <a:off x="7135398" y="-81228"/>
              <a:ext cx="2149149" cy="904284"/>
            </a:xfrm>
            <a:custGeom>
              <a:avLst/>
              <a:gdLst/>
              <a:ahLst/>
              <a:cxnLst/>
              <a:rect l="l" t="t" r="r" b="b"/>
              <a:pathLst>
                <a:path w="28282" h="10569" extrusionOk="0">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8"/>
            <p:cNvGrpSpPr/>
            <p:nvPr/>
          </p:nvGrpSpPr>
          <p:grpSpPr>
            <a:xfrm>
              <a:off x="2493374" y="-81232"/>
              <a:ext cx="3958471" cy="1281175"/>
              <a:chOff x="2493374" y="-81232"/>
              <a:chExt cx="3958471" cy="1281175"/>
            </a:xfrm>
          </p:grpSpPr>
          <p:sp>
            <p:nvSpPr>
              <p:cNvPr id="149" name="Google Shape;149;p8"/>
              <p:cNvSpPr/>
              <p:nvPr/>
            </p:nvSpPr>
            <p:spPr>
              <a:xfrm rot="10800000" flipH="1">
                <a:off x="2493374" y="-81232"/>
                <a:ext cx="3958471" cy="1281175"/>
              </a:xfrm>
              <a:custGeom>
                <a:avLst/>
                <a:gdLst/>
                <a:ahLst/>
                <a:cxnLst/>
                <a:rect l="l" t="t" r="r" b="b"/>
                <a:pathLst>
                  <a:path w="52092" h="14974" extrusionOk="0">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rot="10800000" flipH="1">
                <a:off x="3363131" y="-81227"/>
                <a:ext cx="2800232" cy="738468"/>
              </a:xfrm>
              <a:custGeom>
                <a:avLst/>
                <a:gdLst/>
                <a:ahLst/>
                <a:cxnLst/>
                <a:rect l="l" t="t" r="r" b="b"/>
                <a:pathLst>
                  <a:path w="36850" h="8631" extrusionOk="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 name="Google Shape;151;p8"/>
            <p:cNvSpPr/>
            <p:nvPr/>
          </p:nvSpPr>
          <p:spPr>
            <a:xfrm rot="10800000" flipH="1">
              <a:off x="6530534" y="703175"/>
              <a:ext cx="1115229"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8"/>
            <p:cNvPicPr preferRelativeResize="0"/>
            <p:nvPr/>
          </p:nvPicPr>
          <p:blipFill>
            <a:blip r:embed="rId2">
              <a:alphaModFix/>
            </a:blip>
            <a:stretch>
              <a:fillRect/>
            </a:stretch>
          </p:blipFill>
          <p:spPr>
            <a:xfrm>
              <a:off x="4551674" y="-76200"/>
              <a:ext cx="4820928" cy="2711761"/>
            </a:xfrm>
            <a:prstGeom prst="rect">
              <a:avLst/>
            </a:prstGeom>
            <a:noFill/>
            <a:ln>
              <a:noFill/>
            </a:ln>
          </p:spPr>
        </p:pic>
        <p:pic>
          <p:nvPicPr>
            <p:cNvPr id="153" name="Google Shape;153;p8"/>
            <p:cNvPicPr preferRelativeResize="0"/>
            <p:nvPr/>
          </p:nvPicPr>
          <p:blipFill rotWithShape="1">
            <a:blip r:embed="rId3">
              <a:alphaModFix/>
            </a:blip>
            <a:srcRect l="29508" t="-10800" b="10800"/>
            <a:stretch/>
          </p:blipFill>
          <p:spPr>
            <a:xfrm>
              <a:off x="5033275" y="1724850"/>
              <a:ext cx="4415530" cy="3523424"/>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rgbClr val="F7F8FC"/>
        </a:solidFill>
        <a:effectLst/>
      </p:bgPr>
    </p:bg>
    <p:spTree>
      <p:nvGrpSpPr>
        <p:cNvPr id="1" name="Shape 154"/>
        <p:cNvGrpSpPr/>
        <p:nvPr/>
      </p:nvGrpSpPr>
      <p:grpSpPr>
        <a:xfrm>
          <a:off x="0" y="0"/>
          <a:ext cx="0" cy="0"/>
          <a:chOff x="0" y="0"/>
          <a:chExt cx="0" cy="0"/>
        </a:xfrm>
      </p:grpSpPr>
      <p:sp>
        <p:nvSpPr>
          <p:cNvPr id="155" name="Google Shape;155;p9"/>
          <p:cNvSpPr txBox="1">
            <a:spLocks noGrp="1"/>
          </p:cNvSpPr>
          <p:nvPr>
            <p:ph type="subTitle" idx="1"/>
          </p:nvPr>
        </p:nvSpPr>
        <p:spPr>
          <a:xfrm flipH="1">
            <a:off x="2894200" y="3121150"/>
            <a:ext cx="3525600" cy="3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200"/>
              <a:buNone/>
              <a:defRPr sz="1400">
                <a:solidFill>
                  <a:srgbClr val="FFFFFF"/>
                </a:solidFill>
              </a:defRPr>
            </a:lvl1pPr>
            <a:lvl2pPr lvl="1" algn="ctr" rtl="0">
              <a:lnSpc>
                <a:spcPct val="100000"/>
              </a:lnSpc>
              <a:spcBef>
                <a:spcPts val="0"/>
              </a:spcBef>
              <a:spcAft>
                <a:spcPts val="0"/>
              </a:spcAft>
              <a:buClr>
                <a:srgbClr val="FFFFFF"/>
              </a:buClr>
              <a:buSzPts val="2800"/>
              <a:buNone/>
              <a:defRPr sz="2800">
                <a:solidFill>
                  <a:srgbClr val="FFFFFF"/>
                </a:solidFill>
              </a:defRPr>
            </a:lvl2pPr>
            <a:lvl3pPr lvl="2" algn="ctr" rtl="0">
              <a:lnSpc>
                <a:spcPct val="100000"/>
              </a:lnSpc>
              <a:spcBef>
                <a:spcPts val="0"/>
              </a:spcBef>
              <a:spcAft>
                <a:spcPts val="0"/>
              </a:spcAft>
              <a:buClr>
                <a:srgbClr val="FFFFFF"/>
              </a:buClr>
              <a:buSzPts val="2800"/>
              <a:buNone/>
              <a:defRPr sz="2800">
                <a:solidFill>
                  <a:srgbClr val="FFFFFF"/>
                </a:solidFill>
              </a:defRPr>
            </a:lvl3pPr>
            <a:lvl4pPr lvl="3" algn="ctr" rtl="0">
              <a:lnSpc>
                <a:spcPct val="100000"/>
              </a:lnSpc>
              <a:spcBef>
                <a:spcPts val="0"/>
              </a:spcBef>
              <a:spcAft>
                <a:spcPts val="0"/>
              </a:spcAft>
              <a:buClr>
                <a:srgbClr val="FFFFFF"/>
              </a:buClr>
              <a:buSzPts val="2800"/>
              <a:buNone/>
              <a:defRPr sz="2800">
                <a:solidFill>
                  <a:srgbClr val="FFFFFF"/>
                </a:solidFill>
              </a:defRPr>
            </a:lvl4pPr>
            <a:lvl5pPr lvl="4" algn="ctr" rtl="0">
              <a:lnSpc>
                <a:spcPct val="100000"/>
              </a:lnSpc>
              <a:spcBef>
                <a:spcPts val="0"/>
              </a:spcBef>
              <a:spcAft>
                <a:spcPts val="0"/>
              </a:spcAft>
              <a:buClr>
                <a:srgbClr val="FFFFFF"/>
              </a:buClr>
              <a:buSzPts val="2800"/>
              <a:buNone/>
              <a:defRPr sz="2800">
                <a:solidFill>
                  <a:srgbClr val="FFFFFF"/>
                </a:solidFill>
              </a:defRPr>
            </a:lvl5pPr>
            <a:lvl6pPr lvl="5" algn="ctr" rtl="0">
              <a:lnSpc>
                <a:spcPct val="100000"/>
              </a:lnSpc>
              <a:spcBef>
                <a:spcPts val="0"/>
              </a:spcBef>
              <a:spcAft>
                <a:spcPts val="0"/>
              </a:spcAft>
              <a:buClr>
                <a:srgbClr val="FFFFFF"/>
              </a:buClr>
              <a:buSzPts val="2800"/>
              <a:buNone/>
              <a:defRPr sz="2800">
                <a:solidFill>
                  <a:srgbClr val="FFFFFF"/>
                </a:solidFill>
              </a:defRPr>
            </a:lvl6pPr>
            <a:lvl7pPr lvl="6" algn="ctr" rtl="0">
              <a:lnSpc>
                <a:spcPct val="100000"/>
              </a:lnSpc>
              <a:spcBef>
                <a:spcPts val="0"/>
              </a:spcBef>
              <a:spcAft>
                <a:spcPts val="0"/>
              </a:spcAft>
              <a:buClr>
                <a:srgbClr val="FFFFFF"/>
              </a:buClr>
              <a:buSzPts val="2800"/>
              <a:buNone/>
              <a:defRPr sz="2800">
                <a:solidFill>
                  <a:srgbClr val="FFFFFF"/>
                </a:solidFill>
              </a:defRPr>
            </a:lvl7pPr>
            <a:lvl8pPr lvl="7" algn="ctr" rtl="0">
              <a:lnSpc>
                <a:spcPct val="100000"/>
              </a:lnSpc>
              <a:spcBef>
                <a:spcPts val="0"/>
              </a:spcBef>
              <a:spcAft>
                <a:spcPts val="0"/>
              </a:spcAft>
              <a:buClr>
                <a:srgbClr val="FFFFFF"/>
              </a:buClr>
              <a:buSzPts val="2800"/>
              <a:buNone/>
              <a:defRPr sz="2800">
                <a:solidFill>
                  <a:srgbClr val="FFFFFF"/>
                </a:solidFill>
              </a:defRPr>
            </a:lvl8pPr>
            <a:lvl9pPr lvl="8" algn="ctr" rtl="0">
              <a:lnSpc>
                <a:spcPct val="100000"/>
              </a:lnSpc>
              <a:spcBef>
                <a:spcPts val="0"/>
              </a:spcBef>
              <a:spcAft>
                <a:spcPts val="0"/>
              </a:spcAft>
              <a:buClr>
                <a:srgbClr val="FFFFFF"/>
              </a:buClr>
              <a:buSzPts val="2800"/>
              <a:buNone/>
              <a:defRPr sz="2800">
                <a:solidFill>
                  <a:srgbClr val="FFFFFF"/>
                </a:solidFill>
              </a:defRPr>
            </a:lvl9pPr>
          </a:lstStyle>
          <a:p>
            <a:endParaRPr/>
          </a:p>
        </p:txBody>
      </p:sp>
      <p:sp>
        <p:nvSpPr>
          <p:cNvPr id="156" name="Google Shape;156;p9"/>
          <p:cNvSpPr txBox="1">
            <a:spLocks noGrp="1"/>
          </p:cNvSpPr>
          <p:nvPr>
            <p:ph type="ctrTitle"/>
          </p:nvPr>
        </p:nvSpPr>
        <p:spPr>
          <a:xfrm flipH="1">
            <a:off x="668300" y="2732350"/>
            <a:ext cx="7977300" cy="388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2400"/>
              <a:buNone/>
              <a:defRPr>
                <a:solidFill>
                  <a:srgbClr val="FFFFFF"/>
                </a:solidFill>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157" name="Google Shape;157;p9"/>
          <p:cNvSpPr txBox="1">
            <a:spLocks noGrp="1"/>
          </p:cNvSpPr>
          <p:nvPr>
            <p:ph type="subTitle" idx="2"/>
          </p:nvPr>
        </p:nvSpPr>
        <p:spPr>
          <a:xfrm flipH="1">
            <a:off x="914550" y="3108302"/>
            <a:ext cx="7299900" cy="38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200"/>
              <a:buNone/>
              <a:defRPr sz="1400">
                <a:solidFill>
                  <a:schemeClr val="accent3"/>
                </a:solidFill>
                <a:latin typeface="Lato"/>
                <a:ea typeface="Lato"/>
                <a:cs typeface="Lato"/>
                <a:sym typeface="Lato"/>
              </a:defRPr>
            </a:lvl1pPr>
            <a:lvl2pPr lvl="1" algn="ctr" rtl="0">
              <a:lnSpc>
                <a:spcPct val="100000"/>
              </a:lnSpc>
              <a:spcBef>
                <a:spcPts val="0"/>
              </a:spcBef>
              <a:spcAft>
                <a:spcPts val="0"/>
              </a:spcAft>
              <a:buClr>
                <a:srgbClr val="FFFFFF"/>
              </a:buClr>
              <a:buSzPts val="2800"/>
              <a:buNone/>
              <a:defRPr sz="2800">
                <a:solidFill>
                  <a:srgbClr val="FFFFFF"/>
                </a:solidFill>
              </a:defRPr>
            </a:lvl2pPr>
            <a:lvl3pPr lvl="2" algn="ctr" rtl="0">
              <a:lnSpc>
                <a:spcPct val="100000"/>
              </a:lnSpc>
              <a:spcBef>
                <a:spcPts val="0"/>
              </a:spcBef>
              <a:spcAft>
                <a:spcPts val="0"/>
              </a:spcAft>
              <a:buClr>
                <a:srgbClr val="FFFFFF"/>
              </a:buClr>
              <a:buSzPts val="2800"/>
              <a:buNone/>
              <a:defRPr sz="2800">
                <a:solidFill>
                  <a:srgbClr val="FFFFFF"/>
                </a:solidFill>
              </a:defRPr>
            </a:lvl3pPr>
            <a:lvl4pPr lvl="3" algn="ctr" rtl="0">
              <a:lnSpc>
                <a:spcPct val="100000"/>
              </a:lnSpc>
              <a:spcBef>
                <a:spcPts val="0"/>
              </a:spcBef>
              <a:spcAft>
                <a:spcPts val="0"/>
              </a:spcAft>
              <a:buClr>
                <a:srgbClr val="FFFFFF"/>
              </a:buClr>
              <a:buSzPts val="2800"/>
              <a:buNone/>
              <a:defRPr sz="2800">
                <a:solidFill>
                  <a:srgbClr val="FFFFFF"/>
                </a:solidFill>
              </a:defRPr>
            </a:lvl4pPr>
            <a:lvl5pPr lvl="4" algn="ctr" rtl="0">
              <a:lnSpc>
                <a:spcPct val="100000"/>
              </a:lnSpc>
              <a:spcBef>
                <a:spcPts val="0"/>
              </a:spcBef>
              <a:spcAft>
                <a:spcPts val="0"/>
              </a:spcAft>
              <a:buClr>
                <a:srgbClr val="FFFFFF"/>
              </a:buClr>
              <a:buSzPts val="2800"/>
              <a:buNone/>
              <a:defRPr sz="2800">
                <a:solidFill>
                  <a:srgbClr val="FFFFFF"/>
                </a:solidFill>
              </a:defRPr>
            </a:lvl5pPr>
            <a:lvl6pPr lvl="5" algn="ctr" rtl="0">
              <a:lnSpc>
                <a:spcPct val="100000"/>
              </a:lnSpc>
              <a:spcBef>
                <a:spcPts val="0"/>
              </a:spcBef>
              <a:spcAft>
                <a:spcPts val="0"/>
              </a:spcAft>
              <a:buClr>
                <a:srgbClr val="FFFFFF"/>
              </a:buClr>
              <a:buSzPts val="2800"/>
              <a:buNone/>
              <a:defRPr sz="2800">
                <a:solidFill>
                  <a:srgbClr val="FFFFFF"/>
                </a:solidFill>
              </a:defRPr>
            </a:lvl6pPr>
            <a:lvl7pPr lvl="6" algn="ctr" rtl="0">
              <a:lnSpc>
                <a:spcPct val="100000"/>
              </a:lnSpc>
              <a:spcBef>
                <a:spcPts val="0"/>
              </a:spcBef>
              <a:spcAft>
                <a:spcPts val="0"/>
              </a:spcAft>
              <a:buClr>
                <a:srgbClr val="FFFFFF"/>
              </a:buClr>
              <a:buSzPts val="2800"/>
              <a:buNone/>
              <a:defRPr sz="2800">
                <a:solidFill>
                  <a:srgbClr val="FFFFFF"/>
                </a:solidFill>
              </a:defRPr>
            </a:lvl7pPr>
            <a:lvl8pPr lvl="7" algn="ctr" rtl="0">
              <a:lnSpc>
                <a:spcPct val="100000"/>
              </a:lnSpc>
              <a:spcBef>
                <a:spcPts val="0"/>
              </a:spcBef>
              <a:spcAft>
                <a:spcPts val="0"/>
              </a:spcAft>
              <a:buClr>
                <a:srgbClr val="FFFFFF"/>
              </a:buClr>
              <a:buSzPts val="2800"/>
              <a:buNone/>
              <a:defRPr sz="2800">
                <a:solidFill>
                  <a:srgbClr val="FFFFFF"/>
                </a:solidFill>
              </a:defRPr>
            </a:lvl8pPr>
            <a:lvl9pPr lvl="8" algn="ctr" rtl="0">
              <a:lnSpc>
                <a:spcPct val="100000"/>
              </a:lnSpc>
              <a:spcBef>
                <a:spcPts val="0"/>
              </a:spcBef>
              <a:spcAft>
                <a:spcPts val="0"/>
              </a:spcAft>
              <a:buClr>
                <a:srgbClr val="FFFFFF"/>
              </a:buClr>
              <a:buSzPts val="2800"/>
              <a:buNone/>
              <a:defRPr sz="2800">
                <a:solidFill>
                  <a:srgbClr val="FFFFFF"/>
                </a:solidFill>
              </a:defRPr>
            </a:lvl9pPr>
          </a:lstStyle>
          <a:p>
            <a:endParaRPr/>
          </a:p>
        </p:txBody>
      </p:sp>
      <p:sp>
        <p:nvSpPr>
          <p:cNvPr id="158" name="Google Shape;158;p9"/>
          <p:cNvSpPr txBox="1">
            <a:spLocks noGrp="1"/>
          </p:cNvSpPr>
          <p:nvPr>
            <p:ph type="ctrTitle" idx="3"/>
          </p:nvPr>
        </p:nvSpPr>
        <p:spPr>
          <a:xfrm flipH="1">
            <a:off x="914250" y="2579950"/>
            <a:ext cx="7299900" cy="50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159" name="Google Shape;159;p9"/>
          <p:cNvSpPr txBox="1">
            <a:spLocks noGrp="1"/>
          </p:cNvSpPr>
          <p:nvPr>
            <p:ph type="title" idx="4" hasCustomPrompt="1"/>
          </p:nvPr>
        </p:nvSpPr>
        <p:spPr>
          <a:xfrm>
            <a:off x="2691300" y="1948575"/>
            <a:ext cx="3734100" cy="623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sp>
        <p:nvSpPr>
          <p:cNvPr id="160" name="Google Shape;160;p9"/>
          <p:cNvSpPr/>
          <p:nvPr/>
        </p:nvSpPr>
        <p:spPr>
          <a:xfrm>
            <a:off x="0" y="-76200"/>
            <a:ext cx="2668237" cy="114584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0" y="-76200"/>
            <a:ext cx="4572074" cy="247402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 name="Google Shape;162;p9"/>
          <p:cNvGrpSpPr/>
          <p:nvPr/>
        </p:nvGrpSpPr>
        <p:grpSpPr>
          <a:xfrm>
            <a:off x="-40223" y="-142013"/>
            <a:ext cx="1291147" cy="2218459"/>
            <a:chOff x="4895725" y="2485200"/>
            <a:chExt cx="464525" cy="744050"/>
          </a:xfrm>
        </p:grpSpPr>
        <p:sp>
          <p:nvSpPr>
            <p:cNvPr id="163" name="Google Shape;163;p9"/>
            <p:cNvSpPr/>
            <p:nvPr/>
          </p:nvSpPr>
          <p:spPr>
            <a:xfrm>
              <a:off x="4896150" y="2564650"/>
              <a:ext cx="407475" cy="415225"/>
            </a:xfrm>
            <a:custGeom>
              <a:avLst/>
              <a:gdLst/>
              <a:ahLst/>
              <a:cxnLst/>
              <a:rect l="l" t="t" r="r" b="b"/>
              <a:pathLst>
                <a:path w="16299" h="16609" extrusionOk="0">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a:off x="4896675" y="2643100"/>
              <a:ext cx="398000" cy="404125"/>
            </a:xfrm>
            <a:custGeom>
              <a:avLst/>
              <a:gdLst/>
              <a:ahLst/>
              <a:cxnLst/>
              <a:rect l="l" t="t" r="r" b="b"/>
              <a:pathLst>
                <a:path w="15920" h="16165" extrusionOk="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a:off x="4896400" y="2603925"/>
              <a:ext cx="405100" cy="411800"/>
            </a:xfrm>
            <a:custGeom>
              <a:avLst/>
              <a:gdLst/>
              <a:ahLst/>
              <a:cxnLst/>
              <a:rect l="l" t="t" r="r" b="b"/>
              <a:pathLst>
                <a:path w="16204" h="16472" extrusionOk="0">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a:off x="4898950" y="3035450"/>
              <a:ext cx="189175" cy="190300"/>
            </a:xfrm>
            <a:custGeom>
              <a:avLst/>
              <a:gdLst/>
              <a:ahLst/>
              <a:cxnLst/>
              <a:rect l="l" t="t" r="r" b="b"/>
              <a:pathLst>
                <a:path w="7567" h="7612" extrusionOk="0">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4898025" y="2878500"/>
              <a:ext cx="300475" cy="303725"/>
            </a:xfrm>
            <a:custGeom>
              <a:avLst/>
              <a:gdLst/>
              <a:ahLst/>
              <a:cxnLst/>
              <a:rect l="l" t="t" r="r" b="b"/>
              <a:pathLst>
                <a:path w="12019" h="12149" extrusionOk="0">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4897600" y="2800050"/>
              <a:ext cx="341900" cy="345975"/>
            </a:xfrm>
            <a:custGeom>
              <a:avLst/>
              <a:gdLst/>
              <a:ahLst/>
              <a:cxnLst/>
              <a:rect l="l" t="t" r="r" b="b"/>
              <a:pathLst>
                <a:path w="13676" h="13839" extrusionOk="0">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4897100" y="2721600"/>
              <a:ext cx="374750" cy="379700"/>
            </a:xfrm>
            <a:custGeom>
              <a:avLst/>
              <a:gdLst/>
              <a:ahLst/>
              <a:cxnLst/>
              <a:rect l="l" t="t" r="r" b="b"/>
              <a:pathLst>
                <a:path w="14990" h="15188" extrusionOk="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4898700" y="2996200"/>
              <a:ext cx="220950" cy="222650"/>
            </a:xfrm>
            <a:custGeom>
              <a:avLst/>
              <a:gdLst/>
              <a:ahLst/>
              <a:cxnLst/>
              <a:rect l="l" t="t" r="r" b="b"/>
              <a:pathLst>
                <a:path w="8838" h="8906" extrusionOk="0">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4898275" y="2917750"/>
              <a:ext cx="276400" cy="279050"/>
            </a:xfrm>
            <a:custGeom>
              <a:avLst/>
              <a:gdLst/>
              <a:ahLst/>
              <a:cxnLst/>
              <a:rect l="l" t="t" r="r" b="b"/>
              <a:pathLst>
                <a:path w="11056" h="11162" extrusionOk="0">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a:off x="4897775" y="2839325"/>
              <a:ext cx="322375" cy="325950"/>
            </a:xfrm>
            <a:custGeom>
              <a:avLst/>
              <a:gdLst/>
              <a:ahLst/>
              <a:cxnLst/>
              <a:rect l="l" t="t" r="r" b="b"/>
              <a:pathLst>
                <a:path w="12895" h="13038" extrusionOk="0">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4897350" y="2760800"/>
              <a:ext cx="359425" cy="363925"/>
            </a:xfrm>
            <a:custGeom>
              <a:avLst/>
              <a:gdLst/>
              <a:ahLst/>
              <a:cxnLst/>
              <a:rect l="l" t="t" r="r" b="b"/>
              <a:pathLst>
                <a:path w="14377" h="14557" extrusionOk="0">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4899375" y="3113900"/>
              <a:ext cx="115000" cy="115000"/>
            </a:xfrm>
            <a:custGeom>
              <a:avLst/>
              <a:gdLst/>
              <a:ahLst/>
              <a:cxnLst/>
              <a:rect l="l" t="t" r="r" b="b"/>
              <a:pathLst>
                <a:path w="4600" h="4600" extrusionOk="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4899225" y="3074625"/>
              <a:ext cx="154075" cy="154625"/>
            </a:xfrm>
            <a:custGeom>
              <a:avLst/>
              <a:gdLst/>
              <a:ahLst/>
              <a:cxnLst/>
              <a:rect l="l" t="t" r="r" b="b"/>
              <a:pathLst>
                <a:path w="6163" h="6185" extrusionOk="0">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5198925" y="2485200"/>
              <a:ext cx="135175" cy="131750"/>
            </a:xfrm>
            <a:custGeom>
              <a:avLst/>
              <a:gdLst/>
              <a:ahLst/>
              <a:cxnLst/>
              <a:rect l="l" t="t" r="r" b="b"/>
              <a:pathLst>
                <a:path w="5407" h="5270" extrusionOk="0">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5159925" y="2485200"/>
              <a:ext cx="156300" cy="152550"/>
            </a:xfrm>
            <a:custGeom>
              <a:avLst/>
              <a:gdLst/>
              <a:ahLst/>
              <a:cxnLst/>
              <a:rect l="l" t="t" r="r" b="b"/>
              <a:pathLst>
                <a:path w="6252" h="6102" extrusionOk="0">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5003900" y="2485200"/>
              <a:ext cx="246225" cy="244175"/>
            </a:xfrm>
            <a:custGeom>
              <a:avLst/>
              <a:gdLst/>
              <a:ahLst/>
              <a:cxnLst/>
              <a:rect l="l" t="t" r="r" b="b"/>
              <a:pathLst>
                <a:path w="9849" h="9767" extrusionOk="0">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9"/>
            <p:cNvSpPr/>
            <p:nvPr/>
          </p:nvSpPr>
          <p:spPr>
            <a:xfrm>
              <a:off x="4898450" y="2956950"/>
              <a:ext cx="249900" cy="252175"/>
            </a:xfrm>
            <a:custGeom>
              <a:avLst/>
              <a:gdLst/>
              <a:ahLst/>
              <a:cxnLst/>
              <a:rect l="l" t="t" r="r" b="b"/>
              <a:pathLst>
                <a:path w="9996" h="10087" extrusionOk="0">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4896825" y="2682350"/>
              <a:ext cx="387800" cy="393175"/>
            </a:xfrm>
            <a:custGeom>
              <a:avLst/>
              <a:gdLst/>
              <a:ahLst/>
              <a:cxnLst/>
              <a:rect l="l" t="t" r="r" b="b"/>
              <a:pathLst>
                <a:path w="15512" h="15727" extrusionOk="0">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4899900" y="3192325"/>
              <a:ext cx="14925" cy="15025"/>
            </a:xfrm>
            <a:custGeom>
              <a:avLst/>
              <a:gdLst/>
              <a:ahLst/>
              <a:cxnLst/>
              <a:rect l="l" t="t" r="r" b="b"/>
              <a:pathLst>
                <a:path w="597" h="601" extrusionOk="0">
                  <a:moveTo>
                    <a:pt x="0" y="1"/>
                  </a:moveTo>
                  <a:lnTo>
                    <a:pt x="0" y="315"/>
                  </a:lnTo>
                  <a:lnTo>
                    <a:pt x="65" y="382"/>
                  </a:lnTo>
                  <a:cubicBezTo>
                    <a:pt x="242" y="458"/>
                    <a:pt x="420" y="532"/>
                    <a:pt x="596" y="601"/>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4899650" y="3153175"/>
              <a:ext cx="70125" cy="70100"/>
            </a:xfrm>
            <a:custGeom>
              <a:avLst/>
              <a:gdLst/>
              <a:ahLst/>
              <a:cxnLst/>
              <a:rect l="l" t="t" r="r" b="b"/>
              <a:pathLst>
                <a:path w="2805" h="2804" extrusionOk="0">
                  <a:moveTo>
                    <a:pt x="0" y="0"/>
                  </a:moveTo>
                  <a:lnTo>
                    <a:pt x="0" y="313"/>
                  </a:lnTo>
                  <a:lnTo>
                    <a:pt x="2405" y="2715"/>
                  </a:lnTo>
                  <a:cubicBezTo>
                    <a:pt x="2538" y="2746"/>
                    <a:pt x="2671" y="2777"/>
                    <a:pt x="2804" y="2804"/>
                  </a:cubicBez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5276925" y="2485200"/>
              <a:ext cx="83325" cy="81775"/>
            </a:xfrm>
            <a:custGeom>
              <a:avLst/>
              <a:gdLst/>
              <a:ahLst/>
              <a:cxnLst/>
              <a:rect l="l" t="t" r="r" b="b"/>
              <a:pathLst>
                <a:path w="3333" h="3271" extrusionOk="0">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9"/>
            <p:cNvSpPr/>
            <p:nvPr/>
          </p:nvSpPr>
          <p:spPr>
            <a:xfrm>
              <a:off x="5237925" y="2485200"/>
              <a:ext cx="111600" cy="108875"/>
            </a:xfrm>
            <a:custGeom>
              <a:avLst/>
              <a:gdLst/>
              <a:ahLst/>
              <a:cxnLst/>
              <a:rect l="l" t="t" r="r" b="b"/>
              <a:pathLst>
                <a:path w="4464" h="4355" extrusionOk="0">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9"/>
            <p:cNvSpPr/>
            <p:nvPr/>
          </p:nvSpPr>
          <p:spPr>
            <a:xfrm>
              <a:off x="5120925" y="2485200"/>
              <a:ext cx="176475" cy="172750"/>
            </a:xfrm>
            <a:custGeom>
              <a:avLst/>
              <a:gdLst/>
              <a:ahLst/>
              <a:cxnLst/>
              <a:rect l="l" t="t" r="r" b="b"/>
              <a:pathLst>
                <a:path w="7059" h="6910" extrusionOk="0">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a:off x="4964875" y="2485200"/>
              <a:ext cx="279450" cy="279450"/>
            </a:xfrm>
            <a:custGeom>
              <a:avLst/>
              <a:gdLst/>
              <a:ahLst/>
              <a:cxnLst/>
              <a:rect l="l" t="t" r="r" b="b"/>
              <a:pathLst>
                <a:path w="11178" h="11178" extrusionOk="0">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5042900" y="2485200"/>
              <a:ext cx="219750" cy="216850"/>
            </a:xfrm>
            <a:custGeom>
              <a:avLst/>
              <a:gdLst/>
              <a:ahLst/>
              <a:cxnLst/>
              <a:rect l="l" t="t" r="r" b="b"/>
              <a:pathLst>
                <a:path w="8790" h="8674" extrusionOk="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4895975" y="2525375"/>
              <a:ext cx="403625" cy="411475"/>
            </a:xfrm>
            <a:custGeom>
              <a:avLst/>
              <a:gdLst/>
              <a:ahLst/>
              <a:cxnLst/>
              <a:rect l="l" t="t" r="r" b="b"/>
              <a:pathLst>
                <a:path w="16145" h="16459" extrusionOk="0">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5081900" y="2485200"/>
              <a:ext cx="197175" cy="193700"/>
            </a:xfrm>
            <a:custGeom>
              <a:avLst/>
              <a:gdLst/>
              <a:ahLst/>
              <a:cxnLst/>
              <a:rect l="l" t="t" r="r" b="b"/>
              <a:pathLst>
                <a:path w="7887" h="7748" extrusionOk="0">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a:off x="4895725" y="2486225"/>
              <a:ext cx="384475" cy="392300"/>
            </a:xfrm>
            <a:custGeom>
              <a:avLst/>
              <a:gdLst/>
              <a:ahLst/>
              <a:cxnLst/>
              <a:rect l="l" t="t" r="r" b="b"/>
              <a:pathLst>
                <a:path w="15379" h="15692" extrusionOk="0">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a:off x="4925875" y="2485200"/>
              <a:ext cx="327650" cy="327575"/>
            </a:xfrm>
            <a:custGeom>
              <a:avLst/>
              <a:gdLst/>
              <a:ahLst/>
              <a:cxnLst/>
              <a:rect l="l" t="t" r="r" b="b"/>
              <a:pathLst>
                <a:path w="13106" h="13103" extrusionOk="0">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 name="Google Shape;192;p9"/>
          <p:cNvSpPr/>
          <p:nvPr/>
        </p:nvSpPr>
        <p:spPr>
          <a:xfrm>
            <a:off x="5861375" y="4178175"/>
            <a:ext cx="3351600" cy="1021698"/>
          </a:xfrm>
          <a:custGeom>
            <a:avLst/>
            <a:gdLst/>
            <a:ahLst/>
            <a:cxnLst/>
            <a:rect l="l" t="t" r="r" b="b"/>
            <a:pathLst>
              <a:path w="44285" h="14312" extrusionOk="0">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 name="Google Shape;193;p9"/>
          <p:cNvGrpSpPr/>
          <p:nvPr/>
        </p:nvGrpSpPr>
        <p:grpSpPr>
          <a:xfrm>
            <a:off x="6290393" y="4651784"/>
            <a:ext cx="3005329" cy="548185"/>
            <a:chOff x="6290110" y="4651689"/>
            <a:chExt cx="2765556" cy="548185"/>
          </a:xfrm>
        </p:grpSpPr>
        <p:sp>
          <p:nvSpPr>
            <p:cNvPr id="194" name="Google Shape;194;p9"/>
            <p:cNvSpPr/>
            <p:nvPr/>
          </p:nvSpPr>
          <p:spPr>
            <a:xfrm>
              <a:off x="8707752" y="4709513"/>
              <a:ext cx="347912" cy="331809"/>
            </a:xfrm>
            <a:custGeom>
              <a:avLst/>
              <a:gdLst/>
              <a:ahLst/>
              <a:cxnLst/>
              <a:rect l="l" t="t" r="r" b="b"/>
              <a:pathLst>
                <a:path w="4597" h="4648" extrusionOk="0">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8536031" y="4766481"/>
              <a:ext cx="475286" cy="433394"/>
            </a:xfrm>
            <a:custGeom>
              <a:avLst/>
              <a:gdLst/>
              <a:ahLst/>
              <a:cxnLst/>
              <a:rect l="l" t="t" r="r" b="b"/>
              <a:pathLst>
                <a:path w="6280" h="6071" extrusionOk="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8458457" y="4804173"/>
              <a:ext cx="434493" cy="395487"/>
            </a:xfrm>
            <a:custGeom>
              <a:avLst/>
              <a:gdLst/>
              <a:ahLst/>
              <a:cxnLst/>
              <a:rect l="l" t="t" r="r" b="b"/>
              <a:pathLst>
                <a:path w="5741" h="5540" extrusionOk="0">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8617767" y="4733856"/>
              <a:ext cx="437899" cy="418902"/>
            </a:xfrm>
            <a:custGeom>
              <a:avLst/>
              <a:gdLst/>
              <a:ahLst/>
              <a:cxnLst/>
              <a:rect l="l" t="t" r="r" b="b"/>
              <a:pathLst>
                <a:path w="5786" h="5868" extrusionOk="0">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8950916" y="4719793"/>
              <a:ext cx="104745" cy="98800"/>
            </a:xfrm>
            <a:custGeom>
              <a:avLst/>
              <a:gdLst/>
              <a:ahLst/>
              <a:cxnLst/>
              <a:rect l="l" t="t" r="r" b="b"/>
              <a:pathLst>
                <a:path w="1384" h="1384" extrusionOk="0">
                  <a:moveTo>
                    <a:pt x="0" y="0"/>
                  </a:moveTo>
                  <a:lnTo>
                    <a:pt x="1383" y="1383"/>
                  </a:lnTo>
                  <a:lnTo>
                    <a:pt x="1383" y="1073"/>
                  </a:lnTo>
                  <a:lnTo>
                    <a:pt x="525" y="211"/>
                  </a:lnTo>
                  <a:cubicBezTo>
                    <a:pt x="358" y="129"/>
                    <a:pt x="181" y="6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8812949" y="4700947"/>
              <a:ext cx="242714" cy="229011"/>
            </a:xfrm>
            <a:custGeom>
              <a:avLst/>
              <a:gdLst/>
              <a:ahLst/>
              <a:cxnLst/>
              <a:rect l="l" t="t" r="r" b="b"/>
              <a:pathLst>
                <a:path w="3207" h="3208" extrusionOk="0">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8050308" y="4980501"/>
              <a:ext cx="250433" cy="217161"/>
            </a:xfrm>
            <a:custGeom>
              <a:avLst/>
              <a:gdLst/>
              <a:ahLst/>
              <a:cxnLst/>
              <a:rect l="l" t="t" r="r" b="b"/>
              <a:pathLst>
                <a:path w="3309" h="3042" extrusionOk="0">
                  <a:moveTo>
                    <a:pt x="263" y="0"/>
                  </a:moveTo>
                  <a:cubicBezTo>
                    <a:pt x="175" y="17"/>
                    <a:pt x="89" y="34"/>
                    <a:pt x="1" y="48"/>
                  </a:cubicBezTo>
                  <a:lnTo>
                    <a:pt x="2996" y="3042"/>
                  </a:lnTo>
                  <a:lnTo>
                    <a:pt x="3309" y="3042"/>
                  </a:lnTo>
                  <a:lnTo>
                    <a:pt x="2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8228689" y="4922320"/>
              <a:ext cx="308709" cy="276127"/>
            </a:xfrm>
            <a:custGeom>
              <a:avLst/>
              <a:gdLst/>
              <a:ahLst/>
              <a:cxnLst/>
              <a:rect l="l" t="t" r="r" b="b"/>
              <a:pathLst>
                <a:path w="4079" h="3868" extrusionOk="0">
                  <a:moveTo>
                    <a:pt x="213" y="1"/>
                  </a:moveTo>
                  <a:cubicBezTo>
                    <a:pt x="141" y="34"/>
                    <a:pt x="73" y="66"/>
                    <a:pt x="1" y="100"/>
                  </a:cubicBezTo>
                  <a:lnTo>
                    <a:pt x="3769" y="3867"/>
                  </a:lnTo>
                  <a:lnTo>
                    <a:pt x="4079" y="3867"/>
                  </a:lnTo>
                  <a:lnTo>
                    <a:pt x="2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9"/>
            <p:cNvSpPr/>
            <p:nvPr/>
          </p:nvSpPr>
          <p:spPr>
            <a:xfrm>
              <a:off x="8383154" y="4844222"/>
              <a:ext cx="391203" cy="354939"/>
            </a:xfrm>
            <a:custGeom>
              <a:avLst/>
              <a:gdLst/>
              <a:ahLst/>
              <a:cxnLst/>
              <a:rect l="l" t="t" r="r" b="b"/>
              <a:pathLst>
                <a:path w="5169" h="4972" extrusionOk="0">
                  <a:moveTo>
                    <a:pt x="198" y="1"/>
                  </a:moveTo>
                  <a:cubicBezTo>
                    <a:pt x="134" y="39"/>
                    <a:pt x="65" y="76"/>
                    <a:pt x="1" y="114"/>
                  </a:cubicBezTo>
                  <a:lnTo>
                    <a:pt x="4855" y="4971"/>
                  </a:lnTo>
                  <a:lnTo>
                    <a:pt x="5169" y="4971"/>
                  </a:lnTo>
                  <a:lnTo>
                    <a:pt x="1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7938905" y="4990209"/>
              <a:ext cx="243244" cy="207238"/>
            </a:xfrm>
            <a:custGeom>
              <a:avLst/>
              <a:gdLst/>
              <a:ahLst/>
              <a:cxnLst/>
              <a:rect l="l" t="t" r="r" b="b"/>
              <a:pathLst>
                <a:path w="3214" h="2903" extrusionOk="0">
                  <a:moveTo>
                    <a:pt x="1" y="0"/>
                  </a:moveTo>
                  <a:lnTo>
                    <a:pt x="2900" y="2899"/>
                  </a:lnTo>
                  <a:lnTo>
                    <a:pt x="3213" y="2903"/>
                  </a:lnTo>
                  <a:lnTo>
                    <a:pt x="325" y="14"/>
                  </a:lnTo>
                  <a:cubicBezTo>
                    <a:pt x="216" y="11"/>
                    <a:pt x="106" y="7"/>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8144153" y="4955372"/>
              <a:ext cx="274879" cy="242860"/>
            </a:xfrm>
            <a:custGeom>
              <a:avLst/>
              <a:gdLst/>
              <a:ahLst/>
              <a:cxnLst/>
              <a:rect l="l" t="t" r="r" b="b"/>
              <a:pathLst>
                <a:path w="3632" h="3402" extrusionOk="0">
                  <a:moveTo>
                    <a:pt x="232" y="1"/>
                  </a:moveTo>
                  <a:cubicBezTo>
                    <a:pt x="154" y="29"/>
                    <a:pt x="79" y="55"/>
                    <a:pt x="1" y="79"/>
                  </a:cubicBezTo>
                  <a:lnTo>
                    <a:pt x="3319" y="3398"/>
                  </a:lnTo>
                  <a:lnTo>
                    <a:pt x="3632" y="3401"/>
                  </a:lnTo>
                  <a:lnTo>
                    <a:pt x="2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8307322" y="4884413"/>
              <a:ext cx="348745" cy="314462"/>
            </a:xfrm>
            <a:custGeom>
              <a:avLst/>
              <a:gdLst/>
              <a:ahLst/>
              <a:cxnLst/>
              <a:rect l="l" t="t" r="r" b="b"/>
              <a:pathLst>
                <a:path w="4608" h="4405" extrusionOk="0">
                  <a:moveTo>
                    <a:pt x="202" y="0"/>
                  </a:moveTo>
                  <a:cubicBezTo>
                    <a:pt x="134" y="38"/>
                    <a:pt x="66" y="72"/>
                    <a:pt x="1" y="109"/>
                  </a:cubicBezTo>
                  <a:lnTo>
                    <a:pt x="4293" y="4402"/>
                  </a:lnTo>
                  <a:lnTo>
                    <a:pt x="4607" y="4405"/>
                  </a:lnTo>
                  <a:lnTo>
                    <a:pt x="2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7772103" y="4944236"/>
              <a:ext cx="291756" cy="252712"/>
            </a:xfrm>
            <a:custGeom>
              <a:avLst/>
              <a:gdLst/>
              <a:ahLst/>
              <a:cxnLst/>
              <a:rect l="l" t="t" r="r" b="b"/>
              <a:pathLst>
                <a:path w="3855" h="3540" extrusionOk="0">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7409362" y="4713440"/>
              <a:ext cx="535832" cy="483293"/>
            </a:xfrm>
            <a:custGeom>
              <a:avLst/>
              <a:gdLst/>
              <a:ahLst/>
              <a:cxnLst/>
              <a:rect l="l" t="t" r="r" b="b"/>
              <a:pathLst>
                <a:path w="7080" h="6770" extrusionOk="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7235068" y="4660399"/>
              <a:ext cx="591837" cy="535835"/>
            </a:xfrm>
            <a:custGeom>
              <a:avLst/>
              <a:gdLst/>
              <a:ahLst/>
              <a:cxnLst/>
              <a:rect l="l" t="t" r="r" b="b"/>
              <a:pathLst>
                <a:path w="7820" h="7506" extrusionOk="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7107999" y="4651689"/>
              <a:ext cx="600541" cy="544330"/>
            </a:xfrm>
            <a:custGeom>
              <a:avLst/>
              <a:gdLst/>
              <a:ahLst/>
              <a:cxnLst/>
              <a:rect l="l" t="t" r="r" b="b"/>
              <a:pathLst>
                <a:path w="7935" h="7625" extrusionOk="0">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9"/>
            <p:cNvSpPr/>
            <p:nvPr/>
          </p:nvSpPr>
          <p:spPr>
            <a:xfrm>
              <a:off x="6522452" y="4869065"/>
              <a:ext cx="356919" cy="324528"/>
            </a:xfrm>
            <a:custGeom>
              <a:avLst/>
              <a:gdLst/>
              <a:ahLst/>
              <a:cxnLst/>
              <a:rect l="l" t="t" r="r" b="b"/>
              <a:pathLst>
                <a:path w="4716" h="4546" extrusionOk="0">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6658527" y="4776403"/>
              <a:ext cx="457728" cy="417902"/>
            </a:xfrm>
            <a:custGeom>
              <a:avLst/>
              <a:gdLst/>
              <a:ahLst/>
              <a:cxnLst/>
              <a:rect l="l" t="t" r="r" b="b"/>
              <a:pathLst>
                <a:path w="6048" h="5854" extrusionOk="0">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9"/>
            <p:cNvSpPr/>
            <p:nvPr/>
          </p:nvSpPr>
          <p:spPr>
            <a:xfrm>
              <a:off x="6814582" y="4703231"/>
              <a:ext cx="538405" cy="491788"/>
            </a:xfrm>
            <a:custGeom>
              <a:avLst/>
              <a:gdLst/>
              <a:ahLst/>
              <a:cxnLst/>
              <a:rect l="l" t="t" r="r" b="b"/>
              <a:pathLst>
                <a:path w="7114" h="6889" extrusionOk="0">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6999699" y="4657971"/>
              <a:ext cx="590172" cy="537548"/>
            </a:xfrm>
            <a:custGeom>
              <a:avLst/>
              <a:gdLst/>
              <a:ahLst/>
              <a:cxnLst/>
              <a:rect l="l" t="t" r="r" b="b"/>
              <a:pathLst>
                <a:path w="7798" h="7530" extrusionOk="0">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9"/>
            <p:cNvSpPr/>
            <p:nvPr/>
          </p:nvSpPr>
          <p:spPr>
            <a:xfrm>
              <a:off x="6588446" y="4820664"/>
              <a:ext cx="409291" cy="373142"/>
            </a:xfrm>
            <a:custGeom>
              <a:avLst/>
              <a:gdLst/>
              <a:ahLst/>
              <a:cxnLst/>
              <a:rect l="l" t="t" r="r" b="b"/>
              <a:pathLst>
                <a:path w="5408" h="5227" extrusionOk="0">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9"/>
            <p:cNvSpPr/>
            <p:nvPr/>
          </p:nvSpPr>
          <p:spPr>
            <a:xfrm>
              <a:off x="6733603" y="4736783"/>
              <a:ext cx="501094" cy="457737"/>
            </a:xfrm>
            <a:custGeom>
              <a:avLst/>
              <a:gdLst/>
              <a:ahLst/>
              <a:cxnLst/>
              <a:rect l="l" t="t" r="r" b="b"/>
              <a:pathLst>
                <a:path w="6621" h="6412" extrusionOk="0">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9"/>
            <p:cNvSpPr/>
            <p:nvPr/>
          </p:nvSpPr>
          <p:spPr>
            <a:xfrm>
              <a:off x="6902751" y="4676461"/>
              <a:ext cx="568830" cy="518844"/>
            </a:xfrm>
            <a:custGeom>
              <a:avLst/>
              <a:gdLst/>
              <a:ahLst/>
              <a:cxnLst/>
              <a:rect l="l" t="t" r="r" b="b"/>
              <a:pathLst>
                <a:path w="7516" h="7268" extrusionOk="0">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p:nvPr/>
          </p:nvSpPr>
          <p:spPr>
            <a:xfrm>
              <a:off x="6401059" y="4975789"/>
              <a:ext cx="241351" cy="217018"/>
            </a:xfrm>
            <a:custGeom>
              <a:avLst/>
              <a:gdLst/>
              <a:ahLst/>
              <a:cxnLst/>
              <a:rect l="l" t="t" r="r" b="b"/>
              <a:pathLst>
                <a:path w="3189" h="3040" extrusionOk="0">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9"/>
            <p:cNvSpPr/>
            <p:nvPr/>
          </p:nvSpPr>
          <p:spPr>
            <a:xfrm>
              <a:off x="6344525" y="5033470"/>
              <a:ext cx="179519" cy="158909"/>
            </a:xfrm>
            <a:custGeom>
              <a:avLst/>
              <a:gdLst/>
              <a:ahLst/>
              <a:cxnLst/>
              <a:rect l="l" t="t" r="r" b="b"/>
              <a:pathLst>
                <a:path w="2372" h="2226" extrusionOk="0">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9"/>
            <p:cNvSpPr/>
            <p:nvPr/>
          </p:nvSpPr>
          <p:spPr>
            <a:xfrm>
              <a:off x="6460090" y="4920892"/>
              <a:ext cx="300687" cy="272201"/>
            </a:xfrm>
            <a:custGeom>
              <a:avLst/>
              <a:gdLst/>
              <a:ahLst/>
              <a:cxnLst/>
              <a:rect l="l" t="t" r="r" b="b"/>
              <a:pathLst>
                <a:path w="3973" h="3813" extrusionOk="0">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9"/>
            <p:cNvSpPr/>
            <p:nvPr/>
          </p:nvSpPr>
          <p:spPr>
            <a:xfrm>
              <a:off x="6290110" y="5093293"/>
              <a:ext cx="115416" cy="98872"/>
            </a:xfrm>
            <a:custGeom>
              <a:avLst/>
              <a:gdLst/>
              <a:ahLst/>
              <a:cxnLst/>
              <a:rect l="l" t="t" r="r" b="b"/>
              <a:pathLst>
                <a:path w="1525" h="1385" extrusionOk="0">
                  <a:moveTo>
                    <a:pt x="144" y="1"/>
                  </a:moveTo>
                  <a:cubicBezTo>
                    <a:pt x="97" y="59"/>
                    <a:pt x="49" y="117"/>
                    <a:pt x="1" y="174"/>
                  </a:cubicBezTo>
                  <a:lnTo>
                    <a:pt x="1210" y="1380"/>
                  </a:lnTo>
                  <a:lnTo>
                    <a:pt x="1524" y="1384"/>
                  </a:lnTo>
                  <a:lnTo>
                    <a:pt x="1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221"/>
        <p:cNvGrpSpPr/>
        <p:nvPr/>
      </p:nvGrpSpPr>
      <p:grpSpPr>
        <a:xfrm>
          <a:off x="0" y="0"/>
          <a:ext cx="0" cy="0"/>
          <a:chOff x="0" y="0"/>
          <a:chExt cx="0" cy="0"/>
        </a:xfrm>
      </p:grpSpPr>
      <p:grpSp>
        <p:nvGrpSpPr>
          <p:cNvPr id="222" name="Google Shape;222;p10"/>
          <p:cNvGrpSpPr/>
          <p:nvPr/>
        </p:nvGrpSpPr>
        <p:grpSpPr>
          <a:xfrm>
            <a:off x="2288000" y="-49525"/>
            <a:ext cx="5329733" cy="6118420"/>
            <a:chOff x="2288000" y="-49525"/>
            <a:chExt cx="5329733" cy="6118420"/>
          </a:xfrm>
        </p:grpSpPr>
        <p:sp>
          <p:nvSpPr>
            <p:cNvPr id="223" name="Google Shape;223;p10"/>
            <p:cNvSpPr/>
            <p:nvPr/>
          </p:nvSpPr>
          <p:spPr>
            <a:xfrm rot="-4421961">
              <a:off x="2777637" y="1686086"/>
              <a:ext cx="5541644" cy="2691324"/>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0"/>
            <p:cNvSpPr/>
            <p:nvPr/>
          </p:nvSpPr>
          <p:spPr>
            <a:xfrm>
              <a:off x="2288000" y="-49525"/>
              <a:ext cx="2743200" cy="564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10"/>
          <p:cNvSpPr txBox="1">
            <a:spLocks noGrp="1"/>
          </p:cNvSpPr>
          <p:nvPr>
            <p:ph type="title"/>
          </p:nvPr>
        </p:nvSpPr>
        <p:spPr>
          <a:xfrm>
            <a:off x="914400" y="989590"/>
            <a:ext cx="2743200" cy="159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26" name="Google Shape;226;p10"/>
          <p:cNvSpPr txBox="1">
            <a:spLocks noGrp="1"/>
          </p:cNvSpPr>
          <p:nvPr>
            <p:ph type="subTitle" idx="1"/>
          </p:nvPr>
        </p:nvSpPr>
        <p:spPr>
          <a:xfrm>
            <a:off x="914400" y="2602412"/>
            <a:ext cx="3657600" cy="1861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None/>
              <a:defRPr>
                <a:solidFill>
                  <a:srgbClr val="FFFFFF"/>
                </a:solidFill>
              </a:defRPr>
            </a:lvl1pPr>
            <a:lvl2pPr lvl="1">
              <a:lnSpc>
                <a:spcPct val="100000"/>
              </a:lnSpc>
              <a:spcBef>
                <a:spcPts val="1600"/>
              </a:spcBef>
              <a:spcAft>
                <a:spcPts val="0"/>
              </a:spcAft>
              <a:buNone/>
              <a:defRPr>
                <a:solidFill>
                  <a:srgbClr val="FFFFFF"/>
                </a:solidFill>
              </a:defRPr>
            </a:lvl2pPr>
            <a:lvl3pPr lvl="2">
              <a:lnSpc>
                <a:spcPct val="100000"/>
              </a:lnSpc>
              <a:spcBef>
                <a:spcPts val="1600"/>
              </a:spcBef>
              <a:spcAft>
                <a:spcPts val="0"/>
              </a:spcAft>
              <a:buNone/>
              <a:defRPr>
                <a:solidFill>
                  <a:srgbClr val="FFFFFF"/>
                </a:solidFill>
              </a:defRPr>
            </a:lvl3pPr>
            <a:lvl4pPr lvl="3">
              <a:lnSpc>
                <a:spcPct val="100000"/>
              </a:lnSpc>
              <a:spcBef>
                <a:spcPts val="1600"/>
              </a:spcBef>
              <a:spcAft>
                <a:spcPts val="0"/>
              </a:spcAft>
              <a:buNone/>
              <a:defRPr>
                <a:solidFill>
                  <a:srgbClr val="FFFFFF"/>
                </a:solidFill>
              </a:defRPr>
            </a:lvl4pPr>
            <a:lvl5pPr lvl="4">
              <a:lnSpc>
                <a:spcPct val="100000"/>
              </a:lnSpc>
              <a:spcBef>
                <a:spcPts val="1600"/>
              </a:spcBef>
              <a:spcAft>
                <a:spcPts val="0"/>
              </a:spcAft>
              <a:buNone/>
              <a:defRPr>
                <a:solidFill>
                  <a:srgbClr val="FFFFFF"/>
                </a:solidFill>
              </a:defRPr>
            </a:lvl5pPr>
            <a:lvl6pPr lvl="5">
              <a:lnSpc>
                <a:spcPct val="100000"/>
              </a:lnSpc>
              <a:spcBef>
                <a:spcPts val="1600"/>
              </a:spcBef>
              <a:spcAft>
                <a:spcPts val="0"/>
              </a:spcAft>
              <a:buNone/>
              <a:defRPr>
                <a:solidFill>
                  <a:srgbClr val="FFFFFF"/>
                </a:solidFill>
              </a:defRPr>
            </a:lvl6pPr>
            <a:lvl7pPr lvl="6">
              <a:lnSpc>
                <a:spcPct val="100000"/>
              </a:lnSpc>
              <a:spcBef>
                <a:spcPts val="1600"/>
              </a:spcBef>
              <a:spcAft>
                <a:spcPts val="0"/>
              </a:spcAft>
              <a:buNone/>
              <a:defRPr>
                <a:solidFill>
                  <a:srgbClr val="FFFFFF"/>
                </a:solidFill>
              </a:defRPr>
            </a:lvl7pPr>
            <a:lvl8pPr lvl="7">
              <a:lnSpc>
                <a:spcPct val="100000"/>
              </a:lnSpc>
              <a:spcBef>
                <a:spcPts val="1600"/>
              </a:spcBef>
              <a:spcAft>
                <a:spcPts val="0"/>
              </a:spcAft>
              <a:buNone/>
              <a:defRPr>
                <a:solidFill>
                  <a:srgbClr val="FFFFFF"/>
                </a:solidFill>
              </a:defRPr>
            </a:lvl8pPr>
            <a:lvl9pPr lvl="8">
              <a:lnSpc>
                <a:spcPct val="100000"/>
              </a:lnSpc>
              <a:spcBef>
                <a:spcPts val="1600"/>
              </a:spcBef>
              <a:spcAft>
                <a:spcPts val="1600"/>
              </a:spcAft>
              <a:buNone/>
              <a:defRPr>
                <a:solidFill>
                  <a:srgbClr val="FFFFFF"/>
                </a:solidFill>
              </a:defRPr>
            </a:lvl9pPr>
          </a:lstStyle>
          <a:p>
            <a:endParaRPr/>
          </a:p>
        </p:txBody>
      </p:sp>
      <p:grpSp>
        <p:nvGrpSpPr>
          <p:cNvPr id="227" name="Google Shape;227;p10"/>
          <p:cNvGrpSpPr/>
          <p:nvPr/>
        </p:nvGrpSpPr>
        <p:grpSpPr>
          <a:xfrm>
            <a:off x="4340695" y="4859500"/>
            <a:ext cx="2740195" cy="411348"/>
            <a:chOff x="3731103" y="4808559"/>
            <a:chExt cx="2740195" cy="335138"/>
          </a:xfrm>
        </p:grpSpPr>
        <p:sp>
          <p:nvSpPr>
            <p:cNvPr id="228" name="Google Shape;228;p10"/>
            <p:cNvSpPr/>
            <p:nvPr/>
          </p:nvSpPr>
          <p:spPr>
            <a:xfrm>
              <a:off x="4333158" y="4849734"/>
              <a:ext cx="1938475" cy="293962"/>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0"/>
            <p:cNvSpPr/>
            <p:nvPr/>
          </p:nvSpPr>
          <p:spPr>
            <a:xfrm>
              <a:off x="3731103" y="4808559"/>
              <a:ext cx="2740195" cy="335138"/>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0"/>
            <p:cNvSpPr/>
            <p:nvPr/>
          </p:nvSpPr>
          <p:spPr>
            <a:xfrm>
              <a:off x="4333158" y="4950520"/>
              <a:ext cx="1938475" cy="193176"/>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31;p10"/>
          <p:cNvGrpSpPr/>
          <p:nvPr/>
        </p:nvGrpSpPr>
        <p:grpSpPr>
          <a:xfrm>
            <a:off x="-665807" y="3431750"/>
            <a:ext cx="3632735" cy="2280574"/>
            <a:chOff x="-665807" y="3431750"/>
            <a:chExt cx="3632735" cy="2280574"/>
          </a:xfrm>
        </p:grpSpPr>
        <p:sp>
          <p:nvSpPr>
            <p:cNvPr id="232" name="Google Shape;232;p10"/>
            <p:cNvSpPr/>
            <p:nvPr/>
          </p:nvSpPr>
          <p:spPr>
            <a:xfrm rot="6847533" flipH="1">
              <a:off x="-356027" y="4216323"/>
              <a:ext cx="1115230" cy="1401371"/>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3" name="Google Shape;233;p10"/>
            <p:cNvPicPr preferRelativeResize="0"/>
            <p:nvPr/>
          </p:nvPicPr>
          <p:blipFill>
            <a:blip r:embed="rId2">
              <a:alphaModFix/>
            </a:blip>
            <a:stretch>
              <a:fillRect/>
            </a:stretch>
          </p:blipFill>
          <p:spPr>
            <a:xfrm>
              <a:off x="-221174" y="3431750"/>
              <a:ext cx="3188102" cy="1793302"/>
            </a:xfrm>
            <a:prstGeom prst="rect">
              <a:avLst/>
            </a:prstGeom>
            <a:noFill/>
            <a:ln>
              <a:noFill/>
            </a:ln>
          </p:spPr>
        </p:pic>
      </p:grpSp>
      <p:grpSp>
        <p:nvGrpSpPr>
          <p:cNvPr id="234" name="Google Shape;234;p10"/>
          <p:cNvGrpSpPr/>
          <p:nvPr/>
        </p:nvGrpSpPr>
        <p:grpSpPr>
          <a:xfrm>
            <a:off x="5536150" y="-152400"/>
            <a:ext cx="3785654" cy="5632544"/>
            <a:chOff x="5536150" y="-152400"/>
            <a:chExt cx="3785654" cy="5632544"/>
          </a:xfrm>
        </p:grpSpPr>
        <p:sp>
          <p:nvSpPr>
            <p:cNvPr id="235" name="Google Shape;235;p10"/>
            <p:cNvSpPr/>
            <p:nvPr/>
          </p:nvSpPr>
          <p:spPr>
            <a:xfrm rot="5400000">
              <a:off x="7067275" y="992343"/>
              <a:ext cx="3234092" cy="1126340"/>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0"/>
            <p:cNvSpPr/>
            <p:nvPr/>
          </p:nvSpPr>
          <p:spPr>
            <a:xfrm rot="5400000">
              <a:off x="5122630" y="1355283"/>
              <a:ext cx="5541677" cy="270804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0"/>
            <p:cNvSpPr/>
            <p:nvPr/>
          </p:nvSpPr>
          <p:spPr>
            <a:xfrm rot="5400000">
              <a:off x="8312443" y="3758806"/>
              <a:ext cx="789976" cy="367355"/>
            </a:xfrm>
            <a:custGeom>
              <a:avLst/>
              <a:gdLst/>
              <a:ahLst/>
              <a:cxnLst/>
              <a:rect l="l" t="t" r="r" b="b"/>
              <a:pathLst>
                <a:path w="9871" h="5660" extrusionOk="0">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0"/>
            <p:cNvSpPr/>
            <p:nvPr/>
          </p:nvSpPr>
          <p:spPr>
            <a:xfrm rot="5400000">
              <a:off x="8117401" y="2029636"/>
              <a:ext cx="1785149" cy="431675"/>
            </a:xfrm>
            <a:custGeom>
              <a:avLst/>
              <a:gdLst/>
              <a:ahLst/>
              <a:cxnLst/>
              <a:rect l="l" t="t" r="r" b="b"/>
              <a:pathLst>
                <a:path w="22306" h="6651" extrusionOk="0">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0"/>
            <p:cNvSpPr/>
            <p:nvPr/>
          </p:nvSpPr>
          <p:spPr>
            <a:xfrm rot="5400000">
              <a:off x="7731024" y="2865742"/>
              <a:ext cx="2407783" cy="581797"/>
            </a:xfrm>
            <a:custGeom>
              <a:avLst/>
              <a:gdLst/>
              <a:ahLst/>
              <a:cxnLst/>
              <a:rect l="l" t="t" r="r" b="b"/>
              <a:pathLst>
                <a:path w="30086" h="8964" extrusionOk="0">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0" name="Google Shape;240;p10"/>
            <p:cNvPicPr preferRelativeResize="0"/>
            <p:nvPr/>
          </p:nvPicPr>
          <p:blipFill>
            <a:blip r:embed="rId3">
              <a:alphaModFix/>
            </a:blip>
            <a:stretch>
              <a:fillRect/>
            </a:stretch>
          </p:blipFill>
          <p:spPr>
            <a:xfrm>
              <a:off x="5536150" y="-152400"/>
              <a:ext cx="3785654" cy="212942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1"/>
        <p:cNvGrpSpPr/>
        <p:nvPr/>
      </p:nvGrpSpPr>
      <p:grpSpPr>
        <a:xfrm>
          <a:off x="0" y="0"/>
          <a:ext cx="0" cy="0"/>
          <a:chOff x="0" y="0"/>
          <a:chExt cx="0" cy="0"/>
        </a:xfrm>
      </p:grpSpPr>
      <p:sp>
        <p:nvSpPr>
          <p:cNvPr id="242" name="Google Shape;242;p11"/>
          <p:cNvSpPr/>
          <p:nvPr/>
        </p:nvSpPr>
        <p:spPr>
          <a:xfrm>
            <a:off x="8141194" y="779020"/>
            <a:ext cx="114841" cy="114841"/>
          </a:xfrm>
          <a:custGeom>
            <a:avLst/>
            <a:gdLst/>
            <a:ahLst/>
            <a:cxnLst/>
            <a:rect l="l" t="t" r="r" b="b"/>
            <a:pathLst>
              <a:path w="1145" h="1145" extrusionOk="0">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4496394" y="27193"/>
            <a:ext cx="114841" cy="114841"/>
          </a:xfrm>
          <a:custGeom>
            <a:avLst/>
            <a:gdLst/>
            <a:ahLst/>
            <a:cxnLst/>
            <a:rect l="l" t="t" r="r" b="b"/>
            <a:pathLst>
              <a:path w="1145" h="1145" extrusionOk="0">
                <a:moveTo>
                  <a:pt x="572" y="0"/>
                </a:moveTo>
                <a:cubicBezTo>
                  <a:pt x="258" y="0"/>
                  <a:pt x="1" y="258"/>
                  <a:pt x="1" y="573"/>
                </a:cubicBezTo>
                <a:cubicBezTo>
                  <a:pt x="1" y="891"/>
                  <a:pt x="258" y="1144"/>
                  <a:pt x="572" y="1144"/>
                </a:cubicBezTo>
                <a:cubicBezTo>
                  <a:pt x="890" y="1144"/>
                  <a:pt x="1145" y="891"/>
                  <a:pt x="1145" y="573"/>
                </a:cubicBezTo>
                <a:cubicBezTo>
                  <a:pt x="1145" y="258"/>
                  <a:pt x="890" y="0"/>
                  <a:pt x="5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a:off x="7913720" y="478129"/>
            <a:ext cx="94380" cy="86557"/>
          </a:xfrm>
          <a:custGeom>
            <a:avLst/>
            <a:gdLst/>
            <a:ahLst/>
            <a:cxnLst/>
            <a:rect l="l" t="t" r="r" b="b"/>
            <a:pathLst>
              <a:path w="941" h="863" extrusionOk="0">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a:off x="1207835" y="45487"/>
            <a:ext cx="6923436" cy="4730331"/>
          </a:xfrm>
          <a:custGeom>
            <a:avLst/>
            <a:gdLst/>
            <a:ahLst/>
            <a:cxnLst/>
            <a:rect l="l" t="t" r="r" b="b"/>
            <a:pathLst>
              <a:path w="69029" h="47163" extrusionOk="0">
                <a:moveTo>
                  <a:pt x="49721" y="1"/>
                </a:moveTo>
                <a:cubicBezTo>
                  <a:pt x="45687" y="1"/>
                  <a:pt x="41583" y="1235"/>
                  <a:pt x="37957" y="3081"/>
                </a:cubicBezTo>
                <a:cubicBezTo>
                  <a:pt x="34762" y="4714"/>
                  <a:pt x="31698" y="6871"/>
                  <a:pt x="28119" y="7346"/>
                </a:cubicBezTo>
                <a:cubicBezTo>
                  <a:pt x="27557" y="7420"/>
                  <a:pt x="26998" y="7453"/>
                  <a:pt x="26440" y="7453"/>
                </a:cubicBezTo>
                <a:cubicBezTo>
                  <a:pt x="24560" y="7453"/>
                  <a:pt x="22694" y="7106"/>
                  <a:pt x="20823" y="6922"/>
                </a:cubicBezTo>
                <a:cubicBezTo>
                  <a:pt x="19960" y="6838"/>
                  <a:pt x="19084" y="6794"/>
                  <a:pt x="18201" y="6794"/>
                </a:cubicBezTo>
                <a:cubicBezTo>
                  <a:pt x="13150" y="6797"/>
                  <a:pt x="7908" y="8210"/>
                  <a:pt x="4382" y="11548"/>
                </a:cubicBezTo>
                <a:cubicBezTo>
                  <a:pt x="1720" y="14063"/>
                  <a:pt x="285" y="17468"/>
                  <a:pt x="121" y="20803"/>
                </a:cubicBezTo>
                <a:cubicBezTo>
                  <a:pt x="1" y="23245"/>
                  <a:pt x="466" y="25911"/>
                  <a:pt x="1583" y="28092"/>
                </a:cubicBezTo>
                <a:cubicBezTo>
                  <a:pt x="2837" y="30540"/>
                  <a:pt x="5858" y="32608"/>
                  <a:pt x="4924" y="35354"/>
                </a:cubicBezTo>
                <a:cubicBezTo>
                  <a:pt x="4915" y="35388"/>
                  <a:pt x="4901" y="35425"/>
                  <a:pt x="4891" y="35458"/>
                </a:cubicBezTo>
                <a:cubicBezTo>
                  <a:pt x="3731" y="38967"/>
                  <a:pt x="6417" y="42422"/>
                  <a:pt x="9909" y="42422"/>
                </a:cubicBezTo>
                <a:cubicBezTo>
                  <a:pt x="10257" y="42422"/>
                  <a:pt x="10615" y="42386"/>
                  <a:pt x="10979" y="42315"/>
                </a:cubicBezTo>
                <a:cubicBezTo>
                  <a:pt x="13826" y="41744"/>
                  <a:pt x="16716" y="41459"/>
                  <a:pt x="19599" y="41459"/>
                </a:cubicBezTo>
                <a:cubicBezTo>
                  <a:pt x="23289" y="41459"/>
                  <a:pt x="26972" y="41924"/>
                  <a:pt x="30564" y="42851"/>
                </a:cubicBezTo>
                <a:lnTo>
                  <a:pt x="46758" y="47035"/>
                </a:lnTo>
                <a:cubicBezTo>
                  <a:pt x="47584" y="47118"/>
                  <a:pt x="48410" y="47163"/>
                  <a:pt x="49236" y="47163"/>
                </a:cubicBezTo>
                <a:cubicBezTo>
                  <a:pt x="55512" y="47163"/>
                  <a:pt x="61579" y="44700"/>
                  <a:pt x="66095" y="40248"/>
                </a:cubicBezTo>
                <a:cubicBezTo>
                  <a:pt x="67807" y="37622"/>
                  <a:pt x="69029" y="36007"/>
                  <a:pt x="68915" y="31016"/>
                </a:cubicBezTo>
                <a:cubicBezTo>
                  <a:pt x="68798" y="26009"/>
                  <a:pt x="62814" y="19723"/>
                  <a:pt x="61931" y="17615"/>
                </a:cubicBezTo>
                <a:cubicBezTo>
                  <a:pt x="61057" y="15538"/>
                  <a:pt x="63276" y="11481"/>
                  <a:pt x="62924" y="9260"/>
                </a:cubicBezTo>
                <a:cubicBezTo>
                  <a:pt x="62148" y="4356"/>
                  <a:pt x="57559" y="867"/>
                  <a:pt x="52140" y="158"/>
                </a:cubicBezTo>
                <a:cubicBezTo>
                  <a:pt x="51340" y="51"/>
                  <a:pt x="50531" y="1"/>
                  <a:pt x="497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a:off x="7985073" y="1238086"/>
            <a:ext cx="2272976" cy="1807954"/>
          </a:xfrm>
          <a:custGeom>
            <a:avLst/>
            <a:gdLst/>
            <a:ahLst/>
            <a:cxnLst/>
            <a:rect l="l" t="t" r="r" b="b"/>
            <a:pathLst>
              <a:path w="10725" h="8531" extrusionOk="0">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684799" y="3167397"/>
            <a:ext cx="851626" cy="772190"/>
          </a:xfrm>
          <a:custGeom>
            <a:avLst/>
            <a:gdLst/>
            <a:ahLst/>
            <a:cxnLst/>
            <a:rect l="l" t="t" r="r" b="b"/>
            <a:pathLst>
              <a:path w="8491" h="7699" extrusionOk="0">
                <a:moveTo>
                  <a:pt x="4102" y="1"/>
                </a:moveTo>
                <a:cubicBezTo>
                  <a:pt x="3038" y="1"/>
                  <a:pt x="1990" y="322"/>
                  <a:pt x="1348" y="1095"/>
                </a:cubicBezTo>
                <a:cubicBezTo>
                  <a:pt x="0" y="2710"/>
                  <a:pt x="2031" y="4550"/>
                  <a:pt x="2556" y="6310"/>
                </a:cubicBezTo>
                <a:cubicBezTo>
                  <a:pt x="2854" y="7310"/>
                  <a:pt x="3446" y="7698"/>
                  <a:pt x="4135" y="7698"/>
                </a:cubicBezTo>
                <a:cubicBezTo>
                  <a:pt x="5138" y="7698"/>
                  <a:pt x="6343" y="6875"/>
                  <a:pt x="7142" y="5918"/>
                </a:cubicBezTo>
                <a:cubicBezTo>
                  <a:pt x="8487" y="4299"/>
                  <a:pt x="8490" y="2085"/>
                  <a:pt x="7149" y="964"/>
                </a:cubicBezTo>
                <a:cubicBezTo>
                  <a:pt x="6446" y="382"/>
                  <a:pt x="5266" y="1"/>
                  <a:pt x="41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1810334" y="811416"/>
            <a:ext cx="5757979" cy="4004277"/>
          </a:xfrm>
          <a:custGeom>
            <a:avLst/>
            <a:gdLst/>
            <a:ahLst/>
            <a:cxnLst/>
            <a:rect l="l" t="t" r="r" b="b"/>
            <a:pathLst>
              <a:path w="57409" h="39924" extrusionOk="0">
                <a:moveTo>
                  <a:pt x="41442" y="1"/>
                </a:moveTo>
                <a:cubicBezTo>
                  <a:pt x="40809" y="1"/>
                  <a:pt x="40177" y="37"/>
                  <a:pt x="39550" y="109"/>
                </a:cubicBezTo>
                <a:cubicBezTo>
                  <a:pt x="35241" y="597"/>
                  <a:pt x="30969" y="3304"/>
                  <a:pt x="26644" y="3304"/>
                </a:cubicBezTo>
                <a:cubicBezTo>
                  <a:pt x="26399" y="3304"/>
                  <a:pt x="26154" y="3295"/>
                  <a:pt x="25908" y="3277"/>
                </a:cubicBezTo>
                <a:cubicBezTo>
                  <a:pt x="23814" y="3120"/>
                  <a:pt x="21881" y="2180"/>
                  <a:pt x="19898" y="1501"/>
                </a:cubicBezTo>
                <a:cubicBezTo>
                  <a:pt x="17859" y="802"/>
                  <a:pt x="15655" y="398"/>
                  <a:pt x="13483" y="398"/>
                </a:cubicBezTo>
                <a:cubicBezTo>
                  <a:pt x="10616" y="398"/>
                  <a:pt x="7802" y="1102"/>
                  <a:pt x="5494" y="2762"/>
                </a:cubicBezTo>
                <a:cubicBezTo>
                  <a:pt x="2888" y="4632"/>
                  <a:pt x="1162" y="7572"/>
                  <a:pt x="507" y="10686"/>
                </a:cubicBezTo>
                <a:cubicBezTo>
                  <a:pt x="28" y="12968"/>
                  <a:pt x="1" y="15570"/>
                  <a:pt x="593" y="17834"/>
                </a:cubicBezTo>
                <a:cubicBezTo>
                  <a:pt x="1256" y="20380"/>
                  <a:pt x="2329" y="22601"/>
                  <a:pt x="2245" y="25314"/>
                </a:cubicBezTo>
                <a:cubicBezTo>
                  <a:pt x="2159" y="28181"/>
                  <a:pt x="1580" y="30659"/>
                  <a:pt x="2078" y="33589"/>
                </a:cubicBezTo>
                <a:cubicBezTo>
                  <a:pt x="2736" y="37451"/>
                  <a:pt x="6385" y="39923"/>
                  <a:pt x="11969" y="39923"/>
                </a:cubicBezTo>
                <a:cubicBezTo>
                  <a:pt x="14052" y="39923"/>
                  <a:pt x="16405" y="39579"/>
                  <a:pt x="18971" y="38835"/>
                </a:cubicBezTo>
                <a:cubicBezTo>
                  <a:pt x="22988" y="37671"/>
                  <a:pt x="27153" y="37012"/>
                  <a:pt x="31330" y="36875"/>
                </a:cubicBezTo>
                <a:cubicBezTo>
                  <a:pt x="31630" y="36865"/>
                  <a:pt x="31928" y="36860"/>
                  <a:pt x="32226" y="36860"/>
                </a:cubicBezTo>
                <a:cubicBezTo>
                  <a:pt x="35807" y="36860"/>
                  <a:pt x="39244" y="37524"/>
                  <a:pt x="42815" y="37852"/>
                </a:cubicBezTo>
                <a:cubicBezTo>
                  <a:pt x="43587" y="37922"/>
                  <a:pt x="44369" y="37965"/>
                  <a:pt x="45149" y="37965"/>
                </a:cubicBezTo>
                <a:cubicBezTo>
                  <a:pt x="47133" y="37965"/>
                  <a:pt x="49109" y="37687"/>
                  <a:pt x="50909" y="36881"/>
                </a:cubicBezTo>
                <a:cubicBezTo>
                  <a:pt x="53291" y="35817"/>
                  <a:pt x="55248" y="33834"/>
                  <a:pt x="56278" y="31435"/>
                </a:cubicBezTo>
                <a:cubicBezTo>
                  <a:pt x="57312" y="29037"/>
                  <a:pt x="57409" y="26254"/>
                  <a:pt x="56543" y="23792"/>
                </a:cubicBezTo>
                <a:cubicBezTo>
                  <a:pt x="55873" y="21879"/>
                  <a:pt x="54649" y="20156"/>
                  <a:pt x="54275" y="18163"/>
                </a:cubicBezTo>
                <a:cubicBezTo>
                  <a:pt x="53826" y="15801"/>
                  <a:pt x="54629" y="13383"/>
                  <a:pt x="54545" y="10981"/>
                </a:cubicBezTo>
                <a:cubicBezTo>
                  <a:pt x="54425" y="7512"/>
                  <a:pt x="52381" y="4254"/>
                  <a:pt x="49501" y="2320"/>
                </a:cubicBezTo>
                <a:cubicBezTo>
                  <a:pt x="47142" y="738"/>
                  <a:pt x="44290" y="1"/>
                  <a:pt x="41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3583188" y="84563"/>
            <a:ext cx="753535" cy="499682"/>
          </a:xfrm>
          <a:custGeom>
            <a:avLst/>
            <a:gdLst/>
            <a:ahLst/>
            <a:cxnLst/>
            <a:rect l="l" t="t" r="r" b="b"/>
            <a:pathLst>
              <a:path w="7513" h="4982" extrusionOk="0">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txBox="1">
            <a:spLocks noGrp="1"/>
          </p:cNvSpPr>
          <p:nvPr>
            <p:ph type="title" hasCustomPrompt="1"/>
          </p:nvPr>
        </p:nvSpPr>
        <p:spPr>
          <a:xfrm>
            <a:off x="1377175" y="2098650"/>
            <a:ext cx="6389700" cy="624000"/>
          </a:xfrm>
          <a:prstGeom prst="rect">
            <a:avLst/>
          </a:prstGeom>
        </p:spPr>
        <p:txBody>
          <a:bodyPr spcFirstLastPara="1" wrap="square" lIns="91425" tIns="0" rIns="91425" bIns="0" anchor="ctr" anchorCtr="0">
            <a:noAutofit/>
          </a:bodyPr>
          <a:lstStyle>
            <a:lvl1pPr lvl="0" algn="ctr">
              <a:spcBef>
                <a:spcPts val="0"/>
              </a:spcBef>
              <a:spcAft>
                <a:spcPts val="0"/>
              </a:spcAft>
              <a:buSzPts val="12000"/>
              <a:buNone/>
              <a:defRPr sz="7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51" name="Google Shape;251;p11"/>
          <p:cNvSpPr txBox="1">
            <a:spLocks noGrp="1"/>
          </p:cNvSpPr>
          <p:nvPr>
            <p:ph type="body" idx="1"/>
          </p:nvPr>
        </p:nvSpPr>
        <p:spPr>
          <a:xfrm>
            <a:off x="2141275" y="2908400"/>
            <a:ext cx="4861500" cy="4551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400"/>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pic>
        <p:nvPicPr>
          <p:cNvPr id="252" name="Google Shape;252;p11"/>
          <p:cNvPicPr preferRelativeResize="0"/>
          <p:nvPr/>
        </p:nvPicPr>
        <p:blipFill rotWithShape="1">
          <a:blip r:embed="rId2">
            <a:alphaModFix/>
          </a:blip>
          <a:srcRect l="26975" t="44943" b="28"/>
          <a:stretch/>
        </p:blipFill>
        <p:spPr>
          <a:xfrm rot="5400000">
            <a:off x="8224362" y="-373937"/>
            <a:ext cx="993375" cy="1284050"/>
          </a:xfrm>
          <a:prstGeom prst="rect">
            <a:avLst/>
          </a:prstGeom>
          <a:noFill/>
          <a:ln>
            <a:noFill/>
          </a:ln>
        </p:spPr>
      </p:pic>
      <p:pic>
        <p:nvPicPr>
          <p:cNvPr id="253" name="Google Shape;253;p11"/>
          <p:cNvPicPr preferRelativeResize="0"/>
          <p:nvPr/>
        </p:nvPicPr>
        <p:blipFill>
          <a:blip r:embed="rId3">
            <a:alphaModFix/>
          </a:blip>
          <a:stretch>
            <a:fillRect/>
          </a:stretch>
        </p:blipFill>
        <p:spPr>
          <a:xfrm>
            <a:off x="-108141" y="3387325"/>
            <a:ext cx="1790590" cy="183237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_1">
    <p:bg>
      <p:bgPr>
        <a:solidFill>
          <a:schemeClr val="accent1"/>
        </a:solidFill>
        <a:effectLst/>
      </p:bgPr>
    </p:bg>
    <p:spTree>
      <p:nvGrpSpPr>
        <p:cNvPr id="1" name="Shape 2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_1_1">
    <p:bg>
      <p:bgPr>
        <a:solidFill>
          <a:srgbClr val="F7F8FC"/>
        </a:solidFill>
        <a:effectLst/>
      </p:bgPr>
    </p:bg>
    <p:spTree>
      <p:nvGrpSpPr>
        <p:cNvPr id="1" name="Shape 256"/>
        <p:cNvGrpSpPr/>
        <p:nvPr/>
      </p:nvGrpSpPr>
      <p:grpSpPr>
        <a:xfrm>
          <a:off x="0" y="0"/>
          <a:ext cx="0" cy="0"/>
          <a:chOff x="0" y="0"/>
          <a:chExt cx="0" cy="0"/>
        </a:xfrm>
      </p:grpSpPr>
      <p:grpSp>
        <p:nvGrpSpPr>
          <p:cNvPr id="257" name="Google Shape;257;p14"/>
          <p:cNvGrpSpPr/>
          <p:nvPr/>
        </p:nvGrpSpPr>
        <p:grpSpPr>
          <a:xfrm>
            <a:off x="5861375" y="4178175"/>
            <a:ext cx="3351600" cy="1021698"/>
            <a:chOff x="5861375" y="4178175"/>
            <a:chExt cx="3351600" cy="1021698"/>
          </a:xfrm>
        </p:grpSpPr>
        <p:sp>
          <p:nvSpPr>
            <p:cNvPr id="258" name="Google Shape;258;p14"/>
            <p:cNvSpPr/>
            <p:nvPr/>
          </p:nvSpPr>
          <p:spPr>
            <a:xfrm>
              <a:off x="5861375" y="4178175"/>
              <a:ext cx="3351600" cy="1021698"/>
            </a:xfrm>
            <a:custGeom>
              <a:avLst/>
              <a:gdLst/>
              <a:ahLst/>
              <a:cxnLst/>
              <a:rect l="l" t="t" r="r" b="b"/>
              <a:pathLst>
                <a:path w="44285" h="14312" extrusionOk="0">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9" name="Google Shape;259;p14"/>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260" name="Google Shape;260;p14"/>
          <p:cNvGrpSpPr/>
          <p:nvPr/>
        </p:nvGrpSpPr>
        <p:grpSpPr>
          <a:xfrm>
            <a:off x="-103000" y="-237275"/>
            <a:ext cx="4656024" cy="2635100"/>
            <a:chOff x="-103000" y="-237275"/>
            <a:chExt cx="4656024" cy="2635100"/>
          </a:xfrm>
        </p:grpSpPr>
        <p:sp>
          <p:nvSpPr>
            <p:cNvPr id="261" name="Google Shape;261;p14"/>
            <p:cNvSpPr/>
            <p:nvPr/>
          </p:nvSpPr>
          <p:spPr>
            <a:xfrm>
              <a:off x="-19050" y="-76200"/>
              <a:ext cx="2668237" cy="114584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19050" y="-76200"/>
              <a:ext cx="4572074" cy="247402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3" name="Google Shape;263;p14"/>
            <p:cNvPicPr preferRelativeResize="0"/>
            <p:nvPr/>
          </p:nvPicPr>
          <p:blipFill rotWithShape="1">
            <a:blip r:embed="rId3">
              <a:alphaModFix/>
            </a:blip>
            <a:srcRect t="40" b="30"/>
            <a:stretch/>
          </p:blipFill>
          <p:spPr>
            <a:xfrm>
              <a:off x="-103000" y="-237275"/>
              <a:ext cx="1360299" cy="2331747"/>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1_1_1_1">
    <p:bg>
      <p:bgPr>
        <a:solidFill>
          <a:srgbClr val="F7F8FC"/>
        </a:solidFill>
        <a:effectLst/>
      </p:bgPr>
    </p:bg>
    <p:spTree>
      <p:nvGrpSpPr>
        <p:cNvPr id="1" name="Shape 264"/>
        <p:cNvGrpSpPr/>
        <p:nvPr/>
      </p:nvGrpSpPr>
      <p:grpSpPr>
        <a:xfrm>
          <a:off x="0" y="0"/>
          <a:ext cx="0" cy="0"/>
          <a:chOff x="0" y="0"/>
          <a:chExt cx="0" cy="0"/>
        </a:xfrm>
      </p:grpSpPr>
      <p:grpSp>
        <p:nvGrpSpPr>
          <p:cNvPr id="265" name="Google Shape;265;p15"/>
          <p:cNvGrpSpPr/>
          <p:nvPr/>
        </p:nvGrpSpPr>
        <p:grpSpPr>
          <a:xfrm>
            <a:off x="6002520" y="-102719"/>
            <a:ext cx="4477807" cy="5398619"/>
            <a:chOff x="6002520" y="-102719"/>
            <a:chExt cx="4477807" cy="5398619"/>
          </a:xfrm>
        </p:grpSpPr>
        <p:sp>
          <p:nvSpPr>
            <p:cNvPr id="266" name="Google Shape;266;p15"/>
            <p:cNvSpPr/>
            <p:nvPr/>
          </p:nvSpPr>
          <p:spPr>
            <a:xfrm rot="10800000" flipH="1">
              <a:off x="7915228" y="315002"/>
              <a:ext cx="1679305" cy="4839573"/>
            </a:xfrm>
            <a:custGeom>
              <a:avLst/>
              <a:gdLst/>
              <a:ahLst/>
              <a:cxnLst/>
              <a:rect l="l" t="t" r="r" b="b"/>
              <a:pathLst>
                <a:path w="35728" h="40732" extrusionOk="0">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p:nvPr/>
          </p:nvSpPr>
          <p:spPr>
            <a:xfrm rot="10800000" flipH="1">
              <a:off x="9065267" y="201900"/>
              <a:ext cx="1287556" cy="4952684"/>
            </a:xfrm>
            <a:custGeom>
              <a:avLst/>
              <a:gdLst/>
              <a:ahLst/>
              <a:cxnLst/>
              <a:rect l="l" t="t" r="r" b="b"/>
              <a:pathLst>
                <a:path w="18724" h="41684" extrusionOk="0">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5"/>
            <p:cNvSpPr/>
            <p:nvPr/>
          </p:nvSpPr>
          <p:spPr>
            <a:xfrm rot="10800000" flipH="1">
              <a:off x="8947883" y="-102719"/>
              <a:ext cx="1404938" cy="907153"/>
            </a:xfrm>
            <a:custGeom>
              <a:avLst/>
              <a:gdLst/>
              <a:ahLst/>
              <a:cxnLst/>
              <a:rect l="l" t="t" r="r" b="b"/>
              <a:pathLst>
                <a:path w="20431" h="7635" extrusionOk="0">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5"/>
            <p:cNvSpPr/>
            <p:nvPr/>
          </p:nvSpPr>
          <p:spPr>
            <a:xfrm rot="9683509" flipH="1">
              <a:off x="8237391" y="3788609"/>
              <a:ext cx="729045" cy="1405831"/>
            </a:xfrm>
            <a:custGeom>
              <a:avLst/>
              <a:gdLst/>
              <a:ahLst/>
              <a:cxnLst/>
              <a:rect l="l" t="t" r="r" b="b"/>
              <a:pathLst>
                <a:path w="10602" h="11832" extrusionOk="0">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15"/>
            <p:cNvGrpSpPr/>
            <p:nvPr/>
          </p:nvGrpSpPr>
          <p:grpSpPr>
            <a:xfrm>
              <a:off x="6002520" y="4318199"/>
              <a:ext cx="4477807" cy="839588"/>
              <a:chOff x="3098100" y="3849750"/>
              <a:chExt cx="940775" cy="270425"/>
            </a:xfrm>
          </p:grpSpPr>
          <p:sp>
            <p:nvSpPr>
              <p:cNvPr id="271" name="Google Shape;271;p15"/>
              <p:cNvSpPr/>
              <p:nvPr/>
            </p:nvSpPr>
            <p:spPr>
              <a:xfrm>
                <a:off x="3304800" y="3882975"/>
                <a:ext cx="665525" cy="237200"/>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74" name="Google Shape;274;p15"/>
            <p:cNvPicPr preferRelativeResize="0"/>
            <p:nvPr/>
          </p:nvPicPr>
          <p:blipFill rotWithShape="1">
            <a:blip r:embed="rId2">
              <a:alphaModFix/>
            </a:blip>
            <a:srcRect l="70893"/>
            <a:stretch/>
          </p:blipFill>
          <p:spPr>
            <a:xfrm>
              <a:off x="8305798" y="-52600"/>
              <a:ext cx="914400" cy="1767101"/>
            </a:xfrm>
            <a:prstGeom prst="rect">
              <a:avLst/>
            </a:prstGeom>
            <a:noFill/>
            <a:ln>
              <a:noFill/>
            </a:ln>
          </p:spPr>
        </p:pic>
        <p:pic>
          <p:nvPicPr>
            <p:cNvPr id="275" name="Google Shape;275;p15"/>
            <p:cNvPicPr preferRelativeResize="0"/>
            <p:nvPr/>
          </p:nvPicPr>
          <p:blipFill rotWithShape="1">
            <a:blip r:embed="rId3">
              <a:alphaModFix/>
            </a:blip>
            <a:srcRect l="53175"/>
            <a:stretch/>
          </p:blipFill>
          <p:spPr>
            <a:xfrm>
              <a:off x="7967650" y="3608200"/>
              <a:ext cx="1404950" cy="1687700"/>
            </a:xfrm>
            <a:prstGeom prst="rect">
              <a:avLst/>
            </a:prstGeom>
            <a:noFill/>
            <a:ln>
              <a:noFill/>
            </a:ln>
          </p:spPr>
        </p:pic>
      </p:grpSp>
      <p:grpSp>
        <p:nvGrpSpPr>
          <p:cNvPr id="276" name="Google Shape;276;p15"/>
          <p:cNvGrpSpPr/>
          <p:nvPr/>
        </p:nvGrpSpPr>
        <p:grpSpPr>
          <a:xfrm>
            <a:off x="-1461898" y="-365531"/>
            <a:ext cx="4517288" cy="5656681"/>
            <a:chOff x="-1461898" y="-365531"/>
            <a:chExt cx="4517288" cy="5656681"/>
          </a:xfrm>
        </p:grpSpPr>
        <p:grpSp>
          <p:nvGrpSpPr>
            <p:cNvPr id="277" name="Google Shape;277;p15"/>
            <p:cNvGrpSpPr/>
            <p:nvPr/>
          </p:nvGrpSpPr>
          <p:grpSpPr>
            <a:xfrm rot="-373055" flipH="1">
              <a:off x="-1188897" y="-165939"/>
              <a:ext cx="3971287" cy="5257164"/>
              <a:chOff x="3268325" y="3013975"/>
              <a:chExt cx="1443800" cy="1106200"/>
            </a:xfrm>
          </p:grpSpPr>
          <p:sp>
            <p:nvSpPr>
              <p:cNvPr id="278" name="Google Shape;278;p15"/>
              <p:cNvSpPr/>
              <p:nvPr/>
            </p:nvSpPr>
            <p:spPr>
              <a:xfrm>
                <a:off x="3268325" y="3013975"/>
                <a:ext cx="274950" cy="149575"/>
              </a:xfrm>
              <a:custGeom>
                <a:avLst/>
                <a:gdLst/>
                <a:ahLst/>
                <a:cxnLst/>
                <a:rect l="l" t="t" r="r" b="b"/>
                <a:pathLst>
                  <a:path w="10998" h="5983" extrusionOk="0">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p:nvPr/>
            </p:nvSpPr>
            <p:spPr>
              <a:xfrm>
                <a:off x="3543250" y="3013975"/>
                <a:ext cx="893200" cy="1018300"/>
              </a:xfrm>
              <a:custGeom>
                <a:avLst/>
                <a:gdLst/>
                <a:ahLst/>
                <a:cxnLst/>
                <a:rect l="l" t="t" r="r" b="b"/>
                <a:pathLst>
                  <a:path w="35728" h="40732" extrusionOk="0">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5"/>
              <p:cNvSpPr/>
              <p:nvPr/>
            </p:nvSpPr>
            <p:spPr>
              <a:xfrm>
                <a:off x="3532950" y="3013975"/>
                <a:ext cx="491525" cy="178275"/>
              </a:xfrm>
              <a:custGeom>
                <a:avLst/>
                <a:gdLst/>
                <a:ahLst/>
                <a:cxnLst/>
                <a:rect l="l" t="t" r="r" b="b"/>
                <a:pathLst>
                  <a:path w="19661" h="7131" extrusionOk="0">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p:nvPr/>
            </p:nvSpPr>
            <p:spPr>
              <a:xfrm>
                <a:off x="4244025" y="3013975"/>
                <a:ext cx="468100" cy="1042100"/>
              </a:xfrm>
              <a:custGeom>
                <a:avLst/>
                <a:gdLst/>
                <a:ahLst/>
                <a:cxnLst/>
                <a:rect l="l" t="t" r="r" b="b"/>
                <a:pathLst>
                  <a:path w="18724" h="41684" extrusionOk="0">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4201350" y="3929300"/>
                <a:ext cx="510775" cy="190875"/>
              </a:xfrm>
              <a:custGeom>
                <a:avLst/>
                <a:gdLst/>
                <a:ahLst/>
                <a:cxnLst/>
                <a:rect l="l" t="t" r="r" b="b"/>
                <a:pathLst>
                  <a:path w="20431" h="7635" extrusionOk="0">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a:off x="4057600" y="3658800"/>
                <a:ext cx="265050" cy="295800"/>
              </a:xfrm>
              <a:custGeom>
                <a:avLst/>
                <a:gdLst/>
                <a:ahLst/>
                <a:cxnLst/>
                <a:rect l="l" t="t" r="r" b="b"/>
                <a:pathLst>
                  <a:path w="10602" h="11832" extrusionOk="0">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4" name="Google Shape;284;p15"/>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285" name="Google Shape;285;p15"/>
            <p:cNvPicPr preferRelativeResize="0"/>
            <p:nvPr/>
          </p:nvPicPr>
          <p:blipFill rotWithShape="1">
            <a:blip r:embed="rId5">
              <a:alphaModFix/>
            </a:blip>
            <a:srcRect r="52408" b="36512"/>
            <a:stretch/>
          </p:blipFill>
          <p:spPr>
            <a:xfrm>
              <a:off x="-228600" y="4090400"/>
              <a:ext cx="1600195" cy="1200749"/>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4">
  <p:cSld name="CUSTOM_1_1_1_1_1">
    <p:bg>
      <p:bgPr>
        <a:solidFill>
          <a:schemeClr val="accent1"/>
        </a:solidFill>
        <a:effectLst/>
      </p:bgPr>
    </p:bg>
    <p:spTree>
      <p:nvGrpSpPr>
        <p:cNvPr id="1" name="Shape 286"/>
        <p:cNvGrpSpPr/>
        <p:nvPr/>
      </p:nvGrpSpPr>
      <p:grpSpPr>
        <a:xfrm>
          <a:off x="0" y="0"/>
          <a:ext cx="0" cy="0"/>
          <a:chOff x="0" y="0"/>
          <a:chExt cx="0" cy="0"/>
        </a:xfrm>
      </p:grpSpPr>
      <p:grpSp>
        <p:nvGrpSpPr>
          <p:cNvPr id="287" name="Google Shape;287;p16"/>
          <p:cNvGrpSpPr/>
          <p:nvPr/>
        </p:nvGrpSpPr>
        <p:grpSpPr>
          <a:xfrm>
            <a:off x="7588037" y="-344128"/>
            <a:ext cx="1753419" cy="5824284"/>
            <a:chOff x="5883539" y="-344156"/>
            <a:chExt cx="3534407" cy="5824284"/>
          </a:xfrm>
        </p:grpSpPr>
        <p:sp>
          <p:nvSpPr>
            <p:cNvPr id="288" name="Google Shape;288;p16"/>
            <p:cNvSpPr/>
            <p:nvPr/>
          </p:nvSpPr>
          <p:spPr>
            <a:xfrm rot="5400000">
              <a:off x="6900504" y="863896"/>
              <a:ext cx="3234092" cy="138320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rot="5400000">
              <a:off x="4775506" y="1046483"/>
              <a:ext cx="5541677" cy="3325611"/>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6"/>
            <p:cNvSpPr/>
            <p:nvPr/>
          </p:nvSpPr>
          <p:spPr>
            <a:xfrm rot="5400000">
              <a:off x="8150941" y="3716902"/>
              <a:ext cx="789976" cy="451130"/>
            </a:xfrm>
            <a:custGeom>
              <a:avLst/>
              <a:gdLst/>
              <a:ahLst/>
              <a:cxnLst/>
              <a:rect l="l" t="t" r="r" b="b"/>
              <a:pathLst>
                <a:path w="9871" h="5660" extrusionOk="0">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6"/>
            <p:cNvSpPr/>
            <p:nvPr/>
          </p:nvSpPr>
          <p:spPr>
            <a:xfrm rot="5400000">
              <a:off x="8024895" y="1980397"/>
              <a:ext cx="1785149" cy="530118"/>
            </a:xfrm>
            <a:custGeom>
              <a:avLst/>
              <a:gdLst/>
              <a:ahLst/>
              <a:cxnLst/>
              <a:rect l="l" t="t" r="r" b="b"/>
              <a:pathLst>
                <a:path w="22306" h="6651" extrusionOk="0">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p:nvPr/>
          </p:nvSpPr>
          <p:spPr>
            <a:xfrm rot="5400000">
              <a:off x="7621400" y="2799386"/>
              <a:ext cx="2407783" cy="714476"/>
            </a:xfrm>
            <a:custGeom>
              <a:avLst/>
              <a:gdLst/>
              <a:ahLst/>
              <a:cxnLst/>
              <a:rect l="l" t="t" r="r" b="b"/>
              <a:pathLst>
                <a:path w="30086" h="8964" extrusionOk="0">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16"/>
            <p:cNvGrpSpPr/>
            <p:nvPr/>
          </p:nvGrpSpPr>
          <p:grpSpPr>
            <a:xfrm flipH="1">
              <a:off x="6930507" y="-344156"/>
              <a:ext cx="2487438" cy="2254471"/>
              <a:chOff x="4895725" y="2485200"/>
              <a:chExt cx="464525" cy="744050"/>
            </a:xfrm>
          </p:grpSpPr>
          <p:sp>
            <p:nvSpPr>
              <p:cNvPr id="294" name="Google Shape;294;p16"/>
              <p:cNvSpPr/>
              <p:nvPr/>
            </p:nvSpPr>
            <p:spPr>
              <a:xfrm>
                <a:off x="4896150" y="2564650"/>
                <a:ext cx="407475" cy="415225"/>
              </a:xfrm>
              <a:custGeom>
                <a:avLst/>
                <a:gdLst/>
                <a:ahLst/>
                <a:cxnLst/>
                <a:rect l="l" t="t" r="r" b="b"/>
                <a:pathLst>
                  <a:path w="16299" h="16609" extrusionOk="0">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a:off x="4896675" y="2643100"/>
                <a:ext cx="398000" cy="404125"/>
              </a:xfrm>
              <a:custGeom>
                <a:avLst/>
                <a:gdLst/>
                <a:ahLst/>
                <a:cxnLst/>
                <a:rect l="l" t="t" r="r" b="b"/>
                <a:pathLst>
                  <a:path w="15920" h="16165" extrusionOk="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p:cNvSpPr/>
              <p:nvPr/>
            </p:nvSpPr>
            <p:spPr>
              <a:xfrm>
                <a:off x="4896400" y="2603925"/>
                <a:ext cx="405100" cy="411800"/>
              </a:xfrm>
              <a:custGeom>
                <a:avLst/>
                <a:gdLst/>
                <a:ahLst/>
                <a:cxnLst/>
                <a:rect l="l" t="t" r="r" b="b"/>
                <a:pathLst>
                  <a:path w="16204" h="16472" extrusionOk="0">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6"/>
              <p:cNvSpPr/>
              <p:nvPr/>
            </p:nvSpPr>
            <p:spPr>
              <a:xfrm>
                <a:off x="4898950" y="3035450"/>
                <a:ext cx="189175" cy="190300"/>
              </a:xfrm>
              <a:custGeom>
                <a:avLst/>
                <a:gdLst/>
                <a:ahLst/>
                <a:cxnLst/>
                <a:rect l="l" t="t" r="r" b="b"/>
                <a:pathLst>
                  <a:path w="7567" h="7612" extrusionOk="0">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p:cNvSpPr/>
              <p:nvPr/>
            </p:nvSpPr>
            <p:spPr>
              <a:xfrm>
                <a:off x="4898025" y="2878500"/>
                <a:ext cx="300475" cy="303725"/>
              </a:xfrm>
              <a:custGeom>
                <a:avLst/>
                <a:gdLst/>
                <a:ahLst/>
                <a:cxnLst/>
                <a:rect l="l" t="t" r="r" b="b"/>
                <a:pathLst>
                  <a:path w="12019" h="12149" extrusionOk="0">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p:cNvSpPr/>
              <p:nvPr/>
            </p:nvSpPr>
            <p:spPr>
              <a:xfrm>
                <a:off x="4897600" y="2800050"/>
                <a:ext cx="341900" cy="345975"/>
              </a:xfrm>
              <a:custGeom>
                <a:avLst/>
                <a:gdLst/>
                <a:ahLst/>
                <a:cxnLst/>
                <a:rect l="l" t="t" r="r" b="b"/>
                <a:pathLst>
                  <a:path w="13676" h="13839" extrusionOk="0">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p:cNvSpPr/>
              <p:nvPr/>
            </p:nvSpPr>
            <p:spPr>
              <a:xfrm>
                <a:off x="4897100" y="2721600"/>
                <a:ext cx="374750" cy="379700"/>
              </a:xfrm>
              <a:custGeom>
                <a:avLst/>
                <a:gdLst/>
                <a:ahLst/>
                <a:cxnLst/>
                <a:rect l="l" t="t" r="r" b="b"/>
                <a:pathLst>
                  <a:path w="14990" h="15188" extrusionOk="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p:cNvSpPr/>
              <p:nvPr/>
            </p:nvSpPr>
            <p:spPr>
              <a:xfrm>
                <a:off x="4898700" y="2996200"/>
                <a:ext cx="220950" cy="222650"/>
              </a:xfrm>
              <a:custGeom>
                <a:avLst/>
                <a:gdLst/>
                <a:ahLst/>
                <a:cxnLst/>
                <a:rect l="l" t="t" r="r" b="b"/>
                <a:pathLst>
                  <a:path w="8838" h="8906" extrusionOk="0">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6"/>
              <p:cNvSpPr/>
              <p:nvPr/>
            </p:nvSpPr>
            <p:spPr>
              <a:xfrm>
                <a:off x="4898275" y="2917750"/>
                <a:ext cx="276400" cy="279050"/>
              </a:xfrm>
              <a:custGeom>
                <a:avLst/>
                <a:gdLst/>
                <a:ahLst/>
                <a:cxnLst/>
                <a:rect l="l" t="t" r="r" b="b"/>
                <a:pathLst>
                  <a:path w="11056" h="11162" extrusionOk="0">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6"/>
              <p:cNvSpPr/>
              <p:nvPr/>
            </p:nvSpPr>
            <p:spPr>
              <a:xfrm>
                <a:off x="4897775" y="2839325"/>
                <a:ext cx="322375" cy="325950"/>
              </a:xfrm>
              <a:custGeom>
                <a:avLst/>
                <a:gdLst/>
                <a:ahLst/>
                <a:cxnLst/>
                <a:rect l="l" t="t" r="r" b="b"/>
                <a:pathLst>
                  <a:path w="12895" h="13038" extrusionOk="0">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6"/>
              <p:cNvSpPr/>
              <p:nvPr/>
            </p:nvSpPr>
            <p:spPr>
              <a:xfrm>
                <a:off x="4897350" y="2760800"/>
                <a:ext cx="359425" cy="363925"/>
              </a:xfrm>
              <a:custGeom>
                <a:avLst/>
                <a:gdLst/>
                <a:ahLst/>
                <a:cxnLst/>
                <a:rect l="l" t="t" r="r" b="b"/>
                <a:pathLst>
                  <a:path w="14377" h="14557" extrusionOk="0">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6"/>
              <p:cNvSpPr/>
              <p:nvPr/>
            </p:nvSpPr>
            <p:spPr>
              <a:xfrm>
                <a:off x="4899375" y="3113900"/>
                <a:ext cx="115000" cy="115000"/>
              </a:xfrm>
              <a:custGeom>
                <a:avLst/>
                <a:gdLst/>
                <a:ahLst/>
                <a:cxnLst/>
                <a:rect l="l" t="t" r="r" b="b"/>
                <a:pathLst>
                  <a:path w="4600" h="4600" extrusionOk="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6"/>
              <p:cNvSpPr/>
              <p:nvPr/>
            </p:nvSpPr>
            <p:spPr>
              <a:xfrm>
                <a:off x="4899225" y="3074625"/>
                <a:ext cx="154075" cy="154625"/>
              </a:xfrm>
              <a:custGeom>
                <a:avLst/>
                <a:gdLst/>
                <a:ahLst/>
                <a:cxnLst/>
                <a:rect l="l" t="t" r="r" b="b"/>
                <a:pathLst>
                  <a:path w="6163" h="6185" extrusionOk="0">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6"/>
              <p:cNvSpPr/>
              <p:nvPr/>
            </p:nvSpPr>
            <p:spPr>
              <a:xfrm>
                <a:off x="5198925" y="2485200"/>
                <a:ext cx="135175" cy="131750"/>
              </a:xfrm>
              <a:custGeom>
                <a:avLst/>
                <a:gdLst/>
                <a:ahLst/>
                <a:cxnLst/>
                <a:rect l="l" t="t" r="r" b="b"/>
                <a:pathLst>
                  <a:path w="5407" h="5270" extrusionOk="0">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6"/>
              <p:cNvSpPr/>
              <p:nvPr/>
            </p:nvSpPr>
            <p:spPr>
              <a:xfrm>
                <a:off x="5159925" y="2485200"/>
                <a:ext cx="156300" cy="152550"/>
              </a:xfrm>
              <a:custGeom>
                <a:avLst/>
                <a:gdLst/>
                <a:ahLst/>
                <a:cxnLst/>
                <a:rect l="l" t="t" r="r" b="b"/>
                <a:pathLst>
                  <a:path w="6252" h="6102" extrusionOk="0">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5003900" y="2485200"/>
                <a:ext cx="246225" cy="244175"/>
              </a:xfrm>
              <a:custGeom>
                <a:avLst/>
                <a:gdLst/>
                <a:ahLst/>
                <a:cxnLst/>
                <a:rect l="l" t="t" r="r" b="b"/>
                <a:pathLst>
                  <a:path w="9849" h="9767" extrusionOk="0">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p:nvPr/>
            </p:nvSpPr>
            <p:spPr>
              <a:xfrm>
                <a:off x="4898450" y="2956950"/>
                <a:ext cx="249900" cy="252175"/>
              </a:xfrm>
              <a:custGeom>
                <a:avLst/>
                <a:gdLst/>
                <a:ahLst/>
                <a:cxnLst/>
                <a:rect l="l" t="t" r="r" b="b"/>
                <a:pathLst>
                  <a:path w="9996" h="10087" extrusionOk="0">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6"/>
              <p:cNvSpPr/>
              <p:nvPr/>
            </p:nvSpPr>
            <p:spPr>
              <a:xfrm>
                <a:off x="4896825" y="2682350"/>
                <a:ext cx="387800" cy="393175"/>
              </a:xfrm>
              <a:custGeom>
                <a:avLst/>
                <a:gdLst/>
                <a:ahLst/>
                <a:cxnLst/>
                <a:rect l="l" t="t" r="r" b="b"/>
                <a:pathLst>
                  <a:path w="15512" h="15727" extrusionOk="0">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6"/>
              <p:cNvSpPr/>
              <p:nvPr/>
            </p:nvSpPr>
            <p:spPr>
              <a:xfrm>
                <a:off x="4899900" y="3192325"/>
                <a:ext cx="14925" cy="15025"/>
              </a:xfrm>
              <a:custGeom>
                <a:avLst/>
                <a:gdLst/>
                <a:ahLst/>
                <a:cxnLst/>
                <a:rect l="l" t="t" r="r" b="b"/>
                <a:pathLst>
                  <a:path w="597" h="601" extrusionOk="0">
                    <a:moveTo>
                      <a:pt x="0" y="1"/>
                    </a:moveTo>
                    <a:lnTo>
                      <a:pt x="0" y="315"/>
                    </a:lnTo>
                    <a:lnTo>
                      <a:pt x="65" y="382"/>
                    </a:lnTo>
                    <a:cubicBezTo>
                      <a:pt x="242" y="458"/>
                      <a:pt x="420" y="532"/>
                      <a:pt x="596" y="601"/>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6"/>
              <p:cNvSpPr/>
              <p:nvPr/>
            </p:nvSpPr>
            <p:spPr>
              <a:xfrm>
                <a:off x="4899650" y="3153175"/>
                <a:ext cx="70125" cy="70100"/>
              </a:xfrm>
              <a:custGeom>
                <a:avLst/>
                <a:gdLst/>
                <a:ahLst/>
                <a:cxnLst/>
                <a:rect l="l" t="t" r="r" b="b"/>
                <a:pathLst>
                  <a:path w="2805" h="2804" extrusionOk="0">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5276925" y="2485200"/>
                <a:ext cx="83325" cy="81775"/>
              </a:xfrm>
              <a:custGeom>
                <a:avLst/>
                <a:gdLst/>
                <a:ahLst/>
                <a:cxnLst/>
                <a:rect l="l" t="t" r="r" b="b"/>
                <a:pathLst>
                  <a:path w="3333" h="3271" extrusionOk="0">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6"/>
              <p:cNvSpPr/>
              <p:nvPr/>
            </p:nvSpPr>
            <p:spPr>
              <a:xfrm>
                <a:off x="5237925" y="2485200"/>
                <a:ext cx="111600" cy="108875"/>
              </a:xfrm>
              <a:custGeom>
                <a:avLst/>
                <a:gdLst/>
                <a:ahLst/>
                <a:cxnLst/>
                <a:rect l="l" t="t" r="r" b="b"/>
                <a:pathLst>
                  <a:path w="4464" h="4355" extrusionOk="0">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6"/>
              <p:cNvSpPr/>
              <p:nvPr/>
            </p:nvSpPr>
            <p:spPr>
              <a:xfrm>
                <a:off x="5120925" y="2485200"/>
                <a:ext cx="176475" cy="172750"/>
              </a:xfrm>
              <a:custGeom>
                <a:avLst/>
                <a:gdLst/>
                <a:ahLst/>
                <a:cxnLst/>
                <a:rect l="l" t="t" r="r" b="b"/>
                <a:pathLst>
                  <a:path w="7059" h="6910" extrusionOk="0">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6"/>
              <p:cNvSpPr/>
              <p:nvPr/>
            </p:nvSpPr>
            <p:spPr>
              <a:xfrm>
                <a:off x="4964875" y="2485200"/>
                <a:ext cx="279450" cy="279450"/>
              </a:xfrm>
              <a:custGeom>
                <a:avLst/>
                <a:gdLst/>
                <a:ahLst/>
                <a:cxnLst/>
                <a:rect l="l" t="t" r="r" b="b"/>
                <a:pathLst>
                  <a:path w="11178" h="11178" extrusionOk="0">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6"/>
              <p:cNvSpPr/>
              <p:nvPr/>
            </p:nvSpPr>
            <p:spPr>
              <a:xfrm>
                <a:off x="5042900" y="2485200"/>
                <a:ext cx="219750" cy="216850"/>
              </a:xfrm>
              <a:custGeom>
                <a:avLst/>
                <a:gdLst/>
                <a:ahLst/>
                <a:cxnLst/>
                <a:rect l="l" t="t" r="r" b="b"/>
                <a:pathLst>
                  <a:path w="8790" h="8674" extrusionOk="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4895975" y="2525375"/>
                <a:ext cx="403625" cy="411475"/>
              </a:xfrm>
              <a:custGeom>
                <a:avLst/>
                <a:gdLst/>
                <a:ahLst/>
                <a:cxnLst/>
                <a:rect l="l" t="t" r="r" b="b"/>
                <a:pathLst>
                  <a:path w="16145" h="16459" extrusionOk="0">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p:cNvSpPr/>
              <p:nvPr/>
            </p:nvSpPr>
            <p:spPr>
              <a:xfrm>
                <a:off x="5081900" y="2485200"/>
                <a:ext cx="197175" cy="193700"/>
              </a:xfrm>
              <a:custGeom>
                <a:avLst/>
                <a:gdLst/>
                <a:ahLst/>
                <a:cxnLst/>
                <a:rect l="l" t="t" r="r" b="b"/>
                <a:pathLst>
                  <a:path w="7887" h="7748" extrusionOk="0">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p:cNvSpPr/>
              <p:nvPr/>
            </p:nvSpPr>
            <p:spPr>
              <a:xfrm>
                <a:off x="4895725" y="2486225"/>
                <a:ext cx="384475" cy="392300"/>
              </a:xfrm>
              <a:custGeom>
                <a:avLst/>
                <a:gdLst/>
                <a:ahLst/>
                <a:cxnLst/>
                <a:rect l="l" t="t" r="r" b="b"/>
                <a:pathLst>
                  <a:path w="15379" h="15692" extrusionOk="0">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p:cNvSpPr/>
              <p:nvPr/>
            </p:nvSpPr>
            <p:spPr>
              <a:xfrm>
                <a:off x="4925875" y="2485200"/>
                <a:ext cx="327650" cy="327575"/>
              </a:xfrm>
              <a:custGeom>
                <a:avLst/>
                <a:gdLst/>
                <a:ahLst/>
                <a:cxnLst/>
                <a:rect l="l" t="t" r="r" b="b"/>
                <a:pathLst>
                  <a:path w="13106" h="13103" extrusionOk="0">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3" name="Google Shape;323;p16"/>
          <p:cNvSpPr/>
          <p:nvPr/>
        </p:nvSpPr>
        <p:spPr>
          <a:xfrm rot="10800000">
            <a:off x="-25632" y="330110"/>
            <a:ext cx="1733468" cy="4824215"/>
          </a:xfrm>
          <a:custGeom>
            <a:avLst/>
            <a:gdLst/>
            <a:ahLst/>
            <a:cxnLst/>
            <a:rect l="l" t="t" r="r" b="b"/>
            <a:pathLst>
              <a:path w="49457" h="56384" extrusionOk="0">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6"/>
          <p:cNvSpPr/>
          <p:nvPr/>
        </p:nvSpPr>
        <p:spPr>
          <a:xfrm rot="10800000">
            <a:off x="1663806" y="-162474"/>
            <a:ext cx="2346874" cy="1123659"/>
          </a:xfrm>
          <a:custGeom>
            <a:avLst/>
            <a:gdLst/>
            <a:ahLst/>
            <a:cxnLst/>
            <a:rect l="l" t="t" r="r" b="b"/>
            <a:pathLst>
              <a:path w="36850" h="13133" extrusionOk="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rot="10800000">
            <a:off x="-952031" y="-131121"/>
            <a:ext cx="1670156" cy="5209246"/>
          </a:xfrm>
          <a:custGeom>
            <a:avLst/>
            <a:gdLst/>
            <a:ahLst/>
            <a:cxnLst/>
            <a:rect l="l" t="t" r="r" b="b"/>
            <a:pathLst>
              <a:path w="25919" h="57701" extrusionOk="0">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rot="10800000">
            <a:off x="-952059" y="-162472"/>
            <a:ext cx="1801202" cy="904284"/>
          </a:xfrm>
          <a:custGeom>
            <a:avLst/>
            <a:gdLst/>
            <a:ahLst/>
            <a:cxnLst/>
            <a:rect l="l" t="t" r="r" b="b"/>
            <a:pathLst>
              <a:path w="28282" h="10569" extrusionOk="0">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rot="10800000">
            <a:off x="1422029" y="-162475"/>
            <a:ext cx="3317595" cy="1281175"/>
          </a:xfrm>
          <a:custGeom>
            <a:avLst/>
            <a:gdLst/>
            <a:ahLst/>
            <a:cxnLst/>
            <a:rect l="l" t="t" r="r" b="b"/>
            <a:pathLst>
              <a:path w="52092" h="14974" extrusionOk="0">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rot="10800000">
            <a:off x="1663806" y="-162470"/>
            <a:ext cx="2346874" cy="738468"/>
          </a:xfrm>
          <a:custGeom>
            <a:avLst/>
            <a:gdLst/>
            <a:ahLst/>
            <a:cxnLst/>
            <a:rect l="l" t="t" r="r" b="b"/>
            <a:pathLst>
              <a:path w="36850" h="8631" extrusionOk="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p:cNvSpPr/>
          <p:nvPr/>
        </p:nvSpPr>
        <p:spPr>
          <a:xfrm rot="10800000">
            <a:off x="174620" y="1110048"/>
            <a:ext cx="514394"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p:cNvSpPr/>
          <p:nvPr/>
        </p:nvSpPr>
        <p:spPr>
          <a:xfrm rot="10800000">
            <a:off x="-412593" y="1039045"/>
            <a:ext cx="18660" cy="21903"/>
          </a:xfrm>
          <a:custGeom>
            <a:avLst/>
            <a:gdLst/>
            <a:ahLst/>
            <a:cxnLst/>
            <a:rect l="l" t="t" r="r" b="b"/>
            <a:pathLst>
              <a:path w="293" h="256" extrusionOk="0">
                <a:moveTo>
                  <a:pt x="292" y="0"/>
                </a:moveTo>
                <a:lnTo>
                  <a:pt x="292" y="0"/>
                </a:lnTo>
                <a:cubicBezTo>
                  <a:pt x="194" y="10"/>
                  <a:pt x="99" y="29"/>
                  <a:pt x="0" y="42"/>
                </a:cubicBezTo>
                <a:lnTo>
                  <a:pt x="0" y="255"/>
                </a:lnTo>
                <a:cubicBezTo>
                  <a:pt x="151" y="255"/>
                  <a:pt x="269" y="142"/>
                  <a:pt x="292" y="0"/>
                </a:cubicBez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rot="10800000">
            <a:off x="-393997" y="1039045"/>
            <a:ext cx="17196" cy="18310"/>
          </a:xfrm>
          <a:custGeom>
            <a:avLst/>
            <a:gdLst/>
            <a:ahLst/>
            <a:cxnLst/>
            <a:rect l="l" t="t" r="r" b="b"/>
            <a:pathLst>
              <a:path w="270" h="214" extrusionOk="0">
                <a:moveTo>
                  <a:pt x="269" y="0"/>
                </a:moveTo>
                <a:cubicBezTo>
                  <a:pt x="180" y="11"/>
                  <a:pt x="91" y="24"/>
                  <a:pt x="0" y="39"/>
                </a:cubicBezTo>
                <a:cubicBezTo>
                  <a:pt x="48" y="142"/>
                  <a:pt x="152" y="213"/>
                  <a:pt x="269" y="213"/>
                </a:cubicBezTo>
                <a:lnTo>
                  <a:pt x="269" y="0"/>
                </a:ln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 name="Google Shape;332;p16"/>
          <p:cNvGrpSpPr/>
          <p:nvPr/>
        </p:nvGrpSpPr>
        <p:grpSpPr>
          <a:xfrm>
            <a:off x="-476598" y="-70488"/>
            <a:ext cx="2770000" cy="1075737"/>
            <a:chOff x="-476598" y="-70488"/>
            <a:chExt cx="2770000" cy="1075737"/>
          </a:xfrm>
        </p:grpSpPr>
        <p:sp>
          <p:nvSpPr>
            <p:cNvPr id="333" name="Google Shape;333;p16"/>
            <p:cNvSpPr/>
            <p:nvPr/>
          </p:nvSpPr>
          <p:spPr>
            <a:xfrm rot="10800000">
              <a:off x="-476598" y="953998"/>
              <a:ext cx="38212" cy="51250"/>
            </a:xfrm>
            <a:custGeom>
              <a:avLst/>
              <a:gdLst/>
              <a:ahLst/>
              <a:cxnLst/>
              <a:rect l="l" t="t" r="r" b="b"/>
              <a:pathLst>
                <a:path w="600" h="599" extrusionOk="0">
                  <a:moveTo>
                    <a:pt x="302" y="0"/>
                  </a:moveTo>
                  <a:cubicBezTo>
                    <a:pt x="137" y="0"/>
                    <a:pt x="1" y="137"/>
                    <a:pt x="1" y="301"/>
                  </a:cubicBezTo>
                  <a:cubicBezTo>
                    <a:pt x="1" y="467"/>
                    <a:pt x="137" y="599"/>
                    <a:pt x="302" y="599"/>
                  </a:cubicBezTo>
                  <a:cubicBezTo>
                    <a:pt x="467" y="599"/>
                    <a:pt x="600" y="467"/>
                    <a:pt x="600" y="301"/>
                  </a:cubicBezTo>
                  <a:cubicBezTo>
                    <a:pt x="600" y="137"/>
                    <a:pt x="467"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6"/>
            <p:cNvSpPr/>
            <p:nvPr/>
          </p:nvSpPr>
          <p:spPr>
            <a:xfrm rot="10800000">
              <a:off x="-413230" y="894193"/>
              <a:ext cx="19297" cy="25582"/>
            </a:xfrm>
            <a:custGeom>
              <a:avLst/>
              <a:gdLst/>
              <a:ahLst/>
              <a:cxnLst/>
              <a:rect l="l" t="t" r="r" b="b"/>
              <a:pathLst>
                <a:path w="303" h="299" extrusionOk="0">
                  <a:moveTo>
                    <a:pt x="0" y="1"/>
                  </a:moveTo>
                  <a:lnTo>
                    <a:pt x="0" y="298"/>
                  </a:lnTo>
                  <a:lnTo>
                    <a:pt x="303" y="298"/>
                  </a:lnTo>
                  <a:cubicBezTo>
                    <a:pt x="303" y="133"/>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p:cNvSpPr/>
            <p:nvPr/>
          </p:nvSpPr>
          <p:spPr>
            <a:xfrm rot="10800000">
              <a:off x="-413230" y="868439"/>
              <a:ext cx="19297" cy="25839"/>
            </a:xfrm>
            <a:custGeom>
              <a:avLst/>
              <a:gdLst/>
              <a:ahLst/>
              <a:cxnLst/>
              <a:rect l="l" t="t" r="r" b="b"/>
              <a:pathLst>
                <a:path w="303" h="302" extrusionOk="0">
                  <a:moveTo>
                    <a:pt x="0" y="0"/>
                  </a:moveTo>
                  <a:lnTo>
                    <a:pt x="0" y="301"/>
                  </a:lnTo>
                  <a:cubicBezTo>
                    <a:pt x="166" y="301"/>
                    <a:pt x="303" y="164"/>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6"/>
            <p:cNvSpPr/>
            <p:nvPr/>
          </p:nvSpPr>
          <p:spPr>
            <a:xfrm rot="10800000">
              <a:off x="-413230" y="723588"/>
              <a:ext cx="19297" cy="25411"/>
            </a:xfrm>
            <a:custGeom>
              <a:avLst/>
              <a:gdLst/>
              <a:ahLst/>
              <a:cxnLst/>
              <a:rect l="l" t="t" r="r" b="b"/>
              <a:pathLst>
                <a:path w="303" h="297" extrusionOk="0">
                  <a:moveTo>
                    <a:pt x="0" y="0"/>
                  </a:moveTo>
                  <a:lnTo>
                    <a:pt x="0" y="297"/>
                  </a:lnTo>
                  <a:lnTo>
                    <a:pt x="303" y="297"/>
                  </a:lnTo>
                  <a:cubicBezTo>
                    <a:pt x="303" y="131"/>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6"/>
            <p:cNvSpPr/>
            <p:nvPr/>
          </p:nvSpPr>
          <p:spPr>
            <a:xfrm rot="10800000">
              <a:off x="-476598" y="783308"/>
              <a:ext cx="38212" cy="51336"/>
            </a:xfrm>
            <a:custGeom>
              <a:avLst/>
              <a:gdLst/>
              <a:ahLst/>
              <a:cxnLst/>
              <a:rect l="l" t="t" r="r" b="b"/>
              <a:pathLst>
                <a:path w="600" h="600" extrusionOk="0">
                  <a:moveTo>
                    <a:pt x="302" y="1"/>
                  </a:moveTo>
                  <a:cubicBezTo>
                    <a:pt x="137" y="1"/>
                    <a:pt x="1" y="137"/>
                    <a:pt x="1" y="303"/>
                  </a:cubicBezTo>
                  <a:cubicBezTo>
                    <a:pt x="1" y="468"/>
                    <a:pt x="137" y="599"/>
                    <a:pt x="302" y="599"/>
                  </a:cubicBezTo>
                  <a:cubicBezTo>
                    <a:pt x="467" y="599"/>
                    <a:pt x="600" y="468"/>
                    <a:pt x="600" y="303"/>
                  </a:cubicBezTo>
                  <a:cubicBezTo>
                    <a:pt x="600" y="137"/>
                    <a:pt x="467"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6"/>
            <p:cNvSpPr/>
            <p:nvPr/>
          </p:nvSpPr>
          <p:spPr>
            <a:xfrm rot="10800000">
              <a:off x="-413230" y="697749"/>
              <a:ext cx="19297" cy="25925"/>
            </a:xfrm>
            <a:custGeom>
              <a:avLst/>
              <a:gdLst/>
              <a:ahLst/>
              <a:cxnLst/>
              <a:rect l="l" t="t" r="r" b="b"/>
              <a:pathLst>
                <a:path w="303" h="303" extrusionOk="0">
                  <a:moveTo>
                    <a:pt x="0" y="1"/>
                  </a:moveTo>
                  <a:lnTo>
                    <a:pt x="0" y="303"/>
                  </a:lnTo>
                  <a:cubicBezTo>
                    <a:pt x="166" y="303"/>
                    <a:pt x="303" y="170"/>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6"/>
            <p:cNvSpPr/>
            <p:nvPr/>
          </p:nvSpPr>
          <p:spPr>
            <a:xfrm rot="10800000">
              <a:off x="-476598" y="612617"/>
              <a:ext cx="38212" cy="50908"/>
            </a:xfrm>
            <a:custGeom>
              <a:avLst/>
              <a:gdLst/>
              <a:ahLst/>
              <a:cxnLst/>
              <a:rect l="l" t="t" r="r" b="b"/>
              <a:pathLst>
                <a:path w="600" h="595" extrusionOk="0">
                  <a:moveTo>
                    <a:pt x="302" y="0"/>
                  </a:moveTo>
                  <a:cubicBezTo>
                    <a:pt x="137" y="0"/>
                    <a:pt x="1" y="133"/>
                    <a:pt x="1" y="297"/>
                  </a:cubicBezTo>
                  <a:cubicBezTo>
                    <a:pt x="1" y="462"/>
                    <a:pt x="137" y="595"/>
                    <a:pt x="302" y="595"/>
                  </a:cubicBezTo>
                  <a:cubicBezTo>
                    <a:pt x="467" y="595"/>
                    <a:pt x="600" y="462"/>
                    <a:pt x="600" y="297"/>
                  </a:cubicBezTo>
                  <a:cubicBezTo>
                    <a:pt x="600" y="133"/>
                    <a:pt x="467"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p:nvPr/>
          </p:nvSpPr>
          <p:spPr>
            <a:xfrm rot="10800000">
              <a:off x="-413230" y="552469"/>
              <a:ext cx="19297" cy="25925"/>
            </a:xfrm>
            <a:custGeom>
              <a:avLst/>
              <a:gdLst/>
              <a:ahLst/>
              <a:cxnLst/>
              <a:rect l="l" t="t" r="r" b="b"/>
              <a:pathLst>
                <a:path w="303" h="303" extrusionOk="0">
                  <a:moveTo>
                    <a:pt x="0" y="0"/>
                  </a:moveTo>
                  <a:lnTo>
                    <a:pt x="0" y="302"/>
                  </a:lnTo>
                  <a:lnTo>
                    <a:pt x="303" y="302"/>
                  </a:lnTo>
                  <a:cubicBezTo>
                    <a:pt x="303" y="133"/>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p:cNvSpPr/>
            <p:nvPr/>
          </p:nvSpPr>
          <p:spPr>
            <a:xfrm rot="10800000">
              <a:off x="-413230" y="381864"/>
              <a:ext cx="19297" cy="25839"/>
            </a:xfrm>
            <a:custGeom>
              <a:avLst/>
              <a:gdLst/>
              <a:ahLst/>
              <a:cxnLst/>
              <a:rect l="l" t="t" r="r" b="b"/>
              <a:pathLst>
                <a:path w="303" h="302" extrusionOk="0">
                  <a:moveTo>
                    <a:pt x="0" y="1"/>
                  </a:moveTo>
                  <a:lnTo>
                    <a:pt x="0" y="302"/>
                  </a:lnTo>
                  <a:lnTo>
                    <a:pt x="303" y="302"/>
                  </a:lnTo>
                  <a:cubicBezTo>
                    <a:pt x="303" y="136"/>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6"/>
            <p:cNvSpPr/>
            <p:nvPr/>
          </p:nvSpPr>
          <p:spPr>
            <a:xfrm rot="10800000">
              <a:off x="-413230" y="527143"/>
              <a:ext cx="19297" cy="25411"/>
            </a:xfrm>
            <a:custGeom>
              <a:avLst/>
              <a:gdLst/>
              <a:ahLst/>
              <a:cxnLst/>
              <a:rect l="l" t="t" r="r" b="b"/>
              <a:pathLst>
                <a:path w="303" h="297" extrusionOk="0">
                  <a:moveTo>
                    <a:pt x="0" y="0"/>
                  </a:moveTo>
                  <a:lnTo>
                    <a:pt x="0" y="297"/>
                  </a:lnTo>
                  <a:cubicBezTo>
                    <a:pt x="166" y="297"/>
                    <a:pt x="303" y="166"/>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6"/>
            <p:cNvSpPr/>
            <p:nvPr/>
          </p:nvSpPr>
          <p:spPr>
            <a:xfrm rot="10800000">
              <a:off x="-476598" y="441498"/>
              <a:ext cx="38212" cy="51422"/>
            </a:xfrm>
            <a:custGeom>
              <a:avLst/>
              <a:gdLst/>
              <a:ahLst/>
              <a:cxnLst/>
              <a:rect l="l" t="t" r="r" b="b"/>
              <a:pathLst>
                <a:path w="600" h="601" extrusionOk="0">
                  <a:moveTo>
                    <a:pt x="302" y="1"/>
                  </a:moveTo>
                  <a:cubicBezTo>
                    <a:pt x="137" y="1"/>
                    <a:pt x="1" y="133"/>
                    <a:pt x="1" y="298"/>
                  </a:cubicBezTo>
                  <a:cubicBezTo>
                    <a:pt x="1" y="464"/>
                    <a:pt x="137" y="601"/>
                    <a:pt x="302" y="601"/>
                  </a:cubicBezTo>
                  <a:cubicBezTo>
                    <a:pt x="467" y="601"/>
                    <a:pt x="600" y="464"/>
                    <a:pt x="600" y="298"/>
                  </a:cubicBezTo>
                  <a:cubicBezTo>
                    <a:pt x="600" y="133"/>
                    <a:pt x="467"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rot="10800000">
              <a:off x="-413230" y="211087"/>
              <a:ext cx="19297" cy="26010"/>
            </a:xfrm>
            <a:custGeom>
              <a:avLst/>
              <a:gdLst/>
              <a:ahLst/>
              <a:cxnLst/>
              <a:rect l="l" t="t" r="r" b="b"/>
              <a:pathLst>
                <a:path w="303" h="304" extrusionOk="0">
                  <a:moveTo>
                    <a:pt x="0" y="1"/>
                  </a:moveTo>
                  <a:lnTo>
                    <a:pt x="0" y="303"/>
                  </a:lnTo>
                  <a:lnTo>
                    <a:pt x="303" y="303"/>
                  </a:lnTo>
                  <a:cubicBezTo>
                    <a:pt x="303" y="138"/>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p:nvPr/>
          </p:nvSpPr>
          <p:spPr>
            <a:xfrm rot="10800000">
              <a:off x="-413230" y="356367"/>
              <a:ext cx="19297" cy="25582"/>
            </a:xfrm>
            <a:custGeom>
              <a:avLst/>
              <a:gdLst/>
              <a:ahLst/>
              <a:cxnLst/>
              <a:rect l="l" t="t" r="r" b="b"/>
              <a:pathLst>
                <a:path w="303" h="299" extrusionOk="0">
                  <a:moveTo>
                    <a:pt x="0" y="1"/>
                  </a:moveTo>
                  <a:lnTo>
                    <a:pt x="0" y="298"/>
                  </a:lnTo>
                  <a:cubicBezTo>
                    <a:pt x="166" y="298"/>
                    <a:pt x="303" y="166"/>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6"/>
            <p:cNvSpPr/>
            <p:nvPr/>
          </p:nvSpPr>
          <p:spPr>
            <a:xfrm rot="10800000">
              <a:off x="-476598" y="270893"/>
              <a:ext cx="38212" cy="51250"/>
            </a:xfrm>
            <a:custGeom>
              <a:avLst/>
              <a:gdLst/>
              <a:ahLst/>
              <a:cxnLst/>
              <a:rect l="l" t="t" r="r" b="b"/>
              <a:pathLst>
                <a:path w="600" h="599" extrusionOk="0">
                  <a:moveTo>
                    <a:pt x="302" y="0"/>
                  </a:moveTo>
                  <a:cubicBezTo>
                    <a:pt x="137" y="0"/>
                    <a:pt x="1" y="132"/>
                    <a:pt x="1" y="297"/>
                  </a:cubicBezTo>
                  <a:cubicBezTo>
                    <a:pt x="1" y="462"/>
                    <a:pt x="137" y="599"/>
                    <a:pt x="302" y="599"/>
                  </a:cubicBezTo>
                  <a:cubicBezTo>
                    <a:pt x="467" y="599"/>
                    <a:pt x="600" y="462"/>
                    <a:pt x="600" y="297"/>
                  </a:cubicBezTo>
                  <a:cubicBezTo>
                    <a:pt x="600" y="132"/>
                    <a:pt x="467"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p:cNvSpPr/>
            <p:nvPr/>
          </p:nvSpPr>
          <p:spPr>
            <a:xfrm rot="10800000">
              <a:off x="-413230" y="185762"/>
              <a:ext cx="19297" cy="25411"/>
            </a:xfrm>
            <a:custGeom>
              <a:avLst/>
              <a:gdLst/>
              <a:ahLst/>
              <a:cxnLst/>
              <a:rect l="l" t="t" r="r" b="b"/>
              <a:pathLst>
                <a:path w="303" h="297" extrusionOk="0">
                  <a:moveTo>
                    <a:pt x="0" y="0"/>
                  </a:moveTo>
                  <a:lnTo>
                    <a:pt x="0" y="297"/>
                  </a:lnTo>
                  <a:cubicBezTo>
                    <a:pt x="166" y="297"/>
                    <a:pt x="303" y="165"/>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6"/>
            <p:cNvSpPr/>
            <p:nvPr/>
          </p:nvSpPr>
          <p:spPr>
            <a:xfrm rot="10800000">
              <a:off x="-413230" y="40482"/>
              <a:ext cx="19297" cy="25839"/>
            </a:xfrm>
            <a:custGeom>
              <a:avLst/>
              <a:gdLst/>
              <a:ahLst/>
              <a:cxnLst/>
              <a:rect l="l" t="t" r="r" b="b"/>
              <a:pathLst>
                <a:path w="303" h="302" extrusionOk="0">
                  <a:moveTo>
                    <a:pt x="0" y="0"/>
                  </a:moveTo>
                  <a:lnTo>
                    <a:pt x="0" y="301"/>
                  </a:lnTo>
                  <a:lnTo>
                    <a:pt x="303" y="301"/>
                  </a:lnTo>
                  <a:cubicBezTo>
                    <a:pt x="303" y="136"/>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6"/>
            <p:cNvSpPr/>
            <p:nvPr/>
          </p:nvSpPr>
          <p:spPr>
            <a:xfrm rot="10800000">
              <a:off x="-476598" y="100117"/>
              <a:ext cx="38212" cy="51422"/>
            </a:xfrm>
            <a:custGeom>
              <a:avLst/>
              <a:gdLst/>
              <a:ahLst/>
              <a:cxnLst/>
              <a:rect l="l" t="t" r="r" b="b"/>
              <a:pathLst>
                <a:path w="600" h="601" extrusionOk="0">
                  <a:moveTo>
                    <a:pt x="302" y="0"/>
                  </a:moveTo>
                  <a:cubicBezTo>
                    <a:pt x="137" y="0"/>
                    <a:pt x="1" y="133"/>
                    <a:pt x="1" y="298"/>
                  </a:cubicBezTo>
                  <a:cubicBezTo>
                    <a:pt x="1" y="463"/>
                    <a:pt x="137" y="600"/>
                    <a:pt x="302" y="600"/>
                  </a:cubicBezTo>
                  <a:cubicBezTo>
                    <a:pt x="467" y="600"/>
                    <a:pt x="600" y="463"/>
                    <a:pt x="600" y="298"/>
                  </a:cubicBezTo>
                  <a:cubicBezTo>
                    <a:pt x="600" y="133"/>
                    <a:pt x="467" y="0"/>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6"/>
            <p:cNvSpPr/>
            <p:nvPr/>
          </p:nvSpPr>
          <p:spPr>
            <a:xfrm rot="10800000">
              <a:off x="-413230" y="15071"/>
              <a:ext cx="19297" cy="25497"/>
            </a:xfrm>
            <a:custGeom>
              <a:avLst/>
              <a:gdLst/>
              <a:ahLst/>
              <a:cxnLst/>
              <a:rect l="l" t="t" r="r" b="b"/>
              <a:pathLst>
                <a:path w="303" h="298" extrusionOk="0">
                  <a:moveTo>
                    <a:pt x="0" y="0"/>
                  </a:moveTo>
                  <a:lnTo>
                    <a:pt x="0" y="298"/>
                  </a:lnTo>
                  <a:cubicBezTo>
                    <a:pt x="166" y="298"/>
                    <a:pt x="303" y="166"/>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6"/>
            <p:cNvSpPr/>
            <p:nvPr/>
          </p:nvSpPr>
          <p:spPr>
            <a:xfrm rot="10800000">
              <a:off x="-476598" y="-70488"/>
              <a:ext cx="38212" cy="51336"/>
            </a:xfrm>
            <a:custGeom>
              <a:avLst/>
              <a:gdLst/>
              <a:ahLst/>
              <a:cxnLst/>
              <a:rect l="l" t="t" r="r" b="b"/>
              <a:pathLst>
                <a:path w="600" h="600" extrusionOk="0">
                  <a:moveTo>
                    <a:pt x="302" y="1"/>
                  </a:moveTo>
                  <a:cubicBezTo>
                    <a:pt x="137" y="1"/>
                    <a:pt x="1" y="133"/>
                    <a:pt x="1" y="297"/>
                  </a:cubicBezTo>
                  <a:cubicBezTo>
                    <a:pt x="1" y="462"/>
                    <a:pt x="137" y="599"/>
                    <a:pt x="302" y="599"/>
                  </a:cubicBezTo>
                  <a:cubicBezTo>
                    <a:pt x="467" y="599"/>
                    <a:pt x="600" y="462"/>
                    <a:pt x="600" y="297"/>
                  </a:cubicBezTo>
                  <a:cubicBezTo>
                    <a:pt x="600" y="133"/>
                    <a:pt x="467"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6"/>
            <p:cNvSpPr/>
            <p:nvPr/>
          </p:nvSpPr>
          <p:spPr>
            <a:xfrm rot="10800000">
              <a:off x="-393997" y="894193"/>
              <a:ext cx="19042" cy="25582"/>
            </a:xfrm>
            <a:custGeom>
              <a:avLst/>
              <a:gdLst/>
              <a:ahLst/>
              <a:cxnLst/>
              <a:rect l="l" t="t" r="r" b="b"/>
              <a:pathLst>
                <a:path w="299" h="299" extrusionOk="0">
                  <a:moveTo>
                    <a:pt x="298" y="1"/>
                  </a:moveTo>
                  <a:cubicBezTo>
                    <a:pt x="133" y="1"/>
                    <a:pt x="1" y="133"/>
                    <a:pt x="1" y="298"/>
                  </a:cubicBezTo>
                  <a:lnTo>
                    <a:pt x="298" y="298"/>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6"/>
            <p:cNvSpPr/>
            <p:nvPr/>
          </p:nvSpPr>
          <p:spPr>
            <a:xfrm rot="10800000">
              <a:off x="-286178" y="894193"/>
              <a:ext cx="19297" cy="25582"/>
            </a:xfrm>
            <a:custGeom>
              <a:avLst/>
              <a:gdLst/>
              <a:ahLst/>
              <a:cxnLst/>
              <a:rect l="l" t="t" r="r" b="b"/>
              <a:pathLst>
                <a:path w="303" h="299" extrusionOk="0">
                  <a:moveTo>
                    <a:pt x="0" y="1"/>
                  </a:moveTo>
                  <a:lnTo>
                    <a:pt x="0" y="298"/>
                  </a:lnTo>
                  <a:lnTo>
                    <a:pt x="302" y="298"/>
                  </a:lnTo>
                  <a:cubicBezTo>
                    <a:pt x="302" y="133"/>
                    <a:pt x="165"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p:nvPr/>
          </p:nvSpPr>
          <p:spPr>
            <a:xfrm rot="10800000">
              <a:off x="-349545" y="953998"/>
              <a:ext cx="38212" cy="51250"/>
            </a:xfrm>
            <a:custGeom>
              <a:avLst/>
              <a:gdLst/>
              <a:ahLst/>
              <a:cxnLst/>
              <a:rect l="l" t="t" r="r" b="b"/>
              <a:pathLst>
                <a:path w="600" h="599" extrusionOk="0">
                  <a:moveTo>
                    <a:pt x="303" y="0"/>
                  </a:moveTo>
                  <a:cubicBezTo>
                    <a:pt x="137" y="0"/>
                    <a:pt x="0" y="137"/>
                    <a:pt x="0" y="301"/>
                  </a:cubicBezTo>
                  <a:cubicBezTo>
                    <a:pt x="0" y="467"/>
                    <a:pt x="137" y="599"/>
                    <a:pt x="303" y="599"/>
                  </a:cubicBezTo>
                  <a:cubicBezTo>
                    <a:pt x="468" y="599"/>
                    <a:pt x="599" y="467"/>
                    <a:pt x="599" y="301"/>
                  </a:cubicBezTo>
                  <a:cubicBezTo>
                    <a:pt x="599" y="137"/>
                    <a:pt x="468" y="0"/>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6"/>
            <p:cNvSpPr/>
            <p:nvPr/>
          </p:nvSpPr>
          <p:spPr>
            <a:xfrm rot="10800000">
              <a:off x="-349545" y="783308"/>
              <a:ext cx="38212" cy="51336"/>
            </a:xfrm>
            <a:custGeom>
              <a:avLst/>
              <a:gdLst/>
              <a:ahLst/>
              <a:cxnLst/>
              <a:rect l="l" t="t" r="r" b="b"/>
              <a:pathLst>
                <a:path w="600" h="600" extrusionOk="0">
                  <a:moveTo>
                    <a:pt x="303" y="1"/>
                  </a:moveTo>
                  <a:cubicBezTo>
                    <a:pt x="137" y="1"/>
                    <a:pt x="0" y="137"/>
                    <a:pt x="0" y="303"/>
                  </a:cubicBezTo>
                  <a:cubicBezTo>
                    <a:pt x="0" y="468"/>
                    <a:pt x="137" y="599"/>
                    <a:pt x="303" y="599"/>
                  </a:cubicBezTo>
                  <a:cubicBezTo>
                    <a:pt x="468" y="599"/>
                    <a:pt x="599" y="468"/>
                    <a:pt x="599" y="303"/>
                  </a:cubicBezTo>
                  <a:cubicBezTo>
                    <a:pt x="599" y="137"/>
                    <a:pt x="468"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6"/>
            <p:cNvSpPr/>
            <p:nvPr/>
          </p:nvSpPr>
          <p:spPr>
            <a:xfrm rot="10800000">
              <a:off x="-393997" y="723588"/>
              <a:ext cx="19042" cy="25411"/>
            </a:xfrm>
            <a:custGeom>
              <a:avLst/>
              <a:gdLst/>
              <a:ahLst/>
              <a:cxnLst/>
              <a:rect l="l" t="t" r="r" b="b"/>
              <a:pathLst>
                <a:path w="299" h="297" extrusionOk="0">
                  <a:moveTo>
                    <a:pt x="298" y="0"/>
                  </a:moveTo>
                  <a:cubicBezTo>
                    <a:pt x="133" y="0"/>
                    <a:pt x="1" y="131"/>
                    <a:pt x="1" y="297"/>
                  </a:cubicBezTo>
                  <a:lnTo>
                    <a:pt x="298" y="297"/>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6"/>
            <p:cNvSpPr/>
            <p:nvPr/>
          </p:nvSpPr>
          <p:spPr>
            <a:xfrm rot="10800000">
              <a:off x="-286178" y="723588"/>
              <a:ext cx="19297" cy="25411"/>
            </a:xfrm>
            <a:custGeom>
              <a:avLst/>
              <a:gdLst/>
              <a:ahLst/>
              <a:cxnLst/>
              <a:rect l="l" t="t" r="r" b="b"/>
              <a:pathLst>
                <a:path w="303" h="297" extrusionOk="0">
                  <a:moveTo>
                    <a:pt x="0" y="0"/>
                  </a:moveTo>
                  <a:lnTo>
                    <a:pt x="0" y="297"/>
                  </a:lnTo>
                  <a:lnTo>
                    <a:pt x="302" y="297"/>
                  </a:lnTo>
                  <a:cubicBezTo>
                    <a:pt x="302" y="131"/>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6"/>
            <p:cNvSpPr/>
            <p:nvPr/>
          </p:nvSpPr>
          <p:spPr>
            <a:xfrm rot="10800000">
              <a:off x="-393997" y="868439"/>
              <a:ext cx="19042" cy="25839"/>
            </a:xfrm>
            <a:custGeom>
              <a:avLst/>
              <a:gdLst/>
              <a:ahLst/>
              <a:cxnLst/>
              <a:rect l="l" t="t" r="r" b="b"/>
              <a:pathLst>
                <a:path w="299" h="302" extrusionOk="0">
                  <a:moveTo>
                    <a:pt x="1" y="0"/>
                  </a:moveTo>
                  <a:cubicBezTo>
                    <a:pt x="1" y="164"/>
                    <a:pt x="133" y="301"/>
                    <a:pt x="298" y="301"/>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p:cNvSpPr/>
            <p:nvPr/>
          </p:nvSpPr>
          <p:spPr>
            <a:xfrm rot="10800000">
              <a:off x="-286178" y="868439"/>
              <a:ext cx="19297" cy="25839"/>
            </a:xfrm>
            <a:custGeom>
              <a:avLst/>
              <a:gdLst/>
              <a:ahLst/>
              <a:cxnLst/>
              <a:rect l="l" t="t" r="r" b="b"/>
              <a:pathLst>
                <a:path w="303" h="302" extrusionOk="0">
                  <a:moveTo>
                    <a:pt x="0" y="0"/>
                  </a:moveTo>
                  <a:lnTo>
                    <a:pt x="0" y="301"/>
                  </a:lnTo>
                  <a:cubicBezTo>
                    <a:pt x="165" y="301"/>
                    <a:pt x="302" y="164"/>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p:cNvSpPr/>
            <p:nvPr/>
          </p:nvSpPr>
          <p:spPr>
            <a:xfrm rot="10800000">
              <a:off x="-349545" y="612617"/>
              <a:ext cx="38212" cy="50908"/>
            </a:xfrm>
            <a:custGeom>
              <a:avLst/>
              <a:gdLst/>
              <a:ahLst/>
              <a:cxnLst/>
              <a:rect l="l" t="t" r="r" b="b"/>
              <a:pathLst>
                <a:path w="600" h="595" extrusionOk="0">
                  <a:moveTo>
                    <a:pt x="303" y="0"/>
                  </a:moveTo>
                  <a:cubicBezTo>
                    <a:pt x="137" y="0"/>
                    <a:pt x="0" y="133"/>
                    <a:pt x="0" y="297"/>
                  </a:cubicBezTo>
                  <a:cubicBezTo>
                    <a:pt x="0" y="462"/>
                    <a:pt x="137" y="595"/>
                    <a:pt x="303" y="595"/>
                  </a:cubicBezTo>
                  <a:cubicBezTo>
                    <a:pt x="468" y="595"/>
                    <a:pt x="599" y="462"/>
                    <a:pt x="599" y="297"/>
                  </a:cubicBezTo>
                  <a:cubicBezTo>
                    <a:pt x="599" y="133"/>
                    <a:pt x="468" y="0"/>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6"/>
            <p:cNvSpPr/>
            <p:nvPr/>
          </p:nvSpPr>
          <p:spPr>
            <a:xfrm rot="10800000">
              <a:off x="-286178" y="552469"/>
              <a:ext cx="19297" cy="25925"/>
            </a:xfrm>
            <a:custGeom>
              <a:avLst/>
              <a:gdLst/>
              <a:ahLst/>
              <a:cxnLst/>
              <a:rect l="l" t="t" r="r" b="b"/>
              <a:pathLst>
                <a:path w="303" h="303" extrusionOk="0">
                  <a:moveTo>
                    <a:pt x="0" y="0"/>
                  </a:moveTo>
                  <a:lnTo>
                    <a:pt x="0" y="302"/>
                  </a:lnTo>
                  <a:lnTo>
                    <a:pt x="302" y="302"/>
                  </a:lnTo>
                  <a:cubicBezTo>
                    <a:pt x="302" y="133"/>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p:cNvSpPr/>
            <p:nvPr/>
          </p:nvSpPr>
          <p:spPr>
            <a:xfrm rot="10800000">
              <a:off x="-393997" y="697749"/>
              <a:ext cx="19042" cy="25925"/>
            </a:xfrm>
            <a:custGeom>
              <a:avLst/>
              <a:gdLst/>
              <a:ahLst/>
              <a:cxnLst/>
              <a:rect l="l" t="t" r="r" b="b"/>
              <a:pathLst>
                <a:path w="299" h="303" extrusionOk="0">
                  <a:moveTo>
                    <a:pt x="1" y="1"/>
                  </a:moveTo>
                  <a:cubicBezTo>
                    <a:pt x="1" y="170"/>
                    <a:pt x="133" y="303"/>
                    <a:pt x="298" y="303"/>
                  </a:cubicBez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6"/>
            <p:cNvSpPr/>
            <p:nvPr/>
          </p:nvSpPr>
          <p:spPr>
            <a:xfrm rot="10800000">
              <a:off x="-286178" y="697749"/>
              <a:ext cx="19297" cy="25925"/>
            </a:xfrm>
            <a:custGeom>
              <a:avLst/>
              <a:gdLst/>
              <a:ahLst/>
              <a:cxnLst/>
              <a:rect l="l" t="t" r="r" b="b"/>
              <a:pathLst>
                <a:path w="303" h="303" extrusionOk="0">
                  <a:moveTo>
                    <a:pt x="0" y="1"/>
                  </a:moveTo>
                  <a:lnTo>
                    <a:pt x="0" y="303"/>
                  </a:lnTo>
                  <a:cubicBezTo>
                    <a:pt x="165" y="303"/>
                    <a:pt x="302" y="170"/>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6"/>
            <p:cNvSpPr/>
            <p:nvPr/>
          </p:nvSpPr>
          <p:spPr>
            <a:xfrm rot="10800000">
              <a:off x="-393997" y="552469"/>
              <a:ext cx="19042" cy="25925"/>
            </a:xfrm>
            <a:custGeom>
              <a:avLst/>
              <a:gdLst/>
              <a:ahLst/>
              <a:cxnLst/>
              <a:rect l="l" t="t" r="r" b="b"/>
              <a:pathLst>
                <a:path w="299" h="303" extrusionOk="0">
                  <a:moveTo>
                    <a:pt x="298" y="0"/>
                  </a:moveTo>
                  <a:cubicBezTo>
                    <a:pt x="133" y="0"/>
                    <a:pt x="1" y="133"/>
                    <a:pt x="1" y="302"/>
                  </a:cubicBezTo>
                  <a:lnTo>
                    <a:pt x="298" y="302"/>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rot="10800000">
              <a:off x="-393997" y="381864"/>
              <a:ext cx="19042" cy="25839"/>
            </a:xfrm>
            <a:custGeom>
              <a:avLst/>
              <a:gdLst/>
              <a:ahLst/>
              <a:cxnLst/>
              <a:rect l="l" t="t" r="r" b="b"/>
              <a:pathLst>
                <a:path w="299" h="302" extrusionOk="0">
                  <a:moveTo>
                    <a:pt x="298" y="1"/>
                  </a:moveTo>
                  <a:cubicBezTo>
                    <a:pt x="133" y="1"/>
                    <a:pt x="1" y="136"/>
                    <a:pt x="1" y="302"/>
                  </a:cubicBezTo>
                  <a:lnTo>
                    <a:pt x="298" y="302"/>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6"/>
            <p:cNvSpPr/>
            <p:nvPr/>
          </p:nvSpPr>
          <p:spPr>
            <a:xfrm rot="10800000">
              <a:off x="-286178" y="527143"/>
              <a:ext cx="19297" cy="25411"/>
            </a:xfrm>
            <a:custGeom>
              <a:avLst/>
              <a:gdLst/>
              <a:ahLst/>
              <a:cxnLst/>
              <a:rect l="l" t="t" r="r" b="b"/>
              <a:pathLst>
                <a:path w="303" h="297" extrusionOk="0">
                  <a:moveTo>
                    <a:pt x="0" y="0"/>
                  </a:moveTo>
                  <a:lnTo>
                    <a:pt x="0" y="297"/>
                  </a:lnTo>
                  <a:cubicBezTo>
                    <a:pt x="165" y="297"/>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p:cNvSpPr/>
            <p:nvPr/>
          </p:nvSpPr>
          <p:spPr>
            <a:xfrm rot="10800000">
              <a:off x="-393997" y="527143"/>
              <a:ext cx="19042" cy="25411"/>
            </a:xfrm>
            <a:custGeom>
              <a:avLst/>
              <a:gdLst/>
              <a:ahLst/>
              <a:cxnLst/>
              <a:rect l="l" t="t" r="r" b="b"/>
              <a:pathLst>
                <a:path w="299" h="297" extrusionOk="0">
                  <a:moveTo>
                    <a:pt x="1" y="0"/>
                  </a:moveTo>
                  <a:cubicBezTo>
                    <a:pt x="1" y="166"/>
                    <a:pt x="133" y="297"/>
                    <a:pt x="298" y="297"/>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p:cNvSpPr/>
            <p:nvPr/>
          </p:nvSpPr>
          <p:spPr>
            <a:xfrm rot="10800000">
              <a:off x="-349545" y="441498"/>
              <a:ext cx="38212" cy="51422"/>
            </a:xfrm>
            <a:custGeom>
              <a:avLst/>
              <a:gdLst/>
              <a:ahLst/>
              <a:cxnLst/>
              <a:rect l="l" t="t" r="r" b="b"/>
              <a:pathLst>
                <a:path w="600" h="601" extrusionOk="0">
                  <a:moveTo>
                    <a:pt x="303" y="1"/>
                  </a:moveTo>
                  <a:cubicBezTo>
                    <a:pt x="137" y="1"/>
                    <a:pt x="0" y="133"/>
                    <a:pt x="0" y="298"/>
                  </a:cubicBezTo>
                  <a:cubicBezTo>
                    <a:pt x="0" y="464"/>
                    <a:pt x="137" y="601"/>
                    <a:pt x="303" y="601"/>
                  </a:cubicBezTo>
                  <a:cubicBezTo>
                    <a:pt x="468" y="601"/>
                    <a:pt x="599" y="464"/>
                    <a:pt x="599" y="298"/>
                  </a:cubicBezTo>
                  <a:cubicBezTo>
                    <a:pt x="599" y="133"/>
                    <a:pt x="468"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6"/>
            <p:cNvSpPr/>
            <p:nvPr/>
          </p:nvSpPr>
          <p:spPr>
            <a:xfrm rot="10800000">
              <a:off x="-286178" y="381864"/>
              <a:ext cx="19297" cy="25839"/>
            </a:xfrm>
            <a:custGeom>
              <a:avLst/>
              <a:gdLst/>
              <a:ahLst/>
              <a:cxnLst/>
              <a:rect l="l" t="t" r="r" b="b"/>
              <a:pathLst>
                <a:path w="303" h="302" extrusionOk="0">
                  <a:moveTo>
                    <a:pt x="0" y="1"/>
                  </a:moveTo>
                  <a:lnTo>
                    <a:pt x="0" y="302"/>
                  </a:lnTo>
                  <a:lnTo>
                    <a:pt x="302" y="302"/>
                  </a:lnTo>
                  <a:cubicBezTo>
                    <a:pt x="302" y="136"/>
                    <a:pt x="165"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6"/>
            <p:cNvSpPr/>
            <p:nvPr/>
          </p:nvSpPr>
          <p:spPr>
            <a:xfrm rot="10800000">
              <a:off x="-286178" y="211087"/>
              <a:ext cx="19297" cy="26010"/>
            </a:xfrm>
            <a:custGeom>
              <a:avLst/>
              <a:gdLst/>
              <a:ahLst/>
              <a:cxnLst/>
              <a:rect l="l" t="t" r="r" b="b"/>
              <a:pathLst>
                <a:path w="303" h="304" extrusionOk="0">
                  <a:moveTo>
                    <a:pt x="0" y="1"/>
                  </a:moveTo>
                  <a:lnTo>
                    <a:pt x="0" y="303"/>
                  </a:lnTo>
                  <a:lnTo>
                    <a:pt x="302" y="303"/>
                  </a:lnTo>
                  <a:cubicBezTo>
                    <a:pt x="302" y="138"/>
                    <a:pt x="165"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6"/>
            <p:cNvSpPr/>
            <p:nvPr/>
          </p:nvSpPr>
          <p:spPr>
            <a:xfrm rot="10800000">
              <a:off x="-286178" y="356367"/>
              <a:ext cx="19297" cy="25582"/>
            </a:xfrm>
            <a:custGeom>
              <a:avLst/>
              <a:gdLst/>
              <a:ahLst/>
              <a:cxnLst/>
              <a:rect l="l" t="t" r="r" b="b"/>
              <a:pathLst>
                <a:path w="303" h="299" extrusionOk="0">
                  <a:moveTo>
                    <a:pt x="0" y="1"/>
                  </a:moveTo>
                  <a:lnTo>
                    <a:pt x="0" y="298"/>
                  </a:lnTo>
                  <a:cubicBezTo>
                    <a:pt x="165" y="298"/>
                    <a:pt x="302" y="166"/>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6"/>
            <p:cNvSpPr/>
            <p:nvPr/>
          </p:nvSpPr>
          <p:spPr>
            <a:xfrm rot="10800000">
              <a:off x="-349545" y="270893"/>
              <a:ext cx="38212" cy="51250"/>
            </a:xfrm>
            <a:custGeom>
              <a:avLst/>
              <a:gdLst/>
              <a:ahLst/>
              <a:cxnLst/>
              <a:rect l="l" t="t" r="r" b="b"/>
              <a:pathLst>
                <a:path w="600" h="599" extrusionOk="0">
                  <a:moveTo>
                    <a:pt x="303" y="0"/>
                  </a:moveTo>
                  <a:cubicBezTo>
                    <a:pt x="137" y="0"/>
                    <a:pt x="0" y="132"/>
                    <a:pt x="0" y="297"/>
                  </a:cubicBezTo>
                  <a:cubicBezTo>
                    <a:pt x="0" y="462"/>
                    <a:pt x="137" y="599"/>
                    <a:pt x="303" y="599"/>
                  </a:cubicBezTo>
                  <a:cubicBezTo>
                    <a:pt x="468" y="599"/>
                    <a:pt x="599" y="462"/>
                    <a:pt x="599" y="297"/>
                  </a:cubicBezTo>
                  <a:cubicBezTo>
                    <a:pt x="599" y="132"/>
                    <a:pt x="468" y="0"/>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6"/>
            <p:cNvSpPr/>
            <p:nvPr/>
          </p:nvSpPr>
          <p:spPr>
            <a:xfrm rot="10800000">
              <a:off x="-393997" y="211087"/>
              <a:ext cx="19042" cy="26010"/>
            </a:xfrm>
            <a:custGeom>
              <a:avLst/>
              <a:gdLst/>
              <a:ahLst/>
              <a:cxnLst/>
              <a:rect l="l" t="t" r="r" b="b"/>
              <a:pathLst>
                <a:path w="299" h="304" extrusionOk="0">
                  <a:moveTo>
                    <a:pt x="298" y="1"/>
                  </a:moveTo>
                  <a:cubicBezTo>
                    <a:pt x="133" y="1"/>
                    <a:pt x="1" y="138"/>
                    <a:pt x="1" y="303"/>
                  </a:cubicBezTo>
                  <a:lnTo>
                    <a:pt x="298" y="303"/>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6"/>
            <p:cNvSpPr/>
            <p:nvPr/>
          </p:nvSpPr>
          <p:spPr>
            <a:xfrm rot="10800000">
              <a:off x="-393997" y="356367"/>
              <a:ext cx="19042" cy="25582"/>
            </a:xfrm>
            <a:custGeom>
              <a:avLst/>
              <a:gdLst/>
              <a:ahLst/>
              <a:cxnLst/>
              <a:rect l="l" t="t" r="r" b="b"/>
              <a:pathLst>
                <a:path w="299" h="299" extrusionOk="0">
                  <a:moveTo>
                    <a:pt x="1" y="1"/>
                  </a:moveTo>
                  <a:cubicBezTo>
                    <a:pt x="1" y="166"/>
                    <a:pt x="133" y="298"/>
                    <a:pt x="298" y="298"/>
                  </a:cubicBez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6"/>
            <p:cNvSpPr/>
            <p:nvPr/>
          </p:nvSpPr>
          <p:spPr>
            <a:xfrm rot="10800000">
              <a:off x="-393997" y="40482"/>
              <a:ext cx="19042" cy="25839"/>
            </a:xfrm>
            <a:custGeom>
              <a:avLst/>
              <a:gdLst/>
              <a:ahLst/>
              <a:cxnLst/>
              <a:rect l="l" t="t" r="r" b="b"/>
              <a:pathLst>
                <a:path w="299" h="302" extrusionOk="0">
                  <a:moveTo>
                    <a:pt x="298" y="0"/>
                  </a:moveTo>
                  <a:cubicBezTo>
                    <a:pt x="133" y="0"/>
                    <a:pt x="1" y="136"/>
                    <a:pt x="1" y="301"/>
                  </a:cubicBezTo>
                  <a:lnTo>
                    <a:pt x="298" y="301"/>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6"/>
            <p:cNvSpPr/>
            <p:nvPr/>
          </p:nvSpPr>
          <p:spPr>
            <a:xfrm rot="10800000">
              <a:off x="-393997" y="185762"/>
              <a:ext cx="19042" cy="25411"/>
            </a:xfrm>
            <a:custGeom>
              <a:avLst/>
              <a:gdLst/>
              <a:ahLst/>
              <a:cxnLst/>
              <a:rect l="l" t="t" r="r" b="b"/>
              <a:pathLst>
                <a:path w="299" h="297" extrusionOk="0">
                  <a:moveTo>
                    <a:pt x="1" y="0"/>
                  </a:moveTo>
                  <a:cubicBezTo>
                    <a:pt x="1" y="165"/>
                    <a:pt x="133" y="297"/>
                    <a:pt x="298" y="297"/>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6"/>
            <p:cNvSpPr/>
            <p:nvPr/>
          </p:nvSpPr>
          <p:spPr>
            <a:xfrm rot="10800000">
              <a:off x="-286178" y="40482"/>
              <a:ext cx="19297" cy="25839"/>
            </a:xfrm>
            <a:custGeom>
              <a:avLst/>
              <a:gdLst/>
              <a:ahLst/>
              <a:cxnLst/>
              <a:rect l="l" t="t" r="r" b="b"/>
              <a:pathLst>
                <a:path w="303" h="302" extrusionOk="0">
                  <a:moveTo>
                    <a:pt x="0" y="0"/>
                  </a:moveTo>
                  <a:lnTo>
                    <a:pt x="0" y="301"/>
                  </a:lnTo>
                  <a:lnTo>
                    <a:pt x="302" y="301"/>
                  </a:lnTo>
                  <a:cubicBezTo>
                    <a:pt x="302" y="136"/>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6"/>
            <p:cNvSpPr/>
            <p:nvPr/>
          </p:nvSpPr>
          <p:spPr>
            <a:xfrm rot="10800000">
              <a:off x="-286178" y="185762"/>
              <a:ext cx="19297" cy="25411"/>
            </a:xfrm>
            <a:custGeom>
              <a:avLst/>
              <a:gdLst/>
              <a:ahLst/>
              <a:cxnLst/>
              <a:rect l="l" t="t" r="r" b="b"/>
              <a:pathLst>
                <a:path w="303" h="297" extrusionOk="0">
                  <a:moveTo>
                    <a:pt x="0" y="0"/>
                  </a:moveTo>
                  <a:lnTo>
                    <a:pt x="0" y="297"/>
                  </a:lnTo>
                  <a:cubicBezTo>
                    <a:pt x="165" y="297"/>
                    <a:pt x="302" y="165"/>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6"/>
            <p:cNvSpPr/>
            <p:nvPr/>
          </p:nvSpPr>
          <p:spPr>
            <a:xfrm rot="10800000">
              <a:off x="-349545" y="100117"/>
              <a:ext cx="38212" cy="51422"/>
            </a:xfrm>
            <a:custGeom>
              <a:avLst/>
              <a:gdLst/>
              <a:ahLst/>
              <a:cxnLst/>
              <a:rect l="l" t="t" r="r" b="b"/>
              <a:pathLst>
                <a:path w="600" h="601" extrusionOk="0">
                  <a:moveTo>
                    <a:pt x="303" y="0"/>
                  </a:moveTo>
                  <a:cubicBezTo>
                    <a:pt x="137" y="0"/>
                    <a:pt x="0" y="133"/>
                    <a:pt x="0" y="298"/>
                  </a:cubicBezTo>
                  <a:cubicBezTo>
                    <a:pt x="0" y="463"/>
                    <a:pt x="137" y="600"/>
                    <a:pt x="303" y="600"/>
                  </a:cubicBezTo>
                  <a:cubicBezTo>
                    <a:pt x="468" y="600"/>
                    <a:pt x="599" y="463"/>
                    <a:pt x="599" y="298"/>
                  </a:cubicBezTo>
                  <a:cubicBezTo>
                    <a:pt x="599" y="133"/>
                    <a:pt x="468" y="0"/>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6"/>
            <p:cNvSpPr/>
            <p:nvPr/>
          </p:nvSpPr>
          <p:spPr>
            <a:xfrm rot="10800000">
              <a:off x="-349545" y="-70488"/>
              <a:ext cx="38212" cy="51336"/>
            </a:xfrm>
            <a:custGeom>
              <a:avLst/>
              <a:gdLst/>
              <a:ahLst/>
              <a:cxnLst/>
              <a:rect l="l" t="t" r="r" b="b"/>
              <a:pathLst>
                <a:path w="600" h="600" extrusionOk="0">
                  <a:moveTo>
                    <a:pt x="303" y="1"/>
                  </a:moveTo>
                  <a:cubicBezTo>
                    <a:pt x="137" y="1"/>
                    <a:pt x="0" y="133"/>
                    <a:pt x="0" y="297"/>
                  </a:cubicBezTo>
                  <a:cubicBezTo>
                    <a:pt x="0" y="462"/>
                    <a:pt x="137" y="599"/>
                    <a:pt x="303" y="599"/>
                  </a:cubicBezTo>
                  <a:cubicBezTo>
                    <a:pt x="468" y="599"/>
                    <a:pt x="599" y="462"/>
                    <a:pt x="599" y="297"/>
                  </a:cubicBezTo>
                  <a:cubicBezTo>
                    <a:pt x="599" y="133"/>
                    <a:pt x="468"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6"/>
            <p:cNvSpPr/>
            <p:nvPr/>
          </p:nvSpPr>
          <p:spPr>
            <a:xfrm rot="10800000">
              <a:off x="-393997" y="15071"/>
              <a:ext cx="19042" cy="25497"/>
            </a:xfrm>
            <a:custGeom>
              <a:avLst/>
              <a:gdLst/>
              <a:ahLst/>
              <a:cxnLst/>
              <a:rect l="l" t="t" r="r" b="b"/>
              <a:pathLst>
                <a:path w="299" h="298" extrusionOk="0">
                  <a:moveTo>
                    <a:pt x="1" y="0"/>
                  </a:moveTo>
                  <a:cubicBezTo>
                    <a:pt x="1" y="166"/>
                    <a:pt x="133"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6"/>
            <p:cNvSpPr/>
            <p:nvPr/>
          </p:nvSpPr>
          <p:spPr>
            <a:xfrm rot="10800000">
              <a:off x="-286178" y="15071"/>
              <a:ext cx="19297" cy="25497"/>
            </a:xfrm>
            <a:custGeom>
              <a:avLst/>
              <a:gdLst/>
              <a:ahLst/>
              <a:cxnLst/>
              <a:rect l="l" t="t" r="r" b="b"/>
              <a:pathLst>
                <a:path w="303" h="298" extrusionOk="0">
                  <a:moveTo>
                    <a:pt x="0" y="0"/>
                  </a:moveTo>
                  <a:lnTo>
                    <a:pt x="0" y="298"/>
                  </a:lnTo>
                  <a:cubicBezTo>
                    <a:pt x="165" y="298"/>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6"/>
            <p:cNvSpPr/>
            <p:nvPr/>
          </p:nvSpPr>
          <p:spPr>
            <a:xfrm rot="10800000">
              <a:off x="-222493" y="953999"/>
              <a:ext cx="37002" cy="37646"/>
            </a:xfrm>
            <a:custGeom>
              <a:avLst/>
              <a:gdLst/>
              <a:ahLst/>
              <a:cxnLst/>
              <a:rect l="l" t="t" r="r" b="b"/>
              <a:pathLst>
                <a:path w="581" h="440" extrusionOk="0">
                  <a:moveTo>
                    <a:pt x="538" y="1"/>
                  </a:moveTo>
                  <a:cubicBezTo>
                    <a:pt x="359" y="77"/>
                    <a:pt x="180" y="153"/>
                    <a:pt x="0" y="237"/>
                  </a:cubicBezTo>
                  <a:cubicBezTo>
                    <a:pt x="43" y="355"/>
                    <a:pt x="152" y="440"/>
                    <a:pt x="283" y="440"/>
                  </a:cubicBezTo>
                  <a:cubicBezTo>
                    <a:pt x="448" y="440"/>
                    <a:pt x="581" y="308"/>
                    <a:pt x="581" y="142"/>
                  </a:cubicBezTo>
                  <a:cubicBezTo>
                    <a:pt x="581" y="91"/>
                    <a:pt x="562" y="44"/>
                    <a:pt x="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6"/>
            <p:cNvSpPr/>
            <p:nvPr/>
          </p:nvSpPr>
          <p:spPr>
            <a:xfrm rot="10800000">
              <a:off x="-266945" y="894193"/>
              <a:ext cx="18979" cy="25582"/>
            </a:xfrm>
            <a:custGeom>
              <a:avLst/>
              <a:gdLst/>
              <a:ahLst/>
              <a:cxnLst/>
              <a:rect l="l" t="t" r="r" b="b"/>
              <a:pathLst>
                <a:path w="298" h="299" extrusionOk="0">
                  <a:moveTo>
                    <a:pt x="297" y="1"/>
                  </a:moveTo>
                  <a:cubicBezTo>
                    <a:pt x="133" y="1"/>
                    <a:pt x="1" y="133"/>
                    <a:pt x="1" y="298"/>
                  </a:cubicBezTo>
                  <a:lnTo>
                    <a:pt x="297" y="298"/>
                  </a:ln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6"/>
            <p:cNvSpPr/>
            <p:nvPr/>
          </p:nvSpPr>
          <p:spPr>
            <a:xfrm rot="10800000">
              <a:off x="-158807" y="894193"/>
              <a:ext cx="18979" cy="25582"/>
            </a:xfrm>
            <a:custGeom>
              <a:avLst/>
              <a:gdLst/>
              <a:ahLst/>
              <a:cxnLst/>
              <a:rect l="l" t="t" r="r" b="b"/>
              <a:pathLst>
                <a:path w="298" h="299" extrusionOk="0">
                  <a:moveTo>
                    <a:pt x="1" y="1"/>
                  </a:moveTo>
                  <a:lnTo>
                    <a:pt x="1" y="298"/>
                  </a:lnTo>
                  <a:lnTo>
                    <a:pt x="297" y="298"/>
                  </a:lnTo>
                  <a:cubicBezTo>
                    <a:pt x="297" y="133"/>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6"/>
            <p:cNvSpPr/>
            <p:nvPr/>
          </p:nvSpPr>
          <p:spPr>
            <a:xfrm rot="10800000">
              <a:off x="-158807" y="868439"/>
              <a:ext cx="18979" cy="25839"/>
            </a:xfrm>
            <a:custGeom>
              <a:avLst/>
              <a:gdLst/>
              <a:ahLst/>
              <a:cxnLst/>
              <a:rect l="l" t="t" r="r" b="b"/>
              <a:pathLst>
                <a:path w="298" h="302" extrusionOk="0">
                  <a:moveTo>
                    <a:pt x="1" y="0"/>
                  </a:moveTo>
                  <a:lnTo>
                    <a:pt x="1" y="301"/>
                  </a:lnTo>
                  <a:cubicBezTo>
                    <a:pt x="166" y="301"/>
                    <a:pt x="297" y="164"/>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6"/>
            <p:cNvSpPr/>
            <p:nvPr/>
          </p:nvSpPr>
          <p:spPr>
            <a:xfrm rot="10800000">
              <a:off x="-158807" y="723588"/>
              <a:ext cx="18979" cy="25411"/>
            </a:xfrm>
            <a:custGeom>
              <a:avLst/>
              <a:gdLst/>
              <a:ahLst/>
              <a:cxnLst/>
              <a:rect l="l" t="t" r="r" b="b"/>
              <a:pathLst>
                <a:path w="298" h="297" extrusionOk="0">
                  <a:moveTo>
                    <a:pt x="1" y="0"/>
                  </a:moveTo>
                  <a:lnTo>
                    <a:pt x="1" y="297"/>
                  </a:lnTo>
                  <a:lnTo>
                    <a:pt x="297" y="297"/>
                  </a:lnTo>
                  <a:cubicBezTo>
                    <a:pt x="297" y="131"/>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6"/>
            <p:cNvSpPr/>
            <p:nvPr/>
          </p:nvSpPr>
          <p:spPr>
            <a:xfrm rot="10800000">
              <a:off x="-222493" y="783308"/>
              <a:ext cx="38149" cy="51336"/>
            </a:xfrm>
            <a:custGeom>
              <a:avLst/>
              <a:gdLst/>
              <a:ahLst/>
              <a:cxnLst/>
              <a:rect l="l" t="t" r="r" b="b"/>
              <a:pathLst>
                <a:path w="599" h="600" extrusionOk="0">
                  <a:moveTo>
                    <a:pt x="301" y="1"/>
                  </a:moveTo>
                  <a:cubicBezTo>
                    <a:pt x="131" y="1"/>
                    <a:pt x="0" y="137"/>
                    <a:pt x="0" y="303"/>
                  </a:cubicBezTo>
                  <a:cubicBezTo>
                    <a:pt x="0" y="468"/>
                    <a:pt x="131" y="599"/>
                    <a:pt x="301" y="599"/>
                  </a:cubicBezTo>
                  <a:cubicBezTo>
                    <a:pt x="466" y="599"/>
                    <a:pt x="599" y="468"/>
                    <a:pt x="599" y="303"/>
                  </a:cubicBezTo>
                  <a:cubicBezTo>
                    <a:pt x="599" y="137"/>
                    <a:pt x="466"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6"/>
            <p:cNvSpPr/>
            <p:nvPr/>
          </p:nvSpPr>
          <p:spPr>
            <a:xfrm rot="10800000">
              <a:off x="-266945" y="868439"/>
              <a:ext cx="18979" cy="25839"/>
            </a:xfrm>
            <a:custGeom>
              <a:avLst/>
              <a:gdLst/>
              <a:ahLst/>
              <a:cxnLst/>
              <a:rect l="l" t="t" r="r" b="b"/>
              <a:pathLst>
                <a:path w="298" h="302" extrusionOk="0">
                  <a:moveTo>
                    <a:pt x="1" y="0"/>
                  </a:moveTo>
                  <a:cubicBezTo>
                    <a:pt x="1" y="164"/>
                    <a:pt x="133" y="301"/>
                    <a:pt x="297" y="301"/>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6"/>
            <p:cNvSpPr/>
            <p:nvPr/>
          </p:nvSpPr>
          <p:spPr>
            <a:xfrm rot="10800000">
              <a:off x="-266945" y="723588"/>
              <a:ext cx="18979" cy="25411"/>
            </a:xfrm>
            <a:custGeom>
              <a:avLst/>
              <a:gdLst/>
              <a:ahLst/>
              <a:cxnLst/>
              <a:rect l="l" t="t" r="r" b="b"/>
              <a:pathLst>
                <a:path w="298" h="297" extrusionOk="0">
                  <a:moveTo>
                    <a:pt x="297" y="0"/>
                  </a:moveTo>
                  <a:cubicBezTo>
                    <a:pt x="133" y="0"/>
                    <a:pt x="1" y="131"/>
                    <a:pt x="1" y="297"/>
                  </a:cubicBezTo>
                  <a:lnTo>
                    <a:pt x="297" y="297"/>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6"/>
            <p:cNvSpPr/>
            <p:nvPr/>
          </p:nvSpPr>
          <p:spPr>
            <a:xfrm rot="10800000">
              <a:off x="-222493" y="612617"/>
              <a:ext cx="38149" cy="50908"/>
            </a:xfrm>
            <a:custGeom>
              <a:avLst/>
              <a:gdLst/>
              <a:ahLst/>
              <a:cxnLst/>
              <a:rect l="l" t="t" r="r" b="b"/>
              <a:pathLst>
                <a:path w="599" h="595" extrusionOk="0">
                  <a:moveTo>
                    <a:pt x="301" y="0"/>
                  </a:moveTo>
                  <a:cubicBezTo>
                    <a:pt x="131" y="0"/>
                    <a:pt x="0" y="133"/>
                    <a:pt x="0" y="297"/>
                  </a:cubicBezTo>
                  <a:cubicBezTo>
                    <a:pt x="0" y="462"/>
                    <a:pt x="131" y="595"/>
                    <a:pt x="301" y="595"/>
                  </a:cubicBezTo>
                  <a:cubicBezTo>
                    <a:pt x="466" y="595"/>
                    <a:pt x="599" y="462"/>
                    <a:pt x="599" y="297"/>
                  </a:cubicBezTo>
                  <a:cubicBezTo>
                    <a:pt x="599" y="133"/>
                    <a:pt x="466"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6"/>
            <p:cNvSpPr/>
            <p:nvPr/>
          </p:nvSpPr>
          <p:spPr>
            <a:xfrm rot="10800000">
              <a:off x="-266945" y="697749"/>
              <a:ext cx="18979" cy="25925"/>
            </a:xfrm>
            <a:custGeom>
              <a:avLst/>
              <a:gdLst/>
              <a:ahLst/>
              <a:cxnLst/>
              <a:rect l="l" t="t" r="r" b="b"/>
              <a:pathLst>
                <a:path w="298" h="303" extrusionOk="0">
                  <a:moveTo>
                    <a:pt x="1" y="1"/>
                  </a:moveTo>
                  <a:cubicBezTo>
                    <a:pt x="1" y="170"/>
                    <a:pt x="133" y="303"/>
                    <a:pt x="297" y="303"/>
                  </a:cubicBez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6"/>
            <p:cNvSpPr/>
            <p:nvPr/>
          </p:nvSpPr>
          <p:spPr>
            <a:xfrm rot="10800000">
              <a:off x="-158807" y="552469"/>
              <a:ext cx="18979" cy="25925"/>
            </a:xfrm>
            <a:custGeom>
              <a:avLst/>
              <a:gdLst/>
              <a:ahLst/>
              <a:cxnLst/>
              <a:rect l="l" t="t" r="r" b="b"/>
              <a:pathLst>
                <a:path w="298" h="303" extrusionOk="0">
                  <a:moveTo>
                    <a:pt x="1" y="0"/>
                  </a:moveTo>
                  <a:lnTo>
                    <a:pt x="1" y="302"/>
                  </a:lnTo>
                  <a:lnTo>
                    <a:pt x="297" y="302"/>
                  </a:lnTo>
                  <a:cubicBezTo>
                    <a:pt x="297" y="133"/>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6"/>
            <p:cNvSpPr/>
            <p:nvPr/>
          </p:nvSpPr>
          <p:spPr>
            <a:xfrm rot="10800000">
              <a:off x="-158807" y="697749"/>
              <a:ext cx="18979" cy="25925"/>
            </a:xfrm>
            <a:custGeom>
              <a:avLst/>
              <a:gdLst/>
              <a:ahLst/>
              <a:cxnLst/>
              <a:rect l="l" t="t" r="r" b="b"/>
              <a:pathLst>
                <a:path w="298" h="303" extrusionOk="0">
                  <a:moveTo>
                    <a:pt x="1" y="1"/>
                  </a:moveTo>
                  <a:lnTo>
                    <a:pt x="1" y="303"/>
                  </a:lnTo>
                  <a:cubicBezTo>
                    <a:pt x="166" y="303"/>
                    <a:pt x="297" y="170"/>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6"/>
            <p:cNvSpPr/>
            <p:nvPr/>
          </p:nvSpPr>
          <p:spPr>
            <a:xfrm rot="10800000">
              <a:off x="-266945" y="552469"/>
              <a:ext cx="18979" cy="25925"/>
            </a:xfrm>
            <a:custGeom>
              <a:avLst/>
              <a:gdLst/>
              <a:ahLst/>
              <a:cxnLst/>
              <a:rect l="l" t="t" r="r" b="b"/>
              <a:pathLst>
                <a:path w="298" h="303" extrusionOk="0">
                  <a:moveTo>
                    <a:pt x="297" y="0"/>
                  </a:moveTo>
                  <a:cubicBezTo>
                    <a:pt x="133" y="0"/>
                    <a:pt x="1" y="133"/>
                    <a:pt x="1" y="302"/>
                  </a:cubicBezTo>
                  <a:lnTo>
                    <a:pt x="297" y="302"/>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6"/>
            <p:cNvSpPr/>
            <p:nvPr/>
          </p:nvSpPr>
          <p:spPr>
            <a:xfrm rot="10800000">
              <a:off x="-222493" y="441498"/>
              <a:ext cx="38149" cy="51422"/>
            </a:xfrm>
            <a:custGeom>
              <a:avLst/>
              <a:gdLst/>
              <a:ahLst/>
              <a:cxnLst/>
              <a:rect l="l" t="t" r="r" b="b"/>
              <a:pathLst>
                <a:path w="599" h="601" extrusionOk="0">
                  <a:moveTo>
                    <a:pt x="301" y="1"/>
                  </a:moveTo>
                  <a:cubicBezTo>
                    <a:pt x="131" y="1"/>
                    <a:pt x="0" y="133"/>
                    <a:pt x="0" y="298"/>
                  </a:cubicBezTo>
                  <a:cubicBezTo>
                    <a:pt x="0" y="464"/>
                    <a:pt x="131" y="601"/>
                    <a:pt x="301" y="601"/>
                  </a:cubicBezTo>
                  <a:cubicBezTo>
                    <a:pt x="466" y="601"/>
                    <a:pt x="599" y="464"/>
                    <a:pt x="599" y="298"/>
                  </a:cubicBezTo>
                  <a:cubicBezTo>
                    <a:pt x="599" y="133"/>
                    <a:pt x="466"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6"/>
            <p:cNvSpPr/>
            <p:nvPr/>
          </p:nvSpPr>
          <p:spPr>
            <a:xfrm rot="10800000">
              <a:off x="-158807" y="527143"/>
              <a:ext cx="18979" cy="25411"/>
            </a:xfrm>
            <a:custGeom>
              <a:avLst/>
              <a:gdLst/>
              <a:ahLst/>
              <a:cxnLst/>
              <a:rect l="l" t="t" r="r" b="b"/>
              <a:pathLst>
                <a:path w="298" h="297" extrusionOk="0">
                  <a:moveTo>
                    <a:pt x="1" y="0"/>
                  </a:moveTo>
                  <a:lnTo>
                    <a:pt x="1" y="297"/>
                  </a:lnTo>
                  <a:cubicBezTo>
                    <a:pt x="166" y="297"/>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6"/>
            <p:cNvSpPr/>
            <p:nvPr/>
          </p:nvSpPr>
          <p:spPr>
            <a:xfrm rot="10800000">
              <a:off x="-158807" y="381864"/>
              <a:ext cx="18979" cy="25839"/>
            </a:xfrm>
            <a:custGeom>
              <a:avLst/>
              <a:gdLst/>
              <a:ahLst/>
              <a:cxnLst/>
              <a:rect l="l" t="t" r="r" b="b"/>
              <a:pathLst>
                <a:path w="298" h="302" extrusionOk="0">
                  <a:moveTo>
                    <a:pt x="1" y="1"/>
                  </a:moveTo>
                  <a:lnTo>
                    <a:pt x="1" y="302"/>
                  </a:lnTo>
                  <a:lnTo>
                    <a:pt x="297" y="302"/>
                  </a:lnTo>
                  <a:cubicBezTo>
                    <a:pt x="297" y="136"/>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6"/>
            <p:cNvSpPr/>
            <p:nvPr/>
          </p:nvSpPr>
          <p:spPr>
            <a:xfrm rot="10800000">
              <a:off x="-266945" y="381864"/>
              <a:ext cx="18979" cy="25839"/>
            </a:xfrm>
            <a:custGeom>
              <a:avLst/>
              <a:gdLst/>
              <a:ahLst/>
              <a:cxnLst/>
              <a:rect l="l" t="t" r="r" b="b"/>
              <a:pathLst>
                <a:path w="298" h="302" extrusionOk="0">
                  <a:moveTo>
                    <a:pt x="297" y="1"/>
                  </a:moveTo>
                  <a:cubicBezTo>
                    <a:pt x="133" y="1"/>
                    <a:pt x="1" y="136"/>
                    <a:pt x="1" y="302"/>
                  </a:cubicBezTo>
                  <a:lnTo>
                    <a:pt x="297" y="302"/>
                  </a:ln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rot="10800000">
              <a:off x="-266945" y="527143"/>
              <a:ext cx="18979" cy="25411"/>
            </a:xfrm>
            <a:custGeom>
              <a:avLst/>
              <a:gdLst/>
              <a:ahLst/>
              <a:cxnLst/>
              <a:rect l="l" t="t" r="r" b="b"/>
              <a:pathLst>
                <a:path w="298" h="297" extrusionOk="0">
                  <a:moveTo>
                    <a:pt x="1" y="0"/>
                  </a:moveTo>
                  <a:cubicBezTo>
                    <a:pt x="1" y="166"/>
                    <a:pt x="133" y="297"/>
                    <a:pt x="297" y="297"/>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6"/>
            <p:cNvSpPr/>
            <p:nvPr/>
          </p:nvSpPr>
          <p:spPr>
            <a:xfrm rot="10800000">
              <a:off x="-266945" y="211087"/>
              <a:ext cx="18979" cy="26010"/>
            </a:xfrm>
            <a:custGeom>
              <a:avLst/>
              <a:gdLst/>
              <a:ahLst/>
              <a:cxnLst/>
              <a:rect l="l" t="t" r="r" b="b"/>
              <a:pathLst>
                <a:path w="298" h="304" extrusionOk="0">
                  <a:moveTo>
                    <a:pt x="297" y="1"/>
                  </a:moveTo>
                  <a:cubicBezTo>
                    <a:pt x="133" y="1"/>
                    <a:pt x="1" y="138"/>
                    <a:pt x="1" y="303"/>
                  </a:cubicBezTo>
                  <a:lnTo>
                    <a:pt x="297" y="303"/>
                  </a:ln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6"/>
            <p:cNvSpPr/>
            <p:nvPr/>
          </p:nvSpPr>
          <p:spPr>
            <a:xfrm rot="10800000">
              <a:off x="-158807" y="211087"/>
              <a:ext cx="18979" cy="26010"/>
            </a:xfrm>
            <a:custGeom>
              <a:avLst/>
              <a:gdLst/>
              <a:ahLst/>
              <a:cxnLst/>
              <a:rect l="l" t="t" r="r" b="b"/>
              <a:pathLst>
                <a:path w="298" h="304" extrusionOk="0">
                  <a:moveTo>
                    <a:pt x="1" y="1"/>
                  </a:moveTo>
                  <a:lnTo>
                    <a:pt x="1" y="303"/>
                  </a:lnTo>
                  <a:lnTo>
                    <a:pt x="297" y="303"/>
                  </a:lnTo>
                  <a:cubicBezTo>
                    <a:pt x="297"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6"/>
            <p:cNvSpPr/>
            <p:nvPr/>
          </p:nvSpPr>
          <p:spPr>
            <a:xfrm rot="10800000">
              <a:off x="-158807" y="356367"/>
              <a:ext cx="18979" cy="25582"/>
            </a:xfrm>
            <a:custGeom>
              <a:avLst/>
              <a:gdLst/>
              <a:ahLst/>
              <a:cxnLst/>
              <a:rect l="l" t="t" r="r" b="b"/>
              <a:pathLst>
                <a:path w="298" h="299" extrusionOk="0">
                  <a:moveTo>
                    <a:pt x="1" y="1"/>
                  </a:moveTo>
                  <a:lnTo>
                    <a:pt x="1" y="298"/>
                  </a:lnTo>
                  <a:cubicBezTo>
                    <a:pt x="166" y="298"/>
                    <a:pt x="297" y="166"/>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rot="10800000">
              <a:off x="-266945" y="356367"/>
              <a:ext cx="18979" cy="25582"/>
            </a:xfrm>
            <a:custGeom>
              <a:avLst/>
              <a:gdLst/>
              <a:ahLst/>
              <a:cxnLst/>
              <a:rect l="l" t="t" r="r" b="b"/>
              <a:pathLst>
                <a:path w="298" h="299" extrusionOk="0">
                  <a:moveTo>
                    <a:pt x="1" y="1"/>
                  </a:moveTo>
                  <a:cubicBezTo>
                    <a:pt x="1" y="166"/>
                    <a:pt x="133" y="298"/>
                    <a:pt x="297" y="298"/>
                  </a:cubicBez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rot="10800000">
              <a:off x="-222493" y="270893"/>
              <a:ext cx="38149" cy="51250"/>
            </a:xfrm>
            <a:custGeom>
              <a:avLst/>
              <a:gdLst/>
              <a:ahLst/>
              <a:cxnLst/>
              <a:rect l="l" t="t" r="r" b="b"/>
              <a:pathLst>
                <a:path w="599" h="599" extrusionOk="0">
                  <a:moveTo>
                    <a:pt x="301" y="0"/>
                  </a:moveTo>
                  <a:cubicBezTo>
                    <a:pt x="131" y="0"/>
                    <a:pt x="0" y="132"/>
                    <a:pt x="0" y="297"/>
                  </a:cubicBezTo>
                  <a:cubicBezTo>
                    <a:pt x="0" y="462"/>
                    <a:pt x="131" y="599"/>
                    <a:pt x="301" y="599"/>
                  </a:cubicBezTo>
                  <a:cubicBezTo>
                    <a:pt x="466" y="599"/>
                    <a:pt x="599" y="462"/>
                    <a:pt x="599" y="297"/>
                  </a:cubicBezTo>
                  <a:cubicBezTo>
                    <a:pt x="599" y="132"/>
                    <a:pt x="466"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rot="10800000">
              <a:off x="-266945" y="185762"/>
              <a:ext cx="18979" cy="25411"/>
            </a:xfrm>
            <a:custGeom>
              <a:avLst/>
              <a:gdLst/>
              <a:ahLst/>
              <a:cxnLst/>
              <a:rect l="l" t="t" r="r" b="b"/>
              <a:pathLst>
                <a:path w="298" h="297" extrusionOk="0">
                  <a:moveTo>
                    <a:pt x="1" y="0"/>
                  </a:moveTo>
                  <a:cubicBezTo>
                    <a:pt x="1" y="165"/>
                    <a:pt x="133" y="297"/>
                    <a:pt x="297" y="297"/>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6"/>
            <p:cNvSpPr/>
            <p:nvPr/>
          </p:nvSpPr>
          <p:spPr>
            <a:xfrm rot="10800000">
              <a:off x="-158807" y="40482"/>
              <a:ext cx="18979" cy="25839"/>
            </a:xfrm>
            <a:custGeom>
              <a:avLst/>
              <a:gdLst/>
              <a:ahLst/>
              <a:cxnLst/>
              <a:rect l="l" t="t" r="r" b="b"/>
              <a:pathLst>
                <a:path w="298" h="302" extrusionOk="0">
                  <a:moveTo>
                    <a:pt x="1" y="0"/>
                  </a:moveTo>
                  <a:lnTo>
                    <a:pt x="1" y="301"/>
                  </a:lnTo>
                  <a:lnTo>
                    <a:pt x="297" y="301"/>
                  </a:lnTo>
                  <a:cubicBezTo>
                    <a:pt x="297"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6"/>
            <p:cNvSpPr/>
            <p:nvPr/>
          </p:nvSpPr>
          <p:spPr>
            <a:xfrm rot="10800000">
              <a:off x="-266945" y="40482"/>
              <a:ext cx="18979" cy="25839"/>
            </a:xfrm>
            <a:custGeom>
              <a:avLst/>
              <a:gdLst/>
              <a:ahLst/>
              <a:cxnLst/>
              <a:rect l="l" t="t" r="r" b="b"/>
              <a:pathLst>
                <a:path w="298" h="302" extrusionOk="0">
                  <a:moveTo>
                    <a:pt x="297" y="0"/>
                  </a:moveTo>
                  <a:cubicBezTo>
                    <a:pt x="133" y="0"/>
                    <a:pt x="1" y="136"/>
                    <a:pt x="1" y="301"/>
                  </a:cubicBezTo>
                  <a:lnTo>
                    <a:pt x="297" y="301"/>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6"/>
            <p:cNvSpPr/>
            <p:nvPr/>
          </p:nvSpPr>
          <p:spPr>
            <a:xfrm rot="10800000">
              <a:off x="-158807" y="185762"/>
              <a:ext cx="18979" cy="25411"/>
            </a:xfrm>
            <a:custGeom>
              <a:avLst/>
              <a:gdLst/>
              <a:ahLst/>
              <a:cxnLst/>
              <a:rect l="l" t="t" r="r" b="b"/>
              <a:pathLst>
                <a:path w="298" h="297" extrusionOk="0">
                  <a:moveTo>
                    <a:pt x="1" y="0"/>
                  </a:moveTo>
                  <a:lnTo>
                    <a:pt x="1" y="297"/>
                  </a:lnTo>
                  <a:cubicBezTo>
                    <a:pt x="166" y="297"/>
                    <a:pt x="297" y="165"/>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6"/>
            <p:cNvSpPr/>
            <p:nvPr/>
          </p:nvSpPr>
          <p:spPr>
            <a:xfrm rot="10800000">
              <a:off x="-222493" y="100117"/>
              <a:ext cx="38149" cy="51422"/>
            </a:xfrm>
            <a:custGeom>
              <a:avLst/>
              <a:gdLst/>
              <a:ahLst/>
              <a:cxnLst/>
              <a:rect l="l" t="t" r="r" b="b"/>
              <a:pathLst>
                <a:path w="599" h="601" extrusionOk="0">
                  <a:moveTo>
                    <a:pt x="301" y="0"/>
                  </a:moveTo>
                  <a:cubicBezTo>
                    <a:pt x="131" y="0"/>
                    <a:pt x="0" y="133"/>
                    <a:pt x="0" y="298"/>
                  </a:cubicBezTo>
                  <a:cubicBezTo>
                    <a:pt x="0" y="463"/>
                    <a:pt x="131" y="600"/>
                    <a:pt x="301" y="600"/>
                  </a:cubicBezTo>
                  <a:cubicBezTo>
                    <a:pt x="466" y="600"/>
                    <a:pt x="599" y="463"/>
                    <a:pt x="599" y="298"/>
                  </a:cubicBezTo>
                  <a:cubicBezTo>
                    <a:pt x="599" y="133"/>
                    <a:pt x="466"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6"/>
            <p:cNvSpPr/>
            <p:nvPr/>
          </p:nvSpPr>
          <p:spPr>
            <a:xfrm rot="10800000">
              <a:off x="-222493" y="-70488"/>
              <a:ext cx="38149" cy="51336"/>
            </a:xfrm>
            <a:custGeom>
              <a:avLst/>
              <a:gdLst/>
              <a:ahLst/>
              <a:cxnLst/>
              <a:rect l="l" t="t" r="r" b="b"/>
              <a:pathLst>
                <a:path w="599" h="600" extrusionOk="0">
                  <a:moveTo>
                    <a:pt x="301" y="1"/>
                  </a:moveTo>
                  <a:cubicBezTo>
                    <a:pt x="131" y="1"/>
                    <a:pt x="0" y="133"/>
                    <a:pt x="0" y="297"/>
                  </a:cubicBezTo>
                  <a:cubicBezTo>
                    <a:pt x="0" y="462"/>
                    <a:pt x="131" y="599"/>
                    <a:pt x="301" y="599"/>
                  </a:cubicBezTo>
                  <a:cubicBezTo>
                    <a:pt x="466" y="599"/>
                    <a:pt x="599" y="462"/>
                    <a:pt x="599" y="297"/>
                  </a:cubicBezTo>
                  <a:cubicBezTo>
                    <a:pt x="599" y="133"/>
                    <a:pt x="466"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6"/>
            <p:cNvSpPr/>
            <p:nvPr/>
          </p:nvSpPr>
          <p:spPr>
            <a:xfrm rot="10800000">
              <a:off x="-266945" y="15071"/>
              <a:ext cx="18979" cy="25497"/>
            </a:xfrm>
            <a:custGeom>
              <a:avLst/>
              <a:gdLst/>
              <a:ahLst/>
              <a:cxnLst/>
              <a:rect l="l" t="t" r="r" b="b"/>
              <a:pathLst>
                <a:path w="298" h="298" extrusionOk="0">
                  <a:moveTo>
                    <a:pt x="1" y="0"/>
                  </a:moveTo>
                  <a:cubicBezTo>
                    <a:pt x="1" y="166"/>
                    <a:pt x="133" y="298"/>
                    <a:pt x="297" y="298"/>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6"/>
            <p:cNvSpPr/>
            <p:nvPr/>
          </p:nvSpPr>
          <p:spPr>
            <a:xfrm rot="10800000">
              <a:off x="-158807" y="15071"/>
              <a:ext cx="18979" cy="25497"/>
            </a:xfrm>
            <a:custGeom>
              <a:avLst/>
              <a:gdLst/>
              <a:ahLst/>
              <a:cxnLst/>
              <a:rect l="l" t="t" r="r" b="b"/>
              <a:pathLst>
                <a:path w="298" h="298" extrusionOk="0">
                  <a:moveTo>
                    <a:pt x="1" y="0"/>
                  </a:moveTo>
                  <a:lnTo>
                    <a:pt x="1" y="298"/>
                  </a:lnTo>
                  <a:cubicBezTo>
                    <a:pt x="166"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6"/>
            <p:cNvSpPr/>
            <p:nvPr/>
          </p:nvSpPr>
          <p:spPr>
            <a:xfrm rot="10800000">
              <a:off x="-139892" y="894193"/>
              <a:ext cx="18979" cy="25582"/>
            </a:xfrm>
            <a:custGeom>
              <a:avLst/>
              <a:gdLst/>
              <a:ahLst/>
              <a:cxnLst/>
              <a:rect l="l" t="t" r="r" b="b"/>
              <a:pathLst>
                <a:path w="298" h="299" extrusionOk="0">
                  <a:moveTo>
                    <a:pt x="298" y="1"/>
                  </a:moveTo>
                  <a:cubicBezTo>
                    <a:pt x="133" y="1"/>
                    <a:pt x="0" y="133"/>
                    <a:pt x="0" y="298"/>
                  </a:cubicBezTo>
                  <a:lnTo>
                    <a:pt x="298" y="298"/>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6"/>
            <p:cNvSpPr/>
            <p:nvPr/>
          </p:nvSpPr>
          <p:spPr>
            <a:xfrm rot="10800000">
              <a:off x="-95440" y="783308"/>
              <a:ext cx="38212" cy="51336"/>
            </a:xfrm>
            <a:custGeom>
              <a:avLst/>
              <a:gdLst/>
              <a:ahLst/>
              <a:cxnLst/>
              <a:rect l="l" t="t" r="r" b="b"/>
              <a:pathLst>
                <a:path w="600" h="600" extrusionOk="0">
                  <a:moveTo>
                    <a:pt x="298" y="1"/>
                  </a:moveTo>
                  <a:cubicBezTo>
                    <a:pt x="133" y="1"/>
                    <a:pt x="1" y="137"/>
                    <a:pt x="1" y="303"/>
                  </a:cubicBezTo>
                  <a:cubicBezTo>
                    <a:pt x="1" y="468"/>
                    <a:pt x="133" y="599"/>
                    <a:pt x="298" y="599"/>
                  </a:cubicBezTo>
                  <a:cubicBezTo>
                    <a:pt x="468" y="599"/>
                    <a:pt x="600" y="468"/>
                    <a:pt x="600" y="303"/>
                  </a:cubicBezTo>
                  <a:cubicBezTo>
                    <a:pt x="600" y="137"/>
                    <a:pt x="468"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6"/>
            <p:cNvSpPr/>
            <p:nvPr/>
          </p:nvSpPr>
          <p:spPr>
            <a:xfrm rot="10800000">
              <a:off x="-139892" y="868439"/>
              <a:ext cx="18979" cy="25839"/>
            </a:xfrm>
            <a:custGeom>
              <a:avLst/>
              <a:gdLst/>
              <a:ahLst/>
              <a:cxnLst/>
              <a:rect l="l" t="t" r="r" b="b"/>
              <a:pathLst>
                <a:path w="298" h="302" extrusionOk="0">
                  <a:moveTo>
                    <a:pt x="0" y="0"/>
                  </a:moveTo>
                  <a:cubicBezTo>
                    <a:pt x="0" y="164"/>
                    <a:pt x="133" y="301"/>
                    <a:pt x="298" y="301"/>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6"/>
            <p:cNvSpPr/>
            <p:nvPr/>
          </p:nvSpPr>
          <p:spPr>
            <a:xfrm rot="10800000">
              <a:off x="-31818" y="723588"/>
              <a:ext cx="19042" cy="25411"/>
            </a:xfrm>
            <a:custGeom>
              <a:avLst/>
              <a:gdLst/>
              <a:ahLst/>
              <a:cxnLst/>
              <a:rect l="l" t="t" r="r" b="b"/>
              <a:pathLst>
                <a:path w="299" h="297" extrusionOk="0">
                  <a:moveTo>
                    <a:pt x="1" y="0"/>
                  </a:moveTo>
                  <a:lnTo>
                    <a:pt x="1" y="297"/>
                  </a:lnTo>
                  <a:lnTo>
                    <a:pt x="298" y="297"/>
                  </a:lnTo>
                  <a:cubicBezTo>
                    <a:pt x="298" y="131"/>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6"/>
            <p:cNvSpPr/>
            <p:nvPr/>
          </p:nvSpPr>
          <p:spPr>
            <a:xfrm rot="10800000">
              <a:off x="-139892" y="723588"/>
              <a:ext cx="18979" cy="25411"/>
            </a:xfrm>
            <a:custGeom>
              <a:avLst/>
              <a:gdLst/>
              <a:ahLst/>
              <a:cxnLst/>
              <a:rect l="l" t="t" r="r" b="b"/>
              <a:pathLst>
                <a:path w="298" h="297" extrusionOk="0">
                  <a:moveTo>
                    <a:pt x="298" y="0"/>
                  </a:moveTo>
                  <a:cubicBezTo>
                    <a:pt x="133" y="0"/>
                    <a:pt x="0" y="131"/>
                    <a:pt x="0" y="297"/>
                  </a:cubicBezTo>
                  <a:lnTo>
                    <a:pt x="298" y="297"/>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6"/>
            <p:cNvSpPr/>
            <p:nvPr/>
          </p:nvSpPr>
          <p:spPr>
            <a:xfrm rot="10800000">
              <a:off x="-139892" y="697749"/>
              <a:ext cx="18979" cy="25925"/>
            </a:xfrm>
            <a:custGeom>
              <a:avLst/>
              <a:gdLst/>
              <a:ahLst/>
              <a:cxnLst/>
              <a:rect l="l" t="t" r="r" b="b"/>
              <a:pathLst>
                <a:path w="298" h="303" extrusionOk="0">
                  <a:moveTo>
                    <a:pt x="0" y="1"/>
                  </a:moveTo>
                  <a:cubicBezTo>
                    <a:pt x="0" y="170"/>
                    <a:pt x="133" y="303"/>
                    <a:pt x="298" y="303"/>
                  </a:cubicBez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6"/>
            <p:cNvSpPr/>
            <p:nvPr/>
          </p:nvSpPr>
          <p:spPr>
            <a:xfrm rot="10800000">
              <a:off x="-31818" y="697749"/>
              <a:ext cx="19042" cy="25925"/>
            </a:xfrm>
            <a:custGeom>
              <a:avLst/>
              <a:gdLst/>
              <a:ahLst/>
              <a:cxnLst/>
              <a:rect l="l" t="t" r="r" b="b"/>
              <a:pathLst>
                <a:path w="299" h="303" extrusionOk="0">
                  <a:moveTo>
                    <a:pt x="1" y="1"/>
                  </a:moveTo>
                  <a:lnTo>
                    <a:pt x="1" y="303"/>
                  </a:lnTo>
                  <a:cubicBezTo>
                    <a:pt x="166" y="303"/>
                    <a:pt x="298" y="170"/>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6"/>
            <p:cNvSpPr/>
            <p:nvPr/>
          </p:nvSpPr>
          <p:spPr>
            <a:xfrm rot="10800000">
              <a:off x="-31818" y="552469"/>
              <a:ext cx="19042" cy="25925"/>
            </a:xfrm>
            <a:custGeom>
              <a:avLst/>
              <a:gdLst/>
              <a:ahLst/>
              <a:cxnLst/>
              <a:rect l="l" t="t" r="r" b="b"/>
              <a:pathLst>
                <a:path w="299" h="303" extrusionOk="0">
                  <a:moveTo>
                    <a:pt x="1" y="0"/>
                  </a:moveTo>
                  <a:lnTo>
                    <a:pt x="1" y="302"/>
                  </a:lnTo>
                  <a:lnTo>
                    <a:pt x="298" y="302"/>
                  </a:lnTo>
                  <a:cubicBezTo>
                    <a:pt x="298" y="133"/>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6"/>
            <p:cNvSpPr/>
            <p:nvPr/>
          </p:nvSpPr>
          <p:spPr>
            <a:xfrm rot="10800000">
              <a:off x="-95440" y="612617"/>
              <a:ext cx="38212" cy="50908"/>
            </a:xfrm>
            <a:custGeom>
              <a:avLst/>
              <a:gdLst/>
              <a:ahLst/>
              <a:cxnLst/>
              <a:rect l="l" t="t" r="r" b="b"/>
              <a:pathLst>
                <a:path w="600" h="595" extrusionOk="0">
                  <a:moveTo>
                    <a:pt x="298" y="0"/>
                  </a:moveTo>
                  <a:cubicBezTo>
                    <a:pt x="133" y="0"/>
                    <a:pt x="1" y="133"/>
                    <a:pt x="1" y="297"/>
                  </a:cubicBezTo>
                  <a:cubicBezTo>
                    <a:pt x="1" y="462"/>
                    <a:pt x="133" y="595"/>
                    <a:pt x="298" y="595"/>
                  </a:cubicBezTo>
                  <a:cubicBezTo>
                    <a:pt x="468" y="595"/>
                    <a:pt x="600" y="462"/>
                    <a:pt x="600" y="297"/>
                  </a:cubicBezTo>
                  <a:cubicBezTo>
                    <a:pt x="600" y="133"/>
                    <a:pt x="468"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6"/>
            <p:cNvSpPr/>
            <p:nvPr/>
          </p:nvSpPr>
          <p:spPr>
            <a:xfrm rot="10800000">
              <a:off x="-139892" y="552469"/>
              <a:ext cx="18979" cy="25925"/>
            </a:xfrm>
            <a:custGeom>
              <a:avLst/>
              <a:gdLst/>
              <a:ahLst/>
              <a:cxnLst/>
              <a:rect l="l" t="t" r="r" b="b"/>
              <a:pathLst>
                <a:path w="298" h="303" extrusionOk="0">
                  <a:moveTo>
                    <a:pt x="298" y="0"/>
                  </a:moveTo>
                  <a:cubicBezTo>
                    <a:pt x="133" y="0"/>
                    <a:pt x="0" y="133"/>
                    <a:pt x="0" y="302"/>
                  </a:cubicBezTo>
                  <a:lnTo>
                    <a:pt x="298" y="302"/>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6"/>
            <p:cNvSpPr/>
            <p:nvPr/>
          </p:nvSpPr>
          <p:spPr>
            <a:xfrm rot="10800000">
              <a:off x="-139892" y="381864"/>
              <a:ext cx="18979" cy="25839"/>
            </a:xfrm>
            <a:custGeom>
              <a:avLst/>
              <a:gdLst/>
              <a:ahLst/>
              <a:cxnLst/>
              <a:rect l="l" t="t" r="r" b="b"/>
              <a:pathLst>
                <a:path w="298" h="302" extrusionOk="0">
                  <a:moveTo>
                    <a:pt x="298" y="1"/>
                  </a:moveTo>
                  <a:cubicBezTo>
                    <a:pt x="133" y="1"/>
                    <a:pt x="0" y="136"/>
                    <a:pt x="0" y="302"/>
                  </a:cubicBezTo>
                  <a:lnTo>
                    <a:pt x="298" y="302"/>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6"/>
            <p:cNvSpPr/>
            <p:nvPr/>
          </p:nvSpPr>
          <p:spPr>
            <a:xfrm rot="10800000">
              <a:off x="-139892" y="527143"/>
              <a:ext cx="18979" cy="25411"/>
            </a:xfrm>
            <a:custGeom>
              <a:avLst/>
              <a:gdLst/>
              <a:ahLst/>
              <a:cxnLst/>
              <a:rect l="l" t="t" r="r" b="b"/>
              <a:pathLst>
                <a:path w="298" h="297" extrusionOk="0">
                  <a:moveTo>
                    <a:pt x="0" y="0"/>
                  </a:moveTo>
                  <a:cubicBezTo>
                    <a:pt x="0" y="166"/>
                    <a:pt x="133" y="297"/>
                    <a:pt x="298" y="297"/>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6"/>
            <p:cNvSpPr/>
            <p:nvPr/>
          </p:nvSpPr>
          <p:spPr>
            <a:xfrm rot="10800000">
              <a:off x="-31818" y="381864"/>
              <a:ext cx="19042" cy="25839"/>
            </a:xfrm>
            <a:custGeom>
              <a:avLst/>
              <a:gdLst/>
              <a:ahLst/>
              <a:cxnLst/>
              <a:rect l="l" t="t" r="r" b="b"/>
              <a:pathLst>
                <a:path w="299" h="302" extrusionOk="0">
                  <a:moveTo>
                    <a:pt x="1" y="1"/>
                  </a:moveTo>
                  <a:lnTo>
                    <a:pt x="1" y="302"/>
                  </a:lnTo>
                  <a:lnTo>
                    <a:pt x="298" y="302"/>
                  </a:lnTo>
                  <a:cubicBezTo>
                    <a:pt x="298" y="136"/>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6"/>
            <p:cNvSpPr/>
            <p:nvPr/>
          </p:nvSpPr>
          <p:spPr>
            <a:xfrm rot="10800000">
              <a:off x="-95440" y="441498"/>
              <a:ext cx="38212" cy="51422"/>
            </a:xfrm>
            <a:custGeom>
              <a:avLst/>
              <a:gdLst/>
              <a:ahLst/>
              <a:cxnLst/>
              <a:rect l="l" t="t" r="r" b="b"/>
              <a:pathLst>
                <a:path w="600" h="601" extrusionOk="0">
                  <a:moveTo>
                    <a:pt x="298" y="1"/>
                  </a:moveTo>
                  <a:cubicBezTo>
                    <a:pt x="133" y="1"/>
                    <a:pt x="1" y="133"/>
                    <a:pt x="1" y="298"/>
                  </a:cubicBezTo>
                  <a:cubicBezTo>
                    <a:pt x="1" y="464"/>
                    <a:pt x="133" y="601"/>
                    <a:pt x="298" y="601"/>
                  </a:cubicBezTo>
                  <a:cubicBezTo>
                    <a:pt x="468" y="601"/>
                    <a:pt x="600" y="464"/>
                    <a:pt x="600" y="298"/>
                  </a:cubicBezTo>
                  <a:cubicBezTo>
                    <a:pt x="600" y="133"/>
                    <a:pt x="468"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6"/>
            <p:cNvSpPr/>
            <p:nvPr/>
          </p:nvSpPr>
          <p:spPr>
            <a:xfrm rot="10800000">
              <a:off x="-31818" y="527143"/>
              <a:ext cx="19042" cy="25411"/>
            </a:xfrm>
            <a:custGeom>
              <a:avLst/>
              <a:gdLst/>
              <a:ahLst/>
              <a:cxnLst/>
              <a:rect l="l" t="t" r="r" b="b"/>
              <a:pathLst>
                <a:path w="299" h="297" extrusionOk="0">
                  <a:moveTo>
                    <a:pt x="1" y="0"/>
                  </a:moveTo>
                  <a:lnTo>
                    <a:pt x="1" y="297"/>
                  </a:lnTo>
                  <a:cubicBezTo>
                    <a:pt x="166" y="297"/>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6"/>
            <p:cNvSpPr/>
            <p:nvPr/>
          </p:nvSpPr>
          <p:spPr>
            <a:xfrm rot="10800000">
              <a:off x="-139892" y="211087"/>
              <a:ext cx="18979" cy="26010"/>
            </a:xfrm>
            <a:custGeom>
              <a:avLst/>
              <a:gdLst/>
              <a:ahLst/>
              <a:cxnLst/>
              <a:rect l="l" t="t" r="r" b="b"/>
              <a:pathLst>
                <a:path w="298" h="304" extrusionOk="0">
                  <a:moveTo>
                    <a:pt x="298" y="1"/>
                  </a:moveTo>
                  <a:cubicBezTo>
                    <a:pt x="133" y="1"/>
                    <a:pt x="0" y="138"/>
                    <a:pt x="0" y="303"/>
                  </a:cubicBezTo>
                  <a:lnTo>
                    <a:pt x="298" y="303"/>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6"/>
            <p:cNvSpPr/>
            <p:nvPr/>
          </p:nvSpPr>
          <p:spPr>
            <a:xfrm rot="10800000">
              <a:off x="-31818" y="356367"/>
              <a:ext cx="19042" cy="25582"/>
            </a:xfrm>
            <a:custGeom>
              <a:avLst/>
              <a:gdLst/>
              <a:ahLst/>
              <a:cxnLst/>
              <a:rect l="l" t="t" r="r" b="b"/>
              <a:pathLst>
                <a:path w="299" h="299" extrusionOk="0">
                  <a:moveTo>
                    <a:pt x="1" y="1"/>
                  </a:moveTo>
                  <a:lnTo>
                    <a:pt x="1" y="298"/>
                  </a:lnTo>
                  <a:cubicBezTo>
                    <a:pt x="166" y="298"/>
                    <a:pt x="298" y="166"/>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6"/>
            <p:cNvSpPr/>
            <p:nvPr/>
          </p:nvSpPr>
          <p:spPr>
            <a:xfrm rot="10800000">
              <a:off x="-139892" y="356367"/>
              <a:ext cx="18979" cy="25582"/>
            </a:xfrm>
            <a:custGeom>
              <a:avLst/>
              <a:gdLst/>
              <a:ahLst/>
              <a:cxnLst/>
              <a:rect l="l" t="t" r="r" b="b"/>
              <a:pathLst>
                <a:path w="298" h="299" extrusionOk="0">
                  <a:moveTo>
                    <a:pt x="0" y="1"/>
                  </a:moveTo>
                  <a:cubicBezTo>
                    <a:pt x="0" y="166"/>
                    <a:pt x="133" y="298"/>
                    <a:pt x="298" y="298"/>
                  </a:cubicBez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6"/>
            <p:cNvSpPr/>
            <p:nvPr/>
          </p:nvSpPr>
          <p:spPr>
            <a:xfrm rot="10800000">
              <a:off x="-95440" y="270893"/>
              <a:ext cx="38212" cy="51250"/>
            </a:xfrm>
            <a:custGeom>
              <a:avLst/>
              <a:gdLst/>
              <a:ahLst/>
              <a:cxnLst/>
              <a:rect l="l" t="t" r="r" b="b"/>
              <a:pathLst>
                <a:path w="600" h="599" extrusionOk="0">
                  <a:moveTo>
                    <a:pt x="298" y="0"/>
                  </a:moveTo>
                  <a:cubicBezTo>
                    <a:pt x="133" y="0"/>
                    <a:pt x="1" y="132"/>
                    <a:pt x="1" y="297"/>
                  </a:cubicBezTo>
                  <a:cubicBezTo>
                    <a:pt x="1" y="462"/>
                    <a:pt x="133" y="599"/>
                    <a:pt x="298" y="599"/>
                  </a:cubicBezTo>
                  <a:cubicBezTo>
                    <a:pt x="468" y="599"/>
                    <a:pt x="600" y="462"/>
                    <a:pt x="600" y="297"/>
                  </a:cubicBezTo>
                  <a:cubicBezTo>
                    <a:pt x="600" y="132"/>
                    <a:pt x="468"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6"/>
            <p:cNvSpPr/>
            <p:nvPr/>
          </p:nvSpPr>
          <p:spPr>
            <a:xfrm rot="10800000">
              <a:off x="-31818" y="211087"/>
              <a:ext cx="19042" cy="26010"/>
            </a:xfrm>
            <a:custGeom>
              <a:avLst/>
              <a:gdLst/>
              <a:ahLst/>
              <a:cxnLst/>
              <a:rect l="l" t="t" r="r" b="b"/>
              <a:pathLst>
                <a:path w="299" h="304" extrusionOk="0">
                  <a:moveTo>
                    <a:pt x="1" y="1"/>
                  </a:moveTo>
                  <a:lnTo>
                    <a:pt x="1" y="303"/>
                  </a:lnTo>
                  <a:lnTo>
                    <a:pt x="298" y="303"/>
                  </a:lnTo>
                  <a:cubicBezTo>
                    <a:pt x="298"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6"/>
            <p:cNvSpPr/>
            <p:nvPr/>
          </p:nvSpPr>
          <p:spPr>
            <a:xfrm rot="10800000">
              <a:off x="-31818" y="185762"/>
              <a:ext cx="19042" cy="25411"/>
            </a:xfrm>
            <a:custGeom>
              <a:avLst/>
              <a:gdLst/>
              <a:ahLst/>
              <a:cxnLst/>
              <a:rect l="l" t="t" r="r" b="b"/>
              <a:pathLst>
                <a:path w="299" h="297" extrusionOk="0">
                  <a:moveTo>
                    <a:pt x="1" y="0"/>
                  </a:moveTo>
                  <a:lnTo>
                    <a:pt x="1" y="297"/>
                  </a:lnTo>
                  <a:cubicBezTo>
                    <a:pt x="166" y="297"/>
                    <a:pt x="298" y="165"/>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6"/>
            <p:cNvSpPr/>
            <p:nvPr/>
          </p:nvSpPr>
          <p:spPr>
            <a:xfrm rot="10800000">
              <a:off x="-139892" y="185762"/>
              <a:ext cx="18979" cy="25411"/>
            </a:xfrm>
            <a:custGeom>
              <a:avLst/>
              <a:gdLst/>
              <a:ahLst/>
              <a:cxnLst/>
              <a:rect l="l" t="t" r="r" b="b"/>
              <a:pathLst>
                <a:path w="298" h="297" extrusionOk="0">
                  <a:moveTo>
                    <a:pt x="0" y="0"/>
                  </a:moveTo>
                  <a:cubicBezTo>
                    <a:pt x="0" y="165"/>
                    <a:pt x="133" y="297"/>
                    <a:pt x="298" y="297"/>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6"/>
            <p:cNvSpPr/>
            <p:nvPr/>
          </p:nvSpPr>
          <p:spPr>
            <a:xfrm rot="10800000">
              <a:off x="-31818" y="40482"/>
              <a:ext cx="19042" cy="25839"/>
            </a:xfrm>
            <a:custGeom>
              <a:avLst/>
              <a:gdLst/>
              <a:ahLst/>
              <a:cxnLst/>
              <a:rect l="l" t="t" r="r" b="b"/>
              <a:pathLst>
                <a:path w="299" h="302" extrusionOk="0">
                  <a:moveTo>
                    <a:pt x="1" y="0"/>
                  </a:moveTo>
                  <a:lnTo>
                    <a:pt x="1" y="301"/>
                  </a:lnTo>
                  <a:lnTo>
                    <a:pt x="298" y="301"/>
                  </a:lnTo>
                  <a:cubicBezTo>
                    <a:pt x="298"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6"/>
            <p:cNvSpPr/>
            <p:nvPr/>
          </p:nvSpPr>
          <p:spPr>
            <a:xfrm rot="10800000">
              <a:off x="-95440" y="100117"/>
              <a:ext cx="38212" cy="51422"/>
            </a:xfrm>
            <a:custGeom>
              <a:avLst/>
              <a:gdLst/>
              <a:ahLst/>
              <a:cxnLst/>
              <a:rect l="l" t="t" r="r" b="b"/>
              <a:pathLst>
                <a:path w="600" h="601" extrusionOk="0">
                  <a:moveTo>
                    <a:pt x="298" y="0"/>
                  </a:moveTo>
                  <a:cubicBezTo>
                    <a:pt x="133" y="0"/>
                    <a:pt x="1" y="133"/>
                    <a:pt x="1" y="298"/>
                  </a:cubicBezTo>
                  <a:cubicBezTo>
                    <a:pt x="1" y="463"/>
                    <a:pt x="133" y="600"/>
                    <a:pt x="298" y="600"/>
                  </a:cubicBezTo>
                  <a:cubicBezTo>
                    <a:pt x="468" y="600"/>
                    <a:pt x="600" y="463"/>
                    <a:pt x="600" y="298"/>
                  </a:cubicBezTo>
                  <a:cubicBezTo>
                    <a:pt x="600" y="133"/>
                    <a:pt x="468"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6"/>
            <p:cNvSpPr/>
            <p:nvPr/>
          </p:nvSpPr>
          <p:spPr>
            <a:xfrm rot="10800000">
              <a:off x="-139892" y="40482"/>
              <a:ext cx="18979" cy="25839"/>
            </a:xfrm>
            <a:custGeom>
              <a:avLst/>
              <a:gdLst/>
              <a:ahLst/>
              <a:cxnLst/>
              <a:rect l="l" t="t" r="r" b="b"/>
              <a:pathLst>
                <a:path w="298" h="302" extrusionOk="0">
                  <a:moveTo>
                    <a:pt x="298" y="0"/>
                  </a:moveTo>
                  <a:cubicBezTo>
                    <a:pt x="133" y="0"/>
                    <a:pt x="0" y="136"/>
                    <a:pt x="0" y="301"/>
                  </a:cubicBezTo>
                  <a:lnTo>
                    <a:pt x="298" y="301"/>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6"/>
            <p:cNvSpPr/>
            <p:nvPr/>
          </p:nvSpPr>
          <p:spPr>
            <a:xfrm rot="10800000">
              <a:off x="-31818" y="15071"/>
              <a:ext cx="19042" cy="25497"/>
            </a:xfrm>
            <a:custGeom>
              <a:avLst/>
              <a:gdLst/>
              <a:ahLst/>
              <a:cxnLst/>
              <a:rect l="l" t="t" r="r" b="b"/>
              <a:pathLst>
                <a:path w="299" h="298" extrusionOk="0">
                  <a:moveTo>
                    <a:pt x="1" y="0"/>
                  </a:moveTo>
                  <a:lnTo>
                    <a:pt x="1" y="298"/>
                  </a:lnTo>
                  <a:cubicBezTo>
                    <a:pt x="166" y="298"/>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6"/>
            <p:cNvSpPr/>
            <p:nvPr/>
          </p:nvSpPr>
          <p:spPr>
            <a:xfrm rot="10800000">
              <a:off x="-95440" y="-70488"/>
              <a:ext cx="38212" cy="51336"/>
            </a:xfrm>
            <a:custGeom>
              <a:avLst/>
              <a:gdLst/>
              <a:ahLst/>
              <a:cxnLst/>
              <a:rect l="l" t="t" r="r" b="b"/>
              <a:pathLst>
                <a:path w="600" h="600" extrusionOk="0">
                  <a:moveTo>
                    <a:pt x="298" y="1"/>
                  </a:moveTo>
                  <a:cubicBezTo>
                    <a:pt x="133" y="1"/>
                    <a:pt x="1" y="133"/>
                    <a:pt x="1" y="297"/>
                  </a:cubicBezTo>
                  <a:cubicBezTo>
                    <a:pt x="1" y="462"/>
                    <a:pt x="133" y="599"/>
                    <a:pt x="298" y="599"/>
                  </a:cubicBezTo>
                  <a:cubicBezTo>
                    <a:pt x="468" y="599"/>
                    <a:pt x="600" y="462"/>
                    <a:pt x="600" y="297"/>
                  </a:cubicBezTo>
                  <a:cubicBezTo>
                    <a:pt x="600" y="133"/>
                    <a:pt x="468"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6"/>
            <p:cNvSpPr/>
            <p:nvPr/>
          </p:nvSpPr>
          <p:spPr>
            <a:xfrm rot="10800000">
              <a:off x="-139892" y="15071"/>
              <a:ext cx="18979" cy="25497"/>
            </a:xfrm>
            <a:custGeom>
              <a:avLst/>
              <a:gdLst/>
              <a:ahLst/>
              <a:cxnLst/>
              <a:rect l="l" t="t" r="r" b="b"/>
              <a:pathLst>
                <a:path w="298" h="298" extrusionOk="0">
                  <a:moveTo>
                    <a:pt x="0" y="0"/>
                  </a:moveTo>
                  <a:cubicBezTo>
                    <a:pt x="0" y="166"/>
                    <a:pt x="133"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6"/>
            <p:cNvSpPr/>
            <p:nvPr/>
          </p:nvSpPr>
          <p:spPr>
            <a:xfrm rot="10800000">
              <a:off x="-12840" y="723588"/>
              <a:ext cx="19234" cy="25411"/>
            </a:xfrm>
            <a:custGeom>
              <a:avLst/>
              <a:gdLst/>
              <a:ahLst/>
              <a:cxnLst/>
              <a:rect l="l" t="t" r="r" b="b"/>
              <a:pathLst>
                <a:path w="302" h="297" extrusionOk="0">
                  <a:moveTo>
                    <a:pt x="302" y="0"/>
                  </a:moveTo>
                  <a:cubicBezTo>
                    <a:pt x="137" y="0"/>
                    <a:pt x="0" y="131"/>
                    <a:pt x="0" y="297"/>
                  </a:cubicBezTo>
                  <a:lnTo>
                    <a:pt x="302" y="297"/>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6"/>
            <p:cNvSpPr/>
            <p:nvPr/>
          </p:nvSpPr>
          <p:spPr>
            <a:xfrm rot="10800000">
              <a:off x="95299" y="723588"/>
              <a:ext cx="637" cy="428"/>
            </a:xfrm>
            <a:custGeom>
              <a:avLst/>
              <a:gdLst/>
              <a:ahLst/>
              <a:cxnLst/>
              <a:rect l="l" t="t" r="r" b="b"/>
              <a:pathLst>
                <a:path w="10" h="5" extrusionOk="0">
                  <a:moveTo>
                    <a:pt x="10" y="0"/>
                  </a:moveTo>
                  <a:cubicBezTo>
                    <a:pt x="5" y="0"/>
                    <a:pt x="5" y="5"/>
                    <a:pt x="1" y="5"/>
                  </a:cubicBezTo>
                  <a:lnTo>
                    <a:pt x="10" y="5"/>
                  </a:lnTo>
                  <a:lnTo>
                    <a:pt x="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6"/>
            <p:cNvSpPr/>
            <p:nvPr/>
          </p:nvSpPr>
          <p:spPr>
            <a:xfrm rot="10800000">
              <a:off x="31548" y="612617"/>
              <a:ext cx="38212" cy="50908"/>
            </a:xfrm>
            <a:custGeom>
              <a:avLst/>
              <a:gdLst/>
              <a:ahLst/>
              <a:cxnLst/>
              <a:rect l="l" t="t" r="r" b="b"/>
              <a:pathLst>
                <a:path w="600" h="595" extrusionOk="0">
                  <a:moveTo>
                    <a:pt x="297" y="0"/>
                  </a:moveTo>
                  <a:cubicBezTo>
                    <a:pt x="132" y="0"/>
                    <a:pt x="1" y="133"/>
                    <a:pt x="1" y="297"/>
                  </a:cubicBezTo>
                  <a:cubicBezTo>
                    <a:pt x="1" y="462"/>
                    <a:pt x="132" y="595"/>
                    <a:pt x="297" y="595"/>
                  </a:cubicBezTo>
                  <a:cubicBezTo>
                    <a:pt x="462" y="595"/>
                    <a:pt x="599" y="462"/>
                    <a:pt x="599" y="297"/>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6"/>
            <p:cNvSpPr/>
            <p:nvPr/>
          </p:nvSpPr>
          <p:spPr>
            <a:xfrm rot="10800000">
              <a:off x="-12840" y="552469"/>
              <a:ext cx="19234" cy="25925"/>
            </a:xfrm>
            <a:custGeom>
              <a:avLst/>
              <a:gdLst/>
              <a:ahLst/>
              <a:cxnLst/>
              <a:rect l="l" t="t" r="r" b="b"/>
              <a:pathLst>
                <a:path w="302" h="303" extrusionOk="0">
                  <a:moveTo>
                    <a:pt x="302" y="0"/>
                  </a:moveTo>
                  <a:cubicBezTo>
                    <a:pt x="137" y="0"/>
                    <a:pt x="0" y="133"/>
                    <a:pt x="0" y="302"/>
                  </a:cubicBezTo>
                  <a:lnTo>
                    <a:pt x="302" y="302"/>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6"/>
            <p:cNvSpPr/>
            <p:nvPr/>
          </p:nvSpPr>
          <p:spPr>
            <a:xfrm rot="10800000">
              <a:off x="-12840" y="697749"/>
              <a:ext cx="19234" cy="25925"/>
            </a:xfrm>
            <a:custGeom>
              <a:avLst/>
              <a:gdLst/>
              <a:ahLst/>
              <a:cxnLst/>
              <a:rect l="l" t="t" r="r" b="b"/>
              <a:pathLst>
                <a:path w="302" h="303" extrusionOk="0">
                  <a:moveTo>
                    <a:pt x="0" y="1"/>
                  </a:moveTo>
                  <a:cubicBezTo>
                    <a:pt x="0" y="170"/>
                    <a:pt x="137" y="303"/>
                    <a:pt x="302" y="303"/>
                  </a:cubicBez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rot="10800000">
              <a:off x="95298" y="697749"/>
              <a:ext cx="18915" cy="25925"/>
            </a:xfrm>
            <a:custGeom>
              <a:avLst/>
              <a:gdLst/>
              <a:ahLst/>
              <a:cxnLst/>
              <a:rect l="l" t="t" r="r" b="b"/>
              <a:pathLst>
                <a:path w="297" h="303" extrusionOk="0">
                  <a:moveTo>
                    <a:pt x="288" y="1"/>
                  </a:moveTo>
                  <a:cubicBezTo>
                    <a:pt x="189" y="81"/>
                    <a:pt x="94" y="166"/>
                    <a:pt x="0" y="246"/>
                  </a:cubicBezTo>
                  <a:lnTo>
                    <a:pt x="0" y="303"/>
                  </a:lnTo>
                  <a:cubicBezTo>
                    <a:pt x="166" y="303"/>
                    <a:pt x="297" y="170"/>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6"/>
            <p:cNvSpPr/>
            <p:nvPr/>
          </p:nvSpPr>
          <p:spPr>
            <a:xfrm rot="10800000">
              <a:off x="95298" y="552469"/>
              <a:ext cx="18915" cy="25925"/>
            </a:xfrm>
            <a:custGeom>
              <a:avLst/>
              <a:gdLst/>
              <a:ahLst/>
              <a:cxnLst/>
              <a:rect l="l" t="t" r="r" b="b"/>
              <a:pathLst>
                <a:path w="297" h="303" extrusionOk="0">
                  <a:moveTo>
                    <a:pt x="0" y="0"/>
                  </a:moveTo>
                  <a:lnTo>
                    <a:pt x="0" y="302"/>
                  </a:lnTo>
                  <a:lnTo>
                    <a:pt x="297" y="302"/>
                  </a:lnTo>
                  <a:cubicBezTo>
                    <a:pt x="297" y="133"/>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6"/>
            <p:cNvSpPr/>
            <p:nvPr/>
          </p:nvSpPr>
          <p:spPr>
            <a:xfrm rot="10800000">
              <a:off x="-12840" y="381864"/>
              <a:ext cx="19234" cy="25839"/>
            </a:xfrm>
            <a:custGeom>
              <a:avLst/>
              <a:gdLst/>
              <a:ahLst/>
              <a:cxnLst/>
              <a:rect l="l" t="t" r="r" b="b"/>
              <a:pathLst>
                <a:path w="302" h="302" extrusionOk="0">
                  <a:moveTo>
                    <a:pt x="302" y="1"/>
                  </a:moveTo>
                  <a:cubicBezTo>
                    <a:pt x="137" y="1"/>
                    <a:pt x="0" y="136"/>
                    <a:pt x="0" y="302"/>
                  </a:cubicBezTo>
                  <a:lnTo>
                    <a:pt x="302" y="302"/>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6"/>
            <p:cNvSpPr/>
            <p:nvPr/>
          </p:nvSpPr>
          <p:spPr>
            <a:xfrm rot="10800000">
              <a:off x="-12840" y="527143"/>
              <a:ext cx="19234" cy="25411"/>
            </a:xfrm>
            <a:custGeom>
              <a:avLst/>
              <a:gdLst/>
              <a:ahLst/>
              <a:cxnLst/>
              <a:rect l="l" t="t" r="r" b="b"/>
              <a:pathLst>
                <a:path w="302" h="297" extrusionOk="0">
                  <a:moveTo>
                    <a:pt x="0" y="0"/>
                  </a:moveTo>
                  <a:cubicBezTo>
                    <a:pt x="0" y="166"/>
                    <a:pt x="137"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6"/>
            <p:cNvSpPr/>
            <p:nvPr/>
          </p:nvSpPr>
          <p:spPr>
            <a:xfrm rot="10800000">
              <a:off x="95298" y="527143"/>
              <a:ext cx="18915" cy="25411"/>
            </a:xfrm>
            <a:custGeom>
              <a:avLst/>
              <a:gdLst/>
              <a:ahLst/>
              <a:cxnLst/>
              <a:rect l="l" t="t" r="r" b="b"/>
              <a:pathLst>
                <a:path w="297" h="297" extrusionOk="0">
                  <a:moveTo>
                    <a:pt x="0" y="0"/>
                  </a:moveTo>
                  <a:lnTo>
                    <a:pt x="0" y="297"/>
                  </a:lnTo>
                  <a:cubicBezTo>
                    <a:pt x="166" y="297"/>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6"/>
            <p:cNvSpPr/>
            <p:nvPr/>
          </p:nvSpPr>
          <p:spPr>
            <a:xfrm rot="10800000">
              <a:off x="95298" y="381864"/>
              <a:ext cx="18915" cy="25839"/>
            </a:xfrm>
            <a:custGeom>
              <a:avLst/>
              <a:gdLst/>
              <a:ahLst/>
              <a:cxnLst/>
              <a:rect l="l" t="t" r="r" b="b"/>
              <a:pathLst>
                <a:path w="297" h="302" extrusionOk="0">
                  <a:moveTo>
                    <a:pt x="0" y="1"/>
                  </a:moveTo>
                  <a:lnTo>
                    <a:pt x="0" y="302"/>
                  </a:lnTo>
                  <a:lnTo>
                    <a:pt x="297" y="302"/>
                  </a:lnTo>
                  <a:cubicBezTo>
                    <a:pt x="297" y="136"/>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6"/>
            <p:cNvSpPr/>
            <p:nvPr/>
          </p:nvSpPr>
          <p:spPr>
            <a:xfrm rot="10800000">
              <a:off x="31548" y="441498"/>
              <a:ext cx="38212" cy="51422"/>
            </a:xfrm>
            <a:custGeom>
              <a:avLst/>
              <a:gdLst/>
              <a:ahLst/>
              <a:cxnLst/>
              <a:rect l="l" t="t" r="r" b="b"/>
              <a:pathLst>
                <a:path w="600" h="601" extrusionOk="0">
                  <a:moveTo>
                    <a:pt x="297" y="1"/>
                  </a:moveTo>
                  <a:cubicBezTo>
                    <a:pt x="132" y="1"/>
                    <a:pt x="1" y="133"/>
                    <a:pt x="1" y="298"/>
                  </a:cubicBezTo>
                  <a:cubicBezTo>
                    <a:pt x="1" y="464"/>
                    <a:pt x="132" y="601"/>
                    <a:pt x="297" y="601"/>
                  </a:cubicBezTo>
                  <a:cubicBezTo>
                    <a:pt x="462" y="601"/>
                    <a:pt x="599" y="464"/>
                    <a:pt x="599" y="298"/>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6"/>
            <p:cNvSpPr/>
            <p:nvPr/>
          </p:nvSpPr>
          <p:spPr>
            <a:xfrm rot="10800000">
              <a:off x="31548" y="270893"/>
              <a:ext cx="38212" cy="51250"/>
            </a:xfrm>
            <a:custGeom>
              <a:avLst/>
              <a:gdLst/>
              <a:ahLst/>
              <a:cxnLst/>
              <a:rect l="l" t="t" r="r" b="b"/>
              <a:pathLst>
                <a:path w="600" h="599" extrusionOk="0">
                  <a:moveTo>
                    <a:pt x="297" y="0"/>
                  </a:moveTo>
                  <a:cubicBezTo>
                    <a:pt x="132" y="0"/>
                    <a:pt x="1" y="132"/>
                    <a:pt x="1" y="297"/>
                  </a:cubicBezTo>
                  <a:cubicBezTo>
                    <a:pt x="1" y="462"/>
                    <a:pt x="132" y="599"/>
                    <a:pt x="297" y="599"/>
                  </a:cubicBezTo>
                  <a:cubicBezTo>
                    <a:pt x="462" y="599"/>
                    <a:pt x="599" y="462"/>
                    <a:pt x="599" y="297"/>
                  </a:cubicBezTo>
                  <a:cubicBezTo>
                    <a:pt x="599" y="132"/>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6"/>
            <p:cNvSpPr/>
            <p:nvPr/>
          </p:nvSpPr>
          <p:spPr>
            <a:xfrm rot="10800000">
              <a:off x="95298" y="211087"/>
              <a:ext cx="18915" cy="26010"/>
            </a:xfrm>
            <a:custGeom>
              <a:avLst/>
              <a:gdLst/>
              <a:ahLst/>
              <a:cxnLst/>
              <a:rect l="l" t="t" r="r" b="b"/>
              <a:pathLst>
                <a:path w="297" h="304" extrusionOk="0">
                  <a:moveTo>
                    <a:pt x="0" y="1"/>
                  </a:moveTo>
                  <a:lnTo>
                    <a:pt x="0" y="303"/>
                  </a:lnTo>
                  <a:lnTo>
                    <a:pt x="297" y="303"/>
                  </a:lnTo>
                  <a:cubicBezTo>
                    <a:pt x="297" y="138"/>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6"/>
            <p:cNvSpPr/>
            <p:nvPr/>
          </p:nvSpPr>
          <p:spPr>
            <a:xfrm rot="10800000">
              <a:off x="-12840" y="211087"/>
              <a:ext cx="19234" cy="26010"/>
            </a:xfrm>
            <a:custGeom>
              <a:avLst/>
              <a:gdLst/>
              <a:ahLst/>
              <a:cxnLst/>
              <a:rect l="l" t="t" r="r" b="b"/>
              <a:pathLst>
                <a:path w="302" h="304" extrusionOk="0">
                  <a:moveTo>
                    <a:pt x="302" y="1"/>
                  </a:moveTo>
                  <a:cubicBezTo>
                    <a:pt x="137" y="1"/>
                    <a:pt x="0" y="138"/>
                    <a:pt x="0" y="303"/>
                  </a:cubicBezTo>
                  <a:lnTo>
                    <a:pt x="302" y="303"/>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6"/>
            <p:cNvSpPr/>
            <p:nvPr/>
          </p:nvSpPr>
          <p:spPr>
            <a:xfrm rot="10800000">
              <a:off x="95298" y="356367"/>
              <a:ext cx="18915" cy="25582"/>
            </a:xfrm>
            <a:custGeom>
              <a:avLst/>
              <a:gdLst/>
              <a:ahLst/>
              <a:cxnLst/>
              <a:rect l="l" t="t" r="r" b="b"/>
              <a:pathLst>
                <a:path w="297" h="299" extrusionOk="0">
                  <a:moveTo>
                    <a:pt x="0" y="1"/>
                  </a:moveTo>
                  <a:lnTo>
                    <a:pt x="0" y="298"/>
                  </a:lnTo>
                  <a:cubicBezTo>
                    <a:pt x="166" y="298"/>
                    <a:pt x="297" y="166"/>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6"/>
            <p:cNvSpPr/>
            <p:nvPr/>
          </p:nvSpPr>
          <p:spPr>
            <a:xfrm rot="10800000">
              <a:off x="-12840" y="356367"/>
              <a:ext cx="19234" cy="25582"/>
            </a:xfrm>
            <a:custGeom>
              <a:avLst/>
              <a:gdLst/>
              <a:ahLst/>
              <a:cxnLst/>
              <a:rect l="l" t="t" r="r" b="b"/>
              <a:pathLst>
                <a:path w="302" h="299" extrusionOk="0">
                  <a:moveTo>
                    <a:pt x="0" y="1"/>
                  </a:moveTo>
                  <a:cubicBezTo>
                    <a:pt x="0" y="166"/>
                    <a:pt x="137" y="298"/>
                    <a:pt x="302" y="298"/>
                  </a:cubicBez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6"/>
            <p:cNvSpPr/>
            <p:nvPr/>
          </p:nvSpPr>
          <p:spPr>
            <a:xfrm rot="10800000">
              <a:off x="95298" y="40482"/>
              <a:ext cx="18915" cy="25839"/>
            </a:xfrm>
            <a:custGeom>
              <a:avLst/>
              <a:gdLst/>
              <a:ahLst/>
              <a:cxnLst/>
              <a:rect l="l" t="t" r="r" b="b"/>
              <a:pathLst>
                <a:path w="297" h="302" extrusionOk="0">
                  <a:moveTo>
                    <a:pt x="0" y="0"/>
                  </a:moveTo>
                  <a:lnTo>
                    <a:pt x="0" y="301"/>
                  </a:lnTo>
                  <a:lnTo>
                    <a:pt x="297" y="301"/>
                  </a:lnTo>
                  <a:cubicBezTo>
                    <a:pt x="297" y="136"/>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6"/>
            <p:cNvSpPr/>
            <p:nvPr/>
          </p:nvSpPr>
          <p:spPr>
            <a:xfrm rot="10800000">
              <a:off x="-12840" y="185762"/>
              <a:ext cx="19234" cy="25411"/>
            </a:xfrm>
            <a:custGeom>
              <a:avLst/>
              <a:gdLst/>
              <a:ahLst/>
              <a:cxnLst/>
              <a:rect l="l" t="t" r="r" b="b"/>
              <a:pathLst>
                <a:path w="302" h="297" extrusionOk="0">
                  <a:moveTo>
                    <a:pt x="0" y="0"/>
                  </a:moveTo>
                  <a:cubicBezTo>
                    <a:pt x="0" y="165"/>
                    <a:pt x="137"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6"/>
            <p:cNvSpPr/>
            <p:nvPr/>
          </p:nvSpPr>
          <p:spPr>
            <a:xfrm rot="10800000">
              <a:off x="-12840" y="40482"/>
              <a:ext cx="19234" cy="25839"/>
            </a:xfrm>
            <a:custGeom>
              <a:avLst/>
              <a:gdLst/>
              <a:ahLst/>
              <a:cxnLst/>
              <a:rect l="l" t="t" r="r" b="b"/>
              <a:pathLst>
                <a:path w="302" h="302" extrusionOk="0">
                  <a:moveTo>
                    <a:pt x="302" y="0"/>
                  </a:moveTo>
                  <a:cubicBezTo>
                    <a:pt x="137" y="0"/>
                    <a:pt x="0" y="136"/>
                    <a:pt x="0" y="301"/>
                  </a:cubicBezTo>
                  <a:lnTo>
                    <a:pt x="302" y="301"/>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6"/>
            <p:cNvSpPr/>
            <p:nvPr/>
          </p:nvSpPr>
          <p:spPr>
            <a:xfrm rot="10800000">
              <a:off x="95298" y="185762"/>
              <a:ext cx="18915" cy="25411"/>
            </a:xfrm>
            <a:custGeom>
              <a:avLst/>
              <a:gdLst/>
              <a:ahLst/>
              <a:cxnLst/>
              <a:rect l="l" t="t" r="r" b="b"/>
              <a:pathLst>
                <a:path w="297" h="297" extrusionOk="0">
                  <a:moveTo>
                    <a:pt x="0" y="0"/>
                  </a:moveTo>
                  <a:lnTo>
                    <a:pt x="0" y="297"/>
                  </a:lnTo>
                  <a:cubicBezTo>
                    <a:pt x="166" y="297"/>
                    <a:pt x="297" y="165"/>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6"/>
            <p:cNvSpPr/>
            <p:nvPr/>
          </p:nvSpPr>
          <p:spPr>
            <a:xfrm rot="10800000">
              <a:off x="31548" y="100117"/>
              <a:ext cx="38212" cy="51422"/>
            </a:xfrm>
            <a:custGeom>
              <a:avLst/>
              <a:gdLst/>
              <a:ahLst/>
              <a:cxnLst/>
              <a:rect l="l" t="t" r="r" b="b"/>
              <a:pathLst>
                <a:path w="600" h="601" extrusionOk="0">
                  <a:moveTo>
                    <a:pt x="297" y="0"/>
                  </a:moveTo>
                  <a:cubicBezTo>
                    <a:pt x="132" y="0"/>
                    <a:pt x="1" y="133"/>
                    <a:pt x="1" y="298"/>
                  </a:cubicBezTo>
                  <a:cubicBezTo>
                    <a:pt x="1"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6"/>
            <p:cNvSpPr/>
            <p:nvPr/>
          </p:nvSpPr>
          <p:spPr>
            <a:xfrm rot="10800000">
              <a:off x="31548" y="-70488"/>
              <a:ext cx="38212" cy="51336"/>
            </a:xfrm>
            <a:custGeom>
              <a:avLst/>
              <a:gdLst/>
              <a:ahLst/>
              <a:cxnLst/>
              <a:rect l="l" t="t" r="r" b="b"/>
              <a:pathLst>
                <a:path w="600" h="600" extrusionOk="0">
                  <a:moveTo>
                    <a:pt x="297" y="1"/>
                  </a:moveTo>
                  <a:cubicBezTo>
                    <a:pt x="132" y="1"/>
                    <a:pt x="1" y="133"/>
                    <a:pt x="1" y="297"/>
                  </a:cubicBezTo>
                  <a:cubicBezTo>
                    <a:pt x="1"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6"/>
            <p:cNvSpPr/>
            <p:nvPr/>
          </p:nvSpPr>
          <p:spPr>
            <a:xfrm rot="10800000">
              <a:off x="-12840" y="15071"/>
              <a:ext cx="19234" cy="25497"/>
            </a:xfrm>
            <a:custGeom>
              <a:avLst/>
              <a:gdLst/>
              <a:ahLst/>
              <a:cxnLst/>
              <a:rect l="l" t="t" r="r" b="b"/>
              <a:pathLst>
                <a:path w="302" h="298" extrusionOk="0">
                  <a:moveTo>
                    <a:pt x="0" y="0"/>
                  </a:moveTo>
                  <a:cubicBezTo>
                    <a:pt x="0" y="166"/>
                    <a:pt x="137" y="298"/>
                    <a:pt x="302" y="298"/>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6"/>
            <p:cNvSpPr/>
            <p:nvPr/>
          </p:nvSpPr>
          <p:spPr>
            <a:xfrm rot="10800000">
              <a:off x="95298" y="15071"/>
              <a:ext cx="18915" cy="25497"/>
            </a:xfrm>
            <a:custGeom>
              <a:avLst/>
              <a:gdLst/>
              <a:ahLst/>
              <a:cxnLst/>
              <a:rect l="l" t="t" r="r" b="b"/>
              <a:pathLst>
                <a:path w="297" h="298" extrusionOk="0">
                  <a:moveTo>
                    <a:pt x="0" y="0"/>
                  </a:moveTo>
                  <a:lnTo>
                    <a:pt x="0" y="298"/>
                  </a:lnTo>
                  <a:cubicBezTo>
                    <a:pt x="166"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6"/>
            <p:cNvSpPr/>
            <p:nvPr/>
          </p:nvSpPr>
          <p:spPr>
            <a:xfrm rot="10800000">
              <a:off x="222287" y="552469"/>
              <a:ext cx="19042" cy="17026"/>
            </a:xfrm>
            <a:custGeom>
              <a:avLst/>
              <a:gdLst/>
              <a:ahLst/>
              <a:cxnLst/>
              <a:rect l="l" t="t" r="r" b="b"/>
              <a:pathLst>
                <a:path w="299" h="199" extrusionOk="0">
                  <a:moveTo>
                    <a:pt x="223" y="0"/>
                  </a:moveTo>
                  <a:cubicBezTo>
                    <a:pt x="148" y="62"/>
                    <a:pt x="72" y="127"/>
                    <a:pt x="1" y="194"/>
                  </a:cubicBezTo>
                  <a:lnTo>
                    <a:pt x="1" y="198"/>
                  </a:lnTo>
                  <a:lnTo>
                    <a:pt x="299" y="198"/>
                  </a:lnTo>
                  <a:cubicBezTo>
                    <a:pt x="299" y="118"/>
                    <a:pt x="270" y="52"/>
                    <a:pt x="2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6"/>
            <p:cNvSpPr/>
            <p:nvPr/>
          </p:nvSpPr>
          <p:spPr>
            <a:xfrm rot="10800000">
              <a:off x="158665" y="612617"/>
              <a:ext cx="29169" cy="36363"/>
            </a:xfrm>
            <a:custGeom>
              <a:avLst/>
              <a:gdLst/>
              <a:ahLst/>
              <a:cxnLst/>
              <a:rect l="l" t="t" r="r" b="b"/>
              <a:pathLst>
                <a:path w="458" h="425" extrusionOk="0">
                  <a:moveTo>
                    <a:pt x="425" y="0"/>
                  </a:moveTo>
                  <a:cubicBezTo>
                    <a:pt x="284" y="122"/>
                    <a:pt x="142" y="250"/>
                    <a:pt x="1" y="377"/>
                  </a:cubicBezTo>
                  <a:cubicBezTo>
                    <a:pt x="48" y="405"/>
                    <a:pt x="100" y="425"/>
                    <a:pt x="157" y="425"/>
                  </a:cubicBezTo>
                  <a:cubicBezTo>
                    <a:pt x="321" y="425"/>
                    <a:pt x="458" y="292"/>
                    <a:pt x="458" y="127"/>
                  </a:cubicBezTo>
                  <a:cubicBezTo>
                    <a:pt x="458" y="81"/>
                    <a:pt x="444" y="38"/>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6"/>
            <p:cNvSpPr/>
            <p:nvPr/>
          </p:nvSpPr>
          <p:spPr>
            <a:xfrm rot="10800000">
              <a:off x="114149" y="697749"/>
              <a:ext cx="3694" cy="4877"/>
            </a:xfrm>
            <a:custGeom>
              <a:avLst/>
              <a:gdLst/>
              <a:ahLst/>
              <a:cxnLst/>
              <a:rect l="l" t="t" r="r" b="b"/>
              <a:pathLst>
                <a:path w="58" h="57" extrusionOk="0">
                  <a:moveTo>
                    <a:pt x="57" y="0"/>
                  </a:moveTo>
                  <a:cubicBezTo>
                    <a:pt x="38" y="14"/>
                    <a:pt x="20" y="28"/>
                    <a:pt x="1" y="47"/>
                  </a:cubicBezTo>
                  <a:cubicBezTo>
                    <a:pt x="20" y="47"/>
                    <a:pt x="38" y="57"/>
                    <a:pt x="57" y="57"/>
                  </a:cubicBezTo>
                  <a:lnTo>
                    <a:pt x="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6"/>
            <p:cNvSpPr/>
            <p:nvPr/>
          </p:nvSpPr>
          <p:spPr>
            <a:xfrm rot="10800000">
              <a:off x="114149" y="552469"/>
              <a:ext cx="19297" cy="25925"/>
            </a:xfrm>
            <a:custGeom>
              <a:avLst/>
              <a:gdLst/>
              <a:ahLst/>
              <a:cxnLst/>
              <a:rect l="l" t="t" r="r" b="b"/>
              <a:pathLst>
                <a:path w="303" h="303" extrusionOk="0">
                  <a:moveTo>
                    <a:pt x="302" y="0"/>
                  </a:moveTo>
                  <a:cubicBezTo>
                    <a:pt x="137" y="0"/>
                    <a:pt x="0" y="133"/>
                    <a:pt x="0" y="302"/>
                  </a:cubicBezTo>
                  <a:lnTo>
                    <a:pt x="302" y="302"/>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6"/>
            <p:cNvSpPr/>
            <p:nvPr/>
          </p:nvSpPr>
          <p:spPr>
            <a:xfrm rot="10800000">
              <a:off x="114149" y="527143"/>
              <a:ext cx="19297" cy="25411"/>
            </a:xfrm>
            <a:custGeom>
              <a:avLst/>
              <a:gdLst/>
              <a:ahLst/>
              <a:cxnLst/>
              <a:rect l="l" t="t" r="r" b="b"/>
              <a:pathLst>
                <a:path w="303" h="297" extrusionOk="0">
                  <a:moveTo>
                    <a:pt x="0" y="0"/>
                  </a:moveTo>
                  <a:cubicBezTo>
                    <a:pt x="0" y="166"/>
                    <a:pt x="137"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6"/>
            <p:cNvSpPr/>
            <p:nvPr/>
          </p:nvSpPr>
          <p:spPr>
            <a:xfrm rot="10800000">
              <a:off x="222287" y="527143"/>
              <a:ext cx="19042" cy="25411"/>
            </a:xfrm>
            <a:custGeom>
              <a:avLst/>
              <a:gdLst/>
              <a:ahLst/>
              <a:cxnLst/>
              <a:rect l="l" t="t" r="r" b="b"/>
              <a:pathLst>
                <a:path w="299" h="297" extrusionOk="0">
                  <a:moveTo>
                    <a:pt x="1" y="0"/>
                  </a:moveTo>
                  <a:lnTo>
                    <a:pt x="1" y="297"/>
                  </a:lnTo>
                  <a:cubicBezTo>
                    <a:pt x="166" y="297"/>
                    <a:pt x="299" y="166"/>
                    <a:pt x="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6"/>
            <p:cNvSpPr/>
            <p:nvPr/>
          </p:nvSpPr>
          <p:spPr>
            <a:xfrm rot="10800000">
              <a:off x="114149" y="381864"/>
              <a:ext cx="19297" cy="25839"/>
            </a:xfrm>
            <a:custGeom>
              <a:avLst/>
              <a:gdLst/>
              <a:ahLst/>
              <a:cxnLst/>
              <a:rect l="l" t="t" r="r" b="b"/>
              <a:pathLst>
                <a:path w="303" h="302" extrusionOk="0">
                  <a:moveTo>
                    <a:pt x="302" y="1"/>
                  </a:moveTo>
                  <a:cubicBezTo>
                    <a:pt x="137" y="1"/>
                    <a:pt x="0" y="136"/>
                    <a:pt x="0" y="302"/>
                  </a:cubicBezTo>
                  <a:lnTo>
                    <a:pt x="302" y="302"/>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6"/>
            <p:cNvSpPr/>
            <p:nvPr/>
          </p:nvSpPr>
          <p:spPr>
            <a:xfrm rot="10800000">
              <a:off x="158665" y="441498"/>
              <a:ext cx="38149" cy="51422"/>
            </a:xfrm>
            <a:custGeom>
              <a:avLst/>
              <a:gdLst/>
              <a:ahLst/>
              <a:cxnLst/>
              <a:rect l="l" t="t" r="r" b="b"/>
              <a:pathLst>
                <a:path w="599" h="601" extrusionOk="0">
                  <a:moveTo>
                    <a:pt x="298" y="1"/>
                  </a:moveTo>
                  <a:cubicBezTo>
                    <a:pt x="133" y="1"/>
                    <a:pt x="0" y="133"/>
                    <a:pt x="0" y="298"/>
                  </a:cubicBezTo>
                  <a:cubicBezTo>
                    <a:pt x="0" y="464"/>
                    <a:pt x="133" y="601"/>
                    <a:pt x="298" y="601"/>
                  </a:cubicBezTo>
                  <a:cubicBezTo>
                    <a:pt x="462" y="601"/>
                    <a:pt x="599" y="464"/>
                    <a:pt x="599" y="298"/>
                  </a:cubicBezTo>
                  <a:cubicBezTo>
                    <a:pt x="599" y="133"/>
                    <a:pt x="462"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6"/>
            <p:cNvSpPr/>
            <p:nvPr/>
          </p:nvSpPr>
          <p:spPr>
            <a:xfrm rot="10800000">
              <a:off x="222287" y="381864"/>
              <a:ext cx="19042" cy="25839"/>
            </a:xfrm>
            <a:custGeom>
              <a:avLst/>
              <a:gdLst/>
              <a:ahLst/>
              <a:cxnLst/>
              <a:rect l="l" t="t" r="r" b="b"/>
              <a:pathLst>
                <a:path w="299" h="302" extrusionOk="0">
                  <a:moveTo>
                    <a:pt x="1" y="1"/>
                  </a:moveTo>
                  <a:lnTo>
                    <a:pt x="1" y="302"/>
                  </a:lnTo>
                  <a:lnTo>
                    <a:pt x="299" y="302"/>
                  </a:lnTo>
                  <a:cubicBezTo>
                    <a:pt x="299" y="136"/>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6"/>
            <p:cNvSpPr/>
            <p:nvPr/>
          </p:nvSpPr>
          <p:spPr>
            <a:xfrm rot="10800000">
              <a:off x="222287" y="211087"/>
              <a:ext cx="19042" cy="26010"/>
            </a:xfrm>
            <a:custGeom>
              <a:avLst/>
              <a:gdLst/>
              <a:ahLst/>
              <a:cxnLst/>
              <a:rect l="l" t="t" r="r" b="b"/>
              <a:pathLst>
                <a:path w="299" h="304" extrusionOk="0">
                  <a:moveTo>
                    <a:pt x="1" y="1"/>
                  </a:moveTo>
                  <a:lnTo>
                    <a:pt x="1" y="303"/>
                  </a:lnTo>
                  <a:lnTo>
                    <a:pt x="299" y="303"/>
                  </a:lnTo>
                  <a:cubicBezTo>
                    <a:pt x="299"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6"/>
            <p:cNvSpPr/>
            <p:nvPr/>
          </p:nvSpPr>
          <p:spPr>
            <a:xfrm rot="10800000">
              <a:off x="114149" y="211087"/>
              <a:ext cx="19297" cy="26010"/>
            </a:xfrm>
            <a:custGeom>
              <a:avLst/>
              <a:gdLst/>
              <a:ahLst/>
              <a:cxnLst/>
              <a:rect l="l" t="t" r="r" b="b"/>
              <a:pathLst>
                <a:path w="303" h="304" extrusionOk="0">
                  <a:moveTo>
                    <a:pt x="302" y="1"/>
                  </a:moveTo>
                  <a:cubicBezTo>
                    <a:pt x="137" y="1"/>
                    <a:pt x="0" y="138"/>
                    <a:pt x="0" y="303"/>
                  </a:cubicBezTo>
                  <a:lnTo>
                    <a:pt x="302" y="303"/>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6"/>
            <p:cNvSpPr/>
            <p:nvPr/>
          </p:nvSpPr>
          <p:spPr>
            <a:xfrm rot="10800000">
              <a:off x="114149" y="356367"/>
              <a:ext cx="19297" cy="25582"/>
            </a:xfrm>
            <a:custGeom>
              <a:avLst/>
              <a:gdLst/>
              <a:ahLst/>
              <a:cxnLst/>
              <a:rect l="l" t="t" r="r" b="b"/>
              <a:pathLst>
                <a:path w="303" h="299" extrusionOk="0">
                  <a:moveTo>
                    <a:pt x="0" y="1"/>
                  </a:moveTo>
                  <a:cubicBezTo>
                    <a:pt x="0" y="166"/>
                    <a:pt x="137" y="298"/>
                    <a:pt x="302" y="298"/>
                  </a:cubicBez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6"/>
            <p:cNvSpPr/>
            <p:nvPr/>
          </p:nvSpPr>
          <p:spPr>
            <a:xfrm rot="10800000">
              <a:off x="222287" y="356367"/>
              <a:ext cx="19042" cy="25582"/>
            </a:xfrm>
            <a:custGeom>
              <a:avLst/>
              <a:gdLst/>
              <a:ahLst/>
              <a:cxnLst/>
              <a:rect l="l" t="t" r="r" b="b"/>
              <a:pathLst>
                <a:path w="299" h="299" extrusionOk="0">
                  <a:moveTo>
                    <a:pt x="1" y="1"/>
                  </a:moveTo>
                  <a:lnTo>
                    <a:pt x="1" y="298"/>
                  </a:lnTo>
                  <a:cubicBezTo>
                    <a:pt x="166" y="298"/>
                    <a:pt x="299" y="166"/>
                    <a:pt x="2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6"/>
            <p:cNvSpPr/>
            <p:nvPr/>
          </p:nvSpPr>
          <p:spPr>
            <a:xfrm rot="10800000">
              <a:off x="158665" y="270893"/>
              <a:ext cx="38149" cy="51250"/>
            </a:xfrm>
            <a:custGeom>
              <a:avLst/>
              <a:gdLst/>
              <a:ahLst/>
              <a:cxnLst/>
              <a:rect l="l" t="t" r="r" b="b"/>
              <a:pathLst>
                <a:path w="599" h="599" extrusionOk="0">
                  <a:moveTo>
                    <a:pt x="298" y="0"/>
                  </a:moveTo>
                  <a:cubicBezTo>
                    <a:pt x="133" y="0"/>
                    <a:pt x="0" y="132"/>
                    <a:pt x="0" y="297"/>
                  </a:cubicBezTo>
                  <a:cubicBezTo>
                    <a:pt x="0"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6"/>
            <p:cNvSpPr/>
            <p:nvPr/>
          </p:nvSpPr>
          <p:spPr>
            <a:xfrm rot="10800000">
              <a:off x="222287" y="185762"/>
              <a:ext cx="19042" cy="25411"/>
            </a:xfrm>
            <a:custGeom>
              <a:avLst/>
              <a:gdLst/>
              <a:ahLst/>
              <a:cxnLst/>
              <a:rect l="l" t="t" r="r" b="b"/>
              <a:pathLst>
                <a:path w="299" h="297" extrusionOk="0">
                  <a:moveTo>
                    <a:pt x="1" y="0"/>
                  </a:moveTo>
                  <a:lnTo>
                    <a:pt x="1" y="297"/>
                  </a:lnTo>
                  <a:cubicBezTo>
                    <a:pt x="166" y="297"/>
                    <a:pt x="299" y="165"/>
                    <a:pt x="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6"/>
            <p:cNvSpPr/>
            <p:nvPr/>
          </p:nvSpPr>
          <p:spPr>
            <a:xfrm rot="10800000">
              <a:off x="158665" y="100117"/>
              <a:ext cx="38149" cy="51422"/>
            </a:xfrm>
            <a:custGeom>
              <a:avLst/>
              <a:gdLst/>
              <a:ahLst/>
              <a:cxnLst/>
              <a:rect l="l" t="t" r="r" b="b"/>
              <a:pathLst>
                <a:path w="599" h="601" extrusionOk="0">
                  <a:moveTo>
                    <a:pt x="298" y="0"/>
                  </a:moveTo>
                  <a:cubicBezTo>
                    <a:pt x="133" y="0"/>
                    <a:pt x="0" y="133"/>
                    <a:pt x="0" y="298"/>
                  </a:cubicBezTo>
                  <a:cubicBezTo>
                    <a:pt x="0"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6"/>
            <p:cNvSpPr/>
            <p:nvPr/>
          </p:nvSpPr>
          <p:spPr>
            <a:xfrm rot="10800000">
              <a:off x="222287" y="40482"/>
              <a:ext cx="19042" cy="25839"/>
            </a:xfrm>
            <a:custGeom>
              <a:avLst/>
              <a:gdLst/>
              <a:ahLst/>
              <a:cxnLst/>
              <a:rect l="l" t="t" r="r" b="b"/>
              <a:pathLst>
                <a:path w="299" h="302" extrusionOk="0">
                  <a:moveTo>
                    <a:pt x="1" y="0"/>
                  </a:moveTo>
                  <a:lnTo>
                    <a:pt x="1" y="301"/>
                  </a:lnTo>
                  <a:lnTo>
                    <a:pt x="299" y="301"/>
                  </a:lnTo>
                  <a:cubicBezTo>
                    <a:pt x="299"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6"/>
            <p:cNvSpPr/>
            <p:nvPr/>
          </p:nvSpPr>
          <p:spPr>
            <a:xfrm rot="10800000">
              <a:off x="114149" y="185762"/>
              <a:ext cx="19297" cy="25411"/>
            </a:xfrm>
            <a:custGeom>
              <a:avLst/>
              <a:gdLst/>
              <a:ahLst/>
              <a:cxnLst/>
              <a:rect l="l" t="t" r="r" b="b"/>
              <a:pathLst>
                <a:path w="303" h="297" extrusionOk="0">
                  <a:moveTo>
                    <a:pt x="0" y="0"/>
                  </a:moveTo>
                  <a:cubicBezTo>
                    <a:pt x="0" y="165"/>
                    <a:pt x="137"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6"/>
            <p:cNvSpPr/>
            <p:nvPr/>
          </p:nvSpPr>
          <p:spPr>
            <a:xfrm rot="10800000">
              <a:off x="114149" y="40482"/>
              <a:ext cx="19297" cy="25839"/>
            </a:xfrm>
            <a:custGeom>
              <a:avLst/>
              <a:gdLst/>
              <a:ahLst/>
              <a:cxnLst/>
              <a:rect l="l" t="t" r="r" b="b"/>
              <a:pathLst>
                <a:path w="303" h="302" extrusionOk="0">
                  <a:moveTo>
                    <a:pt x="302" y="0"/>
                  </a:moveTo>
                  <a:cubicBezTo>
                    <a:pt x="137" y="0"/>
                    <a:pt x="0" y="136"/>
                    <a:pt x="0" y="301"/>
                  </a:cubicBezTo>
                  <a:lnTo>
                    <a:pt x="302" y="301"/>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6"/>
            <p:cNvSpPr/>
            <p:nvPr/>
          </p:nvSpPr>
          <p:spPr>
            <a:xfrm rot="10800000">
              <a:off x="222287" y="15071"/>
              <a:ext cx="19042" cy="25497"/>
            </a:xfrm>
            <a:custGeom>
              <a:avLst/>
              <a:gdLst/>
              <a:ahLst/>
              <a:cxnLst/>
              <a:rect l="l" t="t" r="r" b="b"/>
              <a:pathLst>
                <a:path w="299" h="298" extrusionOk="0">
                  <a:moveTo>
                    <a:pt x="1" y="0"/>
                  </a:moveTo>
                  <a:lnTo>
                    <a:pt x="1" y="298"/>
                  </a:lnTo>
                  <a:cubicBezTo>
                    <a:pt x="166" y="298"/>
                    <a:pt x="299" y="166"/>
                    <a:pt x="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6"/>
            <p:cNvSpPr/>
            <p:nvPr/>
          </p:nvSpPr>
          <p:spPr>
            <a:xfrm rot="10800000">
              <a:off x="158665" y="-70488"/>
              <a:ext cx="38149" cy="51336"/>
            </a:xfrm>
            <a:custGeom>
              <a:avLst/>
              <a:gdLst/>
              <a:ahLst/>
              <a:cxnLst/>
              <a:rect l="l" t="t" r="r" b="b"/>
              <a:pathLst>
                <a:path w="599" h="600" extrusionOk="0">
                  <a:moveTo>
                    <a:pt x="298" y="1"/>
                  </a:moveTo>
                  <a:cubicBezTo>
                    <a:pt x="133" y="1"/>
                    <a:pt x="0" y="133"/>
                    <a:pt x="0" y="297"/>
                  </a:cubicBezTo>
                  <a:cubicBezTo>
                    <a:pt x="0"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6"/>
            <p:cNvSpPr/>
            <p:nvPr/>
          </p:nvSpPr>
          <p:spPr>
            <a:xfrm rot="10800000">
              <a:off x="114149" y="15071"/>
              <a:ext cx="19297" cy="25497"/>
            </a:xfrm>
            <a:custGeom>
              <a:avLst/>
              <a:gdLst/>
              <a:ahLst/>
              <a:cxnLst/>
              <a:rect l="l" t="t" r="r" b="b"/>
              <a:pathLst>
                <a:path w="303" h="298" extrusionOk="0">
                  <a:moveTo>
                    <a:pt x="0" y="0"/>
                  </a:moveTo>
                  <a:cubicBezTo>
                    <a:pt x="0" y="166"/>
                    <a:pt x="137" y="298"/>
                    <a:pt x="302" y="298"/>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6"/>
            <p:cNvSpPr/>
            <p:nvPr/>
          </p:nvSpPr>
          <p:spPr>
            <a:xfrm rot="10800000">
              <a:off x="241266" y="552469"/>
              <a:ext cx="64" cy="513"/>
            </a:xfrm>
            <a:custGeom>
              <a:avLst/>
              <a:gdLst/>
              <a:ahLst/>
              <a:cxnLst/>
              <a:rect l="l" t="t" r="r" b="b"/>
              <a:pathLst>
                <a:path w="1" h="6" extrusionOk="0">
                  <a:moveTo>
                    <a:pt x="1" y="1"/>
                  </a:moveTo>
                  <a:lnTo>
                    <a:pt x="1" y="5"/>
                  </a:lnTo>
                  <a:lnTo>
                    <a:pt x="1" y="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6"/>
            <p:cNvSpPr/>
            <p:nvPr/>
          </p:nvSpPr>
          <p:spPr>
            <a:xfrm rot="10800000">
              <a:off x="349339" y="381864"/>
              <a:ext cx="18979" cy="25069"/>
            </a:xfrm>
            <a:custGeom>
              <a:avLst/>
              <a:gdLst/>
              <a:ahLst/>
              <a:cxnLst/>
              <a:rect l="l" t="t" r="r" b="b"/>
              <a:pathLst>
                <a:path w="298" h="293" extrusionOk="0">
                  <a:moveTo>
                    <a:pt x="33" y="1"/>
                  </a:moveTo>
                  <a:cubicBezTo>
                    <a:pt x="24" y="10"/>
                    <a:pt x="10" y="20"/>
                    <a:pt x="1" y="29"/>
                  </a:cubicBezTo>
                  <a:lnTo>
                    <a:pt x="1" y="293"/>
                  </a:lnTo>
                  <a:lnTo>
                    <a:pt x="297" y="293"/>
                  </a:lnTo>
                  <a:cubicBezTo>
                    <a:pt x="297" y="138"/>
                    <a:pt x="184" y="20"/>
                    <a:pt x="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6"/>
            <p:cNvSpPr/>
            <p:nvPr/>
          </p:nvSpPr>
          <p:spPr>
            <a:xfrm rot="10800000">
              <a:off x="285653" y="441498"/>
              <a:ext cx="36748" cy="47315"/>
            </a:xfrm>
            <a:custGeom>
              <a:avLst/>
              <a:gdLst/>
              <a:ahLst/>
              <a:cxnLst/>
              <a:rect l="l" t="t" r="r" b="b"/>
              <a:pathLst>
                <a:path w="577" h="553" extrusionOk="0">
                  <a:moveTo>
                    <a:pt x="431" y="0"/>
                  </a:moveTo>
                  <a:cubicBezTo>
                    <a:pt x="289" y="122"/>
                    <a:pt x="148" y="250"/>
                    <a:pt x="1" y="373"/>
                  </a:cubicBezTo>
                  <a:cubicBezTo>
                    <a:pt x="48" y="477"/>
                    <a:pt x="152" y="553"/>
                    <a:pt x="275" y="553"/>
                  </a:cubicBezTo>
                  <a:cubicBezTo>
                    <a:pt x="440" y="553"/>
                    <a:pt x="577" y="416"/>
                    <a:pt x="577" y="250"/>
                  </a:cubicBezTo>
                  <a:cubicBezTo>
                    <a:pt x="577" y="142"/>
                    <a:pt x="516" y="52"/>
                    <a:pt x="4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6"/>
            <p:cNvSpPr/>
            <p:nvPr/>
          </p:nvSpPr>
          <p:spPr>
            <a:xfrm rot="10800000">
              <a:off x="241265" y="527143"/>
              <a:ext cx="14075" cy="25411"/>
            </a:xfrm>
            <a:custGeom>
              <a:avLst/>
              <a:gdLst/>
              <a:ahLst/>
              <a:cxnLst/>
              <a:rect l="l" t="t" r="r" b="b"/>
              <a:pathLst>
                <a:path w="221" h="297" extrusionOk="0">
                  <a:moveTo>
                    <a:pt x="221" y="0"/>
                  </a:moveTo>
                  <a:cubicBezTo>
                    <a:pt x="146" y="62"/>
                    <a:pt x="70" y="127"/>
                    <a:pt x="0" y="194"/>
                  </a:cubicBezTo>
                  <a:cubicBezTo>
                    <a:pt x="51" y="255"/>
                    <a:pt x="131" y="297"/>
                    <a:pt x="221" y="297"/>
                  </a:cubicBezTo>
                  <a:lnTo>
                    <a:pt x="2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6"/>
            <p:cNvSpPr/>
            <p:nvPr/>
          </p:nvSpPr>
          <p:spPr>
            <a:xfrm rot="10800000">
              <a:off x="241265" y="381864"/>
              <a:ext cx="19234" cy="25839"/>
            </a:xfrm>
            <a:custGeom>
              <a:avLst/>
              <a:gdLst/>
              <a:ahLst/>
              <a:cxnLst/>
              <a:rect l="l" t="t" r="r" b="b"/>
              <a:pathLst>
                <a:path w="302" h="302" extrusionOk="0">
                  <a:moveTo>
                    <a:pt x="302" y="1"/>
                  </a:moveTo>
                  <a:cubicBezTo>
                    <a:pt x="138" y="1"/>
                    <a:pt x="1" y="136"/>
                    <a:pt x="1" y="302"/>
                  </a:cubicBezTo>
                  <a:lnTo>
                    <a:pt x="302" y="302"/>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6"/>
            <p:cNvSpPr/>
            <p:nvPr/>
          </p:nvSpPr>
          <p:spPr>
            <a:xfrm rot="10800000">
              <a:off x="349339" y="356367"/>
              <a:ext cx="18979" cy="25582"/>
            </a:xfrm>
            <a:custGeom>
              <a:avLst/>
              <a:gdLst/>
              <a:ahLst/>
              <a:cxnLst/>
              <a:rect l="l" t="t" r="r" b="b"/>
              <a:pathLst>
                <a:path w="298" h="299" extrusionOk="0">
                  <a:moveTo>
                    <a:pt x="1" y="1"/>
                  </a:moveTo>
                  <a:lnTo>
                    <a:pt x="1" y="298"/>
                  </a:lnTo>
                  <a:cubicBezTo>
                    <a:pt x="166" y="298"/>
                    <a:pt x="297" y="166"/>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6"/>
            <p:cNvSpPr/>
            <p:nvPr/>
          </p:nvSpPr>
          <p:spPr>
            <a:xfrm rot="10800000">
              <a:off x="241265" y="211087"/>
              <a:ext cx="19234" cy="26010"/>
            </a:xfrm>
            <a:custGeom>
              <a:avLst/>
              <a:gdLst/>
              <a:ahLst/>
              <a:cxnLst/>
              <a:rect l="l" t="t" r="r" b="b"/>
              <a:pathLst>
                <a:path w="302" h="304" extrusionOk="0">
                  <a:moveTo>
                    <a:pt x="302" y="1"/>
                  </a:moveTo>
                  <a:cubicBezTo>
                    <a:pt x="138" y="1"/>
                    <a:pt x="1" y="138"/>
                    <a:pt x="1" y="303"/>
                  </a:cubicBezTo>
                  <a:lnTo>
                    <a:pt x="302" y="303"/>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6"/>
            <p:cNvSpPr/>
            <p:nvPr/>
          </p:nvSpPr>
          <p:spPr>
            <a:xfrm rot="10800000">
              <a:off x="349339" y="211087"/>
              <a:ext cx="18979" cy="26010"/>
            </a:xfrm>
            <a:custGeom>
              <a:avLst/>
              <a:gdLst/>
              <a:ahLst/>
              <a:cxnLst/>
              <a:rect l="l" t="t" r="r" b="b"/>
              <a:pathLst>
                <a:path w="298" h="304" extrusionOk="0">
                  <a:moveTo>
                    <a:pt x="1" y="1"/>
                  </a:moveTo>
                  <a:lnTo>
                    <a:pt x="1" y="303"/>
                  </a:lnTo>
                  <a:lnTo>
                    <a:pt x="297" y="303"/>
                  </a:lnTo>
                  <a:cubicBezTo>
                    <a:pt x="297"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6"/>
            <p:cNvSpPr/>
            <p:nvPr/>
          </p:nvSpPr>
          <p:spPr>
            <a:xfrm rot="10800000">
              <a:off x="285653" y="270893"/>
              <a:ext cx="38212" cy="51250"/>
            </a:xfrm>
            <a:custGeom>
              <a:avLst/>
              <a:gdLst/>
              <a:ahLst/>
              <a:cxnLst/>
              <a:rect l="l" t="t" r="r" b="b"/>
              <a:pathLst>
                <a:path w="600" h="599" extrusionOk="0">
                  <a:moveTo>
                    <a:pt x="298" y="0"/>
                  </a:moveTo>
                  <a:cubicBezTo>
                    <a:pt x="132" y="0"/>
                    <a:pt x="1" y="132"/>
                    <a:pt x="1" y="297"/>
                  </a:cubicBezTo>
                  <a:cubicBezTo>
                    <a:pt x="1" y="462"/>
                    <a:pt x="132" y="599"/>
                    <a:pt x="298" y="599"/>
                  </a:cubicBezTo>
                  <a:cubicBezTo>
                    <a:pt x="463" y="599"/>
                    <a:pt x="600" y="462"/>
                    <a:pt x="600" y="297"/>
                  </a:cubicBezTo>
                  <a:cubicBezTo>
                    <a:pt x="600" y="132"/>
                    <a:pt x="463"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6"/>
            <p:cNvSpPr/>
            <p:nvPr/>
          </p:nvSpPr>
          <p:spPr>
            <a:xfrm rot="10800000">
              <a:off x="241265" y="356367"/>
              <a:ext cx="19234" cy="25582"/>
            </a:xfrm>
            <a:custGeom>
              <a:avLst/>
              <a:gdLst/>
              <a:ahLst/>
              <a:cxnLst/>
              <a:rect l="l" t="t" r="r" b="b"/>
              <a:pathLst>
                <a:path w="302" h="299" extrusionOk="0">
                  <a:moveTo>
                    <a:pt x="1" y="1"/>
                  </a:moveTo>
                  <a:cubicBezTo>
                    <a:pt x="1" y="166"/>
                    <a:pt x="138" y="298"/>
                    <a:pt x="302" y="298"/>
                  </a:cubicBez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6"/>
            <p:cNvSpPr/>
            <p:nvPr/>
          </p:nvSpPr>
          <p:spPr>
            <a:xfrm rot="10800000">
              <a:off x="241265" y="40482"/>
              <a:ext cx="19234" cy="25839"/>
            </a:xfrm>
            <a:custGeom>
              <a:avLst/>
              <a:gdLst/>
              <a:ahLst/>
              <a:cxnLst/>
              <a:rect l="l" t="t" r="r" b="b"/>
              <a:pathLst>
                <a:path w="302" h="302" extrusionOk="0">
                  <a:moveTo>
                    <a:pt x="302" y="0"/>
                  </a:moveTo>
                  <a:cubicBezTo>
                    <a:pt x="138" y="0"/>
                    <a:pt x="1" y="136"/>
                    <a:pt x="1" y="301"/>
                  </a:cubicBezTo>
                  <a:lnTo>
                    <a:pt x="302" y="301"/>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6"/>
            <p:cNvSpPr/>
            <p:nvPr/>
          </p:nvSpPr>
          <p:spPr>
            <a:xfrm rot="10800000">
              <a:off x="349339" y="185762"/>
              <a:ext cx="18979" cy="25411"/>
            </a:xfrm>
            <a:custGeom>
              <a:avLst/>
              <a:gdLst/>
              <a:ahLst/>
              <a:cxnLst/>
              <a:rect l="l" t="t" r="r" b="b"/>
              <a:pathLst>
                <a:path w="298" h="297" extrusionOk="0">
                  <a:moveTo>
                    <a:pt x="1" y="0"/>
                  </a:moveTo>
                  <a:lnTo>
                    <a:pt x="1" y="297"/>
                  </a:lnTo>
                  <a:cubicBezTo>
                    <a:pt x="166" y="297"/>
                    <a:pt x="297" y="165"/>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6"/>
            <p:cNvSpPr/>
            <p:nvPr/>
          </p:nvSpPr>
          <p:spPr>
            <a:xfrm rot="10800000">
              <a:off x="285653" y="100117"/>
              <a:ext cx="38212" cy="51422"/>
            </a:xfrm>
            <a:custGeom>
              <a:avLst/>
              <a:gdLst/>
              <a:ahLst/>
              <a:cxnLst/>
              <a:rect l="l" t="t" r="r" b="b"/>
              <a:pathLst>
                <a:path w="600" h="601" extrusionOk="0">
                  <a:moveTo>
                    <a:pt x="298" y="0"/>
                  </a:moveTo>
                  <a:cubicBezTo>
                    <a:pt x="132" y="0"/>
                    <a:pt x="1" y="133"/>
                    <a:pt x="1" y="298"/>
                  </a:cubicBezTo>
                  <a:cubicBezTo>
                    <a:pt x="1" y="463"/>
                    <a:pt x="132" y="600"/>
                    <a:pt x="298" y="600"/>
                  </a:cubicBezTo>
                  <a:cubicBezTo>
                    <a:pt x="463" y="600"/>
                    <a:pt x="600" y="463"/>
                    <a:pt x="600" y="298"/>
                  </a:cubicBezTo>
                  <a:cubicBezTo>
                    <a:pt x="600" y="133"/>
                    <a:pt x="463"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6"/>
            <p:cNvSpPr/>
            <p:nvPr/>
          </p:nvSpPr>
          <p:spPr>
            <a:xfrm rot="10800000">
              <a:off x="241265" y="185762"/>
              <a:ext cx="19234" cy="25411"/>
            </a:xfrm>
            <a:custGeom>
              <a:avLst/>
              <a:gdLst/>
              <a:ahLst/>
              <a:cxnLst/>
              <a:rect l="l" t="t" r="r" b="b"/>
              <a:pathLst>
                <a:path w="302" h="297" extrusionOk="0">
                  <a:moveTo>
                    <a:pt x="1" y="0"/>
                  </a:moveTo>
                  <a:cubicBezTo>
                    <a:pt x="1" y="165"/>
                    <a:pt x="138"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6"/>
            <p:cNvSpPr/>
            <p:nvPr/>
          </p:nvSpPr>
          <p:spPr>
            <a:xfrm rot="10800000">
              <a:off x="349339" y="40482"/>
              <a:ext cx="18979" cy="25839"/>
            </a:xfrm>
            <a:custGeom>
              <a:avLst/>
              <a:gdLst/>
              <a:ahLst/>
              <a:cxnLst/>
              <a:rect l="l" t="t" r="r" b="b"/>
              <a:pathLst>
                <a:path w="298" h="302" extrusionOk="0">
                  <a:moveTo>
                    <a:pt x="1" y="0"/>
                  </a:moveTo>
                  <a:lnTo>
                    <a:pt x="1" y="301"/>
                  </a:lnTo>
                  <a:lnTo>
                    <a:pt x="297" y="301"/>
                  </a:lnTo>
                  <a:cubicBezTo>
                    <a:pt x="297"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6"/>
            <p:cNvSpPr/>
            <p:nvPr/>
          </p:nvSpPr>
          <p:spPr>
            <a:xfrm rot="10800000">
              <a:off x="285653" y="-70488"/>
              <a:ext cx="38212" cy="51336"/>
            </a:xfrm>
            <a:custGeom>
              <a:avLst/>
              <a:gdLst/>
              <a:ahLst/>
              <a:cxnLst/>
              <a:rect l="l" t="t" r="r" b="b"/>
              <a:pathLst>
                <a:path w="600" h="600" extrusionOk="0">
                  <a:moveTo>
                    <a:pt x="298" y="1"/>
                  </a:moveTo>
                  <a:cubicBezTo>
                    <a:pt x="132" y="1"/>
                    <a:pt x="1" y="133"/>
                    <a:pt x="1" y="297"/>
                  </a:cubicBezTo>
                  <a:cubicBezTo>
                    <a:pt x="1" y="462"/>
                    <a:pt x="132" y="599"/>
                    <a:pt x="298" y="599"/>
                  </a:cubicBezTo>
                  <a:cubicBezTo>
                    <a:pt x="463" y="599"/>
                    <a:pt x="600" y="462"/>
                    <a:pt x="600" y="297"/>
                  </a:cubicBezTo>
                  <a:cubicBezTo>
                    <a:pt x="600" y="133"/>
                    <a:pt x="463"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6"/>
            <p:cNvSpPr/>
            <p:nvPr/>
          </p:nvSpPr>
          <p:spPr>
            <a:xfrm rot="10800000">
              <a:off x="349339" y="15071"/>
              <a:ext cx="18979" cy="25497"/>
            </a:xfrm>
            <a:custGeom>
              <a:avLst/>
              <a:gdLst/>
              <a:ahLst/>
              <a:cxnLst/>
              <a:rect l="l" t="t" r="r" b="b"/>
              <a:pathLst>
                <a:path w="298" h="298" extrusionOk="0">
                  <a:moveTo>
                    <a:pt x="1" y="0"/>
                  </a:moveTo>
                  <a:lnTo>
                    <a:pt x="1" y="298"/>
                  </a:lnTo>
                  <a:cubicBezTo>
                    <a:pt x="166"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6"/>
            <p:cNvSpPr/>
            <p:nvPr/>
          </p:nvSpPr>
          <p:spPr>
            <a:xfrm rot="10800000">
              <a:off x="241265" y="15071"/>
              <a:ext cx="19234" cy="25497"/>
            </a:xfrm>
            <a:custGeom>
              <a:avLst/>
              <a:gdLst/>
              <a:ahLst/>
              <a:cxnLst/>
              <a:rect l="l" t="t" r="r" b="b"/>
              <a:pathLst>
                <a:path w="302" h="298" extrusionOk="0">
                  <a:moveTo>
                    <a:pt x="1" y="0"/>
                  </a:moveTo>
                  <a:cubicBezTo>
                    <a:pt x="1" y="166"/>
                    <a:pt x="138" y="298"/>
                    <a:pt x="302" y="298"/>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6"/>
            <p:cNvSpPr/>
            <p:nvPr/>
          </p:nvSpPr>
          <p:spPr>
            <a:xfrm rot="10800000">
              <a:off x="368254" y="381864"/>
              <a:ext cx="19297" cy="22673"/>
            </a:xfrm>
            <a:custGeom>
              <a:avLst/>
              <a:gdLst/>
              <a:ahLst/>
              <a:cxnLst/>
              <a:rect l="l" t="t" r="r" b="b"/>
              <a:pathLst>
                <a:path w="303" h="265" extrusionOk="0">
                  <a:moveTo>
                    <a:pt x="303" y="1"/>
                  </a:moveTo>
                  <a:cubicBezTo>
                    <a:pt x="203" y="81"/>
                    <a:pt x="105" y="166"/>
                    <a:pt x="5" y="247"/>
                  </a:cubicBezTo>
                  <a:cubicBezTo>
                    <a:pt x="5" y="251"/>
                    <a:pt x="0" y="256"/>
                    <a:pt x="0" y="265"/>
                  </a:cubicBezTo>
                  <a:lnTo>
                    <a:pt x="303" y="265"/>
                  </a:lnTo>
                  <a:lnTo>
                    <a:pt x="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6"/>
            <p:cNvSpPr/>
            <p:nvPr/>
          </p:nvSpPr>
          <p:spPr>
            <a:xfrm rot="10800000">
              <a:off x="412706" y="270893"/>
              <a:ext cx="38212" cy="51250"/>
            </a:xfrm>
            <a:custGeom>
              <a:avLst/>
              <a:gdLst/>
              <a:ahLst/>
              <a:cxnLst/>
              <a:rect l="l" t="t" r="r" b="b"/>
              <a:pathLst>
                <a:path w="600" h="599" extrusionOk="0">
                  <a:moveTo>
                    <a:pt x="298" y="0"/>
                  </a:moveTo>
                  <a:cubicBezTo>
                    <a:pt x="133" y="0"/>
                    <a:pt x="1" y="132"/>
                    <a:pt x="1" y="297"/>
                  </a:cubicBezTo>
                  <a:cubicBezTo>
                    <a:pt x="1"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6"/>
            <p:cNvSpPr/>
            <p:nvPr/>
          </p:nvSpPr>
          <p:spPr>
            <a:xfrm rot="10800000">
              <a:off x="476392" y="211087"/>
              <a:ext cx="18979" cy="26010"/>
            </a:xfrm>
            <a:custGeom>
              <a:avLst/>
              <a:gdLst/>
              <a:ahLst/>
              <a:cxnLst/>
              <a:rect l="l" t="t" r="r" b="b"/>
              <a:pathLst>
                <a:path w="298" h="304" extrusionOk="0">
                  <a:moveTo>
                    <a:pt x="0" y="1"/>
                  </a:moveTo>
                  <a:lnTo>
                    <a:pt x="0" y="303"/>
                  </a:lnTo>
                  <a:lnTo>
                    <a:pt x="298" y="303"/>
                  </a:lnTo>
                  <a:cubicBezTo>
                    <a:pt x="298" y="138"/>
                    <a:pt x="166"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6"/>
            <p:cNvSpPr/>
            <p:nvPr/>
          </p:nvSpPr>
          <p:spPr>
            <a:xfrm rot="10800000">
              <a:off x="368254" y="211087"/>
              <a:ext cx="19297" cy="26010"/>
            </a:xfrm>
            <a:custGeom>
              <a:avLst/>
              <a:gdLst/>
              <a:ahLst/>
              <a:cxnLst/>
              <a:rect l="l" t="t" r="r" b="b"/>
              <a:pathLst>
                <a:path w="303" h="304" extrusionOk="0">
                  <a:moveTo>
                    <a:pt x="303" y="1"/>
                  </a:moveTo>
                  <a:cubicBezTo>
                    <a:pt x="137" y="1"/>
                    <a:pt x="0" y="138"/>
                    <a:pt x="0" y="303"/>
                  </a:cubicBezTo>
                  <a:lnTo>
                    <a:pt x="303" y="303"/>
                  </a:lnTo>
                  <a:lnTo>
                    <a:pt x="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6"/>
            <p:cNvSpPr/>
            <p:nvPr/>
          </p:nvSpPr>
          <p:spPr>
            <a:xfrm rot="10800000">
              <a:off x="368254" y="356367"/>
              <a:ext cx="19297" cy="25582"/>
            </a:xfrm>
            <a:custGeom>
              <a:avLst/>
              <a:gdLst/>
              <a:ahLst/>
              <a:cxnLst/>
              <a:rect l="l" t="t" r="r" b="b"/>
              <a:pathLst>
                <a:path w="303" h="299" extrusionOk="0">
                  <a:moveTo>
                    <a:pt x="0" y="1"/>
                  </a:moveTo>
                  <a:cubicBezTo>
                    <a:pt x="0" y="166"/>
                    <a:pt x="137" y="298"/>
                    <a:pt x="303" y="298"/>
                  </a:cubicBezTo>
                  <a:lnTo>
                    <a:pt x="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6"/>
            <p:cNvSpPr/>
            <p:nvPr/>
          </p:nvSpPr>
          <p:spPr>
            <a:xfrm rot="10800000">
              <a:off x="412706" y="100117"/>
              <a:ext cx="38212" cy="51422"/>
            </a:xfrm>
            <a:custGeom>
              <a:avLst/>
              <a:gdLst/>
              <a:ahLst/>
              <a:cxnLst/>
              <a:rect l="l" t="t" r="r" b="b"/>
              <a:pathLst>
                <a:path w="600" h="601" extrusionOk="0">
                  <a:moveTo>
                    <a:pt x="298" y="0"/>
                  </a:moveTo>
                  <a:cubicBezTo>
                    <a:pt x="133" y="0"/>
                    <a:pt x="1" y="133"/>
                    <a:pt x="1" y="298"/>
                  </a:cubicBezTo>
                  <a:cubicBezTo>
                    <a:pt x="1"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6"/>
            <p:cNvSpPr/>
            <p:nvPr/>
          </p:nvSpPr>
          <p:spPr>
            <a:xfrm rot="10800000">
              <a:off x="476392" y="185762"/>
              <a:ext cx="18979" cy="25411"/>
            </a:xfrm>
            <a:custGeom>
              <a:avLst/>
              <a:gdLst/>
              <a:ahLst/>
              <a:cxnLst/>
              <a:rect l="l" t="t" r="r" b="b"/>
              <a:pathLst>
                <a:path w="298" h="297" extrusionOk="0">
                  <a:moveTo>
                    <a:pt x="0" y="0"/>
                  </a:moveTo>
                  <a:lnTo>
                    <a:pt x="0" y="297"/>
                  </a:lnTo>
                  <a:cubicBezTo>
                    <a:pt x="166" y="297"/>
                    <a:pt x="298" y="165"/>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6"/>
            <p:cNvSpPr/>
            <p:nvPr/>
          </p:nvSpPr>
          <p:spPr>
            <a:xfrm rot="10800000">
              <a:off x="368254" y="40482"/>
              <a:ext cx="19297" cy="25839"/>
            </a:xfrm>
            <a:custGeom>
              <a:avLst/>
              <a:gdLst/>
              <a:ahLst/>
              <a:cxnLst/>
              <a:rect l="l" t="t" r="r" b="b"/>
              <a:pathLst>
                <a:path w="303" h="302" extrusionOk="0">
                  <a:moveTo>
                    <a:pt x="303" y="0"/>
                  </a:moveTo>
                  <a:cubicBezTo>
                    <a:pt x="137" y="0"/>
                    <a:pt x="0" y="136"/>
                    <a:pt x="0" y="301"/>
                  </a:cubicBezTo>
                  <a:lnTo>
                    <a:pt x="303" y="301"/>
                  </a:ln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6"/>
            <p:cNvSpPr/>
            <p:nvPr/>
          </p:nvSpPr>
          <p:spPr>
            <a:xfrm rot="10800000">
              <a:off x="476392" y="40482"/>
              <a:ext cx="18979" cy="25839"/>
            </a:xfrm>
            <a:custGeom>
              <a:avLst/>
              <a:gdLst/>
              <a:ahLst/>
              <a:cxnLst/>
              <a:rect l="l" t="t" r="r" b="b"/>
              <a:pathLst>
                <a:path w="298" h="302" extrusionOk="0">
                  <a:moveTo>
                    <a:pt x="0" y="0"/>
                  </a:moveTo>
                  <a:lnTo>
                    <a:pt x="0" y="301"/>
                  </a:lnTo>
                  <a:lnTo>
                    <a:pt x="298" y="301"/>
                  </a:lnTo>
                  <a:cubicBezTo>
                    <a:pt x="298" y="136"/>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6"/>
            <p:cNvSpPr/>
            <p:nvPr/>
          </p:nvSpPr>
          <p:spPr>
            <a:xfrm rot="10800000">
              <a:off x="368254" y="185762"/>
              <a:ext cx="19297" cy="25411"/>
            </a:xfrm>
            <a:custGeom>
              <a:avLst/>
              <a:gdLst/>
              <a:ahLst/>
              <a:cxnLst/>
              <a:rect l="l" t="t" r="r" b="b"/>
              <a:pathLst>
                <a:path w="303" h="297" extrusionOk="0">
                  <a:moveTo>
                    <a:pt x="0" y="0"/>
                  </a:moveTo>
                  <a:cubicBezTo>
                    <a:pt x="0" y="165"/>
                    <a:pt x="137" y="297"/>
                    <a:pt x="303" y="297"/>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6"/>
            <p:cNvSpPr/>
            <p:nvPr/>
          </p:nvSpPr>
          <p:spPr>
            <a:xfrm rot="10800000">
              <a:off x="368254" y="15071"/>
              <a:ext cx="19297" cy="25497"/>
            </a:xfrm>
            <a:custGeom>
              <a:avLst/>
              <a:gdLst/>
              <a:ahLst/>
              <a:cxnLst/>
              <a:rect l="l" t="t" r="r" b="b"/>
              <a:pathLst>
                <a:path w="303" h="298" extrusionOk="0">
                  <a:moveTo>
                    <a:pt x="0" y="0"/>
                  </a:moveTo>
                  <a:cubicBezTo>
                    <a:pt x="0" y="166"/>
                    <a:pt x="137" y="298"/>
                    <a:pt x="303" y="298"/>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6"/>
            <p:cNvSpPr/>
            <p:nvPr/>
          </p:nvSpPr>
          <p:spPr>
            <a:xfrm rot="10800000">
              <a:off x="412706" y="-70488"/>
              <a:ext cx="38212" cy="51336"/>
            </a:xfrm>
            <a:custGeom>
              <a:avLst/>
              <a:gdLst/>
              <a:ahLst/>
              <a:cxnLst/>
              <a:rect l="l" t="t" r="r" b="b"/>
              <a:pathLst>
                <a:path w="600" h="600" extrusionOk="0">
                  <a:moveTo>
                    <a:pt x="298" y="1"/>
                  </a:moveTo>
                  <a:cubicBezTo>
                    <a:pt x="133" y="1"/>
                    <a:pt x="1" y="133"/>
                    <a:pt x="1" y="297"/>
                  </a:cubicBezTo>
                  <a:cubicBezTo>
                    <a:pt x="1"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6"/>
            <p:cNvSpPr/>
            <p:nvPr/>
          </p:nvSpPr>
          <p:spPr>
            <a:xfrm rot="10800000">
              <a:off x="476392" y="15071"/>
              <a:ext cx="18979" cy="25497"/>
            </a:xfrm>
            <a:custGeom>
              <a:avLst/>
              <a:gdLst/>
              <a:ahLst/>
              <a:cxnLst/>
              <a:rect l="l" t="t" r="r" b="b"/>
              <a:pathLst>
                <a:path w="298" h="298" extrusionOk="0">
                  <a:moveTo>
                    <a:pt x="0" y="0"/>
                  </a:moveTo>
                  <a:lnTo>
                    <a:pt x="0" y="298"/>
                  </a:lnTo>
                  <a:cubicBezTo>
                    <a:pt x="166" y="298"/>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6"/>
            <p:cNvSpPr/>
            <p:nvPr/>
          </p:nvSpPr>
          <p:spPr>
            <a:xfrm rot="10800000">
              <a:off x="495306" y="211087"/>
              <a:ext cx="19234" cy="26010"/>
            </a:xfrm>
            <a:custGeom>
              <a:avLst/>
              <a:gdLst/>
              <a:ahLst/>
              <a:cxnLst/>
              <a:rect l="l" t="t" r="r" b="b"/>
              <a:pathLst>
                <a:path w="302" h="304" extrusionOk="0">
                  <a:moveTo>
                    <a:pt x="301" y="1"/>
                  </a:moveTo>
                  <a:cubicBezTo>
                    <a:pt x="137" y="1"/>
                    <a:pt x="0" y="138"/>
                    <a:pt x="0" y="303"/>
                  </a:cubicBezTo>
                  <a:lnTo>
                    <a:pt x="301" y="303"/>
                  </a:lnTo>
                  <a:lnTo>
                    <a:pt x="3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6"/>
            <p:cNvSpPr/>
            <p:nvPr/>
          </p:nvSpPr>
          <p:spPr>
            <a:xfrm rot="10800000">
              <a:off x="603444" y="40482"/>
              <a:ext cx="19234" cy="25839"/>
            </a:xfrm>
            <a:custGeom>
              <a:avLst/>
              <a:gdLst/>
              <a:ahLst/>
              <a:cxnLst/>
              <a:rect l="l" t="t" r="r" b="b"/>
              <a:pathLst>
                <a:path w="302" h="302" extrusionOk="0">
                  <a:moveTo>
                    <a:pt x="1" y="0"/>
                  </a:moveTo>
                  <a:lnTo>
                    <a:pt x="1" y="301"/>
                  </a:lnTo>
                  <a:lnTo>
                    <a:pt x="302" y="301"/>
                  </a:lnTo>
                  <a:cubicBezTo>
                    <a:pt x="302" y="136"/>
                    <a:pt x="170"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6"/>
            <p:cNvSpPr/>
            <p:nvPr/>
          </p:nvSpPr>
          <p:spPr>
            <a:xfrm rot="10800000">
              <a:off x="495306" y="40482"/>
              <a:ext cx="19234" cy="25839"/>
            </a:xfrm>
            <a:custGeom>
              <a:avLst/>
              <a:gdLst/>
              <a:ahLst/>
              <a:cxnLst/>
              <a:rect l="l" t="t" r="r" b="b"/>
              <a:pathLst>
                <a:path w="302" h="302" extrusionOk="0">
                  <a:moveTo>
                    <a:pt x="301" y="0"/>
                  </a:moveTo>
                  <a:cubicBezTo>
                    <a:pt x="137" y="0"/>
                    <a:pt x="0" y="136"/>
                    <a:pt x="0" y="301"/>
                  </a:cubicBezTo>
                  <a:lnTo>
                    <a:pt x="301" y="301"/>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6"/>
            <p:cNvSpPr/>
            <p:nvPr/>
          </p:nvSpPr>
          <p:spPr>
            <a:xfrm rot="10800000">
              <a:off x="495306" y="185762"/>
              <a:ext cx="19234" cy="25411"/>
            </a:xfrm>
            <a:custGeom>
              <a:avLst/>
              <a:gdLst/>
              <a:ahLst/>
              <a:cxnLst/>
              <a:rect l="l" t="t" r="r" b="b"/>
              <a:pathLst>
                <a:path w="302" h="297" extrusionOk="0">
                  <a:moveTo>
                    <a:pt x="0" y="0"/>
                  </a:moveTo>
                  <a:cubicBezTo>
                    <a:pt x="0" y="165"/>
                    <a:pt x="137" y="297"/>
                    <a:pt x="301" y="297"/>
                  </a:cubicBez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6"/>
            <p:cNvSpPr/>
            <p:nvPr/>
          </p:nvSpPr>
          <p:spPr>
            <a:xfrm rot="10800000">
              <a:off x="539695" y="100117"/>
              <a:ext cx="38212" cy="51422"/>
            </a:xfrm>
            <a:custGeom>
              <a:avLst/>
              <a:gdLst/>
              <a:ahLst/>
              <a:cxnLst/>
              <a:rect l="l" t="t" r="r" b="b"/>
              <a:pathLst>
                <a:path w="600" h="601" extrusionOk="0">
                  <a:moveTo>
                    <a:pt x="297" y="0"/>
                  </a:moveTo>
                  <a:cubicBezTo>
                    <a:pt x="132" y="0"/>
                    <a:pt x="0" y="133"/>
                    <a:pt x="0" y="298"/>
                  </a:cubicBezTo>
                  <a:cubicBezTo>
                    <a:pt x="0"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6"/>
            <p:cNvSpPr/>
            <p:nvPr/>
          </p:nvSpPr>
          <p:spPr>
            <a:xfrm rot="10800000">
              <a:off x="495306" y="15071"/>
              <a:ext cx="19234" cy="25497"/>
            </a:xfrm>
            <a:custGeom>
              <a:avLst/>
              <a:gdLst/>
              <a:ahLst/>
              <a:cxnLst/>
              <a:rect l="l" t="t" r="r" b="b"/>
              <a:pathLst>
                <a:path w="302" h="298" extrusionOk="0">
                  <a:moveTo>
                    <a:pt x="0" y="0"/>
                  </a:moveTo>
                  <a:cubicBezTo>
                    <a:pt x="0" y="166"/>
                    <a:pt x="137" y="298"/>
                    <a:pt x="301" y="298"/>
                  </a:cubicBez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6"/>
            <p:cNvSpPr/>
            <p:nvPr/>
          </p:nvSpPr>
          <p:spPr>
            <a:xfrm rot="10800000">
              <a:off x="603444" y="15071"/>
              <a:ext cx="19234" cy="25497"/>
            </a:xfrm>
            <a:custGeom>
              <a:avLst/>
              <a:gdLst/>
              <a:ahLst/>
              <a:cxnLst/>
              <a:rect l="l" t="t" r="r" b="b"/>
              <a:pathLst>
                <a:path w="302" h="298" extrusionOk="0">
                  <a:moveTo>
                    <a:pt x="1" y="0"/>
                  </a:moveTo>
                  <a:lnTo>
                    <a:pt x="1" y="298"/>
                  </a:lnTo>
                  <a:cubicBezTo>
                    <a:pt x="170" y="298"/>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6"/>
            <p:cNvSpPr/>
            <p:nvPr/>
          </p:nvSpPr>
          <p:spPr>
            <a:xfrm rot="10800000">
              <a:off x="539695" y="-70488"/>
              <a:ext cx="38212" cy="51336"/>
            </a:xfrm>
            <a:custGeom>
              <a:avLst/>
              <a:gdLst/>
              <a:ahLst/>
              <a:cxnLst/>
              <a:rect l="l" t="t" r="r" b="b"/>
              <a:pathLst>
                <a:path w="600" h="600" extrusionOk="0">
                  <a:moveTo>
                    <a:pt x="297" y="1"/>
                  </a:moveTo>
                  <a:cubicBezTo>
                    <a:pt x="132" y="1"/>
                    <a:pt x="0" y="133"/>
                    <a:pt x="0" y="297"/>
                  </a:cubicBezTo>
                  <a:cubicBezTo>
                    <a:pt x="0"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6"/>
            <p:cNvSpPr/>
            <p:nvPr/>
          </p:nvSpPr>
          <p:spPr>
            <a:xfrm rot="10800000">
              <a:off x="667065" y="100117"/>
              <a:ext cx="37639" cy="40470"/>
            </a:xfrm>
            <a:custGeom>
              <a:avLst/>
              <a:gdLst/>
              <a:ahLst/>
              <a:cxnLst/>
              <a:rect l="l" t="t" r="r" b="b"/>
              <a:pathLst>
                <a:path w="591" h="473" extrusionOk="0">
                  <a:moveTo>
                    <a:pt x="534" y="0"/>
                  </a:moveTo>
                  <a:cubicBezTo>
                    <a:pt x="359" y="76"/>
                    <a:pt x="181" y="142"/>
                    <a:pt x="1" y="207"/>
                  </a:cubicBezTo>
                  <a:cubicBezTo>
                    <a:pt x="20" y="353"/>
                    <a:pt x="142" y="472"/>
                    <a:pt x="294" y="472"/>
                  </a:cubicBezTo>
                  <a:cubicBezTo>
                    <a:pt x="458" y="472"/>
                    <a:pt x="590" y="335"/>
                    <a:pt x="590" y="170"/>
                  </a:cubicBezTo>
                  <a:cubicBezTo>
                    <a:pt x="590" y="104"/>
                    <a:pt x="566" y="48"/>
                    <a:pt x="5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6"/>
            <p:cNvSpPr/>
            <p:nvPr/>
          </p:nvSpPr>
          <p:spPr>
            <a:xfrm rot="10800000">
              <a:off x="730433" y="40482"/>
              <a:ext cx="19297" cy="25839"/>
            </a:xfrm>
            <a:custGeom>
              <a:avLst/>
              <a:gdLst/>
              <a:ahLst/>
              <a:cxnLst/>
              <a:rect l="l" t="t" r="r" b="b"/>
              <a:pathLst>
                <a:path w="303" h="302" extrusionOk="0">
                  <a:moveTo>
                    <a:pt x="0" y="0"/>
                  </a:moveTo>
                  <a:lnTo>
                    <a:pt x="0" y="301"/>
                  </a:lnTo>
                  <a:lnTo>
                    <a:pt x="302" y="301"/>
                  </a:lnTo>
                  <a:cubicBezTo>
                    <a:pt x="302" y="136"/>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6"/>
            <p:cNvSpPr/>
            <p:nvPr/>
          </p:nvSpPr>
          <p:spPr>
            <a:xfrm rot="10800000">
              <a:off x="622614" y="40482"/>
              <a:ext cx="19042" cy="25839"/>
            </a:xfrm>
            <a:custGeom>
              <a:avLst/>
              <a:gdLst/>
              <a:ahLst/>
              <a:cxnLst/>
              <a:rect l="l" t="t" r="r" b="b"/>
              <a:pathLst>
                <a:path w="299" h="302" extrusionOk="0">
                  <a:moveTo>
                    <a:pt x="299" y="0"/>
                  </a:moveTo>
                  <a:cubicBezTo>
                    <a:pt x="133" y="0"/>
                    <a:pt x="1" y="136"/>
                    <a:pt x="1" y="301"/>
                  </a:cubicBezTo>
                  <a:lnTo>
                    <a:pt x="299" y="301"/>
                  </a:lnTo>
                  <a:lnTo>
                    <a:pt x="2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6"/>
            <p:cNvSpPr/>
            <p:nvPr/>
          </p:nvSpPr>
          <p:spPr>
            <a:xfrm rot="10800000">
              <a:off x="730433" y="15071"/>
              <a:ext cx="19297" cy="25497"/>
            </a:xfrm>
            <a:custGeom>
              <a:avLst/>
              <a:gdLst/>
              <a:ahLst/>
              <a:cxnLst/>
              <a:rect l="l" t="t" r="r" b="b"/>
              <a:pathLst>
                <a:path w="303" h="298" extrusionOk="0">
                  <a:moveTo>
                    <a:pt x="0" y="0"/>
                  </a:moveTo>
                  <a:lnTo>
                    <a:pt x="0" y="298"/>
                  </a:lnTo>
                  <a:cubicBezTo>
                    <a:pt x="165" y="298"/>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6"/>
            <p:cNvSpPr/>
            <p:nvPr/>
          </p:nvSpPr>
          <p:spPr>
            <a:xfrm rot="10800000">
              <a:off x="667065" y="-70488"/>
              <a:ext cx="38212" cy="51336"/>
            </a:xfrm>
            <a:custGeom>
              <a:avLst/>
              <a:gdLst/>
              <a:ahLst/>
              <a:cxnLst/>
              <a:rect l="l" t="t" r="r" b="b"/>
              <a:pathLst>
                <a:path w="600" h="600" extrusionOk="0">
                  <a:moveTo>
                    <a:pt x="303" y="1"/>
                  </a:moveTo>
                  <a:cubicBezTo>
                    <a:pt x="137" y="1"/>
                    <a:pt x="0" y="133"/>
                    <a:pt x="0" y="297"/>
                  </a:cubicBezTo>
                  <a:cubicBezTo>
                    <a:pt x="0" y="462"/>
                    <a:pt x="137" y="599"/>
                    <a:pt x="303" y="599"/>
                  </a:cubicBezTo>
                  <a:cubicBezTo>
                    <a:pt x="467" y="599"/>
                    <a:pt x="599" y="462"/>
                    <a:pt x="599" y="297"/>
                  </a:cubicBezTo>
                  <a:cubicBezTo>
                    <a:pt x="599" y="133"/>
                    <a:pt x="467"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6"/>
            <p:cNvSpPr/>
            <p:nvPr/>
          </p:nvSpPr>
          <p:spPr>
            <a:xfrm rot="10800000">
              <a:off x="622614" y="15071"/>
              <a:ext cx="19042" cy="25497"/>
            </a:xfrm>
            <a:custGeom>
              <a:avLst/>
              <a:gdLst/>
              <a:ahLst/>
              <a:cxnLst/>
              <a:rect l="l" t="t" r="r" b="b"/>
              <a:pathLst>
                <a:path w="299" h="298" extrusionOk="0">
                  <a:moveTo>
                    <a:pt x="1" y="0"/>
                  </a:moveTo>
                  <a:cubicBezTo>
                    <a:pt x="1" y="166"/>
                    <a:pt x="133" y="298"/>
                    <a:pt x="299" y="298"/>
                  </a:cubicBezTo>
                  <a:lnTo>
                    <a:pt x="2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6"/>
            <p:cNvSpPr/>
            <p:nvPr/>
          </p:nvSpPr>
          <p:spPr>
            <a:xfrm rot="10800000">
              <a:off x="749666" y="40482"/>
              <a:ext cx="18979" cy="25839"/>
            </a:xfrm>
            <a:custGeom>
              <a:avLst/>
              <a:gdLst/>
              <a:ahLst/>
              <a:cxnLst/>
              <a:rect l="l" t="t" r="r" b="b"/>
              <a:pathLst>
                <a:path w="298" h="302" extrusionOk="0">
                  <a:moveTo>
                    <a:pt x="297" y="0"/>
                  </a:moveTo>
                  <a:cubicBezTo>
                    <a:pt x="132" y="0"/>
                    <a:pt x="1" y="136"/>
                    <a:pt x="1" y="301"/>
                  </a:cubicBezTo>
                  <a:lnTo>
                    <a:pt x="297" y="301"/>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6"/>
            <p:cNvSpPr/>
            <p:nvPr/>
          </p:nvSpPr>
          <p:spPr>
            <a:xfrm rot="10800000">
              <a:off x="857549" y="40482"/>
              <a:ext cx="19234" cy="25497"/>
            </a:xfrm>
            <a:custGeom>
              <a:avLst/>
              <a:gdLst/>
              <a:ahLst/>
              <a:cxnLst/>
              <a:rect l="l" t="t" r="r" b="b"/>
              <a:pathLst>
                <a:path w="302" h="298" extrusionOk="0">
                  <a:moveTo>
                    <a:pt x="19" y="1"/>
                  </a:moveTo>
                  <a:cubicBezTo>
                    <a:pt x="15" y="1"/>
                    <a:pt x="5" y="1"/>
                    <a:pt x="1" y="5"/>
                  </a:cubicBezTo>
                  <a:lnTo>
                    <a:pt x="1" y="297"/>
                  </a:lnTo>
                  <a:lnTo>
                    <a:pt x="302" y="297"/>
                  </a:lnTo>
                  <a:cubicBezTo>
                    <a:pt x="302" y="138"/>
                    <a:pt x="175" y="10"/>
                    <a:pt x="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6"/>
            <p:cNvSpPr/>
            <p:nvPr/>
          </p:nvSpPr>
          <p:spPr>
            <a:xfrm rot="10800000">
              <a:off x="857549" y="15071"/>
              <a:ext cx="19234" cy="25497"/>
            </a:xfrm>
            <a:custGeom>
              <a:avLst/>
              <a:gdLst/>
              <a:ahLst/>
              <a:cxnLst/>
              <a:rect l="l" t="t" r="r" b="b"/>
              <a:pathLst>
                <a:path w="302" h="298" extrusionOk="0">
                  <a:moveTo>
                    <a:pt x="1" y="0"/>
                  </a:moveTo>
                  <a:lnTo>
                    <a:pt x="1" y="298"/>
                  </a:lnTo>
                  <a:cubicBezTo>
                    <a:pt x="166" y="298"/>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6"/>
            <p:cNvSpPr/>
            <p:nvPr/>
          </p:nvSpPr>
          <p:spPr>
            <a:xfrm rot="10800000">
              <a:off x="749666" y="15071"/>
              <a:ext cx="18979" cy="25497"/>
            </a:xfrm>
            <a:custGeom>
              <a:avLst/>
              <a:gdLst/>
              <a:ahLst/>
              <a:cxnLst/>
              <a:rect l="l" t="t" r="r" b="b"/>
              <a:pathLst>
                <a:path w="298" h="298" extrusionOk="0">
                  <a:moveTo>
                    <a:pt x="1" y="0"/>
                  </a:moveTo>
                  <a:cubicBezTo>
                    <a:pt x="1" y="166"/>
                    <a:pt x="132" y="298"/>
                    <a:pt x="297" y="298"/>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6"/>
            <p:cNvSpPr/>
            <p:nvPr/>
          </p:nvSpPr>
          <p:spPr>
            <a:xfrm rot="10800000">
              <a:off x="794118" y="-70488"/>
              <a:ext cx="38212" cy="51336"/>
            </a:xfrm>
            <a:custGeom>
              <a:avLst/>
              <a:gdLst/>
              <a:ahLst/>
              <a:cxnLst/>
              <a:rect l="l" t="t" r="r" b="b"/>
              <a:pathLst>
                <a:path w="600" h="600" extrusionOk="0">
                  <a:moveTo>
                    <a:pt x="302" y="1"/>
                  </a:moveTo>
                  <a:cubicBezTo>
                    <a:pt x="137" y="1"/>
                    <a:pt x="0" y="133"/>
                    <a:pt x="0" y="297"/>
                  </a:cubicBezTo>
                  <a:cubicBezTo>
                    <a:pt x="0" y="462"/>
                    <a:pt x="137" y="599"/>
                    <a:pt x="302" y="599"/>
                  </a:cubicBezTo>
                  <a:cubicBezTo>
                    <a:pt x="468" y="599"/>
                    <a:pt x="600" y="462"/>
                    <a:pt x="600" y="297"/>
                  </a:cubicBezTo>
                  <a:cubicBezTo>
                    <a:pt x="600" y="133"/>
                    <a:pt x="468"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6"/>
            <p:cNvSpPr/>
            <p:nvPr/>
          </p:nvSpPr>
          <p:spPr>
            <a:xfrm rot="10800000">
              <a:off x="876718" y="40482"/>
              <a:ext cx="18979" cy="25069"/>
            </a:xfrm>
            <a:custGeom>
              <a:avLst/>
              <a:gdLst/>
              <a:ahLst/>
              <a:cxnLst/>
              <a:rect l="l" t="t" r="r" b="b"/>
              <a:pathLst>
                <a:path w="298" h="293" extrusionOk="0">
                  <a:moveTo>
                    <a:pt x="298" y="0"/>
                  </a:moveTo>
                  <a:cubicBezTo>
                    <a:pt x="270" y="0"/>
                    <a:pt x="237" y="9"/>
                    <a:pt x="203" y="9"/>
                  </a:cubicBezTo>
                  <a:cubicBezTo>
                    <a:pt x="85" y="52"/>
                    <a:pt x="0" y="161"/>
                    <a:pt x="0" y="292"/>
                  </a:cubicBezTo>
                  <a:lnTo>
                    <a:pt x="298" y="292"/>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6"/>
            <p:cNvSpPr/>
            <p:nvPr/>
          </p:nvSpPr>
          <p:spPr>
            <a:xfrm rot="10800000">
              <a:off x="984538" y="40482"/>
              <a:ext cx="19297" cy="16171"/>
            </a:xfrm>
            <a:custGeom>
              <a:avLst/>
              <a:gdLst/>
              <a:ahLst/>
              <a:cxnLst/>
              <a:rect l="l" t="t" r="r" b="b"/>
              <a:pathLst>
                <a:path w="303" h="189" extrusionOk="0">
                  <a:moveTo>
                    <a:pt x="1" y="0"/>
                  </a:moveTo>
                  <a:lnTo>
                    <a:pt x="1" y="188"/>
                  </a:lnTo>
                  <a:lnTo>
                    <a:pt x="303" y="188"/>
                  </a:lnTo>
                  <a:cubicBezTo>
                    <a:pt x="303" y="114"/>
                    <a:pt x="274" y="51"/>
                    <a:pt x="2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6"/>
            <p:cNvSpPr/>
            <p:nvPr/>
          </p:nvSpPr>
          <p:spPr>
            <a:xfrm rot="10800000">
              <a:off x="921170" y="-70488"/>
              <a:ext cx="38212" cy="51336"/>
            </a:xfrm>
            <a:custGeom>
              <a:avLst/>
              <a:gdLst/>
              <a:ahLst/>
              <a:cxnLst/>
              <a:rect l="l" t="t" r="r" b="b"/>
              <a:pathLst>
                <a:path w="600" h="600" extrusionOk="0">
                  <a:moveTo>
                    <a:pt x="303" y="1"/>
                  </a:moveTo>
                  <a:cubicBezTo>
                    <a:pt x="138" y="1"/>
                    <a:pt x="1" y="133"/>
                    <a:pt x="1" y="297"/>
                  </a:cubicBezTo>
                  <a:cubicBezTo>
                    <a:pt x="1" y="462"/>
                    <a:pt x="138" y="599"/>
                    <a:pt x="303" y="599"/>
                  </a:cubicBezTo>
                  <a:cubicBezTo>
                    <a:pt x="467" y="599"/>
                    <a:pt x="600" y="462"/>
                    <a:pt x="600" y="297"/>
                  </a:cubicBezTo>
                  <a:cubicBezTo>
                    <a:pt x="600" y="133"/>
                    <a:pt x="467"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6"/>
            <p:cNvSpPr/>
            <p:nvPr/>
          </p:nvSpPr>
          <p:spPr>
            <a:xfrm rot="10800000">
              <a:off x="876718" y="15071"/>
              <a:ext cx="18979" cy="25497"/>
            </a:xfrm>
            <a:custGeom>
              <a:avLst/>
              <a:gdLst/>
              <a:ahLst/>
              <a:cxnLst/>
              <a:rect l="l" t="t" r="r" b="b"/>
              <a:pathLst>
                <a:path w="298" h="298" extrusionOk="0">
                  <a:moveTo>
                    <a:pt x="0" y="0"/>
                  </a:moveTo>
                  <a:cubicBezTo>
                    <a:pt x="0" y="166"/>
                    <a:pt x="133"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6"/>
            <p:cNvSpPr/>
            <p:nvPr/>
          </p:nvSpPr>
          <p:spPr>
            <a:xfrm rot="10800000">
              <a:off x="984538" y="15071"/>
              <a:ext cx="19297" cy="25497"/>
            </a:xfrm>
            <a:custGeom>
              <a:avLst/>
              <a:gdLst/>
              <a:ahLst/>
              <a:cxnLst/>
              <a:rect l="l" t="t" r="r" b="b"/>
              <a:pathLst>
                <a:path w="303" h="298" extrusionOk="0">
                  <a:moveTo>
                    <a:pt x="1" y="0"/>
                  </a:moveTo>
                  <a:lnTo>
                    <a:pt x="1" y="298"/>
                  </a:lnTo>
                  <a:cubicBezTo>
                    <a:pt x="166" y="298"/>
                    <a:pt x="303" y="166"/>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6"/>
            <p:cNvSpPr/>
            <p:nvPr/>
          </p:nvSpPr>
          <p:spPr>
            <a:xfrm rot="10800000">
              <a:off x="1003771" y="40482"/>
              <a:ext cx="18915" cy="16684"/>
            </a:xfrm>
            <a:custGeom>
              <a:avLst/>
              <a:gdLst/>
              <a:ahLst/>
              <a:cxnLst/>
              <a:rect l="l" t="t" r="r" b="b"/>
              <a:pathLst>
                <a:path w="297" h="195" extrusionOk="0">
                  <a:moveTo>
                    <a:pt x="75" y="1"/>
                  </a:moveTo>
                  <a:cubicBezTo>
                    <a:pt x="28" y="53"/>
                    <a:pt x="0" y="120"/>
                    <a:pt x="0" y="194"/>
                  </a:cubicBezTo>
                  <a:lnTo>
                    <a:pt x="297" y="194"/>
                  </a:lnTo>
                  <a:lnTo>
                    <a:pt x="297" y="6"/>
                  </a:lnTo>
                  <a:cubicBezTo>
                    <a:pt x="222" y="6"/>
                    <a:pt x="151" y="1"/>
                    <a:pt x="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6"/>
            <p:cNvSpPr/>
            <p:nvPr/>
          </p:nvSpPr>
          <p:spPr>
            <a:xfrm rot="10800000">
              <a:off x="1111590" y="40482"/>
              <a:ext cx="19234" cy="25839"/>
            </a:xfrm>
            <a:custGeom>
              <a:avLst/>
              <a:gdLst/>
              <a:ahLst/>
              <a:cxnLst/>
              <a:rect l="l" t="t" r="r" b="b"/>
              <a:pathLst>
                <a:path w="302" h="302" extrusionOk="0">
                  <a:moveTo>
                    <a:pt x="0" y="0"/>
                  </a:moveTo>
                  <a:lnTo>
                    <a:pt x="0" y="301"/>
                  </a:lnTo>
                  <a:lnTo>
                    <a:pt x="301" y="301"/>
                  </a:lnTo>
                  <a:cubicBezTo>
                    <a:pt x="301" y="136"/>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6"/>
            <p:cNvSpPr/>
            <p:nvPr/>
          </p:nvSpPr>
          <p:spPr>
            <a:xfrm rot="10800000">
              <a:off x="1048159" y="-70488"/>
              <a:ext cx="38276" cy="51336"/>
            </a:xfrm>
            <a:custGeom>
              <a:avLst/>
              <a:gdLst/>
              <a:ahLst/>
              <a:cxnLst/>
              <a:rect l="l" t="t" r="r" b="b"/>
              <a:pathLst>
                <a:path w="601" h="600" extrusionOk="0">
                  <a:moveTo>
                    <a:pt x="303" y="1"/>
                  </a:moveTo>
                  <a:cubicBezTo>
                    <a:pt x="137" y="1"/>
                    <a:pt x="1" y="133"/>
                    <a:pt x="1" y="297"/>
                  </a:cubicBezTo>
                  <a:cubicBezTo>
                    <a:pt x="1" y="462"/>
                    <a:pt x="137" y="599"/>
                    <a:pt x="303" y="599"/>
                  </a:cubicBezTo>
                  <a:cubicBezTo>
                    <a:pt x="468" y="599"/>
                    <a:pt x="600" y="462"/>
                    <a:pt x="600" y="297"/>
                  </a:cubicBezTo>
                  <a:cubicBezTo>
                    <a:pt x="600" y="133"/>
                    <a:pt x="468"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6"/>
            <p:cNvSpPr/>
            <p:nvPr/>
          </p:nvSpPr>
          <p:spPr>
            <a:xfrm rot="10800000">
              <a:off x="1003771" y="15071"/>
              <a:ext cx="18915" cy="25497"/>
            </a:xfrm>
            <a:custGeom>
              <a:avLst/>
              <a:gdLst/>
              <a:ahLst/>
              <a:cxnLst/>
              <a:rect l="l" t="t" r="r" b="b"/>
              <a:pathLst>
                <a:path w="297" h="298" extrusionOk="0">
                  <a:moveTo>
                    <a:pt x="0" y="0"/>
                  </a:moveTo>
                  <a:cubicBezTo>
                    <a:pt x="0" y="166"/>
                    <a:pt x="131" y="298"/>
                    <a:pt x="297" y="298"/>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6"/>
            <p:cNvSpPr/>
            <p:nvPr/>
          </p:nvSpPr>
          <p:spPr>
            <a:xfrm rot="10800000">
              <a:off x="1111590" y="15071"/>
              <a:ext cx="19234" cy="25497"/>
            </a:xfrm>
            <a:custGeom>
              <a:avLst/>
              <a:gdLst/>
              <a:ahLst/>
              <a:cxnLst/>
              <a:rect l="l" t="t" r="r" b="b"/>
              <a:pathLst>
                <a:path w="302" h="298" extrusionOk="0">
                  <a:moveTo>
                    <a:pt x="0" y="0"/>
                  </a:moveTo>
                  <a:lnTo>
                    <a:pt x="0" y="298"/>
                  </a:lnTo>
                  <a:cubicBezTo>
                    <a:pt x="166" y="298"/>
                    <a:pt x="301" y="166"/>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6"/>
            <p:cNvSpPr/>
            <p:nvPr/>
          </p:nvSpPr>
          <p:spPr>
            <a:xfrm rot="10800000">
              <a:off x="1130760" y="40482"/>
              <a:ext cx="19042" cy="25839"/>
            </a:xfrm>
            <a:custGeom>
              <a:avLst/>
              <a:gdLst/>
              <a:ahLst/>
              <a:cxnLst/>
              <a:rect l="l" t="t" r="r" b="b"/>
              <a:pathLst>
                <a:path w="299" h="302" extrusionOk="0">
                  <a:moveTo>
                    <a:pt x="298" y="0"/>
                  </a:moveTo>
                  <a:cubicBezTo>
                    <a:pt x="133" y="0"/>
                    <a:pt x="1" y="136"/>
                    <a:pt x="1" y="301"/>
                  </a:cubicBezTo>
                  <a:lnTo>
                    <a:pt x="298" y="301"/>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6"/>
            <p:cNvSpPr/>
            <p:nvPr/>
          </p:nvSpPr>
          <p:spPr>
            <a:xfrm rot="10800000">
              <a:off x="1238579" y="40482"/>
              <a:ext cx="19361" cy="25839"/>
            </a:xfrm>
            <a:custGeom>
              <a:avLst/>
              <a:gdLst/>
              <a:ahLst/>
              <a:cxnLst/>
              <a:rect l="l" t="t" r="r" b="b"/>
              <a:pathLst>
                <a:path w="304" h="302" extrusionOk="0">
                  <a:moveTo>
                    <a:pt x="1" y="0"/>
                  </a:moveTo>
                  <a:lnTo>
                    <a:pt x="1" y="301"/>
                  </a:lnTo>
                  <a:lnTo>
                    <a:pt x="303" y="301"/>
                  </a:lnTo>
                  <a:cubicBezTo>
                    <a:pt x="303"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6"/>
            <p:cNvSpPr/>
            <p:nvPr/>
          </p:nvSpPr>
          <p:spPr>
            <a:xfrm rot="10800000">
              <a:off x="1175275" y="-70488"/>
              <a:ext cx="38149" cy="51336"/>
            </a:xfrm>
            <a:custGeom>
              <a:avLst/>
              <a:gdLst/>
              <a:ahLst/>
              <a:cxnLst/>
              <a:rect l="l" t="t" r="r" b="b"/>
              <a:pathLst>
                <a:path w="599" h="600" extrusionOk="0">
                  <a:moveTo>
                    <a:pt x="302" y="1"/>
                  </a:moveTo>
                  <a:cubicBezTo>
                    <a:pt x="137" y="1"/>
                    <a:pt x="0" y="133"/>
                    <a:pt x="0" y="297"/>
                  </a:cubicBezTo>
                  <a:cubicBezTo>
                    <a:pt x="0" y="462"/>
                    <a:pt x="137" y="599"/>
                    <a:pt x="302" y="599"/>
                  </a:cubicBezTo>
                  <a:cubicBezTo>
                    <a:pt x="467" y="599"/>
                    <a:pt x="599" y="462"/>
                    <a:pt x="599" y="297"/>
                  </a:cubicBezTo>
                  <a:cubicBezTo>
                    <a:pt x="599" y="133"/>
                    <a:pt x="467"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6"/>
            <p:cNvSpPr/>
            <p:nvPr/>
          </p:nvSpPr>
          <p:spPr>
            <a:xfrm rot="10800000">
              <a:off x="1130760" y="15071"/>
              <a:ext cx="19042" cy="25497"/>
            </a:xfrm>
            <a:custGeom>
              <a:avLst/>
              <a:gdLst/>
              <a:ahLst/>
              <a:cxnLst/>
              <a:rect l="l" t="t" r="r" b="b"/>
              <a:pathLst>
                <a:path w="299" h="298" extrusionOk="0">
                  <a:moveTo>
                    <a:pt x="1" y="0"/>
                  </a:moveTo>
                  <a:cubicBezTo>
                    <a:pt x="1" y="166"/>
                    <a:pt x="133"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6"/>
            <p:cNvSpPr/>
            <p:nvPr/>
          </p:nvSpPr>
          <p:spPr>
            <a:xfrm rot="10800000">
              <a:off x="1238579" y="15071"/>
              <a:ext cx="19361" cy="25497"/>
            </a:xfrm>
            <a:custGeom>
              <a:avLst/>
              <a:gdLst/>
              <a:ahLst/>
              <a:cxnLst/>
              <a:rect l="l" t="t" r="r" b="b"/>
              <a:pathLst>
                <a:path w="304" h="298" extrusionOk="0">
                  <a:moveTo>
                    <a:pt x="1" y="0"/>
                  </a:moveTo>
                  <a:lnTo>
                    <a:pt x="1" y="298"/>
                  </a:lnTo>
                  <a:cubicBezTo>
                    <a:pt x="166" y="298"/>
                    <a:pt x="303" y="166"/>
                    <a:pt x="3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6"/>
            <p:cNvSpPr/>
            <p:nvPr/>
          </p:nvSpPr>
          <p:spPr>
            <a:xfrm rot="10800000">
              <a:off x="1365950" y="40482"/>
              <a:ext cx="18979" cy="25839"/>
            </a:xfrm>
            <a:custGeom>
              <a:avLst/>
              <a:gdLst/>
              <a:ahLst/>
              <a:cxnLst/>
              <a:rect l="l" t="t" r="r" b="b"/>
              <a:pathLst>
                <a:path w="298" h="302" extrusionOk="0">
                  <a:moveTo>
                    <a:pt x="1" y="0"/>
                  </a:moveTo>
                  <a:lnTo>
                    <a:pt x="1" y="301"/>
                  </a:lnTo>
                  <a:lnTo>
                    <a:pt x="297" y="301"/>
                  </a:lnTo>
                  <a:cubicBezTo>
                    <a:pt x="297"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6"/>
            <p:cNvSpPr/>
            <p:nvPr/>
          </p:nvSpPr>
          <p:spPr>
            <a:xfrm rot="10800000">
              <a:off x="1257876" y="40482"/>
              <a:ext cx="18915" cy="25839"/>
            </a:xfrm>
            <a:custGeom>
              <a:avLst/>
              <a:gdLst/>
              <a:ahLst/>
              <a:cxnLst/>
              <a:rect l="l" t="t" r="r" b="b"/>
              <a:pathLst>
                <a:path w="297" h="302" extrusionOk="0">
                  <a:moveTo>
                    <a:pt x="297" y="0"/>
                  </a:moveTo>
                  <a:cubicBezTo>
                    <a:pt x="132" y="0"/>
                    <a:pt x="0" y="136"/>
                    <a:pt x="0" y="301"/>
                  </a:cubicBezTo>
                  <a:lnTo>
                    <a:pt x="297" y="301"/>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6"/>
            <p:cNvSpPr/>
            <p:nvPr/>
          </p:nvSpPr>
          <p:spPr>
            <a:xfrm rot="10800000">
              <a:off x="1306531" y="100117"/>
              <a:ext cx="33054" cy="20363"/>
            </a:xfrm>
            <a:custGeom>
              <a:avLst/>
              <a:gdLst/>
              <a:ahLst/>
              <a:cxnLst/>
              <a:rect l="l" t="t" r="r" b="b"/>
              <a:pathLst>
                <a:path w="519" h="238" extrusionOk="0">
                  <a:moveTo>
                    <a:pt x="1" y="1"/>
                  </a:moveTo>
                  <a:lnTo>
                    <a:pt x="1" y="1"/>
                  </a:lnTo>
                  <a:cubicBezTo>
                    <a:pt x="29" y="133"/>
                    <a:pt x="142" y="237"/>
                    <a:pt x="288" y="237"/>
                  </a:cubicBezTo>
                  <a:cubicBezTo>
                    <a:pt x="382" y="237"/>
                    <a:pt x="462" y="190"/>
                    <a:pt x="519" y="118"/>
                  </a:cubicBezTo>
                  <a:cubicBezTo>
                    <a:pt x="345" y="81"/>
                    <a:pt x="170" y="44"/>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6"/>
            <p:cNvSpPr/>
            <p:nvPr/>
          </p:nvSpPr>
          <p:spPr>
            <a:xfrm rot="10800000">
              <a:off x="1302264" y="-70488"/>
              <a:ext cx="38276" cy="51336"/>
            </a:xfrm>
            <a:custGeom>
              <a:avLst/>
              <a:gdLst/>
              <a:ahLst/>
              <a:cxnLst/>
              <a:rect l="l" t="t" r="r" b="b"/>
              <a:pathLst>
                <a:path w="601" h="600" extrusionOk="0">
                  <a:moveTo>
                    <a:pt x="303" y="1"/>
                  </a:moveTo>
                  <a:cubicBezTo>
                    <a:pt x="133" y="1"/>
                    <a:pt x="1" y="133"/>
                    <a:pt x="1" y="297"/>
                  </a:cubicBezTo>
                  <a:cubicBezTo>
                    <a:pt x="1" y="462"/>
                    <a:pt x="133" y="599"/>
                    <a:pt x="303" y="599"/>
                  </a:cubicBezTo>
                  <a:cubicBezTo>
                    <a:pt x="468" y="599"/>
                    <a:pt x="601" y="462"/>
                    <a:pt x="601" y="297"/>
                  </a:cubicBezTo>
                  <a:cubicBezTo>
                    <a:pt x="601" y="133"/>
                    <a:pt x="468"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rot="10800000">
              <a:off x="1257876" y="15071"/>
              <a:ext cx="18915" cy="25497"/>
            </a:xfrm>
            <a:custGeom>
              <a:avLst/>
              <a:gdLst/>
              <a:ahLst/>
              <a:cxnLst/>
              <a:rect l="l" t="t" r="r" b="b"/>
              <a:pathLst>
                <a:path w="297" h="298" extrusionOk="0">
                  <a:moveTo>
                    <a:pt x="0" y="0"/>
                  </a:moveTo>
                  <a:cubicBezTo>
                    <a:pt x="0" y="166"/>
                    <a:pt x="132" y="298"/>
                    <a:pt x="297" y="298"/>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6"/>
            <p:cNvSpPr/>
            <p:nvPr/>
          </p:nvSpPr>
          <p:spPr>
            <a:xfrm rot="10800000">
              <a:off x="1365950" y="15071"/>
              <a:ext cx="18979" cy="25497"/>
            </a:xfrm>
            <a:custGeom>
              <a:avLst/>
              <a:gdLst/>
              <a:ahLst/>
              <a:cxnLst/>
              <a:rect l="l" t="t" r="r" b="b"/>
              <a:pathLst>
                <a:path w="298" h="298" extrusionOk="0">
                  <a:moveTo>
                    <a:pt x="1" y="0"/>
                  </a:moveTo>
                  <a:lnTo>
                    <a:pt x="1" y="298"/>
                  </a:lnTo>
                  <a:cubicBezTo>
                    <a:pt x="166"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rot="10800000">
              <a:off x="1384865" y="40482"/>
              <a:ext cx="18979" cy="25839"/>
            </a:xfrm>
            <a:custGeom>
              <a:avLst/>
              <a:gdLst/>
              <a:ahLst/>
              <a:cxnLst/>
              <a:rect l="l" t="t" r="r" b="b"/>
              <a:pathLst>
                <a:path w="298" h="302" extrusionOk="0">
                  <a:moveTo>
                    <a:pt x="298" y="0"/>
                  </a:moveTo>
                  <a:cubicBezTo>
                    <a:pt x="132" y="0"/>
                    <a:pt x="0" y="136"/>
                    <a:pt x="0" y="301"/>
                  </a:cubicBezTo>
                  <a:lnTo>
                    <a:pt x="298" y="301"/>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6"/>
            <p:cNvSpPr/>
            <p:nvPr/>
          </p:nvSpPr>
          <p:spPr>
            <a:xfrm rot="10800000">
              <a:off x="1492939" y="40482"/>
              <a:ext cx="19042" cy="25839"/>
            </a:xfrm>
            <a:custGeom>
              <a:avLst/>
              <a:gdLst/>
              <a:ahLst/>
              <a:cxnLst/>
              <a:rect l="l" t="t" r="r" b="b"/>
              <a:pathLst>
                <a:path w="299" h="302" extrusionOk="0">
                  <a:moveTo>
                    <a:pt x="0" y="0"/>
                  </a:moveTo>
                  <a:lnTo>
                    <a:pt x="0" y="301"/>
                  </a:lnTo>
                  <a:lnTo>
                    <a:pt x="298" y="301"/>
                  </a:lnTo>
                  <a:cubicBezTo>
                    <a:pt x="298" y="136"/>
                    <a:pt x="166"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6"/>
            <p:cNvSpPr/>
            <p:nvPr/>
          </p:nvSpPr>
          <p:spPr>
            <a:xfrm rot="10800000">
              <a:off x="1429317" y="100117"/>
              <a:ext cx="38212" cy="51422"/>
            </a:xfrm>
            <a:custGeom>
              <a:avLst/>
              <a:gdLst/>
              <a:ahLst/>
              <a:cxnLst/>
              <a:rect l="l" t="t" r="r" b="b"/>
              <a:pathLst>
                <a:path w="600" h="601" extrusionOk="0">
                  <a:moveTo>
                    <a:pt x="297" y="0"/>
                  </a:moveTo>
                  <a:cubicBezTo>
                    <a:pt x="133" y="0"/>
                    <a:pt x="1" y="133"/>
                    <a:pt x="1" y="298"/>
                  </a:cubicBezTo>
                  <a:cubicBezTo>
                    <a:pt x="1"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6"/>
            <p:cNvSpPr/>
            <p:nvPr/>
          </p:nvSpPr>
          <p:spPr>
            <a:xfrm rot="10800000">
              <a:off x="1492939" y="15071"/>
              <a:ext cx="19042" cy="25497"/>
            </a:xfrm>
            <a:custGeom>
              <a:avLst/>
              <a:gdLst/>
              <a:ahLst/>
              <a:cxnLst/>
              <a:rect l="l" t="t" r="r" b="b"/>
              <a:pathLst>
                <a:path w="299" h="298" extrusionOk="0">
                  <a:moveTo>
                    <a:pt x="0" y="0"/>
                  </a:moveTo>
                  <a:lnTo>
                    <a:pt x="0" y="298"/>
                  </a:lnTo>
                  <a:cubicBezTo>
                    <a:pt x="166" y="298"/>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6"/>
            <p:cNvSpPr/>
            <p:nvPr/>
          </p:nvSpPr>
          <p:spPr>
            <a:xfrm rot="10800000">
              <a:off x="1384865" y="15071"/>
              <a:ext cx="18979" cy="25497"/>
            </a:xfrm>
            <a:custGeom>
              <a:avLst/>
              <a:gdLst/>
              <a:ahLst/>
              <a:cxnLst/>
              <a:rect l="l" t="t" r="r" b="b"/>
              <a:pathLst>
                <a:path w="298" h="298" extrusionOk="0">
                  <a:moveTo>
                    <a:pt x="0" y="0"/>
                  </a:moveTo>
                  <a:cubicBezTo>
                    <a:pt x="0" y="166"/>
                    <a:pt x="132"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rot="10800000">
              <a:off x="1429317" y="-70488"/>
              <a:ext cx="38212" cy="51336"/>
            </a:xfrm>
            <a:custGeom>
              <a:avLst/>
              <a:gdLst/>
              <a:ahLst/>
              <a:cxnLst/>
              <a:rect l="l" t="t" r="r" b="b"/>
              <a:pathLst>
                <a:path w="600" h="600" extrusionOk="0">
                  <a:moveTo>
                    <a:pt x="297" y="1"/>
                  </a:moveTo>
                  <a:cubicBezTo>
                    <a:pt x="133" y="1"/>
                    <a:pt x="1" y="133"/>
                    <a:pt x="1" y="297"/>
                  </a:cubicBezTo>
                  <a:cubicBezTo>
                    <a:pt x="1"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6"/>
            <p:cNvSpPr/>
            <p:nvPr/>
          </p:nvSpPr>
          <p:spPr>
            <a:xfrm rot="10800000">
              <a:off x="1620055" y="211088"/>
              <a:ext cx="18915" cy="7358"/>
            </a:xfrm>
            <a:custGeom>
              <a:avLst/>
              <a:gdLst/>
              <a:ahLst/>
              <a:cxnLst/>
              <a:rect l="l" t="t" r="r" b="b"/>
              <a:pathLst>
                <a:path w="297" h="86" extrusionOk="0">
                  <a:moveTo>
                    <a:pt x="0" y="0"/>
                  </a:moveTo>
                  <a:lnTo>
                    <a:pt x="0" y="85"/>
                  </a:lnTo>
                  <a:lnTo>
                    <a:pt x="297" y="85"/>
                  </a:lnTo>
                  <a:lnTo>
                    <a:pt x="297" y="70"/>
                  </a:lnTo>
                  <a:cubicBezTo>
                    <a:pt x="198" y="47"/>
                    <a:pt x="99" y="24"/>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6"/>
            <p:cNvSpPr/>
            <p:nvPr/>
          </p:nvSpPr>
          <p:spPr>
            <a:xfrm rot="10800000">
              <a:off x="1511917" y="40482"/>
              <a:ext cx="19234" cy="25839"/>
            </a:xfrm>
            <a:custGeom>
              <a:avLst/>
              <a:gdLst/>
              <a:ahLst/>
              <a:cxnLst/>
              <a:rect l="l" t="t" r="r" b="b"/>
              <a:pathLst>
                <a:path w="302" h="302" extrusionOk="0">
                  <a:moveTo>
                    <a:pt x="301" y="0"/>
                  </a:moveTo>
                  <a:cubicBezTo>
                    <a:pt x="136" y="0"/>
                    <a:pt x="0" y="136"/>
                    <a:pt x="0" y="301"/>
                  </a:cubicBezTo>
                  <a:lnTo>
                    <a:pt x="301" y="301"/>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6"/>
            <p:cNvSpPr/>
            <p:nvPr/>
          </p:nvSpPr>
          <p:spPr>
            <a:xfrm rot="10800000">
              <a:off x="1620055" y="185762"/>
              <a:ext cx="18915" cy="25411"/>
            </a:xfrm>
            <a:custGeom>
              <a:avLst/>
              <a:gdLst/>
              <a:ahLst/>
              <a:cxnLst/>
              <a:rect l="l" t="t" r="r" b="b"/>
              <a:pathLst>
                <a:path w="297" h="297" extrusionOk="0">
                  <a:moveTo>
                    <a:pt x="0" y="0"/>
                  </a:moveTo>
                  <a:lnTo>
                    <a:pt x="0" y="297"/>
                  </a:lnTo>
                  <a:cubicBezTo>
                    <a:pt x="165" y="297"/>
                    <a:pt x="297" y="165"/>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6"/>
            <p:cNvSpPr/>
            <p:nvPr/>
          </p:nvSpPr>
          <p:spPr>
            <a:xfrm rot="10800000">
              <a:off x="1556305" y="100117"/>
              <a:ext cx="38276" cy="51422"/>
            </a:xfrm>
            <a:custGeom>
              <a:avLst/>
              <a:gdLst/>
              <a:ahLst/>
              <a:cxnLst/>
              <a:rect l="l" t="t" r="r" b="b"/>
              <a:pathLst>
                <a:path w="601" h="601" extrusionOk="0">
                  <a:moveTo>
                    <a:pt x="298" y="0"/>
                  </a:moveTo>
                  <a:cubicBezTo>
                    <a:pt x="133" y="0"/>
                    <a:pt x="0" y="133"/>
                    <a:pt x="0" y="298"/>
                  </a:cubicBezTo>
                  <a:cubicBezTo>
                    <a:pt x="0" y="463"/>
                    <a:pt x="133" y="600"/>
                    <a:pt x="298" y="600"/>
                  </a:cubicBezTo>
                  <a:cubicBezTo>
                    <a:pt x="463" y="600"/>
                    <a:pt x="600" y="463"/>
                    <a:pt x="600" y="298"/>
                  </a:cubicBezTo>
                  <a:cubicBezTo>
                    <a:pt x="600" y="133"/>
                    <a:pt x="463"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6"/>
            <p:cNvSpPr/>
            <p:nvPr/>
          </p:nvSpPr>
          <p:spPr>
            <a:xfrm rot="10800000">
              <a:off x="1620055" y="40482"/>
              <a:ext cx="18915" cy="25839"/>
            </a:xfrm>
            <a:custGeom>
              <a:avLst/>
              <a:gdLst/>
              <a:ahLst/>
              <a:cxnLst/>
              <a:rect l="l" t="t" r="r" b="b"/>
              <a:pathLst>
                <a:path w="297" h="302" extrusionOk="0">
                  <a:moveTo>
                    <a:pt x="0" y="0"/>
                  </a:moveTo>
                  <a:lnTo>
                    <a:pt x="0" y="301"/>
                  </a:lnTo>
                  <a:lnTo>
                    <a:pt x="297" y="301"/>
                  </a:lnTo>
                  <a:cubicBezTo>
                    <a:pt x="297" y="136"/>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6"/>
            <p:cNvSpPr/>
            <p:nvPr/>
          </p:nvSpPr>
          <p:spPr>
            <a:xfrm rot="10800000">
              <a:off x="1620055" y="15071"/>
              <a:ext cx="18915" cy="25497"/>
            </a:xfrm>
            <a:custGeom>
              <a:avLst/>
              <a:gdLst/>
              <a:ahLst/>
              <a:cxnLst/>
              <a:rect l="l" t="t" r="r" b="b"/>
              <a:pathLst>
                <a:path w="297" h="298" extrusionOk="0">
                  <a:moveTo>
                    <a:pt x="0" y="0"/>
                  </a:moveTo>
                  <a:lnTo>
                    <a:pt x="0" y="298"/>
                  </a:lnTo>
                  <a:cubicBezTo>
                    <a:pt x="165"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6"/>
            <p:cNvSpPr/>
            <p:nvPr/>
          </p:nvSpPr>
          <p:spPr>
            <a:xfrm rot="10800000">
              <a:off x="1556305" y="-70488"/>
              <a:ext cx="38276" cy="51336"/>
            </a:xfrm>
            <a:custGeom>
              <a:avLst/>
              <a:gdLst/>
              <a:ahLst/>
              <a:cxnLst/>
              <a:rect l="l" t="t" r="r" b="b"/>
              <a:pathLst>
                <a:path w="601" h="600" extrusionOk="0">
                  <a:moveTo>
                    <a:pt x="298" y="1"/>
                  </a:moveTo>
                  <a:cubicBezTo>
                    <a:pt x="133" y="1"/>
                    <a:pt x="0" y="133"/>
                    <a:pt x="0" y="297"/>
                  </a:cubicBezTo>
                  <a:cubicBezTo>
                    <a:pt x="0" y="462"/>
                    <a:pt x="133" y="599"/>
                    <a:pt x="298" y="599"/>
                  </a:cubicBezTo>
                  <a:cubicBezTo>
                    <a:pt x="463" y="599"/>
                    <a:pt x="600" y="462"/>
                    <a:pt x="600" y="297"/>
                  </a:cubicBezTo>
                  <a:cubicBezTo>
                    <a:pt x="600" y="133"/>
                    <a:pt x="463"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6"/>
            <p:cNvSpPr/>
            <p:nvPr/>
          </p:nvSpPr>
          <p:spPr>
            <a:xfrm rot="10800000">
              <a:off x="1511917" y="15071"/>
              <a:ext cx="19234" cy="25497"/>
            </a:xfrm>
            <a:custGeom>
              <a:avLst/>
              <a:gdLst/>
              <a:ahLst/>
              <a:cxnLst/>
              <a:rect l="l" t="t" r="r" b="b"/>
              <a:pathLst>
                <a:path w="302" h="298" extrusionOk="0">
                  <a:moveTo>
                    <a:pt x="0" y="0"/>
                  </a:moveTo>
                  <a:cubicBezTo>
                    <a:pt x="0" y="166"/>
                    <a:pt x="136" y="298"/>
                    <a:pt x="301" y="298"/>
                  </a:cubicBez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rot="10800000">
              <a:off x="1638906" y="211088"/>
              <a:ext cx="19361" cy="12235"/>
            </a:xfrm>
            <a:custGeom>
              <a:avLst/>
              <a:gdLst/>
              <a:ahLst/>
              <a:cxnLst/>
              <a:rect l="l" t="t" r="r" b="b"/>
              <a:pathLst>
                <a:path w="304" h="143" extrusionOk="0">
                  <a:moveTo>
                    <a:pt x="44" y="1"/>
                  </a:moveTo>
                  <a:cubicBezTo>
                    <a:pt x="20" y="42"/>
                    <a:pt x="1" y="90"/>
                    <a:pt x="1" y="142"/>
                  </a:cubicBezTo>
                  <a:lnTo>
                    <a:pt x="303" y="142"/>
                  </a:lnTo>
                  <a:lnTo>
                    <a:pt x="303" y="57"/>
                  </a:lnTo>
                  <a:cubicBezTo>
                    <a:pt x="214" y="38"/>
                    <a:pt x="129" y="19"/>
                    <a:pt x="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6"/>
            <p:cNvSpPr/>
            <p:nvPr/>
          </p:nvSpPr>
          <p:spPr>
            <a:xfrm rot="10800000">
              <a:off x="1747044" y="211087"/>
              <a:ext cx="19042" cy="26010"/>
            </a:xfrm>
            <a:custGeom>
              <a:avLst/>
              <a:gdLst/>
              <a:ahLst/>
              <a:cxnLst/>
              <a:rect l="l" t="t" r="r" b="b"/>
              <a:pathLst>
                <a:path w="299" h="304" extrusionOk="0">
                  <a:moveTo>
                    <a:pt x="1" y="1"/>
                  </a:moveTo>
                  <a:lnTo>
                    <a:pt x="1" y="303"/>
                  </a:lnTo>
                  <a:lnTo>
                    <a:pt x="298" y="303"/>
                  </a:lnTo>
                  <a:cubicBezTo>
                    <a:pt x="298"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6"/>
            <p:cNvSpPr/>
            <p:nvPr/>
          </p:nvSpPr>
          <p:spPr>
            <a:xfrm rot="10800000">
              <a:off x="1747044" y="185762"/>
              <a:ext cx="19042" cy="25411"/>
            </a:xfrm>
            <a:custGeom>
              <a:avLst/>
              <a:gdLst/>
              <a:ahLst/>
              <a:cxnLst/>
              <a:rect l="l" t="t" r="r" b="b"/>
              <a:pathLst>
                <a:path w="299" h="297" extrusionOk="0">
                  <a:moveTo>
                    <a:pt x="1" y="0"/>
                  </a:moveTo>
                  <a:lnTo>
                    <a:pt x="1" y="297"/>
                  </a:lnTo>
                  <a:cubicBezTo>
                    <a:pt x="166" y="297"/>
                    <a:pt x="298" y="165"/>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6"/>
            <p:cNvSpPr/>
            <p:nvPr/>
          </p:nvSpPr>
          <p:spPr>
            <a:xfrm rot="10800000">
              <a:off x="1747044" y="40482"/>
              <a:ext cx="19042" cy="25839"/>
            </a:xfrm>
            <a:custGeom>
              <a:avLst/>
              <a:gdLst/>
              <a:ahLst/>
              <a:cxnLst/>
              <a:rect l="l" t="t" r="r" b="b"/>
              <a:pathLst>
                <a:path w="299" h="302" extrusionOk="0">
                  <a:moveTo>
                    <a:pt x="1" y="0"/>
                  </a:moveTo>
                  <a:lnTo>
                    <a:pt x="1" y="301"/>
                  </a:lnTo>
                  <a:lnTo>
                    <a:pt x="298" y="301"/>
                  </a:lnTo>
                  <a:cubicBezTo>
                    <a:pt x="298"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6"/>
            <p:cNvSpPr/>
            <p:nvPr/>
          </p:nvSpPr>
          <p:spPr>
            <a:xfrm rot="10800000">
              <a:off x="1638906" y="40482"/>
              <a:ext cx="19361" cy="25839"/>
            </a:xfrm>
            <a:custGeom>
              <a:avLst/>
              <a:gdLst/>
              <a:ahLst/>
              <a:cxnLst/>
              <a:rect l="l" t="t" r="r" b="b"/>
              <a:pathLst>
                <a:path w="304" h="302" extrusionOk="0">
                  <a:moveTo>
                    <a:pt x="303" y="0"/>
                  </a:moveTo>
                  <a:cubicBezTo>
                    <a:pt x="138" y="0"/>
                    <a:pt x="1" y="136"/>
                    <a:pt x="1" y="301"/>
                  </a:cubicBezTo>
                  <a:lnTo>
                    <a:pt x="303" y="301"/>
                  </a:ln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6"/>
            <p:cNvSpPr/>
            <p:nvPr/>
          </p:nvSpPr>
          <p:spPr>
            <a:xfrm rot="10800000">
              <a:off x="1638906" y="185762"/>
              <a:ext cx="19361" cy="25411"/>
            </a:xfrm>
            <a:custGeom>
              <a:avLst/>
              <a:gdLst/>
              <a:ahLst/>
              <a:cxnLst/>
              <a:rect l="l" t="t" r="r" b="b"/>
              <a:pathLst>
                <a:path w="304" h="297" extrusionOk="0">
                  <a:moveTo>
                    <a:pt x="1" y="0"/>
                  </a:moveTo>
                  <a:cubicBezTo>
                    <a:pt x="1" y="165"/>
                    <a:pt x="138" y="297"/>
                    <a:pt x="303" y="297"/>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6"/>
            <p:cNvSpPr/>
            <p:nvPr/>
          </p:nvSpPr>
          <p:spPr>
            <a:xfrm rot="10800000">
              <a:off x="1683422" y="100117"/>
              <a:ext cx="38149" cy="51422"/>
            </a:xfrm>
            <a:custGeom>
              <a:avLst/>
              <a:gdLst/>
              <a:ahLst/>
              <a:cxnLst/>
              <a:rect l="l" t="t" r="r" b="b"/>
              <a:pathLst>
                <a:path w="599" h="601" extrusionOk="0">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6"/>
            <p:cNvSpPr/>
            <p:nvPr/>
          </p:nvSpPr>
          <p:spPr>
            <a:xfrm rot="10800000">
              <a:off x="1747044" y="15071"/>
              <a:ext cx="19042" cy="25497"/>
            </a:xfrm>
            <a:custGeom>
              <a:avLst/>
              <a:gdLst/>
              <a:ahLst/>
              <a:cxnLst/>
              <a:rect l="l" t="t" r="r" b="b"/>
              <a:pathLst>
                <a:path w="299" h="298" extrusionOk="0">
                  <a:moveTo>
                    <a:pt x="1" y="0"/>
                  </a:moveTo>
                  <a:lnTo>
                    <a:pt x="1" y="298"/>
                  </a:lnTo>
                  <a:cubicBezTo>
                    <a:pt x="166" y="298"/>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6"/>
            <p:cNvSpPr/>
            <p:nvPr/>
          </p:nvSpPr>
          <p:spPr>
            <a:xfrm rot="10800000">
              <a:off x="1638906" y="15071"/>
              <a:ext cx="19361" cy="25497"/>
            </a:xfrm>
            <a:custGeom>
              <a:avLst/>
              <a:gdLst/>
              <a:ahLst/>
              <a:cxnLst/>
              <a:rect l="l" t="t" r="r" b="b"/>
              <a:pathLst>
                <a:path w="304" h="298" extrusionOk="0">
                  <a:moveTo>
                    <a:pt x="1" y="0"/>
                  </a:moveTo>
                  <a:cubicBezTo>
                    <a:pt x="1" y="166"/>
                    <a:pt x="138" y="298"/>
                    <a:pt x="303" y="298"/>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6"/>
            <p:cNvSpPr/>
            <p:nvPr/>
          </p:nvSpPr>
          <p:spPr>
            <a:xfrm rot="10800000">
              <a:off x="1683422" y="-70488"/>
              <a:ext cx="38149" cy="51336"/>
            </a:xfrm>
            <a:custGeom>
              <a:avLst/>
              <a:gdLst/>
              <a:ahLst/>
              <a:cxnLst/>
              <a:rect l="l" t="t" r="r" b="b"/>
              <a:pathLst>
                <a:path w="599" h="600" extrusionOk="0">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6"/>
            <p:cNvSpPr/>
            <p:nvPr/>
          </p:nvSpPr>
          <p:spPr>
            <a:xfrm rot="10800000">
              <a:off x="1874096" y="211087"/>
              <a:ext cx="18979" cy="26010"/>
            </a:xfrm>
            <a:custGeom>
              <a:avLst/>
              <a:gdLst/>
              <a:ahLst/>
              <a:cxnLst/>
              <a:rect l="l" t="t" r="r" b="b"/>
              <a:pathLst>
                <a:path w="298" h="304" extrusionOk="0">
                  <a:moveTo>
                    <a:pt x="1" y="1"/>
                  </a:moveTo>
                  <a:lnTo>
                    <a:pt x="1" y="303"/>
                  </a:lnTo>
                  <a:lnTo>
                    <a:pt x="297" y="303"/>
                  </a:lnTo>
                  <a:cubicBezTo>
                    <a:pt x="297" y="138"/>
                    <a:pt x="166"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6"/>
            <p:cNvSpPr/>
            <p:nvPr/>
          </p:nvSpPr>
          <p:spPr>
            <a:xfrm rot="10800000">
              <a:off x="1766022" y="211087"/>
              <a:ext cx="19234" cy="26010"/>
            </a:xfrm>
            <a:custGeom>
              <a:avLst/>
              <a:gdLst/>
              <a:ahLst/>
              <a:cxnLst/>
              <a:rect l="l" t="t" r="r" b="b"/>
              <a:pathLst>
                <a:path w="302" h="304" extrusionOk="0">
                  <a:moveTo>
                    <a:pt x="302" y="1"/>
                  </a:moveTo>
                  <a:cubicBezTo>
                    <a:pt x="137" y="1"/>
                    <a:pt x="1" y="138"/>
                    <a:pt x="1" y="303"/>
                  </a:cubicBezTo>
                  <a:lnTo>
                    <a:pt x="302" y="303"/>
                  </a:lnTo>
                  <a:lnTo>
                    <a:pt x="3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6"/>
            <p:cNvSpPr/>
            <p:nvPr/>
          </p:nvSpPr>
          <p:spPr>
            <a:xfrm rot="10800000">
              <a:off x="1874096" y="40482"/>
              <a:ext cx="18979" cy="25839"/>
            </a:xfrm>
            <a:custGeom>
              <a:avLst/>
              <a:gdLst/>
              <a:ahLst/>
              <a:cxnLst/>
              <a:rect l="l" t="t" r="r" b="b"/>
              <a:pathLst>
                <a:path w="298" h="302" extrusionOk="0">
                  <a:moveTo>
                    <a:pt x="1" y="0"/>
                  </a:moveTo>
                  <a:lnTo>
                    <a:pt x="1" y="301"/>
                  </a:lnTo>
                  <a:lnTo>
                    <a:pt x="297" y="301"/>
                  </a:lnTo>
                  <a:cubicBezTo>
                    <a:pt x="297" y="136"/>
                    <a:pt x="16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6"/>
            <p:cNvSpPr/>
            <p:nvPr/>
          </p:nvSpPr>
          <p:spPr>
            <a:xfrm rot="10800000">
              <a:off x="1766022" y="185762"/>
              <a:ext cx="19234" cy="25411"/>
            </a:xfrm>
            <a:custGeom>
              <a:avLst/>
              <a:gdLst/>
              <a:ahLst/>
              <a:cxnLst/>
              <a:rect l="l" t="t" r="r" b="b"/>
              <a:pathLst>
                <a:path w="302" h="297" extrusionOk="0">
                  <a:moveTo>
                    <a:pt x="1" y="0"/>
                  </a:moveTo>
                  <a:cubicBezTo>
                    <a:pt x="1" y="165"/>
                    <a:pt x="137" y="297"/>
                    <a:pt x="302" y="297"/>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6"/>
            <p:cNvSpPr/>
            <p:nvPr/>
          </p:nvSpPr>
          <p:spPr>
            <a:xfrm rot="10800000">
              <a:off x="1766022" y="40482"/>
              <a:ext cx="19234" cy="25839"/>
            </a:xfrm>
            <a:custGeom>
              <a:avLst/>
              <a:gdLst/>
              <a:ahLst/>
              <a:cxnLst/>
              <a:rect l="l" t="t" r="r" b="b"/>
              <a:pathLst>
                <a:path w="302" h="302" extrusionOk="0">
                  <a:moveTo>
                    <a:pt x="302" y="0"/>
                  </a:moveTo>
                  <a:cubicBezTo>
                    <a:pt x="137" y="0"/>
                    <a:pt x="1" y="136"/>
                    <a:pt x="1" y="301"/>
                  </a:cubicBezTo>
                  <a:lnTo>
                    <a:pt x="302" y="301"/>
                  </a:ln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6"/>
            <p:cNvSpPr/>
            <p:nvPr/>
          </p:nvSpPr>
          <p:spPr>
            <a:xfrm rot="10800000">
              <a:off x="1810410" y="100117"/>
              <a:ext cx="38276" cy="51422"/>
            </a:xfrm>
            <a:custGeom>
              <a:avLst/>
              <a:gdLst/>
              <a:ahLst/>
              <a:cxnLst/>
              <a:rect l="l" t="t" r="r" b="b"/>
              <a:pathLst>
                <a:path w="601" h="601" extrusionOk="0">
                  <a:moveTo>
                    <a:pt x="298" y="0"/>
                  </a:moveTo>
                  <a:cubicBezTo>
                    <a:pt x="133" y="0"/>
                    <a:pt x="1" y="133"/>
                    <a:pt x="1" y="298"/>
                  </a:cubicBezTo>
                  <a:cubicBezTo>
                    <a:pt x="1" y="463"/>
                    <a:pt x="133" y="600"/>
                    <a:pt x="298" y="600"/>
                  </a:cubicBezTo>
                  <a:cubicBezTo>
                    <a:pt x="464" y="600"/>
                    <a:pt x="601" y="463"/>
                    <a:pt x="601" y="298"/>
                  </a:cubicBezTo>
                  <a:cubicBezTo>
                    <a:pt x="601" y="133"/>
                    <a:pt x="464"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6"/>
            <p:cNvSpPr/>
            <p:nvPr/>
          </p:nvSpPr>
          <p:spPr>
            <a:xfrm rot="10800000">
              <a:off x="1874096" y="185762"/>
              <a:ext cx="18979" cy="25411"/>
            </a:xfrm>
            <a:custGeom>
              <a:avLst/>
              <a:gdLst/>
              <a:ahLst/>
              <a:cxnLst/>
              <a:rect l="l" t="t" r="r" b="b"/>
              <a:pathLst>
                <a:path w="298" h="297" extrusionOk="0">
                  <a:moveTo>
                    <a:pt x="1" y="0"/>
                  </a:moveTo>
                  <a:lnTo>
                    <a:pt x="1" y="297"/>
                  </a:lnTo>
                  <a:cubicBezTo>
                    <a:pt x="166" y="297"/>
                    <a:pt x="297" y="165"/>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6"/>
            <p:cNvSpPr/>
            <p:nvPr/>
          </p:nvSpPr>
          <p:spPr>
            <a:xfrm rot="10800000">
              <a:off x="1766022" y="15071"/>
              <a:ext cx="19234" cy="25497"/>
            </a:xfrm>
            <a:custGeom>
              <a:avLst/>
              <a:gdLst/>
              <a:ahLst/>
              <a:cxnLst/>
              <a:rect l="l" t="t" r="r" b="b"/>
              <a:pathLst>
                <a:path w="302" h="298" extrusionOk="0">
                  <a:moveTo>
                    <a:pt x="1" y="0"/>
                  </a:moveTo>
                  <a:cubicBezTo>
                    <a:pt x="1" y="166"/>
                    <a:pt x="137" y="298"/>
                    <a:pt x="302" y="298"/>
                  </a:cubicBezTo>
                  <a:lnTo>
                    <a:pt x="3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6"/>
            <p:cNvSpPr/>
            <p:nvPr/>
          </p:nvSpPr>
          <p:spPr>
            <a:xfrm rot="10800000">
              <a:off x="1874096" y="15071"/>
              <a:ext cx="18979" cy="25497"/>
            </a:xfrm>
            <a:custGeom>
              <a:avLst/>
              <a:gdLst/>
              <a:ahLst/>
              <a:cxnLst/>
              <a:rect l="l" t="t" r="r" b="b"/>
              <a:pathLst>
                <a:path w="298" h="298" extrusionOk="0">
                  <a:moveTo>
                    <a:pt x="1" y="0"/>
                  </a:moveTo>
                  <a:lnTo>
                    <a:pt x="1" y="298"/>
                  </a:lnTo>
                  <a:cubicBezTo>
                    <a:pt x="166" y="298"/>
                    <a:pt x="297" y="166"/>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6"/>
            <p:cNvSpPr/>
            <p:nvPr/>
          </p:nvSpPr>
          <p:spPr>
            <a:xfrm rot="10800000">
              <a:off x="1810410" y="-70488"/>
              <a:ext cx="38276" cy="51336"/>
            </a:xfrm>
            <a:custGeom>
              <a:avLst/>
              <a:gdLst/>
              <a:ahLst/>
              <a:cxnLst/>
              <a:rect l="l" t="t" r="r" b="b"/>
              <a:pathLst>
                <a:path w="601" h="600" extrusionOk="0">
                  <a:moveTo>
                    <a:pt x="298" y="1"/>
                  </a:moveTo>
                  <a:cubicBezTo>
                    <a:pt x="133" y="1"/>
                    <a:pt x="1" y="133"/>
                    <a:pt x="1" y="297"/>
                  </a:cubicBezTo>
                  <a:cubicBezTo>
                    <a:pt x="1" y="462"/>
                    <a:pt x="133" y="599"/>
                    <a:pt x="298" y="599"/>
                  </a:cubicBezTo>
                  <a:cubicBezTo>
                    <a:pt x="464" y="599"/>
                    <a:pt x="601" y="462"/>
                    <a:pt x="601" y="297"/>
                  </a:cubicBezTo>
                  <a:cubicBezTo>
                    <a:pt x="601" y="133"/>
                    <a:pt x="464"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6"/>
            <p:cNvSpPr/>
            <p:nvPr/>
          </p:nvSpPr>
          <p:spPr>
            <a:xfrm rot="10800000">
              <a:off x="2001149" y="211087"/>
              <a:ext cx="18979" cy="26010"/>
            </a:xfrm>
            <a:custGeom>
              <a:avLst/>
              <a:gdLst/>
              <a:ahLst/>
              <a:cxnLst/>
              <a:rect l="l" t="t" r="r" b="b"/>
              <a:pathLst>
                <a:path w="298" h="304" extrusionOk="0">
                  <a:moveTo>
                    <a:pt x="0" y="1"/>
                  </a:moveTo>
                  <a:lnTo>
                    <a:pt x="0" y="303"/>
                  </a:lnTo>
                  <a:lnTo>
                    <a:pt x="298" y="303"/>
                  </a:lnTo>
                  <a:cubicBezTo>
                    <a:pt x="298" y="138"/>
                    <a:pt x="165"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6"/>
            <p:cNvSpPr/>
            <p:nvPr/>
          </p:nvSpPr>
          <p:spPr>
            <a:xfrm rot="10800000">
              <a:off x="1940775" y="270894"/>
              <a:ext cx="32799" cy="14631"/>
            </a:xfrm>
            <a:custGeom>
              <a:avLst/>
              <a:gdLst/>
              <a:ahLst/>
              <a:cxnLst/>
              <a:rect l="l" t="t" r="r" b="b"/>
              <a:pathLst>
                <a:path w="515" h="171" extrusionOk="0">
                  <a:moveTo>
                    <a:pt x="0" y="1"/>
                  </a:moveTo>
                  <a:cubicBezTo>
                    <a:pt x="48" y="101"/>
                    <a:pt x="146" y="171"/>
                    <a:pt x="264" y="171"/>
                  </a:cubicBezTo>
                  <a:cubicBezTo>
                    <a:pt x="373" y="171"/>
                    <a:pt x="462" y="110"/>
                    <a:pt x="514" y="25"/>
                  </a:cubicBezTo>
                  <a:cubicBezTo>
                    <a:pt x="344" y="16"/>
                    <a:pt x="170" y="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6"/>
            <p:cNvSpPr/>
            <p:nvPr/>
          </p:nvSpPr>
          <p:spPr>
            <a:xfrm rot="10800000">
              <a:off x="1893011" y="211087"/>
              <a:ext cx="19297" cy="26010"/>
            </a:xfrm>
            <a:custGeom>
              <a:avLst/>
              <a:gdLst/>
              <a:ahLst/>
              <a:cxnLst/>
              <a:rect l="l" t="t" r="r" b="b"/>
              <a:pathLst>
                <a:path w="303" h="304" extrusionOk="0">
                  <a:moveTo>
                    <a:pt x="303" y="1"/>
                  </a:moveTo>
                  <a:cubicBezTo>
                    <a:pt x="137" y="1"/>
                    <a:pt x="0" y="138"/>
                    <a:pt x="0" y="303"/>
                  </a:cubicBezTo>
                  <a:lnTo>
                    <a:pt x="303" y="303"/>
                  </a:lnTo>
                  <a:lnTo>
                    <a:pt x="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6"/>
            <p:cNvSpPr/>
            <p:nvPr/>
          </p:nvSpPr>
          <p:spPr>
            <a:xfrm rot="10800000">
              <a:off x="2001149" y="40482"/>
              <a:ext cx="18979" cy="25839"/>
            </a:xfrm>
            <a:custGeom>
              <a:avLst/>
              <a:gdLst/>
              <a:ahLst/>
              <a:cxnLst/>
              <a:rect l="l" t="t" r="r" b="b"/>
              <a:pathLst>
                <a:path w="298" h="302" extrusionOk="0">
                  <a:moveTo>
                    <a:pt x="0" y="0"/>
                  </a:moveTo>
                  <a:lnTo>
                    <a:pt x="0" y="301"/>
                  </a:lnTo>
                  <a:lnTo>
                    <a:pt x="298" y="301"/>
                  </a:lnTo>
                  <a:cubicBezTo>
                    <a:pt x="298" y="136"/>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6"/>
            <p:cNvSpPr/>
            <p:nvPr/>
          </p:nvSpPr>
          <p:spPr>
            <a:xfrm rot="10800000">
              <a:off x="1937463" y="100117"/>
              <a:ext cx="38212" cy="51422"/>
            </a:xfrm>
            <a:custGeom>
              <a:avLst/>
              <a:gdLst/>
              <a:ahLst/>
              <a:cxnLst/>
              <a:rect l="l" t="t" r="r" b="b"/>
              <a:pathLst>
                <a:path w="600" h="601" extrusionOk="0">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6"/>
            <p:cNvSpPr/>
            <p:nvPr/>
          </p:nvSpPr>
          <p:spPr>
            <a:xfrm rot="10800000">
              <a:off x="1893011" y="40482"/>
              <a:ext cx="19297" cy="25839"/>
            </a:xfrm>
            <a:custGeom>
              <a:avLst/>
              <a:gdLst/>
              <a:ahLst/>
              <a:cxnLst/>
              <a:rect l="l" t="t" r="r" b="b"/>
              <a:pathLst>
                <a:path w="303" h="302" extrusionOk="0">
                  <a:moveTo>
                    <a:pt x="303" y="0"/>
                  </a:moveTo>
                  <a:cubicBezTo>
                    <a:pt x="137" y="0"/>
                    <a:pt x="0" y="136"/>
                    <a:pt x="0" y="301"/>
                  </a:cubicBezTo>
                  <a:lnTo>
                    <a:pt x="303" y="301"/>
                  </a:ln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6"/>
            <p:cNvSpPr/>
            <p:nvPr/>
          </p:nvSpPr>
          <p:spPr>
            <a:xfrm rot="10800000">
              <a:off x="2001149" y="185762"/>
              <a:ext cx="18979" cy="25411"/>
            </a:xfrm>
            <a:custGeom>
              <a:avLst/>
              <a:gdLst/>
              <a:ahLst/>
              <a:cxnLst/>
              <a:rect l="l" t="t" r="r" b="b"/>
              <a:pathLst>
                <a:path w="298" h="297" extrusionOk="0">
                  <a:moveTo>
                    <a:pt x="0" y="0"/>
                  </a:moveTo>
                  <a:lnTo>
                    <a:pt x="0" y="297"/>
                  </a:lnTo>
                  <a:cubicBezTo>
                    <a:pt x="165" y="297"/>
                    <a:pt x="298" y="165"/>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6"/>
            <p:cNvSpPr/>
            <p:nvPr/>
          </p:nvSpPr>
          <p:spPr>
            <a:xfrm rot="10800000">
              <a:off x="1893011" y="185762"/>
              <a:ext cx="19297" cy="25411"/>
            </a:xfrm>
            <a:custGeom>
              <a:avLst/>
              <a:gdLst/>
              <a:ahLst/>
              <a:cxnLst/>
              <a:rect l="l" t="t" r="r" b="b"/>
              <a:pathLst>
                <a:path w="303" h="297" extrusionOk="0">
                  <a:moveTo>
                    <a:pt x="0" y="0"/>
                  </a:moveTo>
                  <a:cubicBezTo>
                    <a:pt x="0" y="165"/>
                    <a:pt x="137" y="297"/>
                    <a:pt x="303" y="297"/>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6"/>
            <p:cNvSpPr/>
            <p:nvPr/>
          </p:nvSpPr>
          <p:spPr>
            <a:xfrm rot="10800000">
              <a:off x="2001149" y="15071"/>
              <a:ext cx="18979" cy="25497"/>
            </a:xfrm>
            <a:custGeom>
              <a:avLst/>
              <a:gdLst/>
              <a:ahLst/>
              <a:cxnLst/>
              <a:rect l="l" t="t" r="r" b="b"/>
              <a:pathLst>
                <a:path w="298" h="298" extrusionOk="0">
                  <a:moveTo>
                    <a:pt x="0" y="0"/>
                  </a:moveTo>
                  <a:lnTo>
                    <a:pt x="0" y="298"/>
                  </a:lnTo>
                  <a:cubicBezTo>
                    <a:pt x="165" y="298"/>
                    <a:pt x="298" y="166"/>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6"/>
            <p:cNvSpPr/>
            <p:nvPr/>
          </p:nvSpPr>
          <p:spPr>
            <a:xfrm rot="10800000">
              <a:off x="1937463" y="-70488"/>
              <a:ext cx="38212" cy="51336"/>
            </a:xfrm>
            <a:custGeom>
              <a:avLst/>
              <a:gdLst/>
              <a:ahLst/>
              <a:cxnLst/>
              <a:rect l="l" t="t" r="r" b="b"/>
              <a:pathLst>
                <a:path w="600" h="600" extrusionOk="0">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6"/>
            <p:cNvSpPr/>
            <p:nvPr/>
          </p:nvSpPr>
          <p:spPr>
            <a:xfrm rot="10800000">
              <a:off x="1893011" y="15071"/>
              <a:ext cx="19297" cy="25497"/>
            </a:xfrm>
            <a:custGeom>
              <a:avLst/>
              <a:gdLst/>
              <a:ahLst/>
              <a:cxnLst/>
              <a:rect l="l" t="t" r="r" b="b"/>
              <a:pathLst>
                <a:path w="303" h="298" extrusionOk="0">
                  <a:moveTo>
                    <a:pt x="0" y="0"/>
                  </a:moveTo>
                  <a:cubicBezTo>
                    <a:pt x="0" y="166"/>
                    <a:pt x="137" y="298"/>
                    <a:pt x="303" y="298"/>
                  </a:cubicBezTo>
                  <a:lnTo>
                    <a:pt x="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6"/>
            <p:cNvSpPr/>
            <p:nvPr/>
          </p:nvSpPr>
          <p:spPr>
            <a:xfrm rot="10800000">
              <a:off x="2067509" y="270894"/>
              <a:ext cx="30697" cy="12920"/>
            </a:xfrm>
            <a:custGeom>
              <a:avLst/>
              <a:gdLst/>
              <a:ahLst/>
              <a:cxnLst/>
              <a:rect l="l" t="t" r="r" b="b"/>
              <a:pathLst>
                <a:path w="482" h="151" extrusionOk="0">
                  <a:moveTo>
                    <a:pt x="481" y="0"/>
                  </a:moveTo>
                  <a:cubicBezTo>
                    <a:pt x="321" y="9"/>
                    <a:pt x="161" y="24"/>
                    <a:pt x="0" y="38"/>
                  </a:cubicBezTo>
                  <a:cubicBezTo>
                    <a:pt x="52" y="103"/>
                    <a:pt x="133" y="151"/>
                    <a:pt x="227" y="151"/>
                  </a:cubicBezTo>
                  <a:cubicBezTo>
                    <a:pt x="335" y="151"/>
                    <a:pt x="429" y="85"/>
                    <a:pt x="4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6"/>
            <p:cNvSpPr/>
            <p:nvPr/>
          </p:nvSpPr>
          <p:spPr>
            <a:xfrm rot="10800000">
              <a:off x="2128201" y="211087"/>
              <a:ext cx="19234" cy="26010"/>
            </a:xfrm>
            <a:custGeom>
              <a:avLst/>
              <a:gdLst/>
              <a:ahLst/>
              <a:cxnLst/>
              <a:rect l="l" t="t" r="r" b="b"/>
              <a:pathLst>
                <a:path w="302" h="304" extrusionOk="0">
                  <a:moveTo>
                    <a:pt x="0" y="1"/>
                  </a:moveTo>
                  <a:lnTo>
                    <a:pt x="0" y="303"/>
                  </a:lnTo>
                  <a:lnTo>
                    <a:pt x="301" y="303"/>
                  </a:lnTo>
                  <a:cubicBezTo>
                    <a:pt x="301" y="138"/>
                    <a:pt x="170"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6"/>
            <p:cNvSpPr/>
            <p:nvPr/>
          </p:nvSpPr>
          <p:spPr>
            <a:xfrm rot="10800000">
              <a:off x="2020063" y="211087"/>
              <a:ext cx="19234" cy="26010"/>
            </a:xfrm>
            <a:custGeom>
              <a:avLst/>
              <a:gdLst/>
              <a:ahLst/>
              <a:cxnLst/>
              <a:rect l="l" t="t" r="r" b="b"/>
              <a:pathLst>
                <a:path w="302" h="304" extrusionOk="0">
                  <a:moveTo>
                    <a:pt x="301" y="1"/>
                  </a:moveTo>
                  <a:cubicBezTo>
                    <a:pt x="136" y="1"/>
                    <a:pt x="0" y="138"/>
                    <a:pt x="0" y="303"/>
                  </a:cubicBezTo>
                  <a:lnTo>
                    <a:pt x="301" y="303"/>
                  </a:lnTo>
                  <a:lnTo>
                    <a:pt x="3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6"/>
            <p:cNvSpPr/>
            <p:nvPr/>
          </p:nvSpPr>
          <p:spPr>
            <a:xfrm rot="10800000">
              <a:off x="2128201" y="185762"/>
              <a:ext cx="19234" cy="25411"/>
            </a:xfrm>
            <a:custGeom>
              <a:avLst/>
              <a:gdLst/>
              <a:ahLst/>
              <a:cxnLst/>
              <a:rect l="l" t="t" r="r" b="b"/>
              <a:pathLst>
                <a:path w="302" h="297" extrusionOk="0">
                  <a:moveTo>
                    <a:pt x="0" y="0"/>
                  </a:moveTo>
                  <a:lnTo>
                    <a:pt x="0" y="297"/>
                  </a:lnTo>
                  <a:cubicBezTo>
                    <a:pt x="170" y="297"/>
                    <a:pt x="301" y="165"/>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6"/>
            <p:cNvSpPr/>
            <p:nvPr/>
          </p:nvSpPr>
          <p:spPr>
            <a:xfrm rot="10800000">
              <a:off x="2020063" y="185762"/>
              <a:ext cx="19234" cy="25411"/>
            </a:xfrm>
            <a:custGeom>
              <a:avLst/>
              <a:gdLst/>
              <a:ahLst/>
              <a:cxnLst/>
              <a:rect l="l" t="t" r="r" b="b"/>
              <a:pathLst>
                <a:path w="302" h="297" extrusionOk="0">
                  <a:moveTo>
                    <a:pt x="0" y="0"/>
                  </a:moveTo>
                  <a:cubicBezTo>
                    <a:pt x="0" y="165"/>
                    <a:pt x="136" y="297"/>
                    <a:pt x="301" y="297"/>
                  </a:cubicBez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6"/>
            <p:cNvSpPr/>
            <p:nvPr/>
          </p:nvSpPr>
          <p:spPr>
            <a:xfrm rot="10800000">
              <a:off x="2020063" y="40482"/>
              <a:ext cx="19234" cy="25839"/>
            </a:xfrm>
            <a:custGeom>
              <a:avLst/>
              <a:gdLst/>
              <a:ahLst/>
              <a:cxnLst/>
              <a:rect l="l" t="t" r="r" b="b"/>
              <a:pathLst>
                <a:path w="302" h="302" extrusionOk="0">
                  <a:moveTo>
                    <a:pt x="301" y="0"/>
                  </a:moveTo>
                  <a:cubicBezTo>
                    <a:pt x="136" y="0"/>
                    <a:pt x="0" y="136"/>
                    <a:pt x="0" y="301"/>
                  </a:cubicBezTo>
                  <a:lnTo>
                    <a:pt x="301" y="301"/>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6"/>
            <p:cNvSpPr/>
            <p:nvPr/>
          </p:nvSpPr>
          <p:spPr>
            <a:xfrm rot="10800000">
              <a:off x="2128201" y="40482"/>
              <a:ext cx="19234" cy="25839"/>
            </a:xfrm>
            <a:custGeom>
              <a:avLst/>
              <a:gdLst/>
              <a:ahLst/>
              <a:cxnLst/>
              <a:rect l="l" t="t" r="r" b="b"/>
              <a:pathLst>
                <a:path w="302" h="302" extrusionOk="0">
                  <a:moveTo>
                    <a:pt x="0" y="0"/>
                  </a:moveTo>
                  <a:lnTo>
                    <a:pt x="0" y="301"/>
                  </a:lnTo>
                  <a:lnTo>
                    <a:pt x="301" y="301"/>
                  </a:lnTo>
                  <a:cubicBezTo>
                    <a:pt x="301" y="136"/>
                    <a:pt x="170"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6"/>
            <p:cNvSpPr/>
            <p:nvPr/>
          </p:nvSpPr>
          <p:spPr>
            <a:xfrm rot="10800000">
              <a:off x="2064834" y="100117"/>
              <a:ext cx="37894" cy="51422"/>
            </a:xfrm>
            <a:custGeom>
              <a:avLst/>
              <a:gdLst/>
              <a:ahLst/>
              <a:cxnLst/>
              <a:rect l="l" t="t" r="r" b="b"/>
              <a:pathLst>
                <a:path w="595" h="601" extrusionOk="0">
                  <a:moveTo>
                    <a:pt x="298" y="0"/>
                  </a:moveTo>
                  <a:cubicBezTo>
                    <a:pt x="133" y="0"/>
                    <a:pt x="0" y="133"/>
                    <a:pt x="0" y="298"/>
                  </a:cubicBezTo>
                  <a:cubicBezTo>
                    <a:pt x="0" y="463"/>
                    <a:pt x="133" y="600"/>
                    <a:pt x="298" y="600"/>
                  </a:cubicBezTo>
                  <a:cubicBezTo>
                    <a:pt x="463" y="600"/>
                    <a:pt x="594" y="463"/>
                    <a:pt x="594" y="298"/>
                  </a:cubicBezTo>
                  <a:cubicBezTo>
                    <a:pt x="594" y="133"/>
                    <a:pt x="463"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6"/>
            <p:cNvSpPr/>
            <p:nvPr/>
          </p:nvSpPr>
          <p:spPr>
            <a:xfrm rot="10800000">
              <a:off x="2064834" y="-70488"/>
              <a:ext cx="37894" cy="51336"/>
            </a:xfrm>
            <a:custGeom>
              <a:avLst/>
              <a:gdLst/>
              <a:ahLst/>
              <a:cxnLst/>
              <a:rect l="l" t="t" r="r" b="b"/>
              <a:pathLst>
                <a:path w="595" h="600" extrusionOk="0">
                  <a:moveTo>
                    <a:pt x="298" y="1"/>
                  </a:moveTo>
                  <a:cubicBezTo>
                    <a:pt x="133" y="1"/>
                    <a:pt x="0" y="133"/>
                    <a:pt x="0" y="297"/>
                  </a:cubicBezTo>
                  <a:cubicBezTo>
                    <a:pt x="0" y="462"/>
                    <a:pt x="133" y="599"/>
                    <a:pt x="298" y="599"/>
                  </a:cubicBezTo>
                  <a:cubicBezTo>
                    <a:pt x="463" y="599"/>
                    <a:pt x="594" y="462"/>
                    <a:pt x="594" y="297"/>
                  </a:cubicBezTo>
                  <a:cubicBezTo>
                    <a:pt x="594" y="133"/>
                    <a:pt x="463"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6"/>
            <p:cNvSpPr/>
            <p:nvPr/>
          </p:nvSpPr>
          <p:spPr>
            <a:xfrm rot="10800000">
              <a:off x="2128201" y="15071"/>
              <a:ext cx="19234" cy="25497"/>
            </a:xfrm>
            <a:custGeom>
              <a:avLst/>
              <a:gdLst/>
              <a:ahLst/>
              <a:cxnLst/>
              <a:rect l="l" t="t" r="r" b="b"/>
              <a:pathLst>
                <a:path w="302" h="298" extrusionOk="0">
                  <a:moveTo>
                    <a:pt x="0" y="0"/>
                  </a:moveTo>
                  <a:lnTo>
                    <a:pt x="0" y="298"/>
                  </a:lnTo>
                  <a:cubicBezTo>
                    <a:pt x="170" y="298"/>
                    <a:pt x="301" y="166"/>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6"/>
            <p:cNvSpPr/>
            <p:nvPr/>
          </p:nvSpPr>
          <p:spPr>
            <a:xfrm rot="10800000">
              <a:off x="2020063" y="15071"/>
              <a:ext cx="19234" cy="25497"/>
            </a:xfrm>
            <a:custGeom>
              <a:avLst/>
              <a:gdLst/>
              <a:ahLst/>
              <a:cxnLst/>
              <a:rect l="l" t="t" r="r" b="b"/>
              <a:pathLst>
                <a:path w="302" h="298" extrusionOk="0">
                  <a:moveTo>
                    <a:pt x="0" y="0"/>
                  </a:moveTo>
                  <a:cubicBezTo>
                    <a:pt x="0" y="166"/>
                    <a:pt x="136" y="298"/>
                    <a:pt x="301" y="298"/>
                  </a:cubicBez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6"/>
            <p:cNvSpPr/>
            <p:nvPr/>
          </p:nvSpPr>
          <p:spPr>
            <a:xfrm rot="10800000">
              <a:off x="2255190" y="211088"/>
              <a:ext cx="19297" cy="23529"/>
            </a:xfrm>
            <a:custGeom>
              <a:avLst/>
              <a:gdLst/>
              <a:ahLst/>
              <a:cxnLst/>
              <a:rect l="l" t="t" r="r" b="b"/>
              <a:pathLst>
                <a:path w="303" h="275" extrusionOk="0">
                  <a:moveTo>
                    <a:pt x="122" y="0"/>
                  </a:moveTo>
                  <a:cubicBezTo>
                    <a:pt x="80" y="15"/>
                    <a:pt x="43" y="24"/>
                    <a:pt x="0" y="38"/>
                  </a:cubicBezTo>
                  <a:lnTo>
                    <a:pt x="0" y="274"/>
                  </a:lnTo>
                  <a:lnTo>
                    <a:pt x="302" y="274"/>
                  </a:lnTo>
                  <a:cubicBezTo>
                    <a:pt x="302" y="151"/>
                    <a:pt x="226" y="48"/>
                    <a:pt x="1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6"/>
            <p:cNvSpPr/>
            <p:nvPr/>
          </p:nvSpPr>
          <p:spPr>
            <a:xfrm rot="10800000">
              <a:off x="2147371" y="211087"/>
              <a:ext cx="19042" cy="26010"/>
            </a:xfrm>
            <a:custGeom>
              <a:avLst/>
              <a:gdLst/>
              <a:ahLst/>
              <a:cxnLst/>
              <a:rect l="l" t="t" r="r" b="b"/>
              <a:pathLst>
                <a:path w="299" h="304" extrusionOk="0">
                  <a:moveTo>
                    <a:pt x="298" y="1"/>
                  </a:moveTo>
                  <a:cubicBezTo>
                    <a:pt x="133" y="1"/>
                    <a:pt x="1" y="138"/>
                    <a:pt x="1" y="303"/>
                  </a:cubicBezTo>
                  <a:lnTo>
                    <a:pt x="298" y="303"/>
                  </a:lnTo>
                  <a:lnTo>
                    <a:pt x="2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6"/>
            <p:cNvSpPr/>
            <p:nvPr/>
          </p:nvSpPr>
          <p:spPr>
            <a:xfrm rot="10800000">
              <a:off x="2191822" y="100117"/>
              <a:ext cx="38212" cy="51422"/>
            </a:xfrm>
            <a:custGeom>
              <a:avLst/>
              <a:gdLst/>
              <a:ahLst/>
              <a:cxnLst/>
              <a:rect l="l" t="t" r="r" b="b"/>
              <a:pathLst>
                <a:path w="600" h="601" extrusionOk="0">
                  <a:moveTo>
                    <a:pt x="301" y="0"/>
                  </a:moveTo>
                  <a:cubicBezTo>
                    <a:pt x="137" y="0"/>
                    <a:pt x="0" y="133"/>
                    <a:pt x="0" y="298"/>
                  </a:cubicBezTo>
                  <a:cubicBezTo>
                    <a:pt x="0" y="463"/>
                    <a:pt x="137" y="600"/>
                    <a:pt x="301" y="600"/>
                  </a:cubicBezTo>
                  <a:cubicBezTo>
                    <a:pt x="467" y="600"/>
                    <a:pt x="599" y="463"/>
                    <a:pt x="599" y="298"/>
                  </a:cubicBezTo>
                  <a:cubicBezTo>
                    <a:pt x="599" y="133"/>
                    <a:pt x="467" y="0"/>
                    <a:pt x="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6"/>
            <p:cNvSpPr/>
            <p:nvPr/>
          </p:nvSpPr>
          <p:spPr>
            <a:xfrm rot="10800000">
              <a:off x="2147371" y="185762"/>
              <a:ext cx="19042" cy="25411"/>
            </a:xfrm>
            <a:custGeom>
              <a:avLst/>
              <a:gdLst/>
              <a:ahLst/>
              <a:cxnLst/>
              <a:rect l="l" t="t" r="r" b="b"/>
              <a:pathLst>
                <a:path w="299" h="297" extrusionOk="0">
                  <a:moveTo>
                    <a:pt x="1" y="0"/>
                  </a:moveTo>
                  <a:cubicBezTo>
                    <a:pt x="1" y="165"/>
                    <a:pt x="133" y="297"/>
                    <a:pt x="298" y="297"/>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rot="10800000">
              <a:off x="2255190" y="40482"/>
              <a:ext cx="19297" cy="25839"/>
            </a:xfrm>
            <a:custGeom>
              <a:avLst/>
              <a:gdLst/>
              <a:ahLst/>
              <a:cxnLst/>
              <a:rect l="l" t="t" r="r" b="b"/>
              <a:pathLst>
                <a:path w="303" h="302" extrusionOk="0">
                  <a:moveTo>
                    <a:pt x="0" y="0"/>
                  </a:moveTo>
                  <a:lnTo>
                    <a:pt x="0" y="301"/>
                  </a:lnTo>
                  <a:lnTo>
                    <a:pt x="302" y="301"/>
                  </a:lnTo>
                  <a:cubicBezTo>
                    <a:pt x="302" y="136"/>
                    <a:pt x="165"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6"/>
            <p:cNvSpPr/>
            <p:nvPr/>
          </p:nvSpPr>
          <p:spPr>
            <a:xfrm rot="10800000">
              <a:off x="2255190" y="185762"/>
              <a:ext cx="19297" cy="25411"/>
            </a:xfrm>
            <a:custGeom>
              <a:avLst/>
              <a:gdLst/>
              <a:ahLst/>
              <a:cxnLst/>
              <a:rect l="l" t="t" r="r" b="b"/>
              <a:pathLst>
                <a:path w="303" h="297" extrusionOk="0">
                  <a:moveTo>
                    <a:pt x="0" y="0"/>
                  </a:moveTo>
                  <a:lnTo>
                    <a:pt x="0" y="297"/>
                  </a:lnTo>
                  <a:cubicBezTo>
                    <a:pt x="165" y="297"/>
                    <a:pt x="302" y="165"/>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6"/>
            <p:cNvSpPr/>
            <p:nvPr/>
          </p:nvSpPr>
          <p:spPr>
            <a:xfrm rot="10800000">
              <a:off x="2147371" y="40482"/>
              <a:ext cx="19042" cy="25839"/>
            </a:xfrm>
            <a:custGeom>
              <a:avLst/>
              <a:gdLst/>
              <a:ahLst/>
              <a:cxnLst/>
              <a:rect l="l" t="t" r="r" b="b"/>
              <a:pathLst>
                <a:path w="299" h="302" extrusionOk="0">
                  <a:moveTo>
                    <a:pt x="298" y="0"/>
                  </a:moveTo>
                  <a:cubicBezTo>
                    <a:pt x="133" y="0"/>
                    <a:pt x="1" y="136"/>
                    <a:pt x="1" y="301"/>
                  </a:cubicBezTo>
                  <a:lnTo>
                    <a:pt x="298" y="301"/>
                  </a:ln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6"/>
            <p:cNvSpPr/>
            <p:nvPr/>
          </p:nvSpPr>
          <p:spPr>
            <a:xfrm rot="10800000">
              <a:off x="2191822" y="-70488"/>
              <a:ext cx="38212" cy="51336"/>
            </a:xfrm>
            <a:custGeom>
              <a:avLst/>
              <a:gdLst/>
              <a:ahLst/>
              <a:cxnLst/>
              <a:rect l="l" t="t" r="r" b="b"/>
              <a:pathLst>
                <a:path w="600" h="600" extrusionOk="0">
                  <a:moveTo>
                    <a:pt x="301" y="1"/>
                  </a:moveTo>
                  <a:cubicBezTo>
                    <a:pt x="137" y="1"/>
                    <a:pt x="0" y="133"/>
                    <a:pt x="0" y="297"/>
                  </a:cubicBezTo>
                  <a:cubicBezTo>
                    <a:pt x="0" y="462"/>
                    <a:pt x="137" y="599"/>
                    <a:pt x="301" y="599"/>
                  </a:cubicBezTo>
                  <a:cubicBezTo>
                    <a:pt x="467" y="599"/>
                    <a:pt x="599" y="462"/>
                    <a:pt x="599" y="297"/>
                  </a:cubicBezTo>
                  <a:cubicBezTo>
                    <a:pt x="599" y="133"/>
                    <a:pt x="467" y="1"/>
                    <a:pt x="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6"/>
            <p:cNvSpPr/>
            <p:nvPr/>
          </p:nvSpPr>
          <p:spPr>
            <a:xfrm rot="10800000">
              <a:off x="2147371" y="15071"/>
              <a:ext cx="19042" cy="25497"/>
            </a:xfrm>
            <a:custGeom>
              <a:avLst/>
              <a:gdLst/>
              <a:ahLst/>
              <a:cxnLst/>
              <a:rect l="l" t="t" r="r" b="b"/>
              <a:pathLst>
                <a:path w="299" h="298" extrusionOk="0">
                  <a:moveTo>
                    <a:pt x="1" y="0"/>
                  </a:moveTo>
                  <a:cubicBezTo>
                    <a:pt x="1" y="166"/>
                    <a:pt x="133" y="298"/>
                    <a:pt x="298" y="298"/>
                  </a:cubicBezTo>
                  <a:lnTo>
                    <a:pt x="2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6"/>
            <p:cNvSpPr/>
            <p:nvPr/>
          </p:nvSpPr>
          <p:spPr>
            <a:xfrm rot="10800000">
              <a:off x="2255190" y="15071"/>
              <a:ext cx="19297" cy="25497"/>
            </a:xfrm>
            <a:custGeom>
              <a:avLst/>
              <a:gdLst/>
              <a:ahLst/>
              <a:cxnLst/>
              <a:rect l="l" t="t" r="r" b="b"/>
              <a:pathLst>
                <a:path w="303" h="298" extrusionOk="0">
                  <a:moveTo>
                    <a:pt x="0" y="0"/>
                  </a:moveTo>
                  <a:lnTo>
                    <a:pt x="0" y="298"/>
                  </a:lnTo>
                  <a:cubicBezTo>
                    <a:pt x="165" y="298"/>
                    <a:pt x="302" y="166"/>
                    <a:pt x="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rot="10800000">
              <a:off x="2274423" y="211088"/>
              <a:ext cx="18979" cy="20363"/>
            </a:xfrm>
            <a:custGeom>
              <a:avLst/>
              <a:gdLst/>
              <a:ahLst/>
              <a:cxnLst/>
              <a:rect l="l" t="t" r="r" b="b"/>
              <a:pathLst>
                <a:path w="298" h="238" extrusionOk="0">
                  <a:moveTo>
                    <a:pt x="297" y="1"/>
                  </a:moveTo>
                  <a:cubicBezTo>
                    <a:pt x="212" y="29"/>
                    <a:pt x="127" y="57"/>
                    <a:pt x="42" y="91"/>
                  </a:cubicBezTo>
                  <a:cubicBezTo>
                    <a:pt x="19" y="133"/>
                    <a:pt x="1" y="180"/>
                    <a:pt x="1" y="237"/>
                  </a:cubicBezTo>
                  <a:lnTo>
                    <a:pt x="297" y="237"/>
                  </a:lnTo>
                  <a:lnTo>
                    <a:pt x="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6"/>
            <p:cNvSpPr/>
            <p:nvPr/>
          </p:nvSpPr>
          <p:spPr>
            <a:xfrm rot="10800000">
              <a:off x="2274423" y="185762"/>
              <a:ext cx="18979" cy="25411"/>
            </a:xfrm>
            <a:custGeom>
              <a:avLst/>
              <a:gdLst/>
              <a:ahLst/>
              <a:cxnLst/>
              <a:rect l="l" t="t" r="r" b="b"/>
              <a:pathLst>
                <a:path w="298" h="297" extrusionOk="0">
                  <a:moveTo>
                    <a:pt x="1" y="0"/>
                  </a:moveTo>
                  <a:cubicBezTo>
                    <a:pt x="1" y="165"/>
                    <a:pt x="132" y="297"/>
                    <a:pt x="297" y="297"/>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rot="10800000">
              <a:off x="2274423" y="40482"/>
              <a:ext cx="18979" cy="25839"/>
            </a:xfrm>
            <a:custGeom>
              <a:avLst/>
              <a:gdLst/>
              <a:ahLst/>
              <a:cxnLst/>
              <a:rect l="l" t="t" r="r" b="b"/>
              <a:pathLst>
                <a:path w="298" h="302" extrusionOk="0">
                  <a:moveTo>
                    <a:pt x="297" y="0"/>
                  </a:moveTo>
                  <a:cubicBezTo>
                    <a:pt x="132" y="0"/>
                    <a:pt x="1" y="136"/>
                    <a:pt x="1" y="301"/>
                  </a:cubicBezTo>
                  <a:lnTo>
                    <a:pt x="297" y="301"/>
                  </a:ln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6"/>
            <p:cNvSpPr/>
            <p:nvPr/>
          </p:nvSpPr>
          <p:spPr>
            <a:xfrm rot="10800000">
              <a:off x="2274423" y="15071"/>
              <a:ext cx="18979" cy="25497"/>
            </a:xfrm>
            <a:custGeom>
              <a:avLst/>
              <a:gdLst/>
              <a:ahLst/>
              <a:cxnLst/>
              <a:rect l="l" t="t" r="r" b="b"/>
              <a:pathLst>
                <a:path w="298" h="298" extrusionOk="0">
                  <a:moveTo>
                    <a:pt x="1" y="0"/>
                  </a:moveTo>
                  <a:cubicBezTo>
                    <a:pt x="1" y="166"/>
                    <a:pt x="132" y="298"/>
                    <a:pt x="297" y="298"/>
                  </a:cubicBezTo>
                  <a:lnTo>
                    <a:pt x="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0" name="Google Shape;630;p16"/>
          <p:cNvSpPr/>
          <p:nvPr/>
        </p:nvSpPr>
        <p:spPr>
          <a:xfrm rot="10800000">
            <a:off x="627759" y="4238613"/>
            <a:ext cx="1749416"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1" name="Google Shape;631;p16"/>
          <p:cNvGrpSpPr/>
          <p:nvPr/>
        </p:nvGrpSpPr>
        <p:grpSpPr>
          <a:xfrm flipH="1">
            <a:off x="-1144866" y="1872219"/>
            <a:ext cx="3177349" cy="3271275"/>
            <a:chOff x="5723467" y="1953462"/>
            <a:chExt cx="3791133" cy="3271275"/>
          </a:xfrm>
        </p:grpSpPr>
        <p:sp>
          <p:nvSpPr>
            <p:cNvPr id="632" name="Google Shape;632;p16"/>
            <p:cNvSpPr/>
            <p:nvPr/>
          </p:nvSpPr>
          <p:spPr>
            <a:xfrm rot="10800000" flipH="1">
              <a:off x="8907055" y="1956800"/>
              <a:ext cx="134046" cy="131934"/>
            </a:xfrm>
            <a:custGeom>
              <a:avLst/>
              <a:gdLst/>
              <a:ahLst/>
              <a:cxnLst/>
              <a:rect l="l" t="t" r="r" b="b"/>
              <a:pathLst>
                <a:path w="1764" h="1542" extrusionOk="0">
                  <a:moveTo>
                    <a:pt x="218" y="0"/>
                  </a:moveTo>
                  <a:lnTo>
                    <a:pt x="1" y="212"/>
                  </a:lnTo>
                  <a:lnTo>
                    <a:pt x="1278" y="1495"/>
                  </a:lnTo>
                  <a:cubicBezTo>
                    <a:pt x="1439" y="1513"/>
                    <a:pt x="1600" y="1528"/>
                    <a:pt x="1764" y="1542"/>
                  </a:cubicBez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6"/>
            <p:cNvSpPr/>
            <p:nvPr/>
          </p:nvSpPr>
          <p:spPr>
            <a:xfrm rot="10800000" flipH="1">
              <a:off x="9071189" y="1974509"/>
              <a:ext cx="275692" cy="299118"/>
            </a:xfrm>
            <a:custGeom>
              <a:avLst/>
              <a:gdLst/>
              <a:ahLst/>
              <a:cxnLst/>
              <a:rect l="l" t="t" r="r" b="b"/>
              <a:pathLst>
                <a:path w="3628" h="3496" extrusionOk="0">
                  <a:moveTo>
                    <a:pt x="217" y="1"/>
                  </a:moveTo>
                  <a:lnTo>
                    <a:pt x="0" y="213"/>
                  </a:lnTo>
                  <a:lnTo>
                    <a:pt x="3282" y="3496"/>
                  </a:lnTo>
                  <a:cubicBezTo>
                    <a:pt x="3395" y="3472"/>
                    <a:pt x="3514" y="3439"/>
                    <a:pt x="3627" y="3411"/>
                  </a:cubicBez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6"/>
            <p:cNvSpPr/>
            <p:nvPr/>
          </p:nvSpPr>
          <p:spPr>
            <a:xfrm rot="10800000" flipH="1">
              <a:off x="9235323" y="2129457"/>
              <a:ext cx="275996" cy="330689"/>
            </a:xfrm>
            <a:custGeom>
              <a:avLst/>
              <a:gdLst/>
              <a:ahLst/>
              <a:cxnLst/>
              <a:rect l="l" t="t" r="r" b="b"/>
              <a:pathLst>
                <a:path w="3632" h="3865" extrusionOk="0">
                  <a:moveTo>
                    <a:pt x="196" y="0"/>
                  </a:moveTo>
                  <a:lnTo>
                    <a:pt x="217" y="21"/>
                  </a:lnTo>
                  <a:lnTo>
                    <a:pt x="1" y="238"/>
                  </a:lnTo>
                  <a:lnTo>
                    <a:pt x="3627" y="3865"/>
                  </a:lnTo>
                  <a:cubicBezTo>
                    <a:pt x="3627" y="3723"/>
                    <a:pt x="3631" y="3577"/>
                    <a:pt x="3631" y="3436"/>
                  </a:cubicBezTo>
                  <a:lnTo>
                    <a:pt x="1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rot="10800000" flipH="1">
              <a:off x="8986311" y="1953462"/>
              <a:ext cx="219687" cy="227675"/>
            </a:xfrm>
            <a:custGeom>
              <a:avLst/>
              <a:gdLst/>
              <a:ahLst/>
              <a:cxnLst/>
              <a:rect l="l" t="t" r="r" b="b"/>
              <a:pathLst>
                <a:path w="2891" h="2661" extrusionOk="0">
                  <a:moveTo>
                    <a:pt x="0" y="175"/>
                  </a:moveTo>
                  <a:lnTo>
                    <a:pt x="37" y="212"/>
                  </a:lnTo>
                  <a:lnTo>
                    <a:pt x="37" y="212"/>
                  </a:lnTo>
                  <a:lnTo>
                    <a:pt x="0" y="175"/>
                  </a:lnTo>
                  <a:close/>
                  <a:moveTo>
                    <a:pt x="255" y="0"/>
                  </a:moveTo>
                  <a:lnTo>
                    <a:pt x="37" y="212"/>
                  </a:lnTo>
                  <a:lnTo>
                    <a:pt x="37" y="212"/>
                  </a:lnTo>
                  <a:lnTo>
                    <a:pt x="2485" y="2660"/>
                  </a:lnTo>
                  <a:cubicBezTo>
                    <a:pt x="2617" y="2654"/>
                    <a:pt x="2754" y="2645"/>
                    <a:pt x="2891" y="2636"/>
                  </a:cubicBezTo>
                  <a:lnTo>
                    <a:pt x="2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6"/>
            <p:cNvSpPr/>
            <p:nvPr/>
          </p:nvSpPr>
          <p:spPr>
            <a:xfrm rot="10800000" flipH="1">
              <a:off x="9150369" y="2016091"/>
              <a:ext cx="320450" cy="349940"/>
            </a:xfrm>
            <a:custGeom>
              <a:avLst/>
              <a:gdLst/>
              <a:ahLst/>
              <a:cxnLst/>
              <a:rect l="l" t="t" r="r" b="b"/>
              <a:pathLst>
                <a:path w="4217" h="4090" extrusionOk="0">
                  <a:moveTo>
                    <a:pt x="255" y="1"/>
                  </a:moveTo>
                  <a:lnTo>
                    <a:pt x="39" y="218"/>
                  </a:lnTo>
                  <a:lnTo>
                    <a:pt x="0" y="181"/>
                  </a:lnTo>
                  <a:lnTo>
                    <a:pt x="0" y="181"/>
                  </a:lnTo>
                  <a:lnTo>
                    <a:pt x="3910" y="4090"/>
                  </a:lnTo>
                  <a:cubicBezTo>
                    <a:pt x="4014" y="4047"/>
                    <a:pt x="4113" y="4005"/>
                    <a:pt x="4216" y="3962"/>
                  </a:cubicBezTo>
                  <a:lnTo>
                    <a:pt x="2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6"/>
            <p:cNvSpPr/>
            <p:nvPr/>
          </p:nvSpPr>
          <p:spPr>
            <a:xfrm rot="10800000" flipH="1">
              <a:off x="8904244" y="2070595"/>
              <a:ext cx="19377" cy="21476"/>
            </a:xfrm>
            <a:custGeom>
              <a:avLst/>
              <a:gdLst/>
              <a:ahLst/>
              <a:cxnLst/>
              <a:rect l="l" t="t" r="r" b="b"/>
              <a:pathLst>
                <a:path w="255" h="251" extrusionOk="0">
                  <a:moveTo>
                    <a:pt x="216" y="1"/>
                  </a:moveTo>
                  <a:lnTo>
                    <a:pt x="0" y="213"/>
                  </a:lnTo>
                  <a:lnTo>
                    <a:pt x="38" y="251"/>
                  </a:lnTo>
                  <a:lnTo>
                    <a:pt x="255" y="39"/>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rot="10800000" flipH="1">
              <a:off x="9068302" y="2255317"/>
              <a:ext cx="19453" cy="21476"/>
            </a:xfrm>
            <a:custGeom>
              <a:avLst/>
              <a:gdLst/>
              <a:ahLst/>
              <a:cxnLst/>
              <a:rect l="l" t="t" r="r" b="b"/>
              <a:pathLst>
                <a:path w="256" h="251" extrusionOk="0">
                  <a:moveTo>
                    <a:pt x="218" y="0"/>
                  </a:moveTo>
                  <a:lnTo>
                    <a:pt x="1" y="217"/>
                  </a:lnTo>
                  <a:lnTo>
                    <a:pt x="38" y="250"/>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6"/>
            <p:cNvSpPr/>
            <p:nvPr/>
          </p:nvSpPr>
          <p:spPr>
            <a:xfrm rot="10800000" flipH="1">
              <a:off x="9232436" y="2439698"/>
              <a:ext cx="2964" cy="3422"/>
            </a:xfrm>
            <a:custGeom>
              <a:avLst/>
              <a:gdLst/>
              <a:ahLst/>
              <a:cxnLst/>
              <a:rect l="l" t="t" r="r" b="b"/>
              <a:pathLst>
                <a:path w="39" h="40" extrusionOk="0">
                  <a:moveTo>
                    <a:pt x="0" y="1"/>
                  </a:moveTo>
                  <a:lnTo>
                    <a:pt x="39"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6"/>
            <p:cNvSpPr/>
            <p:nvPr/>
          </p:nvSpPr>
          <p:spPr>
            <a:xfrm rot="10800000" flipH="1">
              <a:off x="9232436" y="2439697"/>
              <a:ext cx="19377" cy="21903"/>
            </a:xfrm>
            <a:custGeom>
              <a:avLst/>
              <a:gdLst/>
              <a:ahLst/>
              <a:cxnLst/>
              <a:rect l="l" t="t" r="r" b="b"/>
              <a:pathLst>
                <a:path w="255" h="256" extrusionOk="0">
                  <a:moveTo>
                    <a:pt x="217" y="1"/>
                  </a:moveTo>
                  <a:lnTo>
                    <a:pt x="0" y="217"/>
                  </a:lnTo>
                  <a:lnTo>
                    <a:pt x="39" y="255"/>
                  </a:lnTo>
                  <a:lnTo>
                    <a:pt x="255"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6"/>
            <p:cNvSpPr/>
            <p:nvPr/>
          </p:nvSpPr>
          <p:spPr>
            <a:xfrm rot="10800000" flipH="1">
              <a:off x="9002800" y="2181052"/>
              <a:ext cx="2888" cy="3422"/>
            </a:xfrm>
            <a:custGeom>
              <a:avLst/>
              <a:gdLst/>
              <a:ahLst/>
              <a:cxnLst/>
              <a:rect l="l" t="t" r="r" b="b"/>
              <a:pathLst>
                <a:path w="38" h="40" extrusionOk="0">
                  <a:moveTo>
                    <a:pt x="38" y="39"/>
                  </a:move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6"/>
            <p:cNvSpPr/>
            <p:nvPr/>
          </p:nvSpPr>
          <p:spPr>
            <a:xfrm rot="10800000" flipH="1">
              <a:off x="8986235" y="2162913"/>
              <a:ext cx="19453" cy="21561"/>
            </a:xfrm>
            <a:custGeom>
              <a:avLst/>
              <a:gdLst/>
              <a:ahLst/>
              <a:cxnLst/>
              <a:rect l="l" t="t" r="r" b="b"/>
              <a:pathLst>
                <a:path w="256" h="252" extrusionOk="0">
                  <a:moveTo>
                    <a:pt x="218" y="1"/>
                  </a:moveTo>
                  <a:lnTo>
                    <a:pt x="1" y="214"/>
                  </a:lnTo>
                  <a:lnTo>
                    <a:pt x="38" y="251"/>
                  </a:lnTo>
                  <a:lnTo>
                    <a:pt x="256"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6"/>
            <p:cNvSpPr/>
            <p:nvPr/>
          </p:nvSpPr>
          <p:spPr>
            <a:xfrm rot="10800000" flipH="1">
              <a:off x="9166858" y="2365946"/>
              <a:ext cx="2964" cy="3251"/>
            </a:xfrm>
            <a:custGeom>
              <a:avLst/>
              <a:gdLst/>
              <a:ahLst/>
              <a:cxnLst/>
              <a:rect l="l" t="t" r="r" b="b"/>
              <a:pathLst>
                <a:path w="39" h="38" extrusionOk="0">
                  <a:moveTo>
                    <a:pt x="38" y="38"/>
                  </a:moveTo>
                  <a:lnTo>
                    <a:pt x="38" y="38"/>
                  </a:ln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6"/>
            <p:cNvSpPr/>
            <p:nvPr/>
          </p:nvSpPr>
          <p:spPr>
            <a:xfrm rot="10800000" flipH="1">
              <a:off x="9150369" y="2347293"/>
              <a:ext cx="19453" cy="21903"/>
            </a:xfrm>
            <a:custGeom>
              <a:avLst/>
              <a:gdLst/>
              <a:ahLst/>
              <a:cxnLst/>
              <a:rect l="l" t="t" r="r" b="b"/>
              <a:pathLst>
                <a:path w="256" h="256" extrusionOk="0">
                  <a:moveTo>
                    <a:pt x="218" y="0"/>
                  </a:moveTo>
                  <a:lnTo>
                    <a:pt x="0" y="218"/>
                  </a:lnTo>
                  <a:lnTo>
                    <a:pt x="39"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rot="10800000" flipH="1">
              <a:off x="8742998" y="2864663"/>
              <a:ext cx="771602" cy="887257"/>
            </a:xfrm>
            <a:custGeom>
              <a:avLst/>
              <a:gdLst/>
              <a:ahLst/>
              <a:cxnLst/>
              <a:rect l="l" t="t" r="r" b="b"/>
              <a:pathLst>
                <a:path w="10154" h="10370" extrusionOk="0">
                  <a:moveTo>
                    <a:pt x="216" y="0"/>
                  </a:moveTo>
                  <a:lnTo>
                    <a:pt x="0" y="217"/>
                  </a:lnTo>
                  <a:lnTo>
                    <a:pt x="10153" y="10370"/>
                  </a:lnTo>
                  <a:cubicBezTo>
                    <a:pt x="10153" y="10224"/>
                    <a:pt x="10153" y="10082"/>
                    <a:pt x="10148" y="9936"/>
                  </a:cubicBez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rot="10800000" flipH="1">
              <a:off x="8907055" y="3236163"/>
              <a:ext cx="605716" cy="700651"/>
            </a:xfrm>
            <a:custGeom>
              <a:avLst/>
              <a:gdLst/>
              <a:ahLst/>
              <a:cxnLst/>
              <a:rect l="l" t="t" r="r" b="b"/>
              <a:pathLst>
                <a:path w="7971" h="8189" extrusionOk="0">
                  <a:moveTo>
                    <a:pt x="218" y="1"/>
                  </a:moveTo>
                  <a:lnTo>
                    <a:pt x="1" y="218"/>
                  </a:lnTo>
                  <a:lnTo>
                    <a:pt x="7971" y="8188"/>
                  </a:lnTo>
                  <a:lnTo>
                    <a:pt x="7971" y="7754"/>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rot="10800000" flipH="1">
              <a:off x="9071189" y="3608604"/>
              <a:ext cx="439070" cy="512932"/>
            </a:xfrm>
            <a:custGeom>
              <a:avLst/>
              <a:gdLst/>
              <a:ahLst/>
              <a:cxnLst/>
              <a:rect l="l" t="t" r="r" b="b"/>
              <a:pathLst>
                <a:path w="5778" h="5995" extrusionOk="0">
                  <a:moveTo>
                    <a:pt x="217" y="0"/>
                  </a:moveTo>
                  <a:lnTo>
                    <a:pt x="0" y="218"/>
                  </a:lnTo>
                  <a:lnTo>
                    <a:pt x="5778" y="5994"/>
                  </a:lnTo>
                  <a:cubicBezTo>
                    <a:pt x="5772" y="5848"/>
                    <a:pt x="5772" y="5702"/>
                    <a:pt x="5772" y="5561"/>
                  </a:cubicBez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6"/>
            <p:cNvSpPr/>
            <p:nvPr/>
          </p:nvSpPr>
          <p:spPr>
            <a:xfrm rot="10800000" flipH="1">
              <a:off x="9235323" y="3981473"/>
              <a:ext cx="272044" cy="324871"/>
            </a:xfrm>
            <a:custGeom>
              <a:avLst/>
              <a:gdLst/>
              <a:ahLst/>
              <a:cxnLst/>
              <a:rect l="l" t="t" r="r" b="b"/>
              <a:pathLst>
                <a:path w="3580" h="3797" extrusionOk="0">
                  <a:moveTo>
                    <a:pt x="217" y="1"/>
                  </a:moveTo>
                  <a:lnTo>
                    <a:pt x="1" y="217"/>
                  </a:lnTo>
                  <a:lnTo>
                    <a:pt x="3579" y="3797"/>
                  </a:lnTo>
                  <a:cubicBezTo>
                    <a:pt x="3579" y="3655"/>
                    <a:pt x="3579" y="3509"/>
                    <a:pt x="3575" y="3363"/>
                  </a:cubicBez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6"/>
            <p:cNvSpPr/>
            <p:nvPr/>
          </p:nvSpPr>
          <p:spPr>
            <a:xfrm rot="10800000" flipH="1">
              <a:off x="8824988" y="3050156"/>
              <a:ext cx="688849" cy="796649"/>
            </a:xfrm>
            <a:custGeom>
              <a:avLst/>
              <a:gdLst/>
              <a:ahLst/>
              <a:cxnLst/>
              <a:rect l="l" t="t" r="r" b="b"/>
              <a:pathLst>
                <a:path w="9065" h="9311" extrusionOk="0">
                  <a:moveTo>
                    <a:pt x="189" y="0"/>
                  </a:moveTo>
                  <a:lnTo>
                    <a:pt x="218" y="30"/>
                  </a:lnTo>
                  <a:lnTo>
                    <a:pt x="1" y="246"/>
                  </a:lnTo>
                  <a:lnTo>
                    <a:pt x="9064" y="9310"/>
                  </a:lnTo>
                  <a:lnTo>
                    <a:pt x="9064" y="8876"/>
                  </a:lnTo>
                  <a:lnTo>
                    <a:pt x="1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6"/>
            <p:cNvSpPr/>
            <p:nvPr/>
          </p:nvSpPr>
          <p:spPr>
            <a:xfrm rot="10800000" flipH="1">
              <a:off x="8989122" y="3422170"/>
              <a:ext cx="522507" cy="610214"/>
            </a:xfrm>
            <a:custGeom>
              <a:avLst/>
              <a:gdLst/>
              <a:ahLst/>
              <a:cxnLst/>
              <a:rect l="l" t="t" r="r" b="b"/>
              <a:pathLst>
                <a:path w="6876" h="7132" extrusionOk="0">
                  <a:moveTo>
                    <a:pt x="180" y="1"/>
                  </a:moveTo>
                  <a:lnTo>
                    <a:pt x="218" y="38"/>
                  </a:lnTo>
                  <a:lnTo>
                    <a:pt x="218" y="38"/>
                  </a:lnTo>
                  <a:lnTo>
                    <a:pt x="218" y="38"/>
                  </a:lnTo>
                  <a:lnTo>
                    <a:pt x="180" y="1"/>
                  </a:lnTo>
                  <a:close/>
                  <a:moveTo>
                    <a:pt x="218" y="38"/>
                  </a:moveTo>
                  <a:lnTo>
                    <a:pt x="0" y="255"/>
                  </a:lnTo>
                  <a:lnTo>
                    <a:pt x="6876" y="7131"/>
                  </a:lnTo>
                  <a:cubicBezTo>
                    <a:pt x="6871" y="6985"/>
                    <a:pt x="6871" y="6839"/>
                    <a:pt x="6871" y="6698"/>
                  </a:cubicBezTo>
                  <a:lnTo>
                    <a:pt x="21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6"/>
            <p:cNvSpPr/>
            <p:nvPr/>
          </p:nvSpPr>
          <p:spPr>
            <a:xfrm rot="10800000" flipH="1">
              <a:off x="9150369" y="3795038"/>
              <a:ext cx="358445" cy="418902"/>
            </a:xfrm>
            <a:custGeom>
              <a:avLst/>
              <a:gdLst/>
              <a:ahLst/>
              <a:cxnLst/>
              <a:rect l="l" t="t" r="r" b="b"/>
              <a:pathLst>
                <a:path w="4717" h="4896" extrusionOk="0">
                  <a:moveTo>
                    <a:pt x="255" y="1"/>
                  </a:moveTo>
                  <a:lnTo>
                    <a:pt x="39" y="218"/>
                  </a:lnTo>
                  <a:lnTo>
                    <a:pt x="0" y="179"/>
                  </a:lnTo>
                  <a:lnTo>
                    <a:pt x="4717" y="4896"/>
                  </a:lnTo>
                  <a:cubicBezTo>
                    <a:pt x="4712" y="4750"/>
                    <a:pt x="4712" y="4604"/>
                    <a:pt x="4712" y="4462"/>
                  </a:cubicBezTo>
                  <a:lnTo>
                    <a:pt x="2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6"/>
            <p:cNvSpPr/>
            <p:nvPr/>
          </p:nvSpPr>
          <p:spPr>
            <a:xfrm rot="10800000" flipH="1">
              <a:off x="8756523" y="3751835"/>
              <a:ext cx="2964" cy="3422"/>
            </a:xfrm>
            <a:custGeom>
              <a:avLst/>
              <a:gdLst/>
              <a:ahLst/>
              <a:cxnLst/>
              <a:rect l="l" t="t" r="r" b="b"/>
              <a:pathLst>
                <a:path w="39" h="40" extrusionOk="0">
                  <a:moveTo>
                    <a:pt x="38" y="39"/>
                  </a:moveTo>
                  <a:lnTo>
                    <a:pt x="38" y="39"/>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6"/>
            <p:cNvSpPr/>
            <p:nvPr/>
          </p:nvSpPr>
          <p:spPr>
            <a:xfrm rot="10800000" flipH="1">
              <a:off x="8740034" y="3733354"/>
              <a:ext cx="19453" cy="21903"/>
            </a:xfrm>
            <a:custGeom>
              <a:avLst/>
              <a:gdLst/>
              <a:ahLst/>
              <a:cxnLst/>
              <a:rect l="l" t="t" r="r" b="b"/>
              <a:pathLst>
                <a:path w="256" h="256" extrusionOk="0">
                  <a:moveTo>
                    <a:pt x="218" y="1"/>
                  </a:moveTo>
                  <a:lnTo>
                    <a:pt x="1" y="218"/>
                  </a:lnTo>
                  <a:lnTo>
                    <a:pt x="39" y="256"/>
                  </a:lnTo>
                  <a:lnTo>
                    <a:pt x="255"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6"/>
            <p:cNvSpPr/>
            <p:nvPr/>
          </p:nvSpPr>
          <p:spPr>
            <a:xfrm rot="10800000" flipH="1">
              <a:off x="8904244" y="3918076"/>
              <a:ext cx="2888" cy="3337"/>
            </a:xfrm>
            <a:custGeom>
              <a:avLst/>
              <a:gdLst/>
              <a:ahLst/>
              <a:cxnLst/>
              <a:rect l="l" t="t" r="r" b="b"/>
              <a:pathLst>
                <a:path w="38" h="39" extrusionOk="0">
                  <a:moveTo>
                    <a:pt x="0" y="1"/>
                  </a:move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6"/>
            <p:cNvSpPr/>
            <p:nvPr/>
          </p:nvSpPr>
          <p:spPr>
            <a:xfrm rot="10800000" flipH="1">
              <a:off x="8904244" y="3918076"/>
              <a:ext cx="19377" cy="21903"/>
            </a:xfrm>
            <a:custGeom>
              <a:avLst/>
              <a:gdLst/>
              <a:ahLst/>
              <a:cxnLst/>
              <a:rect l="l" t="t" r="r" b="b"/>
              <a:pathLst>
                <a:path w="255" h="256" extrusionOk="0">
                  <a:moveTo>
                    <a:pt x="216" y="0"/>
                  </a:moveTo>
                  <a:lnTo>
                    <a:pt x="0" y="218"/>
                  </a:lnTo>
                  <a:lnTo>
                    <a:pt x="38" y="255"/>
                  </a:lnTo>
                  <a:lnTo>
                    <a:pt x="255" y="38"/>
                  </a:ln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6"/>
            <p:cNvSpPr/>
            <p:nvPr/>
          </p:nvSpPr>
          <p:spPr>
            <a:xfrm rot="10800000" flipH="1">
              <a:off x="9068302" y="4102884"/>
              <a:ext cx="19453" cy="21903"/>
            </a:xfrm>
            <a:custGeom>
              <a:avLst/>
              <a:gdLst/>
              <a:ahLst/>
              <a:cxnLst/>
              <a:rect l="l" t="t" r="r" b="b"/>
              <a:pathLst>
                <a:path w="256" h="256" extrusionOk="0">
                  <a:moveTo>
                    <a:pt x="218" y="1"/>
                  </a:moveTo>
                  <a:lnTo>
                    <a:pt x="1" y="217"/>
                  </a:lnTo>
                  <a:lnTo>
                    <a:pt x="38" y="256"/>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6"/>
            <p:cNvSpPr/>
            <p:nvPr/>
          </p:nvSpPr>
          <p:spPr>
            <a:xfrm rot="10800000" flipH="1">
              <a:off x="9248925" y="4306259"/>
              <a:ext cx="2888" cy="3337"/>
            </a:xfrm>
            <a:custGeom>
              <a:avLst/>
              <a:gdLst/>
              <a:ahLst/>
              <a:cxnLst/>
              <a:rect l="l" t="t" r="r" b="b"/>
              <a:pathLst>
                <a:path w="38" h="39" extrusionOk="0">
                  <a:moveTo>
                    <a:pt x="38" y="39"/>
                  </a:moveTo>
                  <a:lnTo>
                    <a:pt x="38" y="39"/>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6"/>
            <p:cNvSpPr/>
            <p:nvPr/>
          </p:nvSpPr>
          <p:spPr>
            <a:xfrm rot="10800000" flipH="1">
              <a:off x="9232436" y="4287778"/>
              <a:ext cx="19377" cy="21818"/>
            </a:xfrm>
            <a:custGeom>
              <a:avLst/>
              <a:gdLst/>
              <a:ahLst/>
              <a:cxnLst/>
              <a:rect l="l" t="t" r="r" b="b"/>
              <a:pathLst>
                <a:path w="255" h="255" extrusionOk="0">
                  <a:moveTo>
                    <a:pt x="217" y="0"/>
                  </a:moveTo>
                  <a:lnTo>
                    <a:pt x="0" y="218"/>
                  </a:lnTo>
                  <a:lnTo>
                    <a:pt x="39" y="255"/>
                  </a:lnTo>
                  <a:lnTo>
                    <a:pt x="255" y="39"/>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6"/>
            <p:cNvSpPr/>
            <p:nvPr/>
          </p:nvSpPr>
          <p:spPr>
            <a:xfrm rot="10800000" flipH="1">
              <a:off x="8822177" y="3825758"/>
              <a:ext cx="2888" cy="3251"/>
            </a:xfrm>
            <a:custGeom>
              <a:avLst/>
              <a:gdLst/>
              <a:ahLst/>
              <a:cxnLst/>
              <a:rect l="l" t="t" r="r" b="b"/>
              <a:pathLst>
                <a:path w="38" h="38" extrusionOk="0">
                  <a:moveTo>
                    <a:pt x="0" y="0"/>
                  </a:move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6"/>
            <p:cNvSpPr/>
            <p:nvPr/>
          </p:nvSpPr>
          <p:spPr>
            <a:xfrm rot="10800000" flipH="1">
              <a:off x="8822177" y="3825758"/>
              <a:ext cx="19453" cy="21818"/>
            </a:xfrm>
            <a:custGeom>
              <a:avLst/>
              <a:gdLst/>
              <a:ahLst/>
              <a:cxnLst/>
              <a:rect l="l" t="t" r="r" b="b"/>
              <a:pathLst>
                <a:path w="256" h="255" extrusionOk="0">
                  <a:moveTo>
                    <a:pt x="217" y="0"/>
                  </a:moveTo>
                  <a:lnTo>
                    <a:pt x="0" y="217"/>
                  </a:lnTo>
                  <a:lnTo>
                    <a:pt x="38" y="255"/>
                  </a:lnTo>
                  <a:lnTo>
                    <a:pt x="255" y="39"/>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6"/>
            <p:cNvSpPr/>
            <p:nvPr/>
          </p:nvSpPr>
          <p:spPr>
            <a:xfrm rot="10800000" flipH="1">
              <a:off x="8986235" y="4010480"/>
              <a:ext cx="19453" cy="21903"/>
            </a:xfrm>
            <a:custGeom>
              <a:avLst/>
              <a:gdLst/>
              <a:ahLst/>
              <a:cxnLst/>
              <a:rect l="l" t="t" r="r" b="b"/>
              <a:pathLst>
                <a:path w="256" h="256" extrusionOk="0">
                  <a:moveTo>
                    <a:pt x="218" y="1"/>
                  </a:moveTo>
                  <a:lnTo>
                    <a:pt x="1" y="218"/>
                  </a:lnTo>
                  <a:lnTo>
                    <a:pt x="38" y="255"/>
                  </a:lnTo>
                  <a:lnTo>
                    <a:pt x="256"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6"/>
            <p:cNvSpPr/>
            <p:nvPr/>
          </p:nvSpPr>
          <p:spPr>
            <a:xfrm rot="10800000" flipH="1">
              <a:off x="9166858" y="4213855"/>
              <a:ext cx="2964" cy="3251"/>
            </a:xfrm>
            <a:custGeom>
              <a:avLst/>
              <a:gdLst/>
              <a:ahLst/>
              <a:cxnLst/>
              <a:rect l="l" t="t" r="r" b="b"/>
              <a:pathLst>
                <a:path w="39" h="38" extrusionOk="0">
                  <a:moveTo>
                    <a:pt x="38" y="38"/>
                  </a:moveTo>
                  <a:lnTo>
                    <a:pt x="38" y="38"/>
                  </a:ln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6"/>
            <p:cNvSpPr/>
            <p:nvPr/>
          </p:nvSpPr>
          <p:spPr>
            <a:xfrm rot="10800000" flipH="1">
              <a:off x="9150369" y="4195288"/>
              <a:ext cx="19453" cy="21818"/>
            </a:xfrm>
            <a:custGeom>
              <a:avLst/>
              <a:gdLst/>
              <a:ahLst/>
              <a:cxnLst/>
              <a:rect l="l" t="t" r="r" b="b"/>
              <a:pathLst>
                <a:path w="256" h="255" extrusionOk="0">
                  <a:moveTo>
                    <a:pt x="218" y="0"/>
                  </a:moveTo>
                  <a:lnTo>
                    <a:pt x="0" y="216"/>
                  </a:lnTo>
                  <a:lnTo>
                    <a:pt x="39"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6"/>
            <p:cNvSpPr/>
            <p:nvPr/>
          </p:nvSpPr>
          <p:spPr>
            <a:xfrm rot="10800000" flipH="1">
              <a:off x="9081904" y="2276707"/>
              <a:ext cx="2964" cy="3337"/>
            </a:xfrm>
            <a:custGeom>
              <a:avLst/>
              <a:gdLst/>
              <a:ahLst/>
              <a:cxnLst/>
              <a:rect l="l" t="t" r="r" b="b"/>
              <a:pathLst>
                <a:path w="39" h="39" extrusionOk="0">
                  <a:moveTo>
                    <a:pt x="0" y="1"/>
                  </a:moveTo>
                  <a:lnTo>
                    <a:pt x="39" y="38"/>
                  </a:lnTo>
                  <a:lnTo>
                    <a:pt x="39"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6"/>
            <p:cNvSpPr/>
            <p:nvPr/>
          </p:nvSpPr>
          <p:spPr>
            <a:xfrm rot="10800000" flipH="1">
              <a:off x="9246113" y="2461515"/>
              <a:ext cx="2888" cy="3337"/>
            </a:xfrm>
            <a:custGeom>
              <a:avLst/>
              <a:gdLst/>
              <a:ahLst/>
              <a:cxnLst/>
              <a:rect l="l" t="t" r="r" b="b"/>
              <a:pathLst>
                <a:path w="38" h="39" extrusionOk="0">
                  <a:moveTo>
                    <a:pt x="0" y="0"/>
                  </a:moveTo>
                  <a:lnTo>
                    <a:pt x="37" y="39"/>
                  </a:lnTo>
                  <a:lnTo>
                    <a:pt x="37"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6"/>
            <p:cNvSpPr/>
            <p:nvPr/>
          </p:nvSpPr>
          <p:spPr>
            <a:xfrm rot="10800000" flipH="1">
              <a:off x="8983423" y="2166165"/>
              <a:ext cx="2888" cy="2909"/>
            </a:xfrm>
            <a:custGeom>
              <a:avLst/>
              <a:gdLst/>
              <a:ahLst/>
              <a:cxnLst/>
              <a:rect l="l" t="t" r="r" b="b"/>
              <a:pathLst>
                <a:path w="38" h="34" extrusionOk="0">
                  <a:moveTo>
                    <a:pt x="1" y="1"/>
                  </a:moveTo>
                  <a:lnTo>
                    <a:pt x="38" y="34"/>
                  </a:lnTo>
                  <a:lnTo>
                    <a:pt x="38" y="3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6"/>
            <p:cNvSpPr/>
            <p:nvPr/>
          </p:nvSpPr>
          <p:spPr>
            <a:xfrm rot="10800000" flipH="1">
              <a:off x="9147557" y="2350545"/>
              <a:ext cx="2888" cy="3337"/>
            </a:xfrm>
            <a:custGeom>
              <a:avLst/>
              <a:gdLst/>
              <a:ahLst/>
              <a:cxnLst/>
              <a:rect l="l" t="t" r="r" b="b"/>
              <a:pathLst>
                <a:path w="38" h="39" extrusionOk="0">
                  <a:moveTo>
                    <a:pt x="37" y="39"/>
                  </a:moveTo>
                  <a:lnTo>
                    <a:pt x="37" y="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6"/>
            <p:cNvSpPr/>
            <p:nvPr/>
          </p:nvSpPr>
          <p:spPr>
            <a:xfrm rot="10800000" flipH="1">
              <a:off x="8086386" y="2076918"/>
              <a:ext cx="831483" cy="935855"/>
            </a:xfrm>
            <a:custGeom>
              <a:avLst/>
              <a:gdLst/>
              <a:ahLst/>
              <a:cxnLst/>
              <a:rect l="l" t="t" r="r" b="b"/>
              <a:pathLst>
                <a:path w="10942" h="10938" extrusionOk="0">
                  <a:moveTo>
                    <a:pt x="218" y="0"/>
                  </a:moveTo>
                  <a:lnTo>
                    <a:pt x="1" y="218"/>
                  </a:lnTo>
                  <a:lnTo>
                    <a:pt x="10725" y="10937"/>
                  </a:lnTo>
                  <a:lnTo>
                    <a:pt x="10942" y="10724"/>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6"/>
            <p:cNvSpPr/>
            <p:nvPr/>
          </p:nvSpPr>
          <p:spPr>
            <a:xfrm rot="10800000" flipH="1">
              <a:off x="8901280" y="2073761"/>
              <a:ext cx="19453" cy="21476"/>
            </a:xfrm>
            <a:custGeom>
              <a:avLst/>
              <a:gdLst/>
              <a:ahLst/>
              <a:cxnLst/>
              <a:rect l="l" t="t" r="r" b="b"/>
              <a:pathLst>
                <a:path w="256" h="251" extrusionOk="0">
                  <a:moveTo>
                    <a:pt x="218" y="0"/>
                  </a:moveTo>
                  <a:lnTo>
                    <a:pt x="1" y="213"/>
                  </a:lnTo>
                  <a:lnTo>
                    <a:pt x="39" y="250"/>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6"/>
            <p:cNvSpPr/>
            <p:nvPr/>
          </p:nvSpPr>
          <p:spPr>
            <a:xfrm rot="10800000" flipH="1">
              <a:off x="8250596" y="2261470"/>
              <a:ext cx="831407" cy="936112"/>
            </a:xfrm>
            <a:custGeom>
              <a:avLst/>
              <a:gdLst/>
              <a:ahLst/>
              <a:cxnLst/>
              <a:rect l="l" t="t" r="r" b="b"/>
              <a:pathLst>
                <a:path w="10941" h="10941" extrusionOk="0">
                  <a:moveTo>
                    <a:pt x="217" y="1"/>
                  </a:moveTo>
                  <a:lnTo>
                    <a:pt x="0" y="217"/>
                  </a:lnTo>
                  <a:lnTo>
                    <a:pt x="10724" y="10941"/>
                  </a:lnTo>
                  <a:lnTo>
                    <a:pt x="10940" y="10725"/>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6"/>
            <p:cNvSpPr/>
            <p:nvPr/>
          </p:nvSpPr>
          <p:spPr>
            <a:xfrm rot="10800000" flipH="1">
              <a:off x="9065490" y="2258141"/>
              <a:ext cx="19377" cy="21903"/>
            </a:xfrm>
            <a:custGeom>
              <a:avLst/>
              <a:gdLst/>
              <a:ahLst/>
              <a:cxnLst/>
              <a:rect l="l" t="t" r="r" b="b"/>
              <a:pathLst>
                <a:path w="255" h="256" extrusionOk="0">
                  <a:moveTo>
                    <a:pt x="216" y="1"/>
                  </a:moveTo>
                  <a:lnTo>
                    <a:pt x="0" y="217"/>
                  </a:lnTo>
                  <a:lnTo>
                    <a:pt x="38" y="255"/>
                  </a:lnTo>
                  <a:lnTo>
                    <a:pt x="255" y="38"/>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6"/>
            <p:cNvSpPr/>
            <p:nvPr/>
          </p:nvSpPr>
          <p:spPr>
            <a:xfrm rot="10800000" flipH="1">
              <a:off x="8414654" y="2443026"/>
              <a:ext cx="831559" cy="939363"/>
            </a:xfrm>
            <a:custGeom>
              <a:avLst/>
              <a:gdLst/>
              <a:ahLst/>
              <a:cxnLst/>
              <a:rect l="l" t="t" r="r" b="b"/>
              <a:pathLst>
                <a:path w="10943" h="10979" extrusionOk="0">
                  <a:moveTo>
                    <a:pt x="218" y="0"/>
                  </a:moveTo>
                  <a:lnTo>
                    <a:pt x="1" y="218"/>
                  </a:lnTo>
                  <a:lnTo>
                    <a:pt x="10762" y="10979"/>
                  </a:lnTo>
                  <a:lnTo>
                    <a:pt x="10725" y="10941"/>
                  </a:lnTo>
                  <a:lnTo>
                    <a:pt x="10942" y="10724"/>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6"/>
            <p:cNvSpPr/>
            <p:nvPr/>
          </p:nvSpPr>
          <p:spPr>
            <a:xfrm rot="10800000" flipH="1">
              <a:off x="9229548" y="2443034"/>
              <a:ext cx="19453" cy="21818"/>
            </a:xfrm>
            <a:custGeom>
              <a:avLst/>
              <a:gdLst/>
              <a:ahLst/>
              <a:cxnLst/>
              <a:rect l="l" t="t" r="r" b="b"/>
              <a:pathLst>
                <a:path w="256" h="255" extrusionOk="0">
                  <a:moveTo>
                    <a:pt x="218" y="0"/>
                  </a:moveTo>
                  <a:lnTo>
                    <a:pt x="1" y="217"/>
                  </a:lnTo>
                  <a:lnTo>
                    <a:pt x="38" y="255"/>
                  </a:lnTo>
                  <a:lnTo>
                    <a:pt x="255" y="39"/>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6"/>
            <p:cNvSpPr/>
            <p:nvPr/>
          </p:nvSpPr>
          <p:spPr>
            <a:xfrm rot="10800000" flipH="1">
              <a:off x="8578788" y="2630915"/>
              <a:ext cx="831483" cy="936283"/>
            </a:xfrm>
            <a:custGeom>
              <a:avLst/>
              <a:gdLst/>
              <a:ahLst/>
              <a:cxnLst/>
              <a:rect l="l" t="t" r="r" b="b"/>
              <a:pathLst>
                <a:path w="10942" h="10943" extrusionOk="0">
                  <a:moveTo>
                    <a:pt x="218" y="1"/>
                  </a:moveTo>
                  <a:lnTo>
                    <a:pt x="0" y="218"/>
                  </a:lnTo>
                  <a:lnTo>
                    <a:pt x="10724" y="10942"/>
                  </a:lnTo>
                  <a:lnTo>
                    <a:pt x="10942" y="10725"/>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6"/>
            <p:cNvSpPr/>
            <p:nvPr/>
          </p:nvSpPr>
          <p:spPr>
            <a:xfrm rot="10800000" flipH="1">
              <a:off x="8144897" y="2003595"/>
              <a:ext cx="690293" cy="777569"/>
            </a:xfrm>
            <a:custGeom>
              <a:avLst/>
              <a:gdLst/>
              <a:ahLst/>
              <a:cxnLst/>
              <a:rect l="l" t="t" r="r" b="b"/>
              <a:pathLst>
                <a:path w="9084" h="9088" extrusionOk="0">
                  <a:moveTo>
                    <a:pt x="1" y="1"/>
                  </a:moveTo>
                  <a:lnTo>
                    <a:pt x="1" y="1"/>
                  </a:lnTo>
                  <a:cubicBezTo>
                    <a:pt x="208" y="358"/>
                    <a:pt x="419" y="713"/>
                    <a:pt x="632" y="1066"/>
                  </a:cubicBezTo>
                  <a:lnTo>
                    <a:pt x="8418" y="8853"/>
                  </a:lnTo>
                  <a:cubicBezTo>
                    <a:pt x="8635" y="8937"/>
                    <a:pt x="8857" y="9012"/>
                    <a:pt x="9083" y="9088"/>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6"/>
            <p:cNvSpPr/>
            <p:nvPr/>
          </p:nvSpPr>
          <p:spPr>
            <a:xfrm rot="10800000" flipH="1">
              <a:off x="8168529" y="2168980"/>
              <a:ext cx="834370" cy="936198"/>
            </a:xfrm>
            <a:custGeom>
              <a:avLst/>
              <a:gdLst/>
              <a:ahLst/>
              <a:cxnLst/>
              <a:rect l="l" t="t" r="r" b="b"/>
              <a:pathLst>
                <a:path w="10980" h="10942" extrusionOk="0">
                  <a:moveTo>
                    <a:pt x="217" y="1"/>
                  </a:moveTo>
                  <a:lnTo>
                    <a:pt x="1" y="218"/>
                  </a:lnTo>
                  <a:lnTo>
                    <a:pt x="10725" y="10942"/>
                  </a:lnTo>
                  <a:lnTo>
                    <a:pt x="10941" y="10725"/>
                  </a:lnTo>
                  <a:lnTo>
                    <a:pt x="10979" y="10762"/>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6"/>
            <p:cNvSpPr/>
            <p:nvPr/>
          </p:nvSpPr>
          <p:spPr>
            <a:xfrm rot="10800000" flipH="1">
              <a:off x="8983423" y="2166165"/>
              <a:ext cx="19453" cy="21476"/>
            </a:xfrm>
            <a:custGeom>
              <a:avLst/>
              <a:gdLst/>
              <a:ahLst/>
              <a:cxnLst/>
              <a:rect l="l" t="t" r="r" b="b"/>
              <a:pathLst>
                <a:path w="256" h="251" extrusionOk="0">
                  <a:moveTo>
                    <a:pt x="217" y="1"/>
                  </a:moveTo>
                  <a:lnTo>
                    <a:pt x="1" y="218"/>
                  </a:lnTo>
                  <a:lnTo>
                    <a:pt x="38" y="251"/>
                  </a:lnTo>
                  <a:lnTo>
                    <a:pt x="255"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6"/>
            <p:cNvSpPr/>
            <p:nvPr/>
          </p:nvSpPr>
          <p:spPr>
            <a:xfrm rot="10800000" flipH="1">
              <a:off x="8332663" y="2353788"/>
              <a:ext cx="831483" cy="939449"/>
            </a:xfrm>
            <a:custGeom>
              <a:avLst/>
              <a:gdLst/>
              <a:ahLst/>
              <a:cxnLst/>
              <a:rect l="l" t="t" r="r" b="b"/>
              <a:pathLst>
                <a:path w="10942" h="10980" extrusionOk="0">
                  <a:moveTo>
                    <a:pt x="179" y="1"/>
                  </a:moveTo>
                  <a:lnTo>
                    <a:pt x="218" y="39"/>
                  </a:lnTo>
                  <a:lnTo>
                    <a:pt x="218" y="39"/>
                  </a:lnTo>
                  <a:lnTo>
                    <a:pt x="218" y="39"/>
                  </a:lnTo>
                  <a:lnTo>
                    <a:pt x="179" y="1"/>
                  </a:lnTo>
                  <a:close/>
                  <a:moveTo>
                    <a:pt x="218" y="39"/>
                  </a:moveTo>
                  <a:lnTo>
                    <a:pt x="0" y="255"/>
                  </a:lnTo>
                  <a:lnTo>
                    <a:pt x="10724" y="10979"/>
                  </a:lnTo>
                  <a:lnTo>
                    <a:pt x="10941" y="10763"/>
                  </a:lnTo>
                  <a:lnTo>
                    <a:pt x="218"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6"/>
            <p:cNvSpPr/>
            <p:nvPr/>
          </p:nvSpPr>
          <p:spPr>
            <a:xfrm rot="10800000" flipH="1">
              <a:off x="9147557" y="2350545"/>
              <a:ext cx="19377" cy="21818"/>
            </a:xfrm>
            <a:custGeom>
              <a:avLst/>
              <a:gdLst/>
              <a:ahLst/>
              <a:cxnLst/>
              <a:rect l="l" t="t" r="r" b="b"/>
              <a:pathLst>
                <a:path w="255" h="255" extrusionOk="0">
                  <a:moveTo>
                    <a:pt x="217" y="0"/>
                  </a:moveTo>
                  <a:lnTo>
                    <a:pt x="0" y="216"/>
                  </a:lnTo>
                  <a:lnTo>
                    <a:pt x="37" y="255"/>
                  </a:lnTo>
                  <a:lnTo>
                    <a:pt x="255" y="37"/>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6"/>
            <p:cNvSpPr/>
            <p:nvPr/>
          </p:nvSpPr>
          <p:spPr>
            <a:xfrm rot="10800000" flipH="1">
              <a:off x="8496721" y="2538596"/>
              <a:ext cx="834370" cy="936198"/>
            </a:xfrm>
            <a:custGeom>
              <a:avLst/>
              <a:gdLst/>
              <a:ahLst/>
              <a:cxnLst/>
              <a:rect l="l" t="t" r="r" b="b"/>
              <a:pathLst>
                <a:path w="10980" h="10942" extrusionOk="0">
                  <a:moveTo>
                    <a:pt x="10942" y="10724"/>
                  </a:moveTo>
                  <a:lnTo>
                    <a:pt x="10941" y="10725"/>
                  </a:lnTo>
                  <a:lnTo>
                    <a:pt x="10941" y="10725"/>
                  </a:lnTo>
                  <a:lnTo>
                    <a:pt x="10979" y="10763"/>
                  </a:lnTo>
                  <a:lnTo>
                    <a:pt x="10979" y="10763"/>
                  </a:lnTo>
                  <a:lnTo>
                    <a:pt x="10942" y="10724"/>
                  </a:lnTo>
                  <a:close/>
                  <a:moveTo>
                    <a:pt x="218" y="1"/>
                  </a:moveTo>
                  <a:lnTo>
                    <a:pt x="1" y="218"/>
                  </a:lnTo>
                  <a:lnTo>
                    <a:pt x="10725" y="10942"/>
                  </a:lnTo>
                  <a:lnTo>
                    <a:pt x="10941" y="10725"/>
                  </a:lnTo>
                  <a:lnTo>
                    <a:pt x="10941" y="10725"/>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6"/>
            <p:cNvSpPr/>
            <p:nvPr/>
          </p:nvSpPr>
          <p:spPr>
            <a:xfrm rot="10800000" flipH="1">
              <a:off x="8657967" y="2720153"/>
              <a:ext cx="834370" cy="939363"/>
            </a:xfrm>
            <a:custGeom>
              <a:avLst/>
              <a:gdLst/>
              <a:ahLst/>
              <a:cxnLst/>
              <a:rect l="l" t="t" r="r" b="b"/>
              <a:pathLst>
                <a:path w="10980" h="10979" extrusionOk="0">
                  <a:moveTo>
                    <a:pt x="1" y="179"/>
                  </a:moveTo>
                  <a:lnTo>
                    <a:pt x="39" y="217"/>
                  </a:lnTo>
                  <a:lnTo>
                    <a:pt x="39" y="217"/>
                  </a:lnTo>
                  <a:lnTo>
                    <a:pt x="1" y="179"/>
                  </a:lnTo>
                  <a:close/>
                  <a:moveTo>
                    <a:pt x="255" y="0"/>
                  </a:moveTo>
                  <a:lnTo>
                    <a:pt x="39" y="217"/>
                  </a:lnTo>
                  <a:lnTo>
                    <a:pt x="39" y="217"/>
                  </a:lnTo>
                  <a:lnTo>
                    <a:pt x="10800" y="10979"/>
                  </a:lnTo>
                  <a:lnTo>
                    <a:pt x="10763" y="10941"/>
                  </a:lnTo>
                  <a:lnTo>
                    <a:pt x="10979" y="10724"/>
                  </a:lnTo>
                  <a:lnTo>
                    <a:pt x="2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6"/>
            <p:cNvSpPr/>
            <p:nvPr/>
          </p:nvSpPr>
          <p:spPr>
            <a:xfrm rot="10800000" flipH="1">
              <a:off x="8083575" y="2994122"/>
              <a:ext cx="19453" cy="21818"/>
            </a:xfrm>
            <a:custGeom>
              <a:avLst/>
              <a:gdLst/>
              <a:ahLst/>
              <a:cxnLst/>
              <a:rect l="l" t="t" r="r" b="b"/>
              <a:pathLst>
                <a:path w="256" h="255" extrusionOk="0">
                  <a:moveTo>
                    <a:pt x="218" y="0"/>
                  </a:moveTo>
                  <a:lnTo>
                    <a:pt x="1" y="216"/>
                  </a:lnTo>
                  <a:lnTo>
                    <a:pt x="38" y="255"/>
                  </a:lnTo>
                  <a:lnTo>
                    <a:pt x="255" y="37"/>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6"/>
            <p:cNvSpPr/>
            <p:nvPr/>
          </p:nvSpPr>
          <p:spPr>
            <a:xfrm rot="10800000" flipH="1">
              <a:off x="8264198" y="3197496"/>
              <a:ext cx="2888" cy="3337"/>
            </a:xfrm>
            <a:custGeom>
              <a:avLst/>
              <a:gdLst/>
              <a:ahLst/>
              <a:cxnLst/>
              <a:rect l="l" t="t" r="r" b="b"/>
              <a:pathLst>
                <a:path w="38" h="39" extrusionOk="0">
                  <a:moveTo>
                    <a:pt x="38" y="39"/>
                  </a:moveTo>
                  <a:lnTo>
                    <a:pt x="38" y="39"/>
                  </a:ln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6"/>
            <p:cNvSpPr/>
            <p:nvPr/>
          </p:nvSpPr>
          <p:spPr>
            <a:xfrm rot="10800000" flipH="1">
              <a:off x="8247708" y="3178930"/>
              <a:ext cx="19377" cy="21903"/>
            </a:xfrm>
            <a:custGeom>
              <a:avLst/>
              <a:gdLst/>
              <a:ahLst/>
              <a:cxnLst/>
              <a:rect l="l" t="t" r="r" b="b"/>
              <a:pathLst>
                <a:path w="255" h="256" extrusionOk="0">
                  <a:moveTo>
                    <a:pt x="217" y="0"/>
                  </a:moveTo>
                  <a:lnTo>
                    <a:pt x="0" y="218"/>
                  </a:lnTo>
                  <a:lnTo>
                    <a:pt x="38" y="255"/>
                  </a:lnTo>
                  <a:lnTo>
                    <a:pt x="255" y="39"/>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6"/>
            <p:cNvSpPr/>
            <p:nvPr/>
          </p:nvSpPr>
          <p:spPr>
            <a:xfrm rot="10800000" flipH="1">
              <a:off x="8411842" y="3363738"/>
              <a:ext cx="2888" cy="3251"/>
            </a:xfrm>
            <a:custGeom>
              <a:avLst/>
              <a:gdLst/>
              <a:ahLst/>
              <a:cxnLst/>
              <a:rect l="l" t="t" r="r" b="b"/>
              <a:pathLst>
                <a:path w="38" h="38" extrusionOk="0">
                  <a:moveTo>
                    <a:pt x="1" y="0"/>
                  </a:move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6"/>
            <p:cNvSpPr/>
            <p:nvPr/>
          </p:nvSpPr>
          <p:spPr>
            <a:xfrm rot="10800000" flipH="1">
              <a:off x="8411842" y="3363738"/>
              <a:ext cx="19453" cy="21818"/>
            </a:xfrm>
            <a:custGeom>
              <a:avLst/>
              <a:gdLst/>
              <a:ahLst/>
              <a:cxnLst/>
              <a:rect l="l" t="t" r="r" b="b"/>
              <a:pathLst>
                <a:path w="256" h="255" extrusionOk="0">
                  <a:moveTo>
                    <a:pt x="217" y="0"/>
                  </a:moveTo>
                  <a:lnTo>
                    <a:pt x="1" y="217"/>
                  </a:lnTo>
                  <a:lnTo>
                    <a:pt x="38" y="255"/>
                  </a:lnTo>
                  <a:lnTo>
                    <a:pt x="255" y="37"/>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6"/>
            <p:cNvSpPr/>
            <p:nvPr/>
          </p:nvSpPr>
          <p:spPr>
            <a:xfrm rot="10800000" flipH="1">
              <a:off x="8575976" y="3548460"/>
              <a:ext cx="19377" cy="21903"/>
            </a:xfrm>
            <a:custGeom>
              <a:avLst/>
              <a:gdLst/>
              <a:ahLst/>
              <a:cxnLst/>
              <a:rect l="l" t="t" r="r" b="b"/>
              <a:pathLst>
                <a:path w="255" h="256" extrusionOk="0">
                  <a:moveTo>
                    <a:pt x="217" y="1"/>
                  </a:moveTo>
                  <a:lnTo>
                    <a:pt x="0" y="217"/>
                  </a:lnTo>
                  <a:lnTo>
                    <a:pt x="37" y="255"/>
                  </a:lnTo>
                  <a:lnTo>
                    <a:pt x="255"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6"/>
            <p:cNvSpPr/>
            <p:nvPr/>
          </p:nvSpPr>
          <p:spPr>
            <a:xfrm rot="10800000" flipH="1">
              <a:off x="8182131" y="3105092"/>
              <a:ext cx="2888" cy="3251"/>
            </a:xfrm>
            <a:custGeom>
              <a:avLst/>
              <a:gdLst/>
              <a:ahLst/>
              <a:cxnLst/>
              <a:rect l="l" t="t" r="r" b="b"/>
              <a:pathLst>
                <a:path w="38" h="38" extrusionOk="0">
                  <a:moveTo>
                    <a:pt x="38" y="38"/>
                  </a:moveTo>
                  <a:lnTo>
                    <a:pt x="38" y="38"/>
                  </a:ln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6"/>
            <p:cNvSpPr/>
            <p:nvPr/>
          </p:nvSpPr>
          <p:spPr>
            <a:xfrm rot="10800000" flipH="1">
              <a:off x="8165642" y="3086526"/>
              <a:ext cx="19377" cy="21818"/>
            </a:xfrm>
            <a:custGeom>
              <a:avLst/>
              <a:gdLst/>
              <a:ahLst/>
              <a:cxnLst/>
              <a:rect l="l" t="t" r="r" b="b"/>
              <a:pathLst>
                <a:path w="255" h="255" extrusionOk="0">
                  <a:moveTo>
                    <a:pt x="218" y="0"/>
                  </a:moveTo>
                  <a:lnTo>
                    <a:pt x="0" y="217"/>
                  </a:lnTo>
                  <a:lnTo>
                    <a:pt x="39"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6"/>
            <p:cNvSpPr/>
            <p:nvPr/>
          </p:nvSpPr>
          <p:spPr>
            <a:xfrm rot="10800000" flipH="1">
              <a:off x="8329775" y="3271334"/>
              <a:ext cx="2964" cy="3251"/>
            </a:xfrm>
            <a:custGeom>
              <a:avLst/>
              <a:gdLst/>
              <a:ahLst/>
              <a:cxnLst/>
              <a:rect l="l" t="t" r="r" b="b"/>
              <a:pathLst>
                <a:path w="39" h="38" extrusionOk="0">
                  <a:moveTo>
                    <a:pt x="1" y="0"/>
                  </a:moveTo>
                  <a:lnTo>
                    <a:pt x="38" y="37"/>
                  </a:lnTo>
                  <a:lnTo>
                    <a:pt x="38" y="3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6"/>
            <p:cNvSpPr/>
            <p:nvPr/>
          </p:nvSpPr>
          <p:spPr>
            <a:xfrm rot="10800000" flipH="1">
              <a:off x="8329775" y="3271334"/>
              <a:ext cx="19453" cy="21903"/>
            </a:xfrm>
            <a:custGeom>
              <a:avLst/>
              <a:gdLst/>
              <a:ahLst/>
              <a:cxnLst/>
              <a:rect l="l" t="t" r="r" b="b"/>
              <a:pathLst>
                <a:path w="256" h="256" extrusionOk="0">
                  <a:moveTo>
                    <a:pt x="217" y="1"/>
                  </a:moveTo>
                  <a:lnTo>
                    <a:pt x="1" y="218"/>
                  </a:lnTo>
                  <a:lnTo>
                    <a:pt x="38" y="255"/>
                  </a:lnTo>
                  <a:lnTo>
                    <a:pt x="256"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6"/>
            <p:cNvSpPr/>
            <p:nvPr/>
          </p:nvSpPr>
          <p:spPr>
            <a:xfrm rot="10800000" flipH="1">
              <a:off x="8493909" y="3456142"/>
              <a:ext cx="19377" cy="21818"/>
            </a:xfrm>
            <a:custGeom>
              <a:avLst/>
              <a:gdLst/>
              <a:ahLst/>
              <a:cxnLst/>
              <a:rect l="l" t="t" r="r" b="b"/>
              <a:pathLst>
                <a:path w="255" h="255" extrusionOk="0">
                  <a:moveTo>
                    <a:pt x="218" y="0"/>
                  </a:moveTo>
                  <a:lnTo>
                    <a:pt x="0" y="218"/>
                  </a:lnTo>
                  <a:lnTo>
                    <a:pt x="38"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6"/>
            <p:cNvSpPr/>
            <p:nvPr/>
          </p:nvSpPr>
          <p:spPr>
            <a:xfrm rot="10800000" flipH="1">
              <a:off x="8674532" y="3659431"/>
              <a:ext cx="2888" cy="3337"/>
            </a:xfrm>
            <a:custGeom>
              <a:avLst/>
              <a:gdLst/>
              <a:ahLst/>
              <a:cxnLst/>
              <a:rect l="l" t="t" r="r" b="b"/>
              <a:pathLst>
                <a:path w="38" h="39" extrusionOk="0">
                  <a:moveTo>
                    <a:pt x="37" y="38"/>
                  </a:moveTo>
                  <a:lnTo>
                    <a:pt x="37" y="38"/>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6"/>
            <p:cNvSpPr/>
            <p:nvPr/>
          </p:nvSpPr>
          <p:spPr>
            <a:xfrm rot="10800000" flipH="1">
              <a:off x="8657967" y="3640864"/>
              <a:ext cx="19453" cy="21903"/>
            </a:xfrm>
            <a:custGeom>
              <a:avLst/>
              <a:gdLst/>
              <a:ahLst/>
              <a:cxnLst/>
              <a:rect l="l" t="t" r="r" b="b"/>
              <a:pathLst>
                <a:path w="256" h="256" extrusionOk="0">
                  <a:moveTo>
                    <a:pt x="218" y="1"/>
                  </a:moveTo>
                  <a:lnTo>
                    <a:pt x="1" y="217"/>
                  </a:lnTo>
                  <a:lnTo>
                    <a:pt x="39" y="255"/>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6"/>
            <p:cNvSpPr/>
            <p:nvPr/>
          </p:nvSpPr>
          <p:spPr>
            <a:xfrm rot="10800000" flipH="1">
              <a:off x="9059335" y="4722244"/>
              <a:ext cx="446669" cy="502494"/>
            </a:xfrm>
            <a:custGeom>
              <a:avLst/>
              <a:gdLst/>
              <a:ahLst/>
              <a:cxnLst/>
              <a:rect l="l" t="t" r="r" b="b"/>
              <a:pathLst>
                <a:path w="5878" h="5873" extrusionOk="0">
                  <a:moveTo>
                    <a:pt x="1" y="1"/>
                  </a:moveTo>
                  <a:lnTo>
                    <a:pt x="5872" y="5873"/>
                  </a:lnTo>
                  <a:cubicBezTo>
                    <a:pt x="5872" y="5727"/>
                    <a:pt x="5872" y="5585"/>
                    <a:pt x="5877" y="5444"/>
                  </a:cubicBezTo>
                  <a:lnTo>
                    <a:pt x="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6"/>
            <p:cNvSpPr/>
            <p:nvPr/>
          </p:nvSpPr>
          <p:spPr>
            <a:xfrm rot="10800000" flipH="1">
              <a:off x="9223469" y="4905855"/>
              <a:ext cx="283519" cy="318882"/>
            </a:xfrm>
            <a:custGeom>
              <a:avLst/>
              <a:gdLst/>
              <a:ahLst/>
              <a:cxnLst/>
              <a:rect l="l" t="t" r="r" b="b"/>
              <a:pathLst>
                <a:path w="3731" h="3727" extrusionOk="0">
                  <a:moveTo>
                    <a:pt x="0" y="1"/>
                  </a:moveTo>
                  <a:lnTo>
                    <a:pt x="3726" y="3727"/>
                  </a:lnTo>
                  <a:cubicBezTo>
                    <a:pt x="3726" y="3581"/>
                    <a:pt x="3726" y="3439"/>
                    <a:pt x="3731" y="3298"/>
                  </a:cubicBezTo>
                  <a:lnTo>
                    <a:pt x="4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6"/>
            <p:cNvSpPr/>
            <p:nvPr/>
          </p:nvSpPr>
          <p:spPr>
            <a:xfrm rot="10800000" flipH="1">
              <a:off x="8835779" y="3847490"/>
              <a:ext cx="2888" cy="3337"/>
            </a:xfrm>
            <a:custGeom>
              <a:avLst/>
              <a:gdLst/>
              <a:ahLst/>
              <a:cxnLst/>
              <a:rect l="l" t="t" r="r" b="b"/>
              <a:pathLst>
                <a:path w="38" h="39" extrusionOk="0">
                  <a:moveTo>
                    <a:pt x="38" y="38"/>
                  </a:moveTo>
                  <a:lnTo>
                    <a:pt x="38" y="3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6"/>
            <p:cNvSpPr/>
            <p:nvPr/>
          </p:nvSpPr>
          <p:spPr>
            <a:xfrm rot="10800000" flipH="1">
              <a:off x="8999837" y="4032298"/>
              <a:ext cx="3040" cy="3251"/>
            </a:xfrm>
            <a:custGeom>
              <a:avLst/>
              <a:gdLst/>
              <a:ahLst/>
              <a:cxnLst/>
              <a:rect l="l" t="t" r="r" b="b"/>
              <a:pathLst>
                <a:path w="40" h="38" extrusionOk="0">
                  <a:moveTo>
                    <a:pt x="1" y="0"/>
                  </a:moveTo>
                  <a:lnTo>
                    <a:pt x="39" y="38"/>
                  </a:lnTo>
                  <a:lnTo>
                    <a:pt x="39"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6"/>
            <p:cNvSpPr/>
            <p:nvPr/>
          </p:nvSpPr>
          <p:spPr>
            <a:xfrm rot="10800000" flipH="1">
              <a:off x="9147557" y="4198540"/>
              <a:ext cx="2888" cy="3251"/>
            </a:xfrm>
            <a:custGeom>
              <a:avLst/>
              <a:gdLst/>
              <a:ahLst/>
              <a:cxnLst/>
              <a:rect l="l" t="t" r="r" b="b"/>
              <a:pathLst>
                <a:path w="38" h="38" extrusionOk="0">
                  <a:moveTo>
                    <a:pt x="37" y="37"/>
                  </a:moveTo>
                  <a:lnTo>
                    <a:pt x="37" y="3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6"/>
            <p:cNvSpPr/>
            <p:nvPr/>
          </p:nvSpPr>
          <p:spPr>
            <a:xfrm rot="10800000" flipH="1">
              <a:off x="7935930" y="4675875"/>
              <a:ext cx="2964" cy="2909"/>
            </a:xfrm>
            <a:custGeom>
              <a:avLst/>
              <a:gdLst/>
              <a:ahLst/>
              <a:cxnLst/>
              <a:rect l="l" t="t" r="r" b="b"/>
              <a:pathLst>
                <a:path w="39" h="34" extrusionOk="0">
                  <a:moveTo>
                    <a:pt x="39" y="34"/>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6"/>
            <p:cNvSpPr/>
            <p:nvPr/>
          </p:nvSpPr>
          <p:spPr>
            <a:xfrm rot="10800000" flipH="1">
              <a:off x="8753712" y="3755171"/>
              <a:ext cx="2888" cy="3251"/>
            </a:xfrm>
            <a:custGeom>
              <a:avLst/>
              <a:gdLst/>
              <a:ahLst/>
              <a:cxnLst/>
              <a:rect l="l" t="t" r="r" b="b"/>
              <a:pathLst>
                <a:path w="38" h="38" extrusionOk="0">
                  <a:moveTo>
                    <a:pt x="38" y="38"/>
                  </a:moveTo>
                  <a:lnTo>
                    <a:pt x="38" y="38"/>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6"/>
            <p:cNvSpPr/>
            <p:nvPr/>
          </p:nvSpPr>
          <p:spPr>
            <a:xfrm rot="10800000" flipH="1">
              <a:off x="7922328" y="3739763"/>
              <a:ext cx="831483" cy="936198"/>
            </a:xfrm>
            <a:custGeom>
              <a:avLst/>
              <a:gdLst/>
              <a:ahLst/>
              <a:cxnLst/>
              <a:rect l="l" t="t" r="r" b="b"/>
              <a:pathLst>
                <a:path w="10942" h="10942" extrusionOk="0">
                  <a:moveTo>
                    <a:pt x="218" y="1"/>
                  </a:moveTo>
                  <a:lnTo>
                    <a:pt x="0" y="218"/>
                  </a:lnTo>
                  <a:lnTo>
                    <a:pt x="10724" y="10942"/>
                  </a:lnTo>
                  <a:lnTo>
                    <a:pt x="10942" y="10725"/>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6"/>
            <p:cNvSpPr/>
            <p:nvPr/>
          </p:nvSpPr>
          <p:spPr>
            <a:xfrm rot="10800000" flipH="1">
              <a:off x="8737222" y="3736519"/>
              <a:ext cx="19377" cy="21903"/>
            </a:xfrm>
            <a:custGeom>
              <a:avLst/>
              <a:gdLst/>
              <a:ahLst/>
              <a:cxnLst/>
              <a:rect l="l" t="t" r="r" b="b"/>
              <a:pathLst>
                <a:path w="255" h="256" extrusionOk="0">
                  <a:moveTo>
                    <a:pt x="218" y="1"/>
                  </a:moveTo>
                  <a:lnTo>
                    <a:pt x="0" y="218"/>
                  </a:lnTo>
                  <a:lnTo>
                    <a:pt x="38" y="255"/>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6"/>
            <p:cNvSpPr/>
            <p:nvPr/>
          </p:nvSpPr>
          <p:spPr>
            <a:xfrm rot="10800000" flipH="1">
              <a:off x="8083575" y="4842116"/>
              <a:ext cx="2888" cy="3251"/>
            </a:xfrm>
            <a:custGeom>
              <a:avLst/>
              <a:gdLst/>
              <a:ahLst/>
              <a:cxnLst/>
              <a:rect l="l" t="t" r="r" b="b"/>
              <a:pathLst>
                <a:path w="38" h="38" extrusionOk="0">
                  <a:moveTo>
                    <a:pt x="1" y="0"/>
                  </a:moveTo>
                  <a:lnTo>
                    <a:pt x="1" y="0"/>
                  </a:lnTo>
                  <a:lnTo>
                    <a:pt x="38" y="3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6"/>
            <p:cNvSpPr/>
            <p:nvPr/>
          </p:nvSpPr>
          <p:spPr>
            <a:xfrm rot="10800000" flipH="1">
              <a:off x="8086386" y="3924571"/>
              <a:ext cx="831483" cy="935770"/>
            </a:xfrm>
            <a:custGeom>
              <a:avLst/>
              <a:gdLst/>
              <a:ahLst/>
              <a:cxnLst/>
              <a:rect l="l" t="t" r="r" b="b"/>
              <a:pathLst>
                <a:path w="10942" h="10937" extrusionOk="0">
                  <a:moveTo>
                    <a:pt x="218" y="1"/>
                  </a:moveTo>
                  <a:lnTo>
                    <a:pt x="1" y="212"/>
                  </a:lnTo>
                  <a:lnTo>
                    <a:pt x="10725" y="10936"/>
                  </a:lnTo>
                  <a:lnTo>
                    <a:pt x="10942" y="10720"/>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6"/>
            <p:cNvSpPr/>
            <p:nvPr/>
          </p:nvSpPr>
          <p:spPr>
            <a:xfrm rot="10800000" flipH="1">
              <a:off x="8901280" y="3921328"/>
              <a:ext cx="3040" cy="3337"/>
            </a:xfrm>
            <a:custGeom>
              <a:avLst/>
              <a:gdLst/>
              <a:ahLst/>
              <a:cxnLst/>
              <a:rect l="l" t="t" r="r" b="b"/>
              <a:pathLst>
                <a:path w="40" h="39" extrusionOk="0">
                  <a:moveTo>
                    <a:pt x="1" y="0"/>
                  </a:moveTo>
                  <a:lnTo>
                    <a:pt x="39"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6"/>
            <p:cNvSpPr/>
            <p:nvPr/>
          </p:nvSpPr>
          <p:spPr>
            <a:xfrm rot="10800000" flipH="1">
              <a:off x="8901280" y="3921327"/>
              <a:ext cx="19453" cy="21818"/>
            </a:xfrm>
            <a:custGeom>
              <a:avLst/>
              <a:gdLst/>
              <a:ahLst/>
              <a:cxnLst/>
              <a:rect l="l" t="t" r="r" b="b"/>
              <a:pathLst>
                <a:path w="256" h="255" extrusionOk="0">
                  <a:moveTo>
                    <a:pt x="218" y="0"/>
                  </a:moveTo>
                  <a:lnTo>
                    <a:pt x="1" y="216"/>
                  </a:lnTo>
                  <a:lnTo>
                    <a:pt x="39" y="255"/>
                  </a:lnTo>
                  <a:lnTo>
                    <a:pt x="255" y="37"/>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6"/>
            <p:cNvSpPr/>
            <p:nvPr/>
          </p:nvSpPr>
          <p:spPr>
            <a:xfrm rot="10800000" flipH="1">
              <a:off x="8250596" y="4109379"/>
              <a:ext cx="831407" cy="935684"/>
            </a:xfrm>
            <a:custGeom>
              <a:avLst/>
              <a:gdLst/>
              <a:ahLst/>
              <a:cxnLst/>
              <a:rect l="l" t="t" r="r" b="b"/>
              <a:pathLst>
                <a:path w="10941" h="10936" extrusionOk="0">
                  <a:moveTo>
                    <a:pt x="217" y="0"/>
                  </a:moveTo>
                  <a:lnTo>
                    <a:pt x="0" y="212"/>
                  </a:lnTo>
                  <a:lnTo>
                    <a:pt x="10724" y="10936"/>
                  </a:lnTo>
                  <a:lnTo>
                    <a:pt x="10940" y="1071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6"/>
            <p:cNvSpPr/>
            <p:nvPr/>
          </p:nvSpPr>
          <p:spPr>
            <a:xfrm rot="10800000" flipH="1">
              <a:off x="9065490" y="4106135"/>
              <a:ext cx="19377" cy="21903"/>
            </a:xfrm>
            <a:custGeom>
              <a:avLst/>
              <a:gdLst/>
              <a:ahLst/>
              <a:cxnLst/>
              <a:rect l="l" t="t" r="r" b="b"/>
              <a:pathLst>
                <a:path w="255" h="256" extrusionOk="0">
                  <a:moveTo>
                    <a:pt x="216" y="0"/>
                  </a:moveTo>
                  <a:lnTo>
                    <a:pt x="0" y="218"/>
                  </a:lnTo>
                  <a:lnTo>
                    <a:pt x="38" y="255"/>
                  </a:lnTo>
                  <a:lnTo>
                    <a:pt x="255" y="39"/>
                  </a:ln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6"/>
            <p:cNvSpPr/>
            <p:nvPr/>
          </p:nvSpPr>
          <p:spPr>
            <a:xfrm rot="10800000" flipH="1">
              <a:off x="9246113" y="4309510"/>
              <a:ext cx="2888" cy="3337"/>
            </a:xfrm>
            <a:custGeom>
              <a:avLst/>
              <a:gdLst/>
              <a:ahLst/>
              <a:cxnLst/>
              <a:rect l="l" t="t" r="r" b="b"/>
              <a:pathLst>
                <a:path w="38" h="39" extrusionOk="0">
                  <a:moveTo>
                    <a:pt x="37" y="38"/>
                  </a:move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6"/>
            <p:cNvSpPr/>
            <p:nvPr/>
          </p:nvSpPr>
          <p:spPr>
            <a:xfrm rot="10800000" flipH="1">
              <a:off x="8414654" y="4294101"/>
              <a:ext cx="831559" cy="930636"/>
            </a:xfrm>
            <a:custGeom>
              <a:avLst/>
              <a:gdLst/>
              <a:ahLst/>
              <a:cxnLst/>
              <a:rect l="l" t="t" r="r" b="b"/>
              <a:pathLst>
                <a:path w="10943" h="10877" extrusionOk="0">
                  <a:moveTo>
                    <a:pt x="157" y="1"/>
                  </a:moveTo>
                  <a:lnTo>
                    <a:pt x="1" y="152"/>
                  </a:lnTo>
                  <a:lnTo>
                    <a:pt x="10725" y="10876"/>
                  </a:lnTo>
                  <a:lnTo>
                    <a:pt x="10942" y="10659"/>
                  </a:lnTo>
                  <a:lnTo>
                    <a:pt x="2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6"/>
            <p:cNvSpPr/>
            <p:nvPr/>
          </p:nvSpPr>
          <p:spPr>
            <a:xfrm rot="10800000" flipH="1">
              <a:off x="9229548" y="4290943"/>
              <a:ext cx="19453" cy="21903"/>
            </a:xfrm>
            <a:custGeom>
              <a:avLst/>
              <a:gdLst/>
              <a:ahLst/>
              <a:cxnLst/>
              <a:rect l="l" t="t" r="r" b="b"/>
              <a:pathLst>
                <a:path w="256" h="256" extrusionOk="0">
                  <a:moveTo>
                    <a:pt x="218" y="1"/>
                  </a:moveTo>
                  <a:lnTo>
                    <a:pt x="1" y="218"/>
                  </a:lnTo>
                  <a:lnTo>
                    <a:pt x="38" y="256"/>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6"/>
            <p:cNvSpPr/>
            <p:nvPr/>
          </p:nvSpPr>
          <p:spPr>
            <a:xfrm rot="10800000" flipH="1">
              <a:off x="8731067" y="4478997"/>
              <a:ext cx="679199" cy="745741"/>
            </a:xfrm>
            <a:custGeom>
              <a:avLst/>
              <a:gdLst/>
              <a:ahLst/>
              <a:cxnLst/>
              <a:rect l="l" t="t" r="r" b="b"/>
              <a:pathLst>
                <a:path w="8938" h="8716" extrusionOk="0">
                  <a:moveTo>
                    <a:pt x="1" y="1"/>
                  </a:moveTo>
                  <a:lnTo>
                    <a:pt x="8720" y="8716"/>
                  </a:lnTo>
                  <a:lnTo>
                    <a:pt x="8938" y="8504"/>
                  </a:lnTo>
                  <a:lnTo>
                    <a:pt x="4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6"/>
            <p:cNvSpPr/>
            <p:nvPr/>
          </p:nvSpPr>
          <p:spPr>
            <a:xfrm rot="10800000" flipH="1">
              <a:off x="8001508" y="3828916"/>
              <a:ext cx="834370" cy="939021"/>
            </a:xfrm>
            <a:custGeom>
              <a:avLst/>
              <a:gdLst/>
              <a:ahLst/>
              <a:cxnLst/>
              <a:rect l="l" t="t" r="r" b="b"/>
              <a:pathLst>
                <a:path w="10980" h="10975" extrusionOk="0">
                  <a:moveTo>
                    <a:pt x="1" y="175"/>
                  </a:moveTo>
                  <a:lnTo>
                    <a:pt x="38" y="213"/>
                  </a:lnTo>
                  <a:lnTo>
                    <a:pt x="39" y="213"/>
                  </a:lnTo>
                  <a:lnTo>
                    <a:pt x="39" y="213"/>
                  </a:lnTo>
                  <a:lnTo>
                    <a:pt x="1" y="175"/>
                  </a:lnTo>
                  <a:close/>
                  <a:moveTo>
                    <a:pt x="255" y="1"/>
                  </a:moveTo>
                  <a:lnTo>
                    <a:pt x="39" y="213"/>
                  </a:lnTo>
                  <a:lnTo>
                    <a:pt x="39" y="213"/>
                  </a:lnTo>
                  <a:lnTo>
                    <a:pt x="10763" y="10937"/>
                  </a:lnTo>
                  <a:lnTo>
                    <a:pt x="10763" y="10937"/>
                  </a:lnTo>
                  <a:lnTo>
                    <a:pt x="10979" y="10720"/>
                  </a:lnTo>
                  <a:lnTo>
                    <a:pt x="255" y="1"/>
                  </a:lnTo>
                  <a:close/>
                  <a:moveTo>
                    <a:pt x="10763" y="10937"/>
                  </a:moveTo>
                  <a:lnTo>
                    <a:pt x="10762" y="10937"/>
                  </a:lnTo>
                  <a:lnTo>
                    <a:pt x="10800" y="10974"/>
                  </a:lnTo>
                  <a:lnTo>
                    <a:pt x="10763" y="1093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6"/>
            <p:cNvSpPr/>
            <p:nvPr/>
          </p:nvSpPr>
          <p:spPr>
            <a:xfrm rot="10800000" flipH="1">
              <a:off x="8819213" y="3828923"/>
              <a:ext cx="19453" cy="21903"/>
            </a:xfrm>
            <a:custGeom>
              <a:avLst/>
              <a:gdLst/>
              <a:ahLst/>
              <a:cxnLst/>
              <a:rect l="l" t="t" r="r" b="b"/>
              <a:pathLst>
                <a:path w="256" h="256" extrusionOk="0">
                  <a:moveTo>
                    <a:pt x="218" y="1"/>
                  </a:moveTo>
                  <a:lnTo>
                    <a:pt x="1" y="218"/>
                  </a:lnTo>
                  <a:lnTo>
                    <a:pt x="39" y="255"/>
                  </a:lnTo>
                  <a:lnTo>
                    <a:pt x="256"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6"/>
            <p:cNvSpPr/>
            <p:nvPr/>
          </p:nvSpPr>
          <p:spPr>
            <a:xfrm rot="10800000" flipH="1">
              <a:off x="8168529" y="4016975"/>
              <a:ext cx="831407" cy="935684"/>
            </a:xfrm>
            <a:custGeom>
              <a:avLst/>
              <a:gdLst/>
              <a:ahLst/>
              <a:cxnLst/>
              <a:rect l="l" t="t" r="r" b="b"/>
              <a:pathLst>
                <a:path w="10941" h="10936" extrusionOk="0">
                  <a:moveTo>
                    <a:pt x="217" y="0"/>
                  </a:moveTo>
                  <a:lnTo>
                    <a:pt x="1" y="212"/>
                  </a:lnTo>
                  <a:lnTo>
                    <a:pt x="10725" y="10936"/>
                  </a:lnTo>
                  <a:lnTo>
                    <a:pt x="10941" y="10719"/>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rot="10800000" flipH="1">
              <a:off x="8983423" y="4013731"/>
              <a:ext cx="19453" cy="21818"/>
            </a:xfrm>
            <a:custGeom>
              <a:avLst/>
              <a:gdLst/>
              <a:ahLst/>
              <a:cxnLst/>
              <a:rect l="l" t="t" r="r" b="b"/>
              <a:pathLst>
                <a:path w="256" h="255" extrusionOk="0">
                  <a:moveTo>
                    <a:pt x="217" y="0"/>
                  </a:moveTo>
                  <a:lnTo>
                    <a:pt x="1" y="217"/>
                  </a:lnTo>
                  <a:lnTo>
                    <a:pt x="38" y="255"/>
                  </a:lnTo>
                  <a:lnTo>
                    <a:pt x="255" y="3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rot="10800000" flipH="1">
              <a:off x="8332663" y="4201697"/>
              <a:ext cx="834294" cy="939021"/>
            </a:xfrm>
            <a:custGeom>
              <a:avLst/>
              <a:gdLst/>
              <a:ahLst/>
              <a:cxnLst/>
              <a:rect l="l" t="t" r="r" b="b"/>
              <a:pathLst>
                <a:path w="10979" h="10975" extrusionOk="0">
                  <a:moveTo>
                    <a:pt x="179" y="0"/>
                  </a:moveTo>
                  <a:lnTo>
                    <a:pt x="217" y="38"/>
                  </a:lnTo>
                  <a:lnTo>
                    <a:pt x="217" y="38"/>
                  </a:lnTo>
                  <a:lnTo>
                    <a:pt x="218" y="37"/>
                  </a:lnTo>
                  <a:lnTo>
                    <a:pt x="179" y="0"/>
                  </a:lnTo>
                  <a:close/>
                  <a:moveTo>
                    <a:pt x="10941" y="10757"/>
                  </a:moveTo>
                  <a:lnTo>
                    <a:pt x="10941" y="10757"/>
                  </a:lnTo>
                  <a:lnTo>
                    <a:pt x="10941" y="10757"/>
                  </a:lnTo>
                  <a:lnTo>
                    <a:pt x="10979" y="10795"/>
                  </a:lnTo>
                  <a:lnTo>
                    <a:pt x="10941" y="10757"/>
                  </a:lnTo>
                  <a:close/>
                  <a:moveTo>
                    <a:pt x="217" y="38"/>
                  </a:moveTo>
                  <a:lnTo>
                    <a:pt x="0" y="250"/>
                  </a:lnTo>
                  <a:lnTo>
                    <a:pt x="10724" y="10974"/>
                  </a:lnTo>
                  <a:lnTo>
                    <a:pt x="10941" y="10757"/>
                  </a:lnTo>
                  <a:lnTo>
                    <a:pt x="10941" y="10757"/>
                  </a:lnTo>
                  <a:lnTo>
                    <a:pt x="217"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rot="10800000" flipH="1">
              <a:off x="9147557" y="4198539"/>
              <a:ext cx="19377" cy="21903"/>
            </a:xfrm>
            <a:custGeom>
              <a:avLst/>
              <a:gdLst/>
              <a:ahLst/>
              <a:cxnLst/>
              <a:rect l="l" t="t" r="r" b="b"/>
              <a:pathLst>
                <a:path w="255" h="256" extrusionOk="0">
                  <a:moveTo>
                    <a:pt x="217" y="1"/>
                  </a:moveTo>
                  <a:lnTo>
                    <a:pt x="0" y="218"/>
                  </a:lnTo>
                  <a:lnTo>
                    <a:pt x="37" y="255"/>
                  </a:lnTo>
                  <a:lnTo>
                    <a:pt x="255"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6"/>
            <p:cNvSpPr/>
            <p:nvPr/>
          </p:nvSpPr>
          <p:spPr>
            <a:xfrm rot="10800000" flipH="1">
              <a:off x="8567010" y="4386506"/>
              <a:ext cx="761192" cy="838231"/>
            </a:xfrm>
            <a:custGeom>
              <a:avLst/>
              <a:gdLst/>
              <a:ahLst/>
              <a:cxnLst/>
              <a:rect l="l" t="t" r="r" b="b"/>
              <a:pathLst>
                <a:path w="10017" h="9797" extrusionOk="0">
                  <a:moveTo>
                    <a:pt x="0" y="1"/>
                  </a:moveTo>
                  <a:lnTo>
                    <a:pt x="9800" y="9797"/>
                  </a:lnTo>
                  <a:lnTo>
                    <a:pt x="10017" y="9579"/>
                  </a:lnTo>
                  <a:lnTo>
                    <a:pt x="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6"/>
            <p:cNvSpPr/>
            <p:nvPr/>
          </p:nvSpPr>
          <p:spPr>
            <a:xfrm rot="10800000" flipH="1">
              <a:off x="8895277" y="4571401"/>
              <a:ext cx="597053" cy="653336"/>
            </a:xfrm>
            <a:custGeom>
              <a:avLst/>
              <a:gdLst/>
              <a:ahLst/>
              <a:cxnLst/>
              <a:rect l="l" t="t" r="r" b="b"/>
              <a:pathLst>
                <a:path w="7857" h="7636" extrusionOk="0">
                  <a:moveTo>
                    <a:pt x="0" y="1"/>
                  </a:moveTo>
                  <a:lnTo>
                    <a:pt x="7640" y="7636"/>
                  </a:lnTo>
                  <a:lnTo>
                    <a:pt x="7856" y="7424"/>
                  </a:lnTo>
                  <a:lnTo>
                    <a:pt x="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rot="10800000" flipH="1">
              <a:off x="7919517" y="4657223"/>
              <a:ext cx="19377" cy="21561"/>
            </a:xfrm>
            <a:custGeom>
              <a:avLst/>
              <a:gdLst/>
              <a:ahLst/>
              <a:cxnLst/>
              <a:rect l="l" t="t" r="r" b="b"/>
              <a:pathLst>
                <a:path w="255" h="252" extrusionOk="0">
                  <a:moveTo>
                    <a:pt x="216" y="1"/>
                  </a:moveTo>
                  <a:lnTo>
                    <a:pt x="0" y="213"/>
                  </a:lnTo>
                  <a:lnTo>
                    <a:pt x="37" y="251"/>
                  </a:lnTo>
                  <a:lnTo>
                    <a:pt x="255" y="34"/>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rot="10800000" flipH="1">
              <a:off x="8083575" y="4842116"/>
              <a:ext cx="19453" cy="21390"/>
            </a:xfrm>
            <a:custGeom>
              <a:avLst/>
              <a:gdLst/>
              <a:ahLst/>
              <a:cxnLst/>
              <a:rect l="l" t="t" r="r" b="b"/>
              <a:pathLst>
                <a:path w="256" h="250" extrusionOk="0">
                  <a:moveTo>
                    <a:pt x="218" y="0"/>
                  </a:moveTo>
                  <a:lnTo>
                    <a:pt x="1" y="212"/>
                  </a:lnTo>
                  <a:lnTo>
                    <a:pt x="38" y="249"/>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rot="10800000" flipH="1">
              <a:off x="8018073" y="4767851"/>
              <a:ext cx="2888" cy="3251"/>
            </a:xfrm>
            <a:custGeom>
              <a:avLst/>
              <a:gdLst/>
              <a:ahLst/>
              <a:cxnLst/>
              <a:rect l="l" t="t" r="r" b="b"/>
              <a:pathLst>
                <a:path w="38" h="38" extrusionOk="0">
                  <a:moveTo>
                    <a:pt x="0" y="0"/>
                  </a:moveTo>
                  <a:lnTo>
                    <a:pt x="0" y="0"/>
                  </a:lnTo>
                  <a:lnTo>
                    <a:pt x="37"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rot="10800000" flipH="1">
              <a:off x="8001508" y="4749627"/>
              <a:ext cx="19453" cy="21476"/>
            </a:xfrm>
            <a:custGeom>
              <a:avLst/>
              <a:gdLst/>
              <a:ahLst/>
              <a:cxnLst/>
              <a:rect l="l" t="t" r="r" b="b"/>
              <a:pathLst>
                <a:path w="256" h="251" extrusionOk="0">
                  <a:moveTo>
                    <a:pt x="218" y="0"/>
                  </a:moveTo>
                  <a:lnTo>
                    <a:pt x="1" y="212"/>
                  </a:lnTo>
                  <a:lnTo>
                    <a:pt x="38" y="250"/>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rot="10800000" flipH="1">
              <a:off x="8182131" y="4952573"/>
              <a:ext cx="2888" cy="3422"/>
            </a:xfrm>
            <a:custGeom>
              <a:avLst/>
              <a:gdLst/>
              <a:ahLst/>
              <a:cxnLst/>
              <a:rect l="l" t="t" r="r" b="b"/>
              <a:pathLst>
                <a:path w="38" h="40" extrusionOk="0">
                  <a:moveTo>
                    <a:pt x="38" y="39"/>
                  </a:moveTo>
                  <a:lnTo>
                    <a:pt x="38" y="39"/>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6"/>
            <p:cNvSpPr/>
            <p:nvPr/>
          </p:nvSpPr>
          <p:spPr>
            <a:xfrm rot="10800000" flipH="1">
              <a:off x="8165642" y="4934520"/>
              <a:ext cx="19377" cy="21476"/>
            </a:xfrm>
            <a:custGeom>
              <a:avLst/>
              <a:gdLst/>
              <a:ahLst/>
              <a:cxnLst/>
              <a:rect l="l" t="t" r="r" b="b"/>
              <a:pathLst>
                <a:path w="255" h="251" extrusionOk="0">
                  <a:moveTo>
                    <a:pt x="218" y="1"/>
                  </a:moveTo>
                  <a:lnTo>
                    <a:pt x="0" y="213"/>
                  </a:lnTo>
                  <a:lnTo>
                    <a:pt x="39" y="251"/>
                  </a:lnTo>
                  <a:lnTo>
                    <a:pt x="255"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6"/>
            <p:cNvSpPr/>
            <p:nvPr/>
          </p:nvSpPr>
          <p:spPr>
            <a:xfrm rot="10800000" flipH="1">
              <a:off x="8343377" y="3293151"/>
              <a:ext cx="2964" cy="3251"/>
            </a:xfrm>
            <a:custGeom>
              <a:avLst/>
              <a:gdLst/>
              <a:ahLst/>
              <a:cxnLst/>
              <a:rect l="l" t="t" r="r" b="b"/>
              <a:pathLst>
                <a:path w="39" h="38" extrusionOk="0">
                  <a:moveTo>
                    <a:pt x="38" y="38"/>
                  </a:moveTo>
                  <a:lnTo>
                    <a:pt x="38" y="3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6"/>
            <p:cNvSpPr/>
            <p:nvPr/>
          </p:nvSpPr>
          <p:spPr>
            <a:xfrm rot="10800000" flipH="1">
              <a:off x="8655156" y="3644201"/>
              <a:ext cx="2888" cy="3251"/>
            </a:xfrm>
            <a:custGeom>
              <a:avLst/>
              <a:gdLst/>
              <a:ahLst/>
              <a:cxnLst/>
              <a:rect l="l" t="t" r="r" b="b"/>
              <a:pathLst>
                <a:path w="38" h="38" extrusionOk="0">
                  <a:moveTo>
                    <a:pt x="38" y="38"/>
                  </a:moveTo>
                  <a:lnTo>
                    <a:pt x="38" y="3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6"/>
            <p:cNvSpPr/>
            <p:nvPr/>
          </p:nvSpPr>
          <p:spPr>
            <a:xfrm rot="10800000" flipH="1">
              <a:off x="7099152" y="3523903"/>
              <a:ext cx="221587" cy="228017"/>
            </a:xfrm>
            <a:custGeom>
              <a:avLst/>
              <a:gdLst/>
              <a:ahLst/>
              <a:cxnLst/>
              <a:rect l="l" t="t" r="r" b="b"/>
              <a:pathLst>
                <a:path w="2916" h="2665" extrusionOk="0">
                  <a:moveTo>
                    <a:pt x="251" y="0"/>
                  </a:moveTo>
                  <a:lnTo>
                    <a:pt x="39" y="217"/>
                  </a:lnTo>
                  <a:lnTo>
                    <a:pt x="1" y="179"/>
                  </a:lnTo>
                  <a:lnTo>
                    <a:pt x="2349" y="2528"/>
                  </a:lnTo>
                  <a:cubicBezTo>
                    <a:pt x="2538" y="2571"/>
                    <a:pt x="2727" y="2617"/>
                    <a:pt x="2915" y="2665"/>
                  </a:cubicBezTo>
                  <a:lnTo>
                    <a:pt x="2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rot="10800000" flipH="1">
              <a:off x="7266173" y="3000616"/>
              <a:ext cx="831103" cy="936198"/>
            </a:xfrm>
            <a:custGeom>
              <a:avLst/>
              <a:gdLst/>
              <a:ahLst/>
              <a:cxnLst/>
              <a:rect l="l" t="t" r="r" b="b"/>
              <a:pathLst>
                <a:path w="10937" h="10942" extrusionOk="0">
                  <a:moveTo>
                    <a:pt x="213" y="1"/>
                  </a:moveTo>
                  <a:lnTo>
                    <a:pt x="1" y="218"/>
                  </a:lnTo>
                  <a:lnTo>
                    <a:pt x="10720" y="10942"/>
                  </a:lnTo>
                  <a:lnTo>
                    <a:pt x="10936" y="10725"/>
                  </a:lnTo>
                  <a:lnTo>
                    <a:pt x="2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rot="10800000" flipH="1">
              <a:off x="8080763" y="2997373"/>
              <a:ext cx="19377" cy="21903"/>
            </a:xfrm>
            <a:custGeom>
              <a:avLst/>
              <a:gdLst/>
              <a:ahLst/>
              <a:cxnLst/>
              <a:rect l="l" t="t" r="r" b="b"/>
              <a:pathLst>
                <a:path w="255" h="256" extrusionOk="0">
                  <a:moveTo>
                    <a:pt x="216" y="1"/>
                  </a:moveTo>
                  <a:lnTo>
                    <a:pt x="0" y="218"/>
                  </a:lnTo>
                  <a:lnTo>
                    <a:pt x="38" y="255"/>
                  </a:lnTo>
                  <a:lnTo>
                    <a:pt x="255" y="39"/>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rot="10800000" flipH="1">
              <a:off x="7429927" y="3185339"/>
              <a:ext cx="831483" cy="936198"/>
            </a:xfrm>
            <a:custGeom>
              <a:avLst/>
              <a:gdLst/>
              <a:ahLst/>
              <a:cxnLst/>
              <a:rect l="l" t="t" r="r" b="b"/>
              <a:pathLst>
                <a:path w="10942" h="10942" extrusionOk="0">
                  <a:moveTo>
                    <a:pt x="218" y="0"/>
                  </a:moveTo>
                  <a:lnTo>
                    <a:pt x="1" y="218"/>
                  </a:lnTo>
                  <a:lnTo>
                    <a:pt x="10725" y="10941"/>
                  </a:lnTo>
                  <a:lnTo>
                    <a:pt x="10942" y="10724"/>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rot="10800000" flipH="1">
              <a:off x="8261310" y="3200747"/>
              <a:ext cx="2964" cy="3251"/>
            </a:xfrm>
            <a:custGeom>
              <a:avLst/>
              <a:gdLst/>
              <a:ahLst/>
              <a:cxnLst/>
              <a:rect l="l" t="t" r="r" b="b"/>
              <a:pathLst>
                <a:path w="39" h="38" extrusionOk="0">
                  <a:moveTo>
                    <a:pt x="38" y="37"/>
                  </a:moveTo>
                  <a:lnTo>
                    <a:pt x="38" y="3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rot="10800000" flipH="1">
              <a:off x="8244821" y="3182181"/>
              <a:ext cx="19453" cy="21818"/>
            </a:xfrm>
            <a:custGeom>
              <a:avLst/>
              <a:gdLst/>
              <a:ahLst/>
              <a:cxnLst/>
              <a:rect l="l" t="t" r="r" b="b"/>
              <a:pathLst>
                <a:path w="256" h="255" extrusionOk="0">
                  <a:moveTo>
                    <a:pt x="218" y="0"/>
                  </a:moveTo>
                  <a:lnTo>
                    <a:pt x="1" y="217"/>
                  </a:lnTo>
                  <a:lnTo>
                    <a:pt x="38" y="255"/>
                  </a:lnTo>
                  <a:lnTo>
                    <a:pt x="255" y="37"/>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6"/>
            <p:cNvSpPr/>
            <p:nvPr/>
          </p:nvSpPr>
          <p:spPr>
            <a:xfrm rot="10800000" flipH="1">
              <a:off x="8408955" y="3366903"/>
              <a:ext cx="2964" cy="3422"/>
            </a:xfrm>
            <a:custGeom>
              <a:avLst/>
              <a:gdLst/>
              <a:ahLst/>
              <a:cxnLst/>
              <a:rect l="l" t="t" r="r" b="b"/>
              <a:pathLst>
                <a:path w="39" h="40" extrusionOk="0">
                  <a:moveTo>
                    <a:pt x="0" y="1"/>
                  </a:moveTo>
                  <a:lnTo>
                    <a:pt x="39"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6"/>
            <p:cNvSpPr/>
            <p:nvPr/>
          </p:nvSpPr>
          <p:spPr>
            <a:xfrm rot="10800000" flipH="1">
              <a:off x="7591173" y="4287778"/>
              <a:ext cx="2964" cy="3251"/>
            </a:xfrm>
            <a:custGeom>
              <a:avLst/>
              <a:gdLst/>
              <a:ahLst/>
              <a:cxnLst/>
              <a:rect l="l" t="t" r="r" b="b"/>
              <a:pathLst>
                <a:path w="39" h="38" extrusionOk="0">
                  <a:moveTo>
                    <a:pt x="1" y="1"/>
                  </a:moveTo>
                  <a:lnTo>
                    <a:pt x="1" y="1"/>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rot="10800000" flipH="1">
              <a:off x="7594061" y="3370232"/>
              <a:ext cx="831483" cy="936112"/>
            </a:xfrm>
            <a:custGeom>
              <a:avLst/>
              <a:gdLst/>
              <a:ahLst/>
              <a:cxnLst/>
              <a:rect l="l" t="t" r="r" b="b"/>
              <a:pathLst>
                <a:path w="10942" h="10941" extrusionOk="0">
                  <a:moveTo>
                    <a:pt x="218" y="1"/>
                  </a:moveTo>
                  <a:lnTo>
                    <a:pt x="0" y="217"/>
                  </a:lnTo>
                  <a:lnTo>
                    <a:pt x="10724" y="10941"/>
                  </a:lnTo>
                  <a:lnTo>
                    <a:pt x="10941" y="10725"/>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rot="10800000" flipH="1">
              <a:off x="8408955" y="3366903"/>
              <a:ext cx="19377" cy="21903"/>
            </a:xfrm>
            <a:custGeom>
              <a:avLst/>
              <a:gdLst/>
              <a:ahLst/>
              <a:cxnLst/>
              <a:rect l="l" t="t" r="r" b="b"/>
              <a:pathLst>
                <a:path w="255" h="256" extrusionOk="0">
                  <a:moveTo>
                    <a:pt x="217" y="1"/>
                  </a:moveTo>
                  <a:lnTo>
                    <a:pt x="0" y="217"/>
                  </a:lnTo>
                  <a:lnTo>
                    <a:pt x="39" y="255"/>
                  </a:lnTo>
                  <a:lnTo>
                    <a:pt x="255"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rot="10800000" flipH="1">
              <a:off x="7758195" y="3554955"/>
              <a:ext cx="831407" cy="936198"/>
            </a:xfrm>
            <a:custGeom>
              <a:avLst/>
              <a:gdLst/>
              <a:ahLst/>
              <a:cxnLst/>
              <a:rect l="l" t="t" r="r" b="b"/>
              <a:pathLst>
                <a:path w="10941" h="10942" extrusionOk="0">
                  <a:moveTo>
                    <a:pt x="217" y="0"/>
                  </a:moveTo>
                  <a:lnTo>
                    <a:pt x="1" y="218"/>
                  </a:lnTo>
                  <a:lnTo>
                    <a:pt x="10725" y="10941"/>
                  </a:lnTo>
                  <a:lnTo>
                    <a:pt x="10941" y="10724"/>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6"/>
            <p:cNvSpPr/>
            <p:nvPr/>
          </p:nvSpPr>
          <p:spPr>
            <a:xfrm rot="10800000" flipH="1">
              <a:off x="8573089" y="3551797"/>
              <a:ext cx="19453" cy="21818"/>
            </a:xfrm>
            <a:custGeom>
              <a:avLst/>
              <a:gdLst/>
              <a:ahLst/>
              <a:cxnLst/>
              <a:rect l="l" t="t" r="r" b="b"/>
              <a:pathLst>
                <a:path w="256" h="255" extrusionOk="0">
                  <a:moveTo>
                    <a:pt x="217" y="0"/>
                  </a:moveTo>
                  <a:lnTo>
                    <a:pt x="1" y="217"/>
                  </a:lnTo>
                  <a:lnTo>
                    <a:pt x="38" y="255"/>
                  </a:lnTo>
                  <a:lnTo>
                    <a:pt x="255" y="39"/>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6"/>
            <p:cNvSpPr/>
            <p:nvPr/>
          </p:nvSpPr>
          <p:spPr>
            <a:xfrm rot="10800000" flipH="1">
              <a:off x="7184182" y="3431925"/>
              <a:ext cx="382458" cy="412399"/>
            </a:xfrm>
            <a:custGeom>
              <a:avLst/>
              <a:gdLst/>
              <a:ahLst/>
              <a:cxnLst/>
              <a:rect l="l" t="t" r="r" b="b"/>
              <a:pathLst>
                <a:path w="5033" h="4820" extrusionOk="0">
                  <a:moveTo>
                    <a:pt x="212" y="1"/>
                  </a:moveTo>
                  <a:lnTo>
                    <a:pt x="0" y="217"/>
                  </a:lnTo>
                  <a:lnTo>
                    <a:pt x="4301" y="4518"/>
                  </a:lnTo>
                  <a:cubicBezTo>
                    <a:pt x="4545" y="4613"/>
                    <a:pt x="4791" y="4716"/>
                    <a:pt x="5032" y="4820"/>
                  </a:cubicBezTo>
                  <a:lnTo>
                    <a:pt x="2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rot="10800000" flipH="1">
              <a:off x="8179319" y="3108258"/>
              <a:ext cx="2888" cy="3422"/>
            </a:xfrm>
            <a:custGeom>
              <a:avLst/>
              <a:gdLst/>
              <a:ahLst/>
              <a:cxnLst/>
              <a:rect l="l" t="t" r="r" b="b"/>
              <a:pathLst>
                <a:path w="38" h="40" extrusionOk="0">
                  <a:moveTo>
                    <a:pt x="38" y="39"/>
                  </a:moveTo>
                  <a:lnTo>
                    <a:pt x="38" y="3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rot="10800000" flipH="1">
              <a:off x="7348240" y="3092935"/>
              <a:ext cx="831179" cy="939449"/>
            </a:xfrm>
            <a:custGeom>
              <a:avLst/>
              <a:gdLst/>
              <a:ahLst/>
              <a:cxnLst/>
              <a:rect l="l" t="t" r="r" b="b"/>
              <a:pathLst>
                <a:path w="10938" h="10980" extrusionOk="0">
                  <a:moveTo>
                    <a:pt x="175" y="1"/>
                  </a:moveTo>
                  <a:lnTo>
                    <a:pt x="213" y="39"/>
                  </a:lnTo>
                  <a:lnTo>
                    <a:pt x="213" y="39"/>
                  </a:lnTo>
                  <a:lnTo>
                    <a:pt x="213" y="38"/>
                  </a:lnTo>
                  <a:lnTo>
                    <a:pt x="175" y="1"/>
                  </a:lnTo>
                  <a:close/>
                  <a:moveTo>
                    <a:pt x="213" y="39"/>
                  </a:moveTo>
                  <a:lnTo>
                    <a:pt x="1" y="255"/>
                  </a:lnTo>
                  <a:lnTo>
                    <a:pt x="10720" y="10979"/>
                  </a:lnTo>
                  <a:lnTo>
                    <a:pt x="10937" y="10762"/>
                  </a:lnTo>
                  <a:lnTo>
                    <a:pt x="213"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rot="10800000" flipH="1">
              <a:off x="8162754" y="3089777"/>
              <a:ext cx="19453" cy="21903"/>
            </a:xfrm>
            <a:custGeom>
              <a:avLst/>
              <a:gdLst/>
              <a:ahLst/>
              <a:cxnLst/>
              <a:rect l="l" t="t" r="r" b="b"/>
              <a:pathLst>
                <a:path w="256" h="256" extrusionOk="0">
                  <a:moveTo>
                    <a:pt x="218" y="1"/>
                  </a:moveTo>
                  <a:lnTo>
                    <a:pt x="1" y="218"/>
                  </a:lnTo>
                  <a:lnTo>
                    <a:pt x="38" y="256"/>
                  </a:lnTo>
                  <a:lnTo>
                    <a:pt x="256"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6"/>
            <p:cNvSpPr/>
            <p:nvPr/>
          </p:nvSpPr>
          <p:spPr>
            <a:xfrm rot="10800000" flipH="1">
              <a:off x="7509182" y="3274491"/>
              <a:ext cx="834294" cy="939449"/>
            </a:xfrm>
            <a:custGeom>
              <a:avLst/>
              <a:gdLst/>
              <a:ahLst/>
              <a:cxnLst/>
              <a:rect l="l" t="t" r="r" b="b"/>
              <a:pathLst>
                <a:path w="10979" h="10980" extrusionOk="0">
                  <a:moveTo>
                    <a:pt x="0" y="179"/>
                  </a:moveTo>
                  <a:lnTo>
                    <a:pt x="31" y="210"/>
                  </a:lnTo>
                  <a:lnTo>
                    <a:pt x="5" y="179"/>
                  </a:lnTo>
                  <a:close/>
                  <a:moveTo>
                    <a:pt x="31" y="210"/>
                  </a:moveTo>
                  <a:lnTo>
                    <a:pt x="38" y="218"/>
                  </a:lnTo>
                  <a:lnTo>
                    <a:pt x="38" y="217"/>
                  </a:lnTo>
                  <a:lnTo>
                    <a:pt x="31" y="210"/>
                  </a:lnTo>
                  <a:close/>
                  <a:moveTo>
                    <a:pt x="255" y="1"/>
                  </a:moveTo>
                  <a:lnTo>
                    <a:pt x="38" y="217"/>
                  </a:lnTo>
                  <a:lnTo>
                    <a:pt x="10762" y="10941"/>
                  </a:lnTo>
                  <a:lnTo>
                    <a:pt x="10762" y="10941"/>
                  </a:lnTo>
                  <a:lnTo>
                    <a:pt x="10979" y="10724"/>
                  </a:lnTo>
                  <a:lnTo>
                    <a:pt x="255" y="1"/>
                  </a:lnTo>
                  <a:close/>
                  <a:moveTo>
                    <a:pt x="10762" y="10941"/>
                  </a:moveTo>
                  <a:lnTo>
                    <a:pt x="10761" y="10942"/>
                  </a:lnTo>
                  <a:lnTo>
                    <a:pt x="10800" y="10979"/>
                  </a:lnTo>
                  <a:lnTo>
                    <a:pt x="10762" y="1094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6"/>
            <p:cNvSpPr/>
            <p:nvPr/>
          </p:nvSpPr>
          <p:spPr>
            <a:xfrm rot="10800000" flipH="1">
              <a:off x="8326888" y="3274499"/>
              <a:ext cx="19453" cy="21903"/>
            </a:xfrm>
            <a:custGeom>
              <a:avLst/>
              <a:gdLst/>
              <a:ahLst/>
              <a:cxnLst/>
              <a:rect l="l" t="t" r="r" b="b"/>
              <a:pathLst>
                <a:path w="256" h="256" extrusionOk="0">
                  <a:moveTo>
                    <a:pt x="218" y="0"/>
                  </a:moveTo>
                  <a:lnTo>
                    <a:pt x="0" y="218"/>
                  </a:lnTo>
                  <a:lnTo>
                    <a:pt x="39"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rot="10800000" flipH="1">
              <a:off x="7676204" y="3462551"/>
              <a:ext cx="831407" cy="936112"/>
            </a:xfrm>
            <a:custGeom>
              <a:avLst/>
              <a:gdLst/>
              <a:ahLst/>
              <a:cxnLst/>
              <a:rect l="l" t="t" r="r" b="b"/>
              <a:pathLst>
                <a:path w="10941" h="10941" extrusionOk="0">
                  <a:moveTo>
                    <a:pt x="216" y="0"/>
                  </a:moveTo>
                  <a:lnTo>
                    <a:pt x="0" y="216"/>
                  </a:lnTo>
                  <a:lnTo>
                    <a:pt x="10724" y="10940"/>
                  </a:lnTo>
                  <a:lnTo>
                    <a:pt x="10940" y="10724"/>
                  </a:ln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rot="10800000" flipH="1">
              <a:off x="8491098" y="3459307"/>
              <a:ext cx="19377" cy="21903"/>
            </a:xfrm>
            <a:custGeom>
              <a:avLst/>
              <a:gdLst/>
              <a:ahLst/>
              <a:cxnLst/>
              <a:rect l="l" t="t" r="r" b="b"/>
              <a:pathLst>
                <a:path w="255" h="256" extrusionOk="0">
                  <a:moveTo>
                    <a:pt x="216" y="1"/>
                  </a:moveTo>
                  <a:lnTo>
                    <a:pt x="0" y="217"/>
                  </a:lnTo>
                  <a:lnTo>
                    <a:pt x="37" y="256"/>
                  </a:lnTo>
                  <a:lnTo>
                    <a:pt x="255" y="38"/>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6"/>
            <p:cNvSpPr/>
            <p:nvPr/>
          </p:nvSpPr>
          <p:spPr>
            <a:xfrm rot="10800000" flipH="1">
              <a:off x="7840261" y="3647359"/>
              <a:ext cx="834370" cy="939021"/>
            </a:xfrm>
            <a:custGeom>
              <a:avLst/>
              <a:gdLst/>
              <a:ahLst/>
              <a:cxnLst/>
              <a:rect l="l" t="t" r="r" b="b"/>
              <a:pathLst>
                <a:path w="10980" h="10975" extrusionOk="0">
                  <a:moveTo>
                    <a:pt x="179" y="1"/>
                  </a:moveTo>
                  <a:lnTo>
                    <a:pt x="215" y="36"/>
                  </a:lnTo>
                  <a:lnTo>
                    <a:pt x="218" y="33"/>
                  </a:lnTo>
                  <a:lnTo>
                    <a:pt x="179" y="1"/>
                  </a:lnTo>
                  <a:close/>
                  <a:moveTo>
                    <a:pt x="10942" y="10757"/>
                  </a:moveTo>
                  <a:lnTo>
                    <a:pt x="10941" y="10758"/>
                  </a:lnTo>
                  <a:lnTo>
                    <a:pt x="10941" y="10758"/>
                  </a:lnTo>
                  <a:lnTo>
                    <a:pt x="10979" y="10796"/>
                  </a:lnTo>
                  <a:lnTo>
                    <a:pt x="10942" y="10757"/>
                  </a:lnTo>
                  <a:close/>
                  <a:moveTo>
                    <a:pt x="215" y="36"/>
                  </a:moveTo>
                  <a:lnTo>
                    <a:pt x="1" y="251"/>
                  </a:lnTo>
                  <a:lnTo>
                    <a:pt x="10724" y="10975"/>
                  </a:lnTo>
                  <a:lnTo>
                    <a:pt x="10941" y="10758"/>
                  </a:lnTo>
                  <a:lnTo>
                    <a:pt x="10941" y="10758"/>
                  </a:lnTo>
                  <a:lnTo>
                    <a:pt x="215" y="3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6"/>
            <p:cNvSpPr/>
            <p:nvPr/>
          </p:nvSpPr>
          <p:spPr>
            <a:xfrm rot="10800000" flipH="1">
              <a:off x="8655156" y="3644201"/>
              <a:ext cx="19453" cy="21818"/>
            </a:xfrm>
            <a:custGeom>
              <a:avLst/>
              <a:gdLst/>
              <a:ahLst/>
              <a:cxnLst/>
              <a:rect l="l" t="t" r="r" b="b"/>
              <a:pathLst>
                <a:path w="256" h="255" extrusionOk="0">
                  <a:moveTo>
                    <a:pt x="218" y="0"/>
                  </a:moveTo>
                  <a:lnTo>
                    <a:pt x="0" y="218"/>
                  </a:lnTo>
                  <a:lnTo>
                    <a:pt x="38" y="255"/>
                  </a:lnTo>
                  <a:lnTo>
                    <a:pt x="255" y="39"/>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rot="10800000" flipH="1">
              <a:off x="7115337" y="3751835"/>
              <a:ext cx="2964" cy="3422"/>
            </a:xfrm>
            <a:custGeom>
              <a:avLst/>
              <a:gdLst/>
              <a:ahLst/>
              <a:cxnLst/>
              <a:rect l="l" t="t" r="r" b="b"/>
              <a:pathLst>
                <a:path w="39" h="40" extrusionOk="0">
                  <a:moveTo>
                    <a:pt x="38" y="39"/>
                  </a:moveTo>
                  <a:lnTo>
                    <a:pt x="38" y="39"/>
                  </a:ln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rot="10800000" flipH="1">
              <a:off x="7099152" y="3733354"/>
              <a:ext cx="19149" cy="21903"/>
            </a:xfrm>
            <a:custGeom>
              <a:avLst/>
              <a:gdLst/>
              <a:ahLst/>
              <a:cxnLst/>
              <a:rect l="l" t="t" r="r" b="b"/>
              <a:pathLst>
                <a:path w="252" h="256" extrusionOk="0">
                  <a:moveTo>
                    <a:pt x="214" y="1"/>
                  </a:moveTo>
                  <a:lnTo>
                    <a:pt x="1" y="218"/>
                  </a:lnTo>
                  <a:lnTo>
                    <a:pt x="39" y="256"/>
                  </a:lnTo>
                  <a:lnTo>
                    <a:pt x="251" y="39"/>
                  </a:lnTo>
                  <a:lnTo>
                    <a:pt x="2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6"/>
            <p:cNvSpPr/>
            <p:nvPr/>
          </p:nvSpPr>
          <p:spPr>
            <a:xfrm rot="10800000" flipH="1">
              <a:off x="7263361" y="3918076"/>
              <a:ext cx="18998" cy="21903"/>
            </a:xfrm>
            <a:custGeom>
              <a:avLst/>
              <a:gdLst/>
              <a:ahLst/>
              <a:cxnLst/>
              <a:rect l="l" t="t" r="r" b="b"/>
              <a:pathLst>
                <a:path w="250" h="256" extrusionOk="0">
                  <a:moveTo>
                    <a:pt x="212" y="0"/>
                  </a:moveTo>
                  <a:lnTo>
                    <a:pt x="1" y="218"/>
                  </a:lnTo>
                  <a:lnTo>
                    <a:pt x="38" y="255"/>
                  </a:lnTo>
                  <a:lnTo>
                    <a:pt x="250" y="38"/>
                  </a:lnTo>
                  <a:lnTo>
                    <a:pt x="2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6"/>
            <p:cNvSpPr/>
            <p:nvPr/>
          </p:nvSpPr>
          <p:spPr>
            <a:xfrm rot="10800000" flipH="1">
              <a:off x="7427495" y="4102884"/>
              <a:ext cx="19073" cy="21903"/>
            </a:xfrm>
            <a:custGeom>
              <a:avLst/>
              <a:gdLst/>
              <a:ahLst/>
              <a:cxnLst/>
              <a:rect l="l" t="t" r="r" b="b"/>
              <a:pathLst>
                <a:path w="251" h="256" extrusionOk="0">
                  <a:moveTo>
                    <a:pt x="212" y="1"/>
                  </a:moveTo>
                  <a:lnTo>
                    <a:pt x="0" y="217"/>
                  </a:lnTo>
                  <a:lnTo>
                    <a:pt x="33" y="256"/>
                  </a:lnTo>
                  <a:lnTo>
                    <a:pt x="250" y="38"/>
                  </a:lnTo>
                  <a:lnTo>
                    <a:pt x="2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6"/>
            <p:cNvSpPr/>
            <p:nvPr/>
          </p:nvSpPr>
          <p:spPr>
            <a:xfrm rot="10800000" flipH="1">
              <a:off x="7591173" y="4287778"/>
              <a:ext cx="19453" cy="21818"/>
            </a:xfrm>
            <a:custGeom>
              <a:avLst/>
              <a:gdLst/>
              <a:ahLst/>
              <a:cxnLst/>
              <a:rect l="l" t="t" r="r" b="b"/>
              <a:pathLst>
                <a:path w="256" h="255" extrusionOk="0">
                  <a:moveTo>
                    <a:pt x="218" y="0"/>
                  </a:moveTo>
                  <a:lnTo>
                    <a:pt x="1" y="218"/>
                  </a:lnTo>
                  <a:lnTo>
                    <a:pt x="38" y="255"/>
                  </a:lnTo>
                  <a:lnTo>
                    <a:pt x="256" y="39"/>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6"/>
            <p:cNvSpPr/>
            <p:nvPr/>
          </p:nvSpPr>
          <p:spPr>
            <a:xfrm rot="10800000" flipH="1">
              <a:off x="7755307" y="4472500"/>
              <a:ext cx="19453" cy="21903"/>
            </a:xfrm>
            <a:custGeom>
              <a:avLst/>
              <a:gdLst/>
              <a:ahLst/>
              <a:cxnLst/>
              <a:rect l="l" t="t" r="r" b="b"/>
              <a:pathLst>
                <a:path w="256" h="256" extrusionOk="0">
                  <a:moveTo>
                    <a:pt x="218" y="1"/>
                  </a:moveTo>
                  <a:lnTo>
                    <a:pt x="0" y="218"/>
                  </a:lnTo>
                  <a:lnTo>
                    <a:pt x="39" y="256"/>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6"/>
            <p:cNvSpPr/>
            <p:nvPr/>
          </p:nvSpPr>
          <p:spPr>
            <a:xfrm rot="10800000" flipH="1">
              <a:off x="7181219" y="3825758"/>
              <a:ext cx="19073" cy="21818"/>
            </a:xfrm>
            <a:custGeom>
              <a:avLst/>
              <a:gdLst/>
              <a:ahLst/>
              <a:cxnLst/>
              <a:rect l="l" t="t" r="r" b="b"/>
              <a:pathLst>
                <a:path w="251" h="255" extrusionOk="0">
                  <a:moveTo>
                    <a:pt x="213" y="0"/>
                  </a:moveTo>
                  <a:lnTo>
                    <a:pt x="1" y="217"/>
                  </a:lnTo>
                  <a:lnTo>
                    <a:pt x="39" y="255"/>
                  </a:lnTo>
                  <a:lnTo>
                    <a:pt x="251" y="39"/>
                  </a:lnTo>
                  <a:lnTo>
                    <a:pt x="2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6"/>
            <p:cNvSpPr/>
            <p:nvPr/>
          </p:nvSpPr>
          <p:spPr>
            <a:xfrm rot="10800000" flipH="1">
              <a:off x="7345428" y="4010480"/>
              <a:ext cx="2888" cy="3337"/>
            </a:xfrm>
            <a:custGeom>
              <a:avLst/>
              <a:gdLst/>
              <a:ahLst/>
              <a:cxnLst/>
              <a:rect l="l" t="t" r="r" b="b"/>
              <a:pathLst>
                <a:path w="38" h="39" extrusionOk="0">
                  <a:moveTo>
                    <a:pt x="38" y="38"/>
                  </a:move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6"/>
            <p:cNvSpPr/>
            <p:nvPr/>
          </p:nvSpPr>
          <p:spPr>
            <a:xfrm rot="10800000" flipH="1">
              <a:off x="7345428" y="4010480"/>
              <a:ext cx="19073" cy="21903"/>
            </a:xfrm>
            <a:custGeom>
              <a:avLst/>
              <a:gdLst/>
              <a:ahLst/>
              <a:cxnLst/>
              <a:rect l="l" t="t" r="r" b="b"/>
              <a:pathLst>
                <a:path w="251" h="256" extrusionOk="0">
                  <a:moveTo>
                    <a:pt x="212" y="1"/>
                  </a:moveTo>
                  <a:lnTo>
                    <a:pt x="0" y="218"/>
                  </a:lnTo>
                  <a:lnTo>
                    <a:pt x="38" y="255"/>
                  </a:lnTo>
                  <a:lnTo>
                    <a:pt x="250" y="38"/>
                  </a:lnTo>
                  <a:lnTo>
                    <a:pt x="2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6"/>
            <p:cNvSpPr/>
            <p:nvPr/>
          </p:nvSpPr>
          <p:spPr>
            <a:xfrm rot="10800000" flipH="1">
              <a:off x="7525672" y="4213855"/>
              <a:ext cx="2888" cy="3251"/>
            </a:xfrm>
            <a:custGeom>
              <a:avLst/>
              <a:gdLst/>
              <a:ahLst/>
              <a:cxnLst/>
              <a:rect l="l" t="t" r="r" b="b"/>
              <a:pathLst>
                <a:path w="38" h="38" extrusionOk="0">
                  <a:moveTo>
                    <a:pt x="1" y="0"/>
                  </a:moveTo>
                  <a:lnTo>
                    <a:pt x="1" y="0"/>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6"/>
            <p:cNvSpPr/>
            <p:nvPr/>
          </p:nvSpPr>
          <p:spPr>
            <a:xfrm rot="10800000" flipH="1">
              <a:off x="7509486" y="4195288"/>
              <a:ext cx="19073" cy="21818"/>
            </a:xfrm>
            <a:custGeom>
              <a:avLst/>
              <a:gdLst/>
              <a:ahLst/>
              <a:cxnLst/>
              <a:rect l="l" t="t" r="r" b="b"/>
              <a:pathLst>
                <a:path w="251" h="255" extrusionOk="0">
                  <a:moveTo>
                    <a:pt x="214" y="0"/>
                  </a:moveTo>
                  <a:lnTo>
                    <a:pt x="1" y="216"/>
                  </a:lnTo>
                  <a:lnTo>
                    <a:pt x="34" y="255"/>
                  </a:lnTo>
                  <a:lnTo>
                    <a:pt x="251" y="38"/>
                  </a:lnTo>
                  <a:lnTo>
                    <a:pt x="2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6"/>
            <p:cNvSpPr/>
            <p:nvPr/>
          </p:nvSpPr>
          <p:spPr>
            <a:xfrm rot="10800000" flipH="1">
              <a:off x="7673240" y="4380096"/>
              <a:ext cx="19453" cy="21903"/>
            </a:xfrm>
            <a:custGeom>
              <a:avLst/>
              <a:gdLst/>
              <a:ahLst/>
              <a:cxnLst/>
              <a:rect l="l" t="t" r="r" b="b"/>
              <a:pathLst>
                <a:path w="256" h="256" extrusionOk="0">
                  <a:moveTo>
                    <a:pt x="218" y="1"/>
                  </a:moveTo>
                  <a:lnTo>
                    <a:pt x="1" y="218"/>
                  </a:lnTo>
                  <a:lnTo>
                    <a:pt x="39" y="255"/>
                  </a:lnTo>
                  <a:lnTo>
                    <a:pt x="255"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6"/>
            <p:cNvSpPr/>
            <p:nvPr/>
          </p:nvSpPr>
          <p:spPr>
            <a:xfrm rot="10800000" flipH="1">
              <a:off x="7837450" y="4564904"/>
              <a:ext cx="2888" cy="3251"/>
            </a:xfrm>
            <a:custGeom>
              <a:avLst/>
              <a:gdLst/>
              <a:ahLst/>
              <a:cxnLst/>
              <a:rect l="l" t="t" r="r" b="b"/>
              <a:pathLst>
                <a:path w="38" h="38" extrusionOk="0">
                  <a:moveTo>
                    <a:pt x="0" y="0"/>
                  </a:moveTo>
                  <a:lnTo>
                    <a:pt x="0" y="0"/>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6"/>
            <p:cNvSpPr/>
            <p:nvPr/>
          </p:nvSpPr>
          <p:spPr>
            <a:xfrm rot="10800000" flipH="1">
              <a:off x="7837450" y="4564904"/>
              <a:ext cx="19377" cy="21476"/>
            </a:xfrm>
            <a:custGeom>
              <a:avLst/>
              <a:gdLst/>
              <a:ahLst/>
              <a:cxnLst/>
              <a:rect l="l" t="t" r="r" b="b"/>
              <a:pathLst>
                <a:path w="255" h="251" extrusionOk="0">
                  <a:moveTo>
                    <a:pt x="216" y="1"/>
                  </a:moveTo>
                  <a:lnTo>
                    <a:pt x="0" y="213"/>
                  </a:lnTo>
                  <a:lnTo>
                    <a:pt x="38" y="251"/>
                  </a:lnTo>
                  <a:lnTo>
                    <a:pt x="255" y="33"/>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6"/>
            <p:cNvSpPr/>
            <p:nvPr/>
          </p:nvSpPr>
          <p:spPr>
            <a:xfrm rot="10800000" flipH="1">
              <a:off x="7017161" y="3571561"/>
              <a:ext cx="97115" cy="87956"/>
            </a:xfrm>
            <a:custGeom>
              <a:avLst/>
              <a:gdLst/>
              <a:ahLst/>
              <a:cxnLst/>
              <a:rect l="l" t="t" r="r" b="b"/>
              <a:pathLst>
                <a:path w="1278" h="1028" extrusionOk="0">
                  <a:moveTo>
                    <a:pt x="0" y="179"/>
                  </a:moveTo>
                  <a:lnTo>
                    <a:pt x="38" y="217"/>
                  </a:lnTo>
                  <a:lnTo>
                    <a:pt x="38" y="217"/>
                  </a:lnTo>
                  <a:lnTo>
                    <a:pt x="0" y="179"/>
                  </a:lnTo>
                  <a:close/>
                  <a:moveTo>
                    <a:pt x="250" y="0"/>
                  </a:moveTo>
                  <a:lnTo>
                    <a:pt x="38" y="217"/>
                  </a:lnTo>
                  <a:lnTo>
                    <a:pt x="769" y="947"/>
                  </a:lnTo>
                  <a:cubicBezTo>
                    <a:pt x="938" y="976"/>
                    <a:pt x="1108" y="1000"/>
                    <a:pt x="1278" y="1028"/>
                  </a:cubicBezTo>
                  <a:lnTo>
                    <a:pt x="25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6"/>
            <p:cNvSpPr/>
            <p:nvPr/>
          </p:nvSpPr>
          <p:spPr>
            <a:xfrm rot="10800000" flipH="1">
              <a:off x="7033270" y="3659431"/>
              <a:ext cx="2964" cy="3337"/>
            </a:xfrm>
            <a:custGeom>
              <a:avLst/>
              <a:gdLst/>
              <a:ahLst/>
              <a:cxnLst/>
              <a:rect l="l" t="t" r="r" b="b"/>
              <a:pathLst>
                <a:path w="39" h="39" extrusionOk="0">
                  <a:moveTo>
                    <a:pt x="38" y="38"/>
                  </a:move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6"/>
            <p:cNvSpPr/>
            <p:nvPr/>
          </p:nvSpPr>
          <p:spPr>
            <a:xfrm rot="10800000" flipH="1">
              <a:off x="7017161" y="3640864"/>
              <a:ext cx="19073" cy="21903"/>
            </a:xfrm>
            <a:custGeom>
              <a:avLst/>
              <a:gdLst/>
              <a:ahLst/>
              <a:cxnLst/>
              <a:rect l="l" t="t" r="r" b="b"/>
              <a:pathLst>
                <a:path w="251" h="256" extrusionOk="0">
                  <a:moveTo>
                    <a:pt x="213" y="1"/>
                  </a:moveTo>
                  <a:lnTo>
                    <a:pt x="0" y="217"/>
                  </a:lnTo>
                  <a:lnTo>
                    <a:pt x="38" y="255"/>
                  </a:lnTo>
                  <a:lnTo>
                    <a:pt x="250" y="38"/>
                  </a:lnTo>
                  <a:lnTo>
                    <a:pt x="2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6"/>
            <p:cNvSpPr/>
            <p:nvPr/>
          </p:nvSpPr>
          <p:spPr>
            <a:xfrm rot="10800000" flipH="1">
              <a:off x="7933043" y="4678698"/>
              <a:ext cx="2964" cy="3251"/>
            </a:xfrm>
            <a:custGeom>
              <a:avLst/>
              <a:gdLst/>
              <a:ahLst/>
              <a:cxnLst/>
              <a:rect l="l" t="t" r="r" b="b"/>
              <a:pathLst>
                <a:path w="39" h="38" extrusionOk="0">
                  <a:moveTo>
                    <a:pt x="38" y="38"/>
                  </a:move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6"/>
            <p:cNvSpPr/>
            <p:nvPr/>
          </p:nvSpPr>
          <p:spPr>
            <a:xfrm rot="10800000" flipH="1">
              <a:off x="8080763" y="4845282"/>
              <a:ext cx="2888" cy="3337"/>
            </a:xfrm>
            <a:custGeom>
              <a:avLst/>
              <a:gdLst/>
              <a:ahLst/>
              <a:cxnLst/>
              <a:rect l="l" t="t" r="r" b="b"/>
              <a:pathLst>
                <a:path w="38" h="39" extrusionOk="0">
                  <a:moveTo>
                    <a:pt x="0" y="1"/>
                  </a:moveTo>
                  <a:lnTo>
                    <a:pt x="0" y="1"/>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6"/>
            <p:cNvSpPr/>
            <p:nvPr/>
          </p:nvSpPr>
          <p:spPr>
            <a:xfrm rot="10800000" flipH="1">
              <a:off x="7998696" y="4752964"/>
              <a:ext cx="2888" cy="3251"/>
            </a:xfrm>
            <a:custGeom>
              <a:avLst/>
              <a:gdLst/>
              <a:ahLst/>
              <a:cxnLst/>
              <a:rect l="l" t="t" r="r" b="b"/>
              <a:pathLst>
                <a:path w="38" h="38" extrusionOk="0">
                  <a:moveTo>
                    <a:pt x="0" y="0"/>
                  </a:moveTo>
                  <a:lnTo>
                    <a:pt x="0" y="0"/>
                  </a:ln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6"/>
            <p:cNvSpPr/>
            <p:nvPr/>
          </p:nvSpPr>
          <p:spPr>
            <a:xfrm rot="10800000" flipH="1">
              <a:off x="7418529" y="4663721"/>
              <a:ext cx="514604" cy="561017"/>
            </a:xfrm>
            <a:custGeom>
              <a:avLst/>
              <a:gdLst/>
              <a:ahLst/>
              <a:cxnLst/>
              <a:rect l="l" t="t" r="r" b="b"/>
              <a:pathLst>
                <a:path w="6772" h="6557" extrusionOk="0">
                  <a:moveTo>
                    <a:pt x="0" y="1"/>
                  </a:moveTo>
                  <a:lnTo>
                    <a:pt x="6555" y="6556"/>
                  </a:lnTo>
                  <a:lnTo>
                    <a:pt x="6772" y="6345"/>
                  </a:lnTo>
                  <a:lnTo>
                    <a:pt x="4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6"/>
            <p:cNvSpPr/>
            <p:nvPr/>
          </p:nvSpPr>
          <p:spPr>
            <a:xfrm rot="10800000" flipH="1">
              <a:off x="7916553" y="4660559"/>
              <a:ext cx="19453" cy="21390"/>
            </a:xfrm>
            <a:custGeom>
              <a:avLst/>
              <a:gdLst/>
              <a:ahLst/>
              <a:cxnLst/>
              <a:rect l="l" t="t" r="r" b="b"/>
              <a:pathLst>
                <a:path w="256" h="250" extrusionOk="0">
                  <a:moveTo>
                    <a:pt x="218" y="1"/>
                  </a:moveTo>
                  <a:lnTo>
                    <a:pt x="1" y="212"/>
                  </a:lnTo>
                  <a:lnTo>
                    <a:pt x="39" y="250"/>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6"/>
            <p:cNvSpPr/>
            <p:nvPr/>
          </p:nvSpPr>
          <p:spPr>
            <a:xfrm rot="10800000" flipH="1">
              <a:off x="7746720" y="4848530"/>
              <a:ext cx="350542" cy="376207"/>
            </a:xfrm>
            <a:custGeom>
              <a:avLst/>
              <a:gdLst/>
              <a:ahLst/>
              <a:cxnLst/>
              <a:rect l="l" t="t" r="r" b="b"/>
              <a:pathLst>
                <a:path w="4613" h="4397" extrusionOk="0">
                  <a:moveTo>
                    <a:pt x="0" y="1"/>
                  </a:moveTo>
                  <a:lnTo>
                    <a:pt x="4396" y="4397"/>
                  </a:lnTo>
                  <a:lnTo>
                    <a:pt x="4612" y="4184"/>
                  </a:lnTo>
                  <a:lnTo>
                    <a:pt x="4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6"/>
            <p:cNvSpPr/>
            <p:nvPr/>
          </p:nvSpPr>
          <p:spPr>
            <a:xfrm rot="10800000" flipH="1">
              <a:off x="8080763" y="4845282"/>
              <a:ext cx="19377" cy="21561"/>
            </a:xfrm>
            <a:custGeom>
              <a:avLst/>
              <a:gdLst/>
              <a:ahLst/>
              <a:cxnLst/>
              <a:rect l="l" t="t" r="r" b="b"/>
              <a:pathLst>
                <a:path w="255" h="252" extrusionOk="0">
                  <a:moveTo>
                    <a:pt x="216" y="1"/>
                  </a:moveTo>
                  <a:lnTo>
                    <a:pt x="0" y="214"/>
                  </a:lnTo>
                  <a:lnTo>
                    <a:pt x="38" y="251"/>
                  </a:lnTo>
                  <a:lnTo>
                    <a:pt x="255" y="39"/>
                  </a:lnTo>
                  <a:lnTo>
                    <a:pt x="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6"/>
            <p:cNvSpPr/>
            <p:nvPr/>
          </p:nvSpPr>
          <p:spPr>
            <a:xfrm rot="10800000" flipH="1">
              <a:off x="7582587" y="4756125"/>
              <a:ext cx="432611" cy="468612"/>
            </a:xfrm>
            <a:custGeom>
              <a:avLst/>
              <a:gdLst/>
              <a:ahLst/>
              <a:cxnLst/>
              <a:rect l="l" t="t" r="r" b="b"/>
              <a:pathLst>
                <a:path w="5693" h="5477" extrusionOk="0">
                  <a:moveTo>
                    <a:pt x="1" y="1"/>
                  </a:moveTo>
                  <a:lnTo>
                    <a:pt x="5476" y="5476"/>
                  </a:lnTo>
                  <a:lnTo>
                    <a:pt x="5693" y="5264"/>
                  </a:lnTo>
                  <a:lnTo>
                    <a:pt x="4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6"/>
            <p:cNvSpPr/>
            <p:nvPr/>
          </p:nvSpPr>
          <p:spPr>
            <a:xfrm rot="10800000" flipH="1">
              <a:off x="7998696" y="4752963"/>
              <a:ext cx="19453" cy="21476"/>
            </a:xfrm>
            <a:custGeom>
              <a:avLst/>
              <a:gdLst/>
              <a:ahLst/>
              <a:cxnLst/>
              <a:rect l="l" t="t" r="r" b="b"/>
              <a:pathLst>
                <a:path w="256" h="251" extrusionOk="0">
                  <a:moveTo>
                    <a:pt x="217" y="1"/>
                  </a:moveTo>
                  <a:lnTo>
                    <a:pt x="0" y="213"/>
                  </a:lnTo>
                  <a:lnTo>
                    <a:pt x="38" y="251"/>
                  </a:lnTo>
                  <a:lnTo>
                    <a:pt x="255"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6"/>
            <p:cNvSpPr/>
            <p:nvPr/>
          </p:nvSpPr>
          <p:spPr>
            <a:xfrm rot="10800000" flipH="1">
              <a:off x="8179319" y="4955910"/>
              <a:ext cx="2888" cy="3251"/>
            </a:xfrm>
            <a:custGeom>
              <a:avLst/>
              <a:gdLst/>
              <a:ahLst/>
              <a:cxnLst/>
              <a:rect l="l" t="t" r="r" b="b"/>
              <a:pathLst>
                <a:path w="38" h="38" extrusionOk="0">
                  <a:moveTo>
                    <a:pt x="38" y="38"/>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6"/>
            <p:cNvSpPr/>
            <p:nvPr/>
          </p:nvSpPr>
          <p:spPr>
            <a:xfrm rot="10800000" flipH="1">
              <a:off x="7910854" y="4940935"/>
              <a:ext cx="268549" cy="283803"/>
            </a:xfrm>
            <a:custGeom>
              <a:avLst/>
              <a:gdLst/>
              <a:ahLst/>
              <a:cxnLst/>
              <a:rect l="l" t="t" r="r" b="b"/>
              <a:pathLst>
                <a:path w="3534" h="3317" extrusionOk="0">
                  <a:moveTo>
                    <a:pt x="1" y="1"/>
                  </a:moveTo>
                  <a:lnTo>
                    <a:pt x="3316" y="3317"/>
                  </a:lnTo>
                  <a:lnTo>
                    <a:pt x="3533" y="3104"/>
                  </a:lnTo>
                  <a:lnTo>
                    <a:pt x="4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6"/>
            <p:cNvSpPr/>
            <p:nvPr/>
          </p:nvSpPr>
          <p:spPr>
            <a:xfrm rot="10800000" flipH="1">
              <a:off x="8162754" y="4937686"/>
              <a:ext cx="19453" cy="21476"/>
            </a:xfrm>
            <a:custGeom>
              <a:avLst/>
              <a:gdLst/>
              <a:ahLst/>
              <a:cxnLst/>
              <a:rect l="l" t="t" r="r" b="b"/>
              <a:pathLst>
                <a:path w="256" h="251" extrusionOk="0">
                  <a:moveTo>
                    <a:pt x="218" y="0"/>
                  </a:moveTo>
                  <a:lnTo>
                    <a:pt x="1" y="213"/>
                  </a:lnTo>
                  <a:lnTo>
                    <a:pt x="38" y="250"/>
                  </a:lnTo>
                  <a:lnTo>
                    <a:pt x="256"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6"/>
            <p:cNvSpPr/>
            <p:nvPr/>
          </p:nvSpPr>
          <p:spPr>
            <a:xfrm rot="10800000" flipH="1">
              <a:off x="7096340" y="3736519"/>
              <a:ext cx="2888" cy="3337"/>
            </a:xfrm>
            <a:custGeom>
              <a:avLst/>
              <a:gdLst/>
              <a:ahLst/>
              <a:cxnLst/>
              <a:rect l="l" t="t" r="r" b="b"/>
              <a:pathLst>
                <a:path w="38" h="39" extrusionOk="0">
                  <a:moveTo>
                    <a:pt x="1" y="1"/>
                  </a:move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6"/>
            <p:cNvSpPr/>
            <p:nvPr/>
          </p:nvSpPr>
          <p:spPr>
            <a:xfrm rot="10800000" flipH="1">
              <a:off x="7588362" y="4290944"/>
              <a:ext cx="2888" cy="3251"/>
            </a:xfrm>
            <a:custGeom>
              <a:avLst/>
              <a:gdLst/>
              <a:ahLst/>
              <a:cxnLst/>
              <a:rect l="l" t="t" r="r" b="b"/>
              <a:pathLst>
                <a:path w="38" h="38" extrusionOk="0">
                  <a:moveTo>
                    <a:pt x="38" y="38"/>
                  </a:moveTo>
                  <a:lnTo>
                    <a:pt x="38" y="3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6"/>
            <p:cNvSpPr/>
            <p:nvPr/>
          </p:nvSpPr>
          <p:spPr>
            <a:xfrm rot="10800000" flipH="1">
              <a:off x="7358650" y="4032298"/>
              <a:ext cx="2888" cy="3251"/>
            </a:xfrm>
            <a:custGeom>
              <a:avLst/>
              <a:gdLst/>
              <a:ahLst/>
              <a:cxnLst/>
              <a:rect l="l" t="t" r="r" b="b"/>
              <a:pathLst>
                <a:path w="38" h="38" extrusionOk="0">
                  <a:moveTo>
                    <a:pt x="38" y="38"/>
                  </a:move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6"/>
            <p:cNvSpPr/>
            <p:nvPr/>
          </p:nvSpPr>
          <p:spPr>
            <a:xfrm rot="10800000" flipH="1">
              <a:off x="7506675" y="4198540"/>
              <a:ext cx="2888" cy="3251"/>
            </a:xfrm>
            <a:custGeom>
              <a:avLst/>
              <a:gdLst/>
              <a:ahLst/>
              <a:cxnLst/>
              <a:rect l="l" t="t" r="r" b="b"/>
              <a:pathLst>
                <a:path w="38" h="38" extrusionOk="0">
                  <a:moveTo>
                    <a:pt x="0" y="0"/>
                  </a:moveTo>
                  <a:lnTo>
                    <a:pt x="33" y="37"/>
                  </a:lnTo>
                  <a:lnTo>
                    <a:pt x="38" y="3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6"/>
            <p:cNvSpPr/>
            <p:nvPr/>
          </p:nvSpPr>
          <p:spPr>
            <a:xfrm rot="10800000" flipH="1">
              <a:off x="7851052" y="4586294"/>
              <a:ext cx="2888" cy="3251"/>
            </a:xfrm>
            <a:custGeom>
              <a:avLst/>
              <a:gdLst/>
              <a:ahLst/>
              <a:cxnLst/>
              <a:rect l="l" t="t" r="r" b="b"/>
              <a:pathLst>
                <a:path w="38" h="38" extrusionOk="0">
                  <a:moveTo>
                    <a:pt x="37" y="38"/>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6"/>
            <p:cNvSpPr/>
            <p:nvPr/>
          </p:nvSpPr>
          <p:spPr>
            <a:xfrm rot="10800000" flipH="1">
              <a:off x="6281446" y="3739763"/>
              <a:ext cx="833990" cy="936198"/>
            </a:xfrm>
            <a:custGeom>
              <a:avLst/>
              <a:gdLst/>
              <a:ahLst/>
              <a:cxnLst/>
              <a:rect l="l" t="t" r="r" b="b"/>
              <a:pathLst>
                <a:path w="10975" h="10942" extrusionOk="0">
                  <a:moveTo>
                    <a:pt x="218" y="1"/>
                  </a:moveTo>
                  <a:lnTo>
                    <a:pt x="1" y="218"/>
                  </a:lnTo>
                  <a:lnTo>
                    <a:pt x="10725" y="10942"/>
                  </a:lnTo>
                  <a:lnTo>
                    <a:pt x="10936" y="10725"/>
                  </a:lnTo>
                  <a:lnTo>
                    <a:pt x="10975" y="10762"/>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6"/>
            <p:cNvSpPr/>
            <p:nvPr/>
          </p:nvSpPr>
          <p:spPr>
            <a:xfrm rot="10800000" flipH="1">
              <a:off x="6295048" y="4675875"/>
              <a:ext cx="3040" cy="2909"/>
            </a:xfrm>
            <a:custGeom>
              <a:avLst/>
              <a:gdLst/>
              <a:ahLst/>
              <a:cxnLst/>
              <a:rect l="l" t="t" r="r" b="b"/>
              <a:pathLst>
                <a:path w="40" h="34" extrusionOk="0">
                  <a:moveTo>
                    <a:pt x="39" y="34"/>
                  </a:moveTo>
                  <a:lnTo>
                    <a:pt x="1" y="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6"/>
            <p:cNvSpPr/>
            <p:nvPr/>
          </p:nvSpPr>
          <p:spPr>
            <a:xfrm rot="10800000" flipH="1">
              <a:off x="7096340" y="3736519"/>
              <a:ext cx="19073" cy="21903"/>
            </a:xfrm>
            <a:custGeom>
              <a:avLst/>
              <a:gdLst/>
              <a:ahLst/>
              <a:cxnLst/>
              <a:rect l="l" t="t" r="r" b="b"/>
              <a:pathLst>
                <a:path w="251" h="256" extrusionOk="0">
                  <a:moveTo>
                    <a:pt x="212" y="1"/>
                  </a:moveTo>
                  <a:lnTo>
                    <a:pt x="1" y="218"/>
                  </a:lnTo>
                  <a:lnTo>
                    <a:pt x="38" y="255"/>
                  </a:lnTo>
                  <a:lnTo>
                    <a:pt x="251" y="38"/>
                  </a:lnTo>
                  <a:lnTo>
                    <a:pt x="2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6"/>
            <p:cNvSpPr/>
            <p:nvPr/>
          </p:nvSpPr>
          <p:spPr>
            <a:xfrm rot="10800000" flipH="1">
              <a:off x="6444364" y="3924571"/>
              <a:ext cx="832318" cy="935770"/>
            </a:xfrm>
            <a:custGeom>
              <a:avLst/>
              <a:gdLst/>
              <a:ahLst/>
              <a:cxnLst/>
              <a:rect l="l" t="t" r="r" b="b"/>
              <a:pathLst>
                <a:path w="10953" h="10937" extrusionOk="0">
                  <a:moveTo>
                    <a:pt x="0" y="196"/>
                  </a:moveTo>
                  <a:lnTo>
                    <a:pt x="16" y="212"/>
                  </a:lnTo>
                  <a:lnTo>
                    <a:pt x="16" y="212"/>
                  </a:lnTo>
                  <a:lnTo>
                    <a:pt x="0" y="196"/>
                  </a:lnTo>
                  <a:close/>
                  <a:moveTo>
                    <a:pt x="234" y="1"/>
                  </a:moveTo>
                  <a:lnTo>
                    <a:pt x="16" y="212"/>
                  </a:lnTo>
                  <a:lnTo>
                    <a:pt x="16" y="212"/>
                  </a:lnTo>
                  <a:lnTo>
                    <a:pt x="10740" y="10936"/>
                  </a:lnTo>
                  <a:lnTo>
                    <a:pt x="10953" y="10720"/>
                  </a:lnTo>
                  <a:lnTo>
                    <a:pt x="2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6"/>
            <p:cNvSpPr/>
            <p:nvPr/>
          </p:nvSpPr>
          <p:spPr>
            <a:xfrm rot="10800000" flipH="1">
              <a:off x="7260474" y="3921327"/>
              <a:ext cx="19073" cy="21818"/>
            </a:xfrm>
            <a:custGeom>
              <a:avLst/>
              <a:gdLst/>
              <a:ahLst/>
              <a:cxnLst/>
              <a:rect l="l" t="t" r="r" b="b"/>
              <a:pathLst>
                <a:path w="251" h="255" extrusionOk="0">
                  <a:moveTo>
                    <a:pt x="213" y="0"/>
                  </a:moveTo>
                  <a:lnTo>
                    <a:pt x="0" y="216"/>
                  </a:lnTo>
                  <a:lnTo>
                    <a:pt x="39" y="255"/>
                  </a:lnTo>
                  <a:lnTo>
                    <a:pt x="250" y="37"/>
                  </a:lnTo>
                  <a:lnTo>
                    <a:pt x="2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6"/>
            <p:cNvSpPr/>
            <p:nvPr/>
          </p:nvSpPr>
          <p:spPr>
            <a:xfrm rot="10800000" flipH="1">
              <a:off x="6609714" y="4109379"/>
              <a:ext cx="831103" cy="935684"/>
            </a:xfrm>
            <a:custGeom>
              <a:avLst/>
              <a:gdLst/>
              <a:ahLst/>
              <a:cxnLst/>
              <a:rect l="l" t="t" r="r" b="b"/>
              <a:pathLst>
                <a:path w="10937" h="10936" extrusionOk="0">
                  <a:moveTo>
                    <a:pt x="217" y="0"/>
                  </a:moveTo>
                  <a:lnTo>
                    <a:pt x="1" y="212"/>
                  </a:lnTo>
                  <a:lnTo>
                    <a:pt x="10725" y="10936"/>
                  </a:lnTo>
                  <a:lnTo>
                    <a:pt x="10936" y="1071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6"/>
            <p:cNvSpPr/>
            <p:nvPr/>
          </p:nvSpPr>
          <p:spPr>
            <a:xfrm rot="10800000" flipH="1">
              <a:off x="7424608" y="4106135"/>
              <a:ext cx="18998" cy="21903"/>
            </a:xfrm>
            <a:custGeom>
              <a:avLst/>
              <a:gdLst/>
              <a:ahLst/>
              <a:cxnLst/>
              <a:rect l="l" t="t" r="r" b="b"/>
              <a:pathLst>
                <a:path w="250" h="256" extrusionOk="0">
                  <a:moveTo>
                    <a:pt x="212" y="0"/>
                  </a:moveTo>
                  <a:lnTo>
                    <a:pt x="1" y="218"/>
                  </a:lnTo>
                  <a:lnTo>
                    <a:pt x="38" y="255"/>
                  </a:lnTo>
                  <a:lnTo>
                    <a:pt x="250" y="39"/>
                  </a:lnTo>
                  <a:lnTo>
                    <a:pt x="2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6"/>
            <p:cNvSpPr/>
            <p:nvPr/>
          </p:nvSpPr>
          <p:spPr>
            <a:xfrm rot="10800000" flipH="1">
              <a:off x="6770960" y="4294101"/>
              <a:ext cx="833914" cy="930636"/>
            </a:xfrm>
            <a:custGeom>
              <a:avLst/>
              <a:gdLst/>
              <a:ahLst/>
              <a:cxnLst/>
              <a:rect l="l" t="t" r="r" b="b"/>
              <a:pathLst>
                <a:path w="10974" h="10877" extrusionOk="0">
                  <a:moveTo>
                    <a:pt x="189" y="1"/>
                  </a:moveTo>
                  <a:lnTo>
                    <a:pt x="38" y="152"/>
                  </a:lnTo>
                  <a:lnTo>
                    <a:pt x="1" y="120"/>
                  </a:lnTo>
                  <a:lnTo>
                    <a:pt x="1" y="120"/>
                  </a:lnTo>
                  <a:lnTo>
                    <a:pt x="10758" y="10876"/>
                  </a:lnTo>
                  <a:lnTo>
                    <a:pt x="10974" y="10659"/>
                  </a:lnTo>
                  <a:lnTo>
                    <a:pt x="3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6"/>
            <p:cNvSpPr/>
            <p:nvPr/>
          </p:nvSpPr>
          <p:spPr>
            <a:xfrm rot="10800000" flipH="1">
              <a:off x="7588362" y="4290943"/>
              <a:ext cx="19453" cy="21903"/>
            </a:xfrm>
            <a:custGeom>
              <a:avLst/>
              <a:gdLst/>
              <a:ahLst/>
              <a:cxnLst/>
              <a:rect l="l" t="t" r="r" b="b"/>
              <a:pathLst>
                <a:path w="256" h="256" extrusionOk="0">
                  <a:moveTo>
                    <a:pt x="217" y="1"/>
                  </a:moveTo>
                  <a:lnTo>
                    <a:pt x="1" y="218"/>
                  </a:lnTo>
                  <a:lnTo>
                    <a:pt x="38" y="256"/>
                  </a:lnTo>
                  <a:lnTo>
                    <a:pt x="255"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6"/>
            <p:cNvSpPr/>
            <p:nvPr/>
          </p:nvSpPr>
          <p:spPr>
            <a:xfrm rot="10800000" flipH="1">
              <a:off x="7090261" y="4478997"/>
              <a:ext cx="678819" cy="745741"/>
            </a:xfrm>
            <a:custGeom>
              <a:avLst/>
              <a:gdLst/>
              <a:ahLst/>
              <a:cxnLst/>
              <a:rect l="l" t="t" r="r" b="b"/>
              <a:pathLst>
                <a:path w="8933" h="8716" extrusionOk="0">
                  <a:moveTo>
                    <a:pt x="0" y="1"/>
                  </a:moveTo>
                  <a:lnTo>
                    <a:pt x="8715" y="8716"/>
                  </a:lnTo>
                  <a:lnTo>
                    <a:pt x="8932" y="8504"/>
                  </a:lnTo>
                  <a:lnTo>
                    <a:pt x="4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6"/>
            <p:cNvSpPr/>
            <p:nvPr/>
          </p:nvSpPr>
          <p:spPr>
            <a:xfrm rot="10800000" flipH="1">
              <a:off x="7752495" y="4475666"/>
              <a:ext cx="19377" cy="21476"/>
            </a:xfrm>
            <a:custGeom>
              <a:avLst/>
              <a:gdLst/>
              <a:ahLst/>
              <a:cxnLst/>
              <a:rect l="l" t="t" r="r" b="b"/>
              <a:pathLst>
                <a:path w="255" h="251" extrusionOk="0">
                  <a:moveTo>
                    <a:pt x="217" y="0"/>
                  </a:moveTo>
                  <a:lnTo>
                    <a:pt x="0" y="212"/>
                  </a:lnTo>
                  <a:lnTo>
                    <a:pt x="37" y="250"/>
                  </a:lnTo>
                  <a:lnTo>
                    <a:pt x="255" y="33"/>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6"/>
            <p:cNvSpPr/>
            <p:nvPr/>
          </p:nvSpPr>
          <p:spPr>
            <a:xfrm rot="10800000" flipH="1">
              <a:off x="6363513" y="3832081"/>
              <a:ext cx="831179" cy="935855"/>
            </a:xfrm>
            <a:custGeom>
              <a:avLst/>
              <a:gdLst/>
              <a:ahLst/>
              <a:cxnLst/>
              <a:rect l="l" t="t" r="r" b="b"/>
              <a:pathLst>
                <a:path w="10938" h="10938" extrusionOk="0">
                  <a:moveTo>
                    <a:pt x="218" y="1"/>
                  </a:moveTo>
                  <a:lnTo>
                    <a:pt x="0" y="213"/>
                  </a:lnTo>
                  <a:lnTo>
                    <a:pt x="10724" y="10937"/>
                  </a:lnTo>
                  <a:lnTo>
                    <a:pt x="10937" y="10720"/>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6"/>
            <p:cNvSpPr/>
            <p:nvPr/>
          </p:nvSpPr>
          <p:spPr>
            <a:xfrm rot="10800000" flipH="1">
              <a:off x="7178407" y="3828923"/>
              <a:ext cx="19073" cy="21903"/>
            </a:xfrm>
            <a:custGeom>
              <a:avLst/>
              <a:gdLst/>
              <a:ahLst/>
              <a:cxnLst/>
              <a:rect l="l" t="t" r="r" b="b"/>
              <a:pathLst>
                <a:path w="251" h="256" extrusionOk="0">
                  <a:moveTo>
                    <a:pt x="213" y="1"/>
                  </a:moveTo>
                  <a:lnTo>
                    <a:pt x="0" y="218"/>
                  </a:lnTo>
                  <a:lnTo>
                    <a:pt x="38" y="255"/>
                  </a:lnTo>
                  <a:lnTo>
                    <a:pt x="250" y="38"/>
                  </a:lnTo>
                  <a:lnTo>
                    <a:pt x="2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6"/>
            <p:cNvSpPr/>
            <p:nvPr/>
          </p:nvSpPr>
          <p:spPr>
            <a:xfrm rot="10800000" flipH="1">
              <a:off x="6524759" y="4934520"/>
              <a:ext cx="2888" cy="3251"/>
            </a:xfrm>
            <a:custGeom>
              <a:avLst/>
              <a:gdLst/>
              <a:ahLst/>
              <a:cxnLst/>
              <a:rect l="l" t="t" r="r" b="b"/>
              <a:pathLst>
                <a:path w="38" h="38" extrusionOk="0">
                  <a:moveTo>
                    <a:pt x="1" y="0"/>
                  </a:moveTo>
                  <a:lnTo>
                    <a:pt x="1" y="0"/>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6"/>
            <p:cNvSpPr/>
            <p:nvPr/>
          </p:nvSpPr>
          <p:spPr>
            <a:xfrm rot="10800000" flipH="1">
              <a:off x="6527571" y="4014151"/>
              <a:ext cx="831179" cy="938508"/>
            </a:xfrm>
            <a:custGeom>
              <a:avLst/>
              <a:gdLst/>
              <a:ahLst/>
              <a:cxnLst/>
              <a:rect l="l" t="t" r="r" b="b"/>
              <a:pathLst>
                <a:path w="10938" h="10969" extrusionOk="0">
                  <a:moveTo>
                    <a:pt x="218" y="0"/>
                  </a:moveTo>
                  <a:lnTo>
                    <a:pt x="1" y="212"/>
                  </a:lnTo>
                  <a:lnTo>
                    <a:pt x="10757" y="10968"/>
                  </a:lnTo>
                  <a:lnTo>
                    <a:pt x="10725" y="10936"/>
                  </a:lnTo>
                  <a:lnTo>
                    <a:pt x="10938" y="10719"/>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6"/>
            <p:cNvSpPr/>
            <p:nvPr/>
          </p:nvSpPr>
          <p:spPr>
            <a:xfrm rot="10800000" flipH="1">
              <a:off x="7342465" y="4013731"/>
              <a:ext cx="19073" cy="21818"/>
            </a:xfrm>
            <a:custGeom>
              <a:avLst/>
              <a:gdLst/>
              <a:ahLst/>
              <a:cxnLst/>
              <a:rect l="l" t="t" r="r" b="b"/>
              <a:pathLst>
                <a:path w="251" h="255" extrusionOk="0">
                  <a:moveTo>
                    <a:pt x="214" y="0"/>
                  </a:moveTo>
                  <a:lnTo>
                    <a:pt x="1" y="217"/>
                  </a:lnTo>
                  <a:lnTo>
                    <a:pt x="39" y="255"/>
                  </a:lnTo>
                  <a:lnTo>
                    <a:pt x="251" y="38"/>
                  </a:lnTo>
                  <a:lnTo>
                    <a:pt x="2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6"/>
            <p:cNvSpPr/>
            <p:nvPr/>
          </p:nvSpPr>
          <p:spPr>
            <a:xfrm rot="10800000" flipH="1">
              <a:off x="6691781" y="4201697"/>
              <a:ext cx="832926" cy="937224"/>
            </a:xfrm>
            <a:custGeom>
              <a:avLst/>
              <a:gdLst/>
              <a:ahLst/>
              <a:cxnLst/>
              <a:rect l="l" t="t" r="r" b="b"/>
              <a:pathLst>
                <a:path w="10961" h="10954" extrusionOk="0">
                  <a:moveTo>
                    <a:pt x="201" y="0"/>
                  </a:moveTo>
                  <a:lnTo>
                    <a:pt x="217" y="16"/>
                  </a:lnTo>
                  <a:lnTo>
                    <a:pt x="217" y="16"/>
                  </a:lnTo>
                  <a:lnTo>
                    <a:pt x="201" y="0"/>
                  </a:lnTo>
                  <a:close/>
                  <a:moveTo>
                    <a:pt x="217" y="16"/>
                  </a:moveTo>
                  <a:lnTo>
                    <a:pt x="1" y="229"/>
                  </a:lnTo>
                  <a:lnTo>
                    <a:pt x="10724" y="10953"/>
                  </a:lnTo>
                  <a:lnTo>
                    <a:pt x="10936" y="10736"/>
                  </a:lnTo>
                  <a:lnTo>
                    <a:pt x="10961" y="10760"/>
                  </a:lnTo>
                  <a:lnTo>
                    <a:pt x="217" y="1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6"/>
            <p:cNvSpPr/>
            <p:nvPr/>
          </p:nvSpPr>
          <p:spPr>
            <a:xfrm rot="10800000" flipH="1">
              <a:off x="7506675" y="4198539"/>
              <a:ext cx="19073" cy="21903"/>
            </a:xfrm>
            <a:custGeom>
              <a:avLst/>
              <a:gdLst/>
              <a:ahLst/>
              <a:cxnLst/>
              <a:rect l="l" t="t" r="r" b="b"/>
              <a:pathLst>
                <a:path w="251" h="256" extrusionOk="0">
                  <a:moveTo>
                    <a:pt x="212" y="1"/>
                  </a:moveTo>
                  <a:lnTo>
                    <a:pt x="0" y="218"/>
                  </a:lnTo>
                  <a:lnTo>
                    <a:pt x="38" y="255"/>
                  </a:lnTo>
                  <a:lnTo>
                    <a:pt x="251" y="39"/>
                  </a:lnTo>
                  <a:lnTo>
                    <a:pt x="2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6"/>
            <p:cNvSpPr/>
            <p:nvPr/>
          </p:nvSpPr>
          <p:spPr>
            <a:xfrm rot="10800000" flipH="1">
              <a:off x="6926127" y="4386506"/>
              <a:ext cx="760888" cy="838231"/>
            </a:xfrm>
            <a:custGeom>
              <a:avLst/>
              <a:gdLst/>
              <a:ahLst/>
              <a:cxnLst/>
              <a:rect l="l" t="t" r="r" b="b"/>
              <a:pathLst>
                <a:path w="10013" h="9797" extrusionOk="0">
                  <a:moveTo>
                    <a:pt x="1" y="1"/>
                  </a:moveTo>
                  <a:lnTo>
                    <a:pt x="9795" y="9797"/>
                  </a:lnTo>
                  <a:lnTo>
                    <a:pt x="10013" y="9579"/>
                  </a:lnTo>
                  <a:lnTo>
                    <a:pt x="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6"/>
            <p:cNvSpPr/>
            <p:nvPr/>
          </p:nvSpPr>
          <p:spPr>
            <a:xfrm rot="10800000" flipH="1">
              <a:off x="7670429" y="4383347"/>
              <a:ext cx="19377" cy="21818"/>
            </a:xfrm>
            <a:custGeom>
              <a:avLst/>
              <a:gdLst/>
              <a:ahLst/>
              <a:cxnLst/>
              <a:rect l="l" t="t" r="r" b="b"/>
              <a:pathLst>
                <a:path w="255" h="255" extrusionOk="0">
                  <a:moveTo>
                    <a:pt x="218" y="0"/>
                  </a:moveTo>
                  <a:lnTo>
                    <a:pt x="0" y="218"/>
                  </a:lnTo>
                  <a:lnTo>
                    <a:pt x="38" y="255"/>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6"/>
            <p:cNvSpPr/>
            <p:nvPr/>
          </p:nvSpPr>
          <p:spPr>
            <a:xfrm rot="10800000" flipH="1">
              <a:off x="7254319" y="4571401"/>
              <a:ext cx="596825" cy="653336"/>
            </a:xfrm>
            <a:custGeom>
              <a:avLst/>
              <a:gdLst/>
              <a:ahLst/>
              <a:cxnLst/>
              <a:rect l="l" t="t" r="r" b="b"/>
              <a:pathLst>
                <a:path w="7854" h="7636" extrusionOk="0">
                  <a:moveTo>
                    <a:pt x="1" y="1"/>
                  </a:moveTo>
                  <a:lnTo>
                    <a:pt x="7636" y="7636"/>
                  </a:lnTo>
                  <a:lnTo>
                    <a:pt x="7853" y="7424"/>
                  </a:lnTo>
                  <a:lnTo>
                    <a:pt x="4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6"/>
            <p:cNvSpPr/>
            <p:nvPr/>
          </p:nvSpPr>
          <p:spPr>
            <a:xfrm rot="10800000" flipH="1">
              <a:off x="7834486" y="4568070"/>
              <a:ext cx="19453" cy="21476"/>
            </a:xfrm>
            <a:custGeom>
              <a:avLst/>
              <a:gdLst/>
              <a:ahLst/>
              <a:cxnLst/>
              <a:rect l="l" t="t" r="r" b="b"/>
              <a:pathLst>
                <a:path w="256" h="251" extrusionOk="0">
                  <a:moveTo>
                    <a:pt x="218" y="0"/>
                  </a:moveTo>
                  <a:lnTo>
                    <a:pt x="1" y="212"/>
                  </a:lnTo>
                  <a:lnTo>
                    <a:pt x="39" y="250"/>
                  </a:lnTo>
                  <a:lnTo>
                    <a:pt x="255"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6"/>
            <p:cNvSpPr/>
            <p:nvPr/>
          </p:nvSpPr>
          <p:spPr>
            <a:xfrm rot="10800000" flipH="1">
              <a:off x="6278634" y="4657223"/>
              <a:ext cx="19453" cy="21561"/>
            </a:xfrm>
            <a:custGeom>
              <a:avLst/>
              <a:gdLst/>
              <a:ahLst/>
              <a:cxnLst/>
              <a:rect l="l" t="t" r="r" b="b"/>
              <a:pathLst>
                <a:path w="256" h="252" extrusionOk="0">
                  <a:moveTo>
                    <a:pt x="217" y="1"/>
                  </a:moveTo>
                  <a:lnTo>
                    <a:pt x="0" y="213"/>
                  </a:lnTo>
                  <a:lnTo>
                    <a:pt x="38" y="251"/>
                  </a:lnTo>
                  <a:lnTo>
                    <a:pt x="255" y="34"/>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6"/>
            <p:cNvSpPr/>
            <p:nvPr/>
          </p:nvSpPr>
          <p:spPr>
            <a:xfrm rot="10800000" flipH="1">
              <a:off x="6459258" y="4860255"/>
              <a:ext cx="2888" cy="3251"/>
            </a:xfrm>
            <a:custGeom>
              <a:avLst/>
              <a:gdLst/>
              <a:ahLst/>
              <a:cxnLst/>
              <a:rect l="l" t="t" r="r" b="b"/>
              <a:pathLst>
                <a:path w="38" h="38" extrusionOk="0">
                  <a:moveTo>
                    <a:pt x="0" y="0"/>
                  </a:moveTo>
                  <a:lnTo>
                    <a:pt x="0" y="0"/>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6"/>
            <p:cNvSpPr/>
            <p:nvPr/>
          </p:nvSpPr>
          <p:spPr>
            <a:xfrm rot="10800000" flipH="1">
              <a:off x="6442692" y="4842116"/>
              <a:ext cx="19453" cy="21390"/>
            </a:xfrm>
            <a:custGeom>
              <a:avLst/>
              <a:gdLst/>
              <a:ahLst/>
              <a:cxnLst/>
              <a:rect l="l" t="t" r="r" b="b"/>
              <a:pathLst>
                <a:path w="256" h="250" extrusionOk="0">
                  <a:moveTo>
                    <a:pt x="218" y="0"/>
                  </a:moveTo>
                  <a:lnTo>
                    <a:pt x="1" y="212"/>
                  </a:lnTo>
                  <a:lnTo>
                    <a:pt x="38" y="249"/>
                  </a:lnTo>
                  <a:lnTo>
                    <a:pt x="256" y="38"/>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6"/>
            <p:cNvSpPr/>
            <p:nvPr/>
          </p:nvSpPr>
          <p:spPr>
            <a:xfrm rot="10800000" flipH="1">
              <a:off x="6360701" y="4749627"/>
              <a:ext cx="19377" cy="21476"/>
            </a:xfrm>
            <a:custGeom>
              <a:avLst/>
              <a:gdLst/>
              <a:ahLst/>
              <a:cxnLst/>
              <a:rect l="l" t="t" r="r" b="b"/>
              <a:pathLst>
                <a:path w="255" h="251" extrusionOk="0">
                  <a:moveTo>
                    <a:pt x="216" y="0"/>
                  </a:moveTo>
                  <a:lnTo>
                    <a:pt x="0" y="212"/>
                  </a:lnTo>
                  <a:lnTo>
                    <a:pt x="37" y="250"/>
                  </a:lnTo>
                  <a:lnTo>
                    <a:pt x="255" y="38"/>
                  </a:ln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6"/>
            <p:cNvSpPr/>
            <p:nvPr/>
          </p:nvSpPr>
          <p:spPr>
            <a:xfrm rot="10800000" flipH="1">
              <a:off x="6524759" y="4934520"/>
              <a:ext cx="19453" cy="21476"/>
            </a:xfrm>
            <a:custGeom>
              <a:avLst/>
              <a:gdLst/>
              <a:ahLst/>
              <a:cxnLst/>
              <a:rect l="l" t="t" r="r" b="b"/>
              <a:pathLst>
                <a:path w="256" h="251" extrusionOk="0">
                  <a:moveTo>
                    <a:pt x="218" y="1"/>
                  </a:moveTo>
                  <a:lnTo>
                    <a:pt x="1" y="213"/>
                  </a:lnTo>
                  <a:lnTo>
                    <a:pt x="38" y="251"/>
                  </a:lnTo>
                  <a:lnTo>
                    <a:pt x="255"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6"/>
            <p:cNvSpPr/>
            <p:nvPr/>
          </p:nvSpPr>
          <p:spPr>
            <a:xfrm rot="10800000" flipH="1">
              <a:off x="7014273" y="3644201"/>
              <a:ext cx="2964" cy="3251"/>
            </a:xfrm>
            <a:custGeom>
              <a:avLst/>
              <a:gdLst/>
              <a:ahLst/>
              <a:cxnLst/>
              <a:rect l="l" t="t" r="r" b="b"/>
              <a:pathLst>
                <a:path w="39" h="38" extrusionOk="0">
                  <a:moveTo>
                    <a:pt x="1" y="1"/>
                  </a:move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6"/>
            <p:cNvSpPr/>
            <p:nvPr/>
          </p:nvSpPr>
          <p:spPr>
            <a:xfrm rot="10800000" flipH="1">
              <a:off x="5953178" y="3674398"/>
              <a:ext cx="577448" cy="631946"/>
            </a:xfrm>
            <a:custGeom>
              <a:avLst/>
              <a:gdLst/>
              <a:ahLst/>
              <a:cxnLst/>
              <a:rect l="l" t="t" r="r" b="b"/>
              <a:pathLst>
                <a:path w="7599" h="7386" extrusionOk="0">
                  <a:moveTo>
                    <a:pt x="218" y="1"/>
                  </a:moveTo>
                  <a:lnTo>
                    <a:pt x="1" y="217"/>
                  </a:lnTo>
                  <a:lnTo>
                    <a:pt x="7037" y="7253"/>
                  </a:lnTo>
                  <a:cubicBezTo>
                    <a:pt x="7226" y="7301"/>
                    <a:pt x="7409" y="7343"/>
                    <a:pt x="7598" y="7386"/>
                  </a:cubicBez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6"/>
            <p:cNvSpPr/>
            <p:nvPr/>
          </p:nvSpPr>
          <p:spPr>
            <a:xfrm rot="10800000" flipH="1">
              <a:off x="6114425" y="3603382"/>
              <a:ext cx="807850" cy="887771"/>
            </a:xfrm>
            <a:custGeom>
              <a:avLst/>
              <a:gdLst/>
              <a:ahLst/>
              <a:cxnLst/>
              <a:rect l="l" t="t" r="r" b="b"/>
              <a:pathLst>
                <a:path w="10631" h="10376" extrusionOk="0">
                  <a:moveTo>
                    <a:pt x="255" y="0"/>
                  </a:moveTo>
                  <a:lnTo>
                    <a:pt x="39" y="218"/>
                  </a:lnTo>
                  <a:lnTo>
                    <a:pt x="1" y="180"/>
                  </a:lnTo>
                  <a:lnTo>
                    <a:pt x="1" y="180"/>
                  </a:lnTo>
                  <a:lnTo>
                    <a:pt x="10130" y="10310"/>
                  </a:lnTo>
                  <a:cubicBezTo>
                    <a:pt x="10296" y="10334"/>
                    <a:pt x="10461" y="10356"/>
                    <a:pt x="10631" y="10375"/>
                  </a:cubicBezTo>
                  <a:lnTo>
                    <a:pt x="2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6"/>
            <p:cNvSpPr/>
            <p:nvPr/>
          </p:nvSpPr>
          <p:spPr>
            <a:xfrm rot="10800000" flipH="1">
              <a:off x="5871111" y="3749007"/>
              <a:ext cx="429419" cy="464933"/>
            </a:xfrm>
            <a:custGeom>
              <a:avLst/>
              <a:gdLst/>
              <a:ahLst/>
              <a:cxnLst/>
              <a:rect l="l" t="t" r="r" b="b"/>
              <a:pathLst>
                <a:path w="5651" h="5434" extrusionOk="0">
                  <a:moveTo>
                    <a:pt x="218" y="1"/>
                  </a:moveTo>
                  <a:lnTo>
                    <a:pt x="1" y="218"/>
                  </a:lnTo>
                  <a:lnTo>
                    <a:pt x="4933" y="5150"/>
                  </a:lnTo>
                  <a:cubicBezTo>
                    <a:pt x="5066" y="5207"/>
                    <a:pt x="5203" y="5263"/>
                    <a:pt x="5335" y="5320"/>
                  </a:cubicBezTo>
                  <a:cubicBezTo>
                    <a:pt x="5438" y="5357"/>
                    <a:pt x="5542" y="5396"/>
                    <a:pt x="5651" y="5433"/>
                  </a:cubicBez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6"/>
            <p:cNvSpPr/>
            <p:nvPr/>
          </p:nvSpPr>
          <p:spPr>
            <a:xfrm rot="10800000" flipH="1">
              <a:off x="6035245" y="3633585"/>
              <a:ext cx="695992" cy="768414"/>
            </a:xfrm>
            <a:custGeom>
              <a:avLst/>
              <a:gdLst/>
              <a:ahLst/>
              <a:cxnLst/>
              <a:rect l="l" t="t" r="r" b="b"/>
              <a:pathLst>
                <a:path w="9159" h="8981" extrusionOk="0">
                  <a:moveTo>
                    <a:pt x="180" y="1"/>
                  </a:moveTo>
                  <a:lnTo>
                    <a:pt x="218" y="39"/>
                  </a:lnTo>
                  <a:lnTo>
                    <a:pt x="0" y="255"/>
                  </a:lnTo>
                  <a:lnTo>
                    <a:pt x="8645" y="8900"/>
                  </a:lnTo>
                  <a:cubicBezTo>
                    <a:pt x="8815" y="8928"/>
                    <a:pt x="8985" y="8957"/>
                    <a:pt x="9159" y="8980"/>
                  </a:cubicBezTo>
                  <a:lnTo>
                    <a:pt x="1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6"/>
            <p:cNvSpPr/>
            <p:nvPr/>
          </p:nvSpPr>
          <p:spPr>
            <a:xfrm rot="10800000" flipH="1">
              <a:off x="6199455" y="3647359"/>
              <a:ext cx="831027" cy="939021"/>
            </a:xfrm>
            <a:custGeom>
              <a:avLst/>
              <a:gdLst/>
              <a:ahLst/>
              <a:cxnLst/>
              <a:rect l="l" t="t" r="r" b="b"/>
              <a:pathLst>
                <a:path w="10936" h="10975" extrusionOk="0">
                  <a:moveTo>
                    <a:pt x="179" y="1"/>
                  </a:moveTo>
                  <a:lnTo>
                    <a:pt x="214" y="36"/>
                  </a:lnTo>
                  <a:lnTo>
                    <a:pt x="216" y="33"/>
                  </a:lnTo>
                  <a:lnTo>
                    <a:pt x="179" y="1"/>
                  </a:lnTo>
                  <a:close/>
                  <a:moveTo>
                    <a:pt x="214" y="36"/>
                  </a:moveTo>
                  <a:lnTo>
                    <a:pt x="0" y="251"/>
                  </a:lnTo>
                  <a:lnTo>
                    <a:pt x="10724" y="10975"/>
                  </a:lnTo>
                  <a:lnTo>
                    <a:pt x="10935" y="10757"/>
                  </a:lnTo>
                  <a:lnTo>
                    <a:pt x="214" y="3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6"/>
            <p:cNvSpPr/>
            <p:nvPr/>
          </p:nvSpPr>
          <p:spPr>
            <a:xfrm rot="10800000" flipH="1">
              <a:off x="7014273" y="3644201"/>
              <a:ext cx="19073" cy="21818"/>
            </a:xfrm>
            <a:custGeom>
              <a:avLst/>
              <a:gdLst/>
              <a:ahLst/>
              <a:cxnLst/>
              <a:rect l="l" t="t" r="r" b="b"/>
              <a:pathLst>
                <a:path w="251" h="255" extrusionOk="0">
                  <a:moveTo>
                    <a:pt x="212" y="0"/>
                  </a:moveTo>
                  <a:lnTo>
                    <a:pt x="1" y="218"/>
                  </a:lnTo>
                  <a:lnTo>
                    <a:pt x="38" y="255"/>
                  </a:lnTo>
                  <a:lnTo>
                    <a:pt x="251" y="39"/>
                  </a:lnTo>
                  <a:lnTo>
                    <a:pt x="2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6"/>
            <p:cNvSpPr/>
            <p:nvPr/>
          </p:nvSpPr>
          <p:spPr>
            <a:xfrm rot="10800000" flipH="1">
              <a:off x="5966856" y="4306259"/>
              <a:ext cx="2888" cy="3337"/>
            </a:xfrm>
            <a:custGeom>
              <a:avLst/>
              <a:gdLst/>
              <a:ahLst/>
              <a:cxnLst/>
              <a:rect l="l" t="t" r="r" b="b"/>
              <a:pathLst>
                <a:path w="38" h="39" extrusionOk="0">
                  <a:moveTo>
                    <a:pt x="38" y="39"/>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6"/>
            <p:cNvSpPr/>
            <p:nvPr/>
          </p:nvSpPr>
          <p:spPr>
            <a:xfrm rot="10800000" flipH="1">
              <a:off x="5950367" y="4287778"/>
              <a:ext cx="19377" cy="21818"/>
            </a:xfrm>
            <a:custGeom>
              <a:avLst/>
              <a:gdLst/>
              <a:ahLst/>
              <a:cxnLst/>
              <a:rect l="l" t="t" r="r" b="b"/>
              <a:pathLst>
                <a:path w="255" h="255" extrusionOk="0">
                  <a:moveTo>
                    <a:pt x="218" y="0"/>
                  </a:moveTo>
                  <a:lnTo>
                    <a:pt x="0" y="218"/>
                  </a:lnTo>
                  <a:lnTo>
                    <a:pt x="38" y="255"/>
                  </a:lnTo>
                  <a:lnTo>
                    <a:pt x="255" y="39"/>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6"/>
            <p:cNvSpPr/>
            <p:nvPr/>
          </p:nvSpPr>
          <p:spPr>
            <a:xfrm rot="10800000" flipH="1">
              <a:off x="6130990" y="4491067"/>
              <a:ext cx="2888" cy="3337"/>
            </a:xfrm>
            <a:custGeom>
              <a:avLst/>
              <a:gdLst/>
              <a:ahLst/>
              <a:cxnLst/>
              <a:rect l="l" t="t" r="r" b="b"/>
              <a:pathLst>
                <a:path w="38" h="39" extrusionOk="0">
                  <a:moveTo>
                    <a:pt x="37" y="38"/>
                  </a:moveTo>
                  <a:lnTo>
                    <a:pt x="37" y="38"/>
                  </a:lnTo>
                  <a:lnTo>
                    <a:pt x="0" y="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6"/>
            <p:cNvSpPr/>
            <p:nvPr/>
          </p:nvSpPr>
          <p:spPr>
            <a:xfrm rot="10800000" flipH="1">
              <a:off x="6114425" y="4472500"/>
              <a:ext cx="19453" cy="21903"/>
            </a:xfrm>
            <a:custGeom>
              <a:avLst/>
              <a:gdLst/>
              <a:ahLst/>
              <a:cxnLst/>
              <a:rect l="l" t="t" r="r" b="b"/>
              <a:pathLst>
                <a:path w="256" h="256" extrusionOk="0">
                  <a:moveTo>
                    <a:pt x="218" y="1"/>
                  </a:moveTo>
                  <a:lnTo>
                    <a:pt x="1" y="218"/>
                  </a:lnTo>
                  <a:lnTo>
                    <a:pt x="39" y="256"/>
                  </a:lnTo>
                  <a:lnTo>
                    <a:pt x="255"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6"/>
            <p:cNvSpPr/>
            <p:nvPr/>
          </p:nvSpPr>
          <p:spPr>
            <a:xfrm rot="10800000" flipH="1">
              <a:off x="5868300" y="4195288"/>
              <a:ext cx="19453" cy="21818"/>
            </a:xfrm>
            <a:custGeom>
              <a:avLst/>
              <a:gdLst/>
              <a:ahLst/>
              <a:cxnLst/>
              <a:rect l="l" t="t" r="r" b="b"/>
              <a:pathLst>
                <a:path w="256" h="255" extrusionOk="0">
                  <a:moveTo>
                    <a:pt x="217" y="0"/>
                  </a:moveTo>
                  <a:lnTo>
                    <a:pt x="1" y="216"/>
                  </a:lnTo>
                  <a:lnTo>
                    <a:pt x="38" y="255"/>
                  </a:lnTo>
                  <a:lnTo>
                    <a:pt x="255" y="3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6"/>
            <p:cNvSpPr/>
            <p:nvPr/>
          </p:nvSpPr>
          <p:spPr>
            <a:xfrm rot="10800000" flipH="1">
              <a:off x="6032434" y="4380096"/>
              <a:ext cx="2888" cy="3337"/>
            </a:xfrm>
            <a:custGeom>
              <a:avLst/>
              <a:gdLst/>
              <a:ahLst/>
              <a:cxnLst/>
              <a:rect l="l" t="t" r="r" b="b"/>
              <a:pathLst>
                <a:path w="38" h="39" extrusionOk="0">
                  <a:moveTo>
                    <a:pt x="0" y="1"/>
                  </a:moveTo>
                  <a:lnTo>
                    <a:pt x="37" y="38"/>
                  </a:lnTo>
                  <a:lnTo>
                    <a:pt x="37"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6"/>
            <p:cNvSpPr/>
            <p:nvPr/>
          </p:nvSpPr>
          <p:spPr>
            <a:xfrm rot="10800000" flipH="1">
              <a:off x="6032434" y="4380096"/>
              <a:ext cx="19377" cy="21903"/>
            </a:xfrm>
            <a:custGeom>
              <a:avLst/>
              <a:gdLst/>
              <a:ahLst/>
              <a:cxnLst/>
              <a:rect l="l" t="t" r="r" b="b"/>
              <a:pathLst>
                <a:path w="255" h="256" extrusionOk="0">
                  <a:moveTo>
                    <a:pt x="217" y="1"/>
                  </a:moveTo>
                  <a:lnTo>
                    <a:pt x="0" y="218"/>
                  </a:lnTo>
                  <a:lnTo>
                    <a:pt x="37" y="255"/>
                  </a:lnTo>
                  <a:lnTo>
                    <a:pt x="255"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6"/>
            <p:cNvSpPr/>
            <p:nvPr/>
          </p:nvSpPr>
          <p:spPr>
            <a:xfrm rot="10800000" flipH="1">
              <a:off x="6196491" y="4564904"/>
              <a:ext cx="3040" cy="3251"/>
            </a:xfrm>
            <a:custGeom>
              <a:avLst/>
              <a:gdLst/>
              <a:ahLst/>
              <a:cxnLst/>
              <a:rect l="l" t="t" r="r" b="b"/>
              <a:pathLst>
                <a:path w="40" h="38" extrusionOk="0">
                  <a:moveTo>
                    <a:pt x="1" y="0"/>
                  </a:moveTo>
                  <a:lnTo>
                    <a:pt x="39"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6"/>
            <p:cNvSpPr/>
            <p:nvPr/>
          </p:nvSpPr>
          <p:spPr>
            <a:xfrm rot="10800000" flipH="1">
              <a:off x="6196491" y="4564904"/>
              <a:ext cx="19453" cy="21476"/>
            </a:xfrm>
            <a:custGeom>
              <a:avLst/>
              <a:gdLst/>
              <a:ahLst/>
              <a:cxnLst/>
              <a:rect l="l" t="t" r="r" b="b"/>
              <a:pathLst>
                <a:path w="256" h="251" extrusionOk="0">
                  <a:moveTo>
                    <a:pt x="218" y="1"/>
                  </a:moveTo>
                  <a:lnTo>
                    <a:pt x="1" y="213"/>
                  </a:lnTo>
                  <a:lnTo>
                    <a:pt x="39" y="251"/>
                  </a:lnTo>
                  <a:lnTo>
                    <a:pt x="255" y="33"/>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6"/>
            <p:cNvSpPr/>
            <p:nvPr/>
          </p:nvSpPr>
          <p:spPr>
            <a:xfrm rot="10800000" flipH="1">
              <a:off x="6292236" y="4678698"/>
              <a:ext cx="2888" cy="3251"/>
            </a:xfrm>
            <a:custGeom>
              <a:avLst/>
              <a:gdLst/>
              <a:ahLst/>
              <a:cxnLst/>
              <a:rect l="l" t="t" r="r" b="b"/>
              <a:pathLst>
                <a:path w="38" h="38" extrusionOk="0">
                  <a:moveTo>
                    <a:pt x="38" y="38"/>
                  </a:move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6"/>
            <p:cNvSpPr/>
            <p:nvPr/>
          </p:nvSpPr>
          <p:spPr>
            <a:xfrm rot="10800000" flipH="1">
              <a:off x="6439881" y="4845282"/>
              <a:ext cx="2888" cy="3337"/>
            </a:xfrm>
            <a:custGeom>
              <a:avLst/>
              <a:gdLst/>
              <a:ahLst/>
              <a:cxnLst/>
              <a:rect l="l" t="t" r="r" b="b"/>
              <a:pathLst>
                <a:path w="38" h="39" extrusionOk="0">
                  <a:moveTo>
                    <a:pt x="1" y="1"/>
                  </a:moveTo>
                  <a:lnTo>
                    <a:pt x="1" y="1"/>
                  </a:ln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6"/>
            <p:cNvSpPr/>
            <p:nvPr/>
          </p:nvSpPr>
          <p:spPr>
            <a:xfrm rot="10800000" flipH="1">
              <a:off x="6521948" y="4937686"/>
              <a:ext cx="2888" cy="3337"/>
            </a:xfrm>
            <a:custGeom>
              <a:avLst/>
              <a:gdLst/>
              <a:ahLst/>
              <a:cxnLst/>
              <a:rect l="l" t="t" r="r" b="b"/>
              <a:pathLst>
                <a:path w="38" h="39" extrusionOk="0">
                  <a:moveTo>
                    <a:pt x="0" y="1"/>
                  </a:moveTo>
                  <a:lnTo>
                    <a:pt x="0" y="1"/>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6"/>
            <p:cNvSpPr/>
            <p:nvPr/>
          </p:nvSpPr>
          <p:spPr>
            <a:xfrm rot="10800000" flipH="1">
              <a:off x="5913133" y="4663722"/>
              <a:ext cx="379190" cy="428228"/>
            </a:xfrm>
            <a:custGeom>
              <a:avLst/>
              <a:gdLst/>
              <a:ahLst/>
              <a:cxnLst/>
              <a:rect l="l" t="t" r="r" b="b"/>
              <a:pathLst>
                <a:path w="4990" h="5005" extrusionOk="0">
                  <a:moveTo>
                    <a:pt x="198" y="0"/>
                  </a:moveTo>
                  <a:cubicBezTo>
                    <a:pt x="132" y="76"/>
                    <a:pt x="66" y="157"/>
                    <a:pt x="0" y="237"/>
                  </a:cubicBezTo>
                  <a:lnTo>
                    <a:pt x="4772" y="5004"/>
                  </a:lnTo>
                  <a:lnTo>
                    <a:pt x="4989" y="4793"/>
                  </a:lnTo>
                  <a:lnTo>
                    <a:pt x="1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6"/>
            <p:cNvSpPr/>
            <p:nvPr/>
          </p:nvSpPr>
          <p:spPr>
            <a:xfrm rot="10800000" flipH="1">
              <a:off x="6275671" y="4660559"/>
              <a:ext cx="19453" cy="21390"/>
            </a:xfrm>
            <a:custGeom>
              <a:avLst/>
              <a:gdLst/>
              <a:ahLst/>
              <a:cxnLst/>
              <a:rect l="l" t="t" r="r" b="b"/>
              <a:pathLst>
                <a:path w="256" h="250" extrusionOk="0">
                  <a:moveTo>
                    <a:pt x="218" y="1"/>
                  </a:moveTo>
                  <a:lnTo>
                    <a:pt x="1" y="212"/>
                  </a:lnTo>
                  <a:lnTo>
                    <a:pt x="39" y="250"/>
                  </a:lnTo>
                  <a:lnTo>
                    <a:pt x="256" y="38"/>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6"/>
            <p:cNvSpPr/>
            <p:nvPr/>
          </p:nvSpPr>
          <p:spPr>
            <a:xfrm rot="10800000" flipH="1">
              <a:off x="6105534" y="4848530"/>
              <a:ext cx="352898" cy="376207"/>
            </a:xfrm>
            <a:custGeom>
              <a:avLst/>
              <a:gdLst/>
              <a:ahLst/>
              <a:cxnLst/>
              <a:rect l="l" t="t" r="r" b="b"/>
              <a:pathLst>
                <a:path w="4644" h="4397" extrusionOk="0">
                  <a:moveTo>
                    <a:pt x="4617" y="4184"/>
                  </a:moveTo>
                  <a:lnTo>
                    <a:pt x="4644" y="4211"/>
                  </a:lnTo>
                  <a:lnTo>
                    <a:pt x="4644" y="4211"/>
                  </a:lnTo>
                  <a:lnTo>
                    <a:pt x="4617" y="4184"/>
                  </a:lnTo>
                  <a:close/>
                  <a:moveTo>
                    <a:pt x="0" y="1"/>
                  </a:moveTo>
                  <a:lnTo>
                    <a:pt x="4401" y="4397"/>
                  </a:lnTo>
                  <a:lnTo>
                    <a:pt x="4617" y="4184"/>
                  </a:lnTo>
                  <a:lnTo>
                    <a:pt x="4617" y="4184"/>
                  </a:lnTo>
                  <a:lnTo>
                    <a:pt x="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6"/>
            <p:cNvSpPr/>
            <p:nvPr/>
          </p:nvSpPr>
          <p:spPr>
            <a:xfrm rot="10800000" flipH="1">
              <a:off x="6439881" y="4845282"/>
              <a:ext cx="19453" cy="21561"/>
            </a:xfrm>
            <a:custGeom>
              <a:avLst/>
              <a:gdLst/>
              <a:ahLst/>
              <a:cxnLst/>
              <a:rect l="l" t="t" r="r" b="b"/>
              <a:pathLst>
                <a:path w="256" h="252" extrusionOk="0">
                  <a:moveTo>
                    <a:pt x="217" y="1"/>
                  </a:moveTo>
                  <a:lnTo>
                    <a:pt x="1" y="214"/>
                  </a:lnTo>
                  <a:lnTo>
                    <a:pt x="38" y="251"/>
                  </a:lnTo>
                  <a:lnTo>
                    <a:pt x="255"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6"/>
            <p:cNvSpPr/>
            <p:nvPr/>
          </p:nvSpPr>
          <p:spPr>
            <a:xfrm rot="10800000" flipH="1">
              <a:off x="5992996" y="4756126"/>
              <a:ext cx="381318" cy="428570"/>
            </a:xfrm>
            <a:custGeom>
              <a:avLst/>
              <a:gdLst/>
              <a:ahLst/>
              <a:cxnLst/>
              <a:rect l="l" t="t" r="r" b="b"/>
              <a:pathLst>
                <a:path w="5018" h="5009" extrusionOk="0">
                  <a:moveTo>
                    <a:pt x="223" y="0"/>
                  </a:moveTo>
                  <a:cubicBezTo>
                    <a:pt x="147" y="66"/>
                    <a:pt x="75" y="142"/>
                    <a:pt x="1" y="207"/>
                  </a:cubicBezTo>
                  <a:lnTo>
                    <a:pt x="4801" y="5008"/>
                  </a:lnTo>
                  <a:lnTo>
                    <a:pt x="5018" y="4796"/>
                  </a:lnTo>
                  <a:lnTo>
                    <a:pt x="2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6"/>
            <p:cNvSpPr/>
            <p:nvPr/>
          </p:nvSpPr>
          <p:spPr>
            <a:xfrm rot="10800000" flipH="1">
              <a:off x="6357738" y="4752963"/>
              <a:ext cx="19453" cy="21476"/>
            </a:xfrm>
            <a:custGeom>
              <a:avLst/>
              <a:gdLst/>
              <a:ahLst/>
              <a:cxnLst/>
              <a:rect l="l" t="t" r="r" b="b"/>
              <a:pathLst>
                <a:path w="256" h="251" extrusionOk="0">
                  <a:moveTo>
                    <a:pt x="218" y="1"/>
                  </a:moveTo>
                  <a:lnTo>
                    <a:pt x="1" y="213"/>
                  </a:lnTo>
                  <a:lnTo>
                    <a:pt x="39" y="251"/>
                  </a:lnTo>
                  <a:lnTo>
                    <a:pt x="255" y="39"/>
                  </a:ln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6"/>
            <p:cNvSpPr/>
            <p:nvPr/>
          </p:nvSpPr>
          <p:spPr>
            <a:xfrm rot="10800000" flipH="1">
              <a:off x="6269592" y="4940935"/>
              <a:ext cx="268853" cy="283803"/>
            </a:xfrm>
            <a:custGeom>
              <a:avLst/>
              <a:gdLst/>
              <a:ahLst/>
              <a:cxnLst/>
              <a:rect l="l" t="t" r="r" b="b"/>
              <a:pathLst>
                <a:path w="3538" h="3317" extrusionOk="0">
                  <a:moveTo>
                    <a:pt x="1" y="1"/>
                  </a:moveTo>
                  <a:lnTo>
                    <a:pt x="3321" y="3317"/>
                  </a:lnTo>
                  <a:lnTo>
                    <a:pt x="3537" y="3104"/>
                  </a:lnTo>
                  <a:lnTo>
                    <a:pt x="4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6"/>
            <p:cNvSpPr/>
            <p:nvPr/>
          </p:nvSpPr>
          <p:spPr>
            <a:xfrm rot="10800000" flipH="1">
              <a:off x="6521948" y="4937686"/>
              <a:ext cx="19377" cy="21476"/>
            </a:xfrm>
            <a:custGeom>
              <a:avLst/>
              <a:gdLst/>
              <a:ahLst/>
              <a:cxnLst/>
              <a:rect l="l" t="t" r="r" b="b"/>
              <a:pathLst>
                <a:path w="255" h="251" extrusionOk="0">
                  <a:moveTo>
                    <a:pt x="216" y="0"/>
                  </a:moveTo>
                  <a:lnTo>
                    <a:pt x="0" y="213"/>
                  </a:lnTo>
                  <a:lnTo>
                    <a:pt x="38" y="250"/>
                  </a:lnTo>
                  <a:lnTo>
                    <a:pt x="255" y="38"/>
                  </a:lnTo>
                  <a:lnTo>
                    <a:pt x="2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6"/>
            <p:cNvSpPr/>
            <p:nvPr/>
          </p:nvSpPr>
          <p:spPr>
            <a:xfrm rot="10800000" flipH="1">
              <a:off x="5947479" y="4290944"/>
              <a:ext cx="2964" cy="3251"/>
            </a:xfrm>
            <a:custGeom>
              <a:avLst/>
              <a:gdLst/>
              <a:ahLst/>
              <a:cxnLst/>
              <a:rect l="l" t="t" r="r" b="b"/>
              <a:pathLst>
                <a:path w="39" h="38" extrusionOk="0">
                  <a:moveTo>
                    <a:pt x="1" y="0"/>
                  </a:moveTo>
                  <a:lnTo>
                    <a:pt x="38" y="38"/>
                  </a:lnTo>
                  <a:lnTo>
                    <a:pt x="38" y="3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p:nvPr/>
          </p:nvSpPr>
          <p:spPr>
            <a:xfrm rot="10800000" flipH="1">
              <a:off x="6111613" y="4475666"/>
              <a:ext cx="2888" cy="3422"/>
            </a:xfrm>
            <a:custGeom>
              <a:avLst/>
              <a:gdLst/>
              <a:ahLst/>
              <a:cxnLst/>
              <a:rect l="l" t="t" r="r" b="b"/>
              <a:pathLst>
                <a:path w="38" h="40" extrusionOk="0">
                  <a:moveTo>
                    <a:pt x="0" y="1"/>
                  </a:moveTo>
                  <a:lnTo>
                    <a:pt x="38" y="39"/>
                  </a:lnTo>
                  <a:lnTo>
                    <a:pt x="38" y="3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6"/>
            <p:cNvSpPr/>
            <p:nvPr/>
          </p:nvSpPr>
          <p:spPr>
            <a:xfrm rot="10800000" flipH="1">
              <a:off x="6045959" y="4401914"/>
              <a:ext cx="3040" cy="3251"/>
            </a:xfrm>
            <a:custGeom>
              <a:avLst/>
              <a:gdLst/>
              <a:ahLst/>
              <a:cxnLst/>
              <a:rect l="l" t="t" r="r" b="b"/>
              <a:pathLst>
                <a:path w="40" h="38" extrusionOk="0">
                  <a:moveTo>
                    <a:pt x="39" y="38"/>
                  </a:moveTo>
                  <a:lnTo>
                    <a:pt x="39" y="3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6"/>
            <p:cNvSpPr/>
            <p:nvPr/>
          </p:nvSpPr>
          <p:spPr>
            <a:xfrm rot="10800000" flipH="1">
              <a:off x="6210169" y="4586294"/>
              <a:ext cx="2888" cy="3251"/>
            </a:xfrm>
            <a:custGeom>
              <a:avLst/>
              <a:gdLst/>
              <a:ahLst/>
              <a:cxnLst/>
              <a:rect l="l" t="t" r="r" b="b"/>
              <a:pathLst>
                <a:path w="38" h="38" extrusionOk="0">
                  <a:moveTo>
                    <a:pt x="38" y="38"/>
                  </a:moveTo>
                  <a:lnTo>
                    <a:pt x="0" y="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p:nvPr/>
          </p:nvSpPr>
          <p:spPr>
            <a:xfrm rot="10800000" flipH="1">
              <a:off x="5723467" y="4294107"/>
              <a:ext cx="243472" cy="287054"/>
            </a:xfrm>
            <a:custGeom>
              <a:avLst/>
              <a:gdLst/>
              <a:ahLst/>
              <a:cxnLst/>
              <a:rect l="l" t="t" r="r" b="b"/>
              <a:pathLst>
                <a:path w="3204" h="3355" extrusionOk="0">
                  <a:moveTo>
                    <a:pt x="24" y="1"/>
                  </a:moveTo>
                  <a:cubicBezTo>
                    <a:pt x="15" y="138"/>
                    <a:pt x="6" y="275"/>
                    <a:pt x="1" y="412"/>
                  </a:cubicBezTo>
                  <a:lnTo>
                    <a:pt x="2949" y="3354"/>
                  </a:lnTo>
                  <a:lnTo>
                    <a:pt x="3165" y="3137"/>
                  </a:lnTo>
                  <a:lnTo>
                    <a:pt x="3204" y="3174"/>
                  </a:lnTo>
                  <a:lnTo>
                    <a:pt x="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6"/>
            <p:cNvSpPr/>
            <p:nvPr/>
          </p:nvSpPr>
          <p:spPr>
            <a:xfrm rot="10800000" flipH="1">
              <a:off x="5947479" y="4290943"/>
              <a:ext cx="19453" cy="21903"/>
            </a:xfrm>
            <a:custGeom>
              <a:avLst/>
              <a:gdLst/>
              <a:ahLst/>
              <a:cxnLst/>
              <a:rect l="l" t="t" r="r" b="b"/>
              <a:pathLst>
                <a:path w="256" h="256" extrusionOk="0">
                  <a:moveTo>
                    <a:pt x="217" y="1"/>
                  </a:moveTo>
                  <a:lnTo>
                    <a:pt x="1" y="218"/>
                  </a:lnTo>
                  <a:lnTo>
                    <a:pt x="38" y="256"/>
                  </a:lnTo>
                  <a:lnTo>
                    <a:pt x="256" y="38"/>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6"/>
            <p:cNvSpPr/>
            <p:nvPr/>
          </p:nvSpPr>
          <p:spPr>
            <a:xfrm rot="10800000" flipH="1">
              <a:off x="5786613" y="4479000"/>
              <a:ext cx="344463" cy="391009"/>
            </a:xfrm>
            <a:custGeom>
              <a:avLst/>
              <a:gdLst/>
              <a:ahLst/>
              <a:cxnLst/>
              <a:rect l="l" t="t" r="r" b="b"/>
              <a:pathLst>
                <a:path w="4533" h="4570" extrusionOk="0">
                  <a:moveTo>
                    <a:pt x="142" y="1"/>
                  </a:moveTo>
                  <a:cubicBezTo>
                    <a:pt x="94" y="99"/>
                    <a:pt x="42" y="194"/>
                    <a:pt x="0" y="293"/>
                  </a:cubicBezTo>
                  <a:lnTo>
                    <a:pt x="4277" y="4570"/>
                  </a:lnTo>
                  <a:lnTo>
                    <a:pt x="4495" y="4358"/>
                  </a:lnTo>
                  <a:lnTo>
                    <a:pt x="4532" y="4391"/>
                  </a:lnTo>
                  <a:lnTo>
                    <a:pt x="1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p:nvPr/>
          </p:nvSpPr>
          <p:spPr>
            <a:xfrm rot="10800000" flipH="1">
              <a:off x="6111613" y="4475666"/>
              <a:ext cx="19453" cy="21476"/>
            </a:xfrm>
            <a:custGeom>
              <a:avLst/>
              <a:gdLst/>
              <a:ahLst/>
              <a:cxnLst/>
              <a:rect l="l" t="t" r="r" b="b"/>
              <a:pathLst>
                <a:path w="256" h="251" extrusionOk="0">
                  <a:moveTo>
                    <a:pt x="218" y="0"/>
                  </a:moveTo>
                  <a:lnTo>
                    <a:pt x="0" y="212"/>
                  </a:lnTo>
                  <a:lnTo>
                    <a:pt x="38" y="250"/>
                  </a:lnTo>
                  <a:lnTo>
                    <a:pt x="255" y="33"/>
                  </a:lnTo>
                  <a:lnTo>
                    <a:pt x="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6"/>
            <p:cNvSpPr/>
            <p:nvPr/>
          </p:nvSpPr>
          <p:spPr>
            <a:xfrm rot="10800000" flipH="1">
              <a:off x="5736385" y="4201704"/>
              <a:ext cx="145597" cy="182072"/>
            </a:xfrm>
            <a:custGeom>
              <a:avLst/>
              <a:gdLst/>
              <a:ahLst/>
              <a:cxnLst/>
              <a:rect l="l" t="t" r="r" b="b"/>
              <a:pathLst>
                <a:path w="1916" h="2128" extrusionOk="0">
                  <a:moveTo>
                    <a:pt x="0" y="0"/>
                  </a:moveTo>
                  <a:lnTo>
                    <a:pt x="6" y="6"/>
                  </a:lnTo>
                  <a:lnTo>
                    <a:pt x="6" y="6"/>
                  </a:lnTo>
                  <a:cubicBezTo>
                    <a:pt x="6" y="6"/>
                    <a:pt x="6" y="5"/>
                    <a:pt x="6" y="5"/>
                  </a:cubicBezTo>
                  <a:cubicBezTo>
                    <a:pt x="6" y="5"/>
                    <a:pt x="6" y="0"/>
                    <a:pt x="0" y="0"/>
                  </a:cubicBezTo>
                  <a:close/>
                  <a:moveTo>
                    <a:pt x="6" y="6"/>
                  </a:moveTo>
                  <a:cubicBezTo>
                    <a:pt x="48" y="204"/>
                    <a:pt x="100" y="397"/>
                    <a:pt x="157" y="584"/>
                  </a:cubicBezTo>
                  <a:lnTo>
                    <a:pt x="1698" y="2127"/>
                  </a:lnTo>
                  <a:lnTo>
                    <a:pt x="1915" y="1910"/>
                  </a:lnTo>
                  <a:lnTo>
                    <a:pt x="6" y="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6"/>
            <p:cNvSpPr/>
            <p:nvPr/>
          </p:nvSpPr>
          <p:spPr>
            <a:xfrm rot="10800000" flipH="1">
              <a:off x="5865412" y="4198539"/>
              <a:ext cx="19377" cy="21903"/>
            </a:xfrm>
            <a:custGeom>
              <a:avLst/>
              <a:gdLst/>
              <a:ahLst/>
              <a:cxnLst/>
              <a:rect l="l" t="t" r="r" b="b"/>
              <a:pathLst>
                <a:path w="255" h="256" extrusionOk="0">
                  <a:moveTo>
                    <a:pt x="217" y="1"/>
                  </a:moveTo>
                  <a:lnTo>
                    <a:pt x="0" y="218"/>
                  </a:lnTo>
                  <a:lnTo>
                    <a:pt x="39" y="255"/>
                  </a:lnTo>
                  <a:lnTo>
                    <a:pt x="255" y="39"/>
                  </a:lnTo>
                  <a:lnTo>
                    <a:pt x="2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p:nvPr/>
          </p:nvSpPr>
          <p:spPr>
            <a:xfrm rot="10800000" flipH="1">
              <a:off x="5744288" y="4386510"/>
              <a:ext cx="301756" cy="350710"/>
            </a:xfrm>
            <a:custGeom>
              <a:avLst/>
              <a:gdLst/>
              <a:ahLst/>
              <a:cxnLst/>
              <a:rect l="l" t="t" r="r" b="b"/>
              <a:pathLst>
                <a:path w="3971" h="4099" extrusionOk="0">
                  <a:moveTo>
                    <a:pt x="90" y="0"/>
                  </a:moveTo>
                  <a:cubicBezTo>
                    <a:pt x="57" y="113"/>
                    <a:pt x="29" y="231"/>
                    <a:pt x="1" y="344"/>
                  </a:cubicBezTo>
                  <a:lnTo>
                    <a:pt x="3755" y="4099"/>
                  </a:lnTo>
                  <a:lnTo>
                    <a:pt x="3971" y="3881"/>
                  </a:lnTo>
                  <a:lnTo>
                    <a:pt x="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6"/>
            <p:cNvSpPr/>
            <p:nvPr/>
          </p:nvSpPr>
          <p:spPr>
            <a:xfrm rot="10800000" flipH="1">
              <a:off x="6029546" y="4383347"/>
              <a:ext cx="19453" cy="21818"/>
            </a:xfrm>
            <a:custGeom>
              <a:avLst/>
              <a:gdLst/>
              <a:ahLst/>
              <a:cxnLst/>
              <a:rect l="l" t="t" r="r" b="b"/>
              <a:pathLst>
                <a:path w="256" h="255" extrusionOk="0">
                  <a:moveTo>
                    <a:pt x="217" y="0"/>
                  </a:moveTo>
                  <a:lnTo>
                    <a:pt x="1" y="218"/>
                  </a:lnTo>
                  <a:lnTo>
                    <a:pt x="38" y="255"/>
                  </a:lnTo>
                  <a:lnTo>
                    <a:pt x="255" y="3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6"/>
            <p:cNvSpPr/>
            <p:nvPr/>
          </p:nvSpPr>
          <p:spPr>
            <a:xfrm rot="10800000" flipH="1">
              <a:off x="5843908" y="4568066"/>
              <a:ext cx="366348" cy="419415"/>
            </a:xfrm>
            <a:custGeom>
              <a:avLst/>
              <a:gdLst/>
              <a:ahLst/>
              <a:cxnLst/>
              <a:rect l="l" t="t" r="r" b="b"/>
              <a:pathLst>
                <a:path w="4821" h="4902" extrusionOk="0">
                  <a:moveTo>
                    <a:pt x="176" y="1"/>
                  </a:moveTo>
                  <a:cubicBezTo>
                    <a:pt x="113" y="91"/>
                    <a:pt x="57" y="176"/>
                    <a:pt x="0" y="266"/>
                  </a:cubicBezTo>
                  <a:lnTo>
                    <a:pt x="4641" y="4901"/>
                  </a:lnTo>
                  <a:lnTo>
                    <a:pt x="4603" y="4863"/>
                  </a:lnTo>
                  <a:lnTo>
                    <a:pt x="4820" y="4651"/>
                  </a:lnTo>
                  <a:lnTo>
                    <a:pt x="1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6"/>
            <p:cNvSpPr/>
            <p:nvPr/>
          </p:nvSpPr>
          <p:spPr>
            <a:xfrm rot="10800000" flipH="1">
              <a:off x="6193680" y="4568070"/>
              <a:ext cx="19377" cy="21476"/>
            </a:xfrm>
            <a:custGeom>
              <a:avLst/>
              <a:gdLst/>
              <a:ahLst/>
              <a:cxnLst/>
              <a:rect l="l" t="t" r="r" b="b"/>
              <a:pathLst>
                <a:path w="255" h="251" extrusionOk="0">
                  <a:moveTo>
                    <a:pt x="217" y="0"/>
                  </a:moveTo>
                  <a:lnTo>
                    <a:pt x="0" y="212"/>
                  </a:lnTo>
                  <a:lnTo>
                    <a:pt x="38" y="250"/>
                  </a:lnTo>
                  <a:lnTo>
                    <a:pt x="255" y="38"/>
                  </a:lnTo>
                  <a:lnTo>
                    <a:pt x="2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p:cSld name="BLANK_1">
    <p:bg>
      <p:bgPr>
        <a:solidFill>
          <a:schemeClr val="accent1"/>
        </a:solidFill>
        <a:effectLst/>
      </p:bgPr>
    </p:bg>
    <p:spTree>
      <p:nvGrpSpPr>
        <p:cNvPr id="1" name="Shape 854"/>
        <p:cNvGrpSpPr/>
        <p:nvPr/>
      </p:nvGrpSpPr>
      <p:grpSpPr>
        <a:xfrm>
          <a:off x="0" y="0"/>
          <a:ext cx="0" cy="0"/>
          <a:chOff x="0" y="0"/>
          <a:chExt cx="0" cy="0"/>
        </a:xfrm>
      </p:grpSpPr>
      <p:sp>
        <p:nvSpPr>
          <p:cNvPr id="855" name="Google Shape;855;p17"/>
          <p:cNvSpPr txBox="1">
            <a:spLocks noGrp="1"/>
          </p:cNvSpPr>
          <p:nvPr>
            <p:ph type="title"/>
          </p:nvPr>
        </p:nvSpPr>
        <p:spPr>
          <a:xfrm>
            <a:off x="914400" y="505910"/>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6" name="Google Shape;856;p17"/>
          <p:cNvSpPr txBox="1">
            <a:spLocks noGrp="1"/>
          </p:cNvSpPr>
          <p:nvPr>
            <p:ph type="title" idx="2" hasCustomPrompt="1"/>
          </p:nvPr>
        </p:nvSpPr>
        <p:spPr>
          <a:xfrm>
            <a:off x="2973013" y="2023455"/>
            <a:ext cx="13716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sp>
        <p:nvSpPr>
          <p:cNvPr id="857" name="Google Shape;857;p17"/>
          <p:cNvSpPr txBox="1">
            <a:spLocks noGrp="1"/>
          </p:cNvSpPr>
          <p:nvPr>
            <p:ph type="title" idx="3" hasCustomPrompt="1"/>
          </p:nvPr>
        </p:nvSpPr>
        <p:spPr>
          <a:xfrm>
            <a:off x="1137230" y="2023455"/>
            <a:ext cx="13716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sp>
        <p:nvSpPr>
          <p:cNvPr id="858" name="Google Shape;858;p17"/>
          <p:cNvSpPr txBox="1">
            <a:spLocks noGrp="1"/>
          </p:cNvSpPr>
          <p:nvPr>
            <p:ph type="title" idx="4" hasCustomPrompt="1"/>
          </p:nvPr>
        </p:nvSpPr>
        <p:spPr>
          <a:xfrm>
            <a:off x="6644579" y="2023455"/>
            <a:ext cx="13716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sp>
        <p:nvSpPr>
          <p:cNvPr id="859" name="Google Shape;859;p17"/>
          <p:cNvSpPr txBox="1">
            <a:spLocks noGrp="1"/>
          </p:cNvSpPr>
          <p:nvPr>
            <p:ph type="title" idx="5" hasCustomPrompt="1"/>
          </p:nvPr>
        </p:nvSpPr>
        <p:spPr>
          <a:xfrm>
            <a:off x="4808796" y="2023455"/>
            <a:ext cx="1371600" cy="54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sp>
        <p:nvSpPr>
          <p:cNvPr id="860" name="Google Shape;860;p17"/>
          <p:cNvSpPr txBox="1">
            <a:spLocks noGrp="1"/>
          </p:cNvSpPr>
          <p:nvPr>
            <p:ph type="subTitle" idx="1"/>
          </p:nvPr>
        </p:nvSpPr>
        <p:spPr>
          <a:xfrm>
            <a:off x="1000130" y="2943125"/>
            <a:ext cx="16458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algn="ctr" rtl="0">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a:endParaRPr/>
          </a:p>
        </p:txBody>
      </p:sp>
      <p:sp>
        <p:nvSpPr>
          <p:cNvPr id="861" name="Google Shape;861;p17"/>
          <p:cNvSpPr txBox="1">
            <a:spLocks noGrp="1"/>
          </p:cNvSpPr>
          <p:nvPr>
            <p:ph type="subTitle" idx="6"/>
          </p:nvPr>
        </p:nvSpPr>
        <p:spPr>
          <a:xfrm>
            <a:off x="2835913" y="2943125"/>
            <a:ext cx="16458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algn="ctr" rtl="0">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a:endParaRPr/>
          </a:p>
        </p:txBody>
      </p:sp>
      <p:sp>
        <p:nvSpPr>
          <p:cNvPr id="862" name="Google Shape;862;p17"/>
          <p:cNvSpPr txBox="1">
            <a:spLocks noGrp="1"/>
          </p:cNvSpPr>
          <p:nvPr>
            <p:ph type="subTitle" idx="7"/>
          </p:nvPr>
        </p:nvSpPr>
        <p:spPr>
          <a:xfrm>
            <a:off x="4671696" y="2943125"/>
            <a:ext cx="16458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algn="ctr" rtl="0">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a:endParaRPr/>
          </a:p>
        </p:txBody>
      </p:sp>
      <p:sp>
        <p:nvSpPr>
          <p:cNvPr id="863" name="Google Shape;863;p17"/>
          <p:cNvSpPr txBox="1">
            <a:spLocks noGrp="1"/>
          </p:cNvSpPr>
          <p:nvPr>
            <p:ph type="subTitle" idx="8"/>
          </p:nvPr>
        </p:nvSpPr>
        <p:spPr>
          <a:xfrm>
            <a:off x="6507479" y="2943125"/>
            <a:ext cx="16458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algn="ctr" rtl="0">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algn="ctr" rtl="0">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a:endParaRPr/>
          </a:p>
        </p:txBody>
      </p:sp>
      <p:sp>
        <p:nvSpPr>
          <p:cNvPr id="864" name="Google Shape;864;p17"/>
          <p:cNvSpPr txBox="1">
            <a:spLocks noGrp="1"/>
          </p:cNvSpPr>
          <p:nvPr>
            <p:ph type="subTitle" idx="9"/>
          </p:nvPr>
        </p:nvSpPr>
        <p:spPr>
          <a:xfrm>
            <a:off x="1000130" y="3349457"/>
            <a:ext cx="16458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200">
                <a:solidFill>
                  <a:schemeClr val="accent3"/>
                </a:solidFill>
              </a:defRPr>
            </a:lvl1pPr>
            <a:lvl2pPr lvl="1" algn="ctr" rtl="0">
              <a:lnSpc>
                <a:spcPct val="100000"/>
              </a:lnSpc>
              <a:spcBef>
                <a:spcPts val="1600"/>
              </a:spcBef>
              <a:spcAft>
                <a:spcPts val="0"/>
              </a:spcAft>
              <a:buNone/>
              <a:defRPr sz="1200">
                <a:solidFill>
                  <a:schemeClr val="accent3"/>
                </a:solidFill>
              </a:defRPr>
            </a:lvl2pPr>
            <a:lvl3pPr lvl="2" algn="ctr" rtl="0">
              <a:lnSpc>
                <a:spcPct val="100000"/>
              </a:lnSpc>
              <a:spcBef>
                <a:spcPts val="1600"/>
              </a:spcBef>
              <a:spcAft>
                <a:spcPts val="0"/>
              </a:spcAft>
              <a:buNone/>
              <a:defRPr sz="1200">
                <a:solidFill>
                  <a:schemeClr val="accent3"/>
                </a:solidFill>
              </a:defRPr>
            </a:lvl3pPr>
            <a:lvl4pPr lvl="3" algn="ctr" rtl="0">
              <a:lnSpc>
                <a:spcPct val="100000"/>
              </a:lnSpc>
              <a:spcBef>
                <a:spcPts val="1600"/>
              </a:spcBef>
              <a:spcAft>
                <a:spcPts val="0"/>
              </a:spcAft>
              <a:buNone/>
              <a:defRPr sz="1200">
                <a:solidFill>
                  <a:schemeClr val="accent3"/>
                </a:solidFill>
              </a:defRPr>
            </a:lvl4pPr>
            <a:lvl5pPr lvl="4" algn="ctr" rtl="0">
              <a:lnSpc>
                <a:spcPct val="100000"/>
              </a:lnSpc>
              <a:spcBef>
                <a:spcPts val="1600"/>
              </a:spcBef>
              <a:spcAft>
                <a:spcPts val="0"/>
              </a:spcAft>
              <a:buNone/>
              <a:defRPr sz="1200">
                <a:solidFill>
                  <a:schemeClr val="accent3"/>
                </a:solidFill>
              </a:defRPr>
            </a:lvl5pPr>
            <a:lvl6pPr lvl="5" algn="ctr" rtl="0">
              <a:lnSpc>
                <a:spcPct val="100000"/>
              </a:lnSpc>
              <a:spcBef>
                <a:spcPts val="1600"/>
              </a:spcBef>
              <a:spcAft>
                <a:spcPts val="0"/>
              </a:spcAft>
              <a:buNone/>
              <a:defRPr sz="1200">
                <a:solidFill>
                  <a:schemeClr val="accent3"/>
                </a:solidFill>
              </a:defRPr>
            </a:lvl6pPr>
            <a:lvl7pPr lvl="6" algn="ctr" rtl="0">
              <a:lnSpc>
                <a:spcPct val="100000"/>
              </a:lnSpc>
              <a:spcBef>
                <a:spcPts val="1600"/>
              </a:spcBef>
              <a:spcAft>
                <a:spcPts val="0"/>
              </a:spcAft>
              <a:buNone/>
              <a:defRPr sz="1200">
                <a:solidFill>
                  <a:schemeClr val="accent3"/>
                </a:solidFill>
              </a:defRPr>
            </a:lvl7pPr>
            <a:lvl8pPr lvl="7" algn="ctr" rtl="0">
              <a:lnSpc>
                <a:spcPct val="100000"/>
              </a:lnSpc>
              <a:spcBef>
                <a:spcPts val="1600"/>
              </a:spcBef>
              <a:spcAft>
                <a:spcPts val="0"/>
              </a:spcAft>
              <a:buNone/>
              <a:defRPr sz="1200">
                <a:solidFill>
                  <a:schemeClr val="accent3"/>
                </a:solidFill>
              </a:defRPr>
            </a:lvl8pPr>
            <a:lvl9pPr lvl="8" algn="ctr" rtl="0">
              <a:lnSpc>
                <a:spcPct val="100000"/>
              </a:lnSpc>
              <a:spcBef>
                <a:spcPts val="1600"/>
              </a:spcBef>
              <a:spcAft>
                <a:spcPts val="1600"/>
              </a:spcAft>
              <a:buNone/>
              <a:defRPr sz="1200">
                <a:solidFill>
                  <a:schemeClr val="accent3"/>
                </a:solidFill>
              </a:defRPr>
            </a:lvl9pPr>
          </a:lstStyle>
          <a:p>
            <a:endParaRPr/>
          </a:p>
        </p:txBody>
      </p:sp>
      <p:sp>
        <p:nvSpPr>
          <p:cNvPr id="865" name="Google Shape;865;p17"/>
          <p:cNvSpPr txBox="1">
            <a:spLocks noGrp="1"/>
          </p:cNvSpPr>
          <p:nvPr>
            <p:ph type="subTitle" idx="13"/>
          </p:nvPr>
        </p:nvSpPr>
        <p:spPr>
          <a:xfrm>
            <a:off x="2835913" y="3349457"/>
            <a:ext cx="16458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200">
                <a:solidFill>
                  <a:schemeClr val="accent3"/>
                </a:solidFill>
              </a:defRPr>
            </a:lvl1pPr>
            <a:lvl2pPr lvl="1" algn="ctr" rtl="0">
              <a:lnSpc>
                <a:spcPct val="100000"/>
              </a:lnSpc>
              <a:spcBef>
                <a:spcPts val="1600"/>
              </a:spcBef>
              <a:spcAft>
                <a:spcPts val="0"/>
              </a:spcAft>
              <a:buNone/>
              <a:defRPr sz="1200">
                <a:solidFill>
                  <a:schemeClr val="accent3"/>
                </a:solidFill>
              </a:defRPr>
            </a:lvl2pPr>
            <a:lvl3pPr lvl="2" algn="ctr" rtl="0">
              <a:lnSpc>
                <a:spcPct val="100000"/>
              </a:lnSpc>
              <a:spcBef>
                <a:spcPts val="1600"/>
              </a:spcBef>
              <a:spcAft>
                <a:spcPts val="0"/>
              </a:spcAft>
              <a:buNone/>
              <a:defRPr sz="1200">
                <a:solidFill>
                  <a:schemeClr val="accent3"/>
                </a:solidFill>
              </a:defRPr>
            </a:lvl3pPr>
            <a:lvl4pPr lvl="3" algn="ctr" rtl="0">
              <a:lnSpc>
                <a:spcPct val="100000"/>
              </a:lnSpc>
              <a:spcBef>
                <a:spcPts val="1600"/>
              </a:spcBef>
              <a:spcAft>
                <a:spcPts val="0"/>
              </a:spcAft>
              <a:buNone/>
              <a:defRPr sz="1200">
                <a:solidFill>
                  <a:schemeClr val="accent3"/>
                </a:solidFill>
              </a:defRPr>
            </a:lvl4pPr>
            <a:lvl5pPr lvl="4" algn="ctr" rtl="0">
              <a:lnSpc>
                <a:spcPct val="100000"/>
              </a:lnSpc>
              <a:spcBef>
                <a:spcPts val="1600"/>
              </a:spcBef>
              <a:spcAft>
                <a:spcPts val="0"/>
              </a:spcAft>
              <a:buNone/>
              <a:defRPr sz="1200">
                <a:solidFill>
                  <a:schemeClr val="accent3"/>
                </a:solidFill>
              </a:defRPr>
            </a:lvl5pPr>
            <a:lvl6pPr lvl="5" algn="ctr" rtl="0">
              <a:lnSpc>
                <a:spcPct val="100000"/>
              </a:lnSpc>
              <a:spcBef>
                <a:spcPts val="1600"/>
              </a:spcBef>
              <a:spcAft>
                <a:spcPts val="0"/>
              </a:spcAft>
              <a:buNone/>
              <a:defRPr sz="1200">
                <a:solidFill>
                  <a:schemeClr val="accent3"/>
                </a:solidFill>
              </a:defRPr>
            </a:lvl6pPr>
            <a:lvl7pPr lvl="6" algn="ctr" rtl="0">
              <a:lnSpc>
                <a:spcPct val="100000"/>
              </a:lnSpc>
              <a:spcBef>
                <a:spcPts val="1600"/>
              </a:spcBef>
              <a:spcAft>
                <a:spcPts val="0"/>
              </a:spcAft>
              <a:buNone/>
              <a:defRPr sz="1200">
                <a:solidFill>
                  <a:schemeClr val="accent3"/>
                </a:solidFill>
              </a:defRPr>
            </a:lvl7pPr>
            <a:lvl8pPr lvl="7" algn="ctr" rtl="0">
              <a:lnSpc>
                <a:spcPct val="100000"/>
              </a:lnSpc>
              <a:spcBef>
                <a:spcPts val="1600"/>
              </a:spcBef>
              <a:spcAft>
                <a:spcPts val="0"/>
              </a:spcAft>
              <a:buNone/>
              <a:defRPr sz="1200">
                <a:solidFill>
                  <a:schemeClr val="accent3"/>
                </a:solidFill>
              </a:defRPr>
            </a:lvl8pPr>
            <a:lvl9pPr lvl="8" algn="ctr" rtl="0">
              <a:lnSpc>
                <a:spcPct val="100000"/>
              </a:lnSpc>
              <a:spcBef>
                <a:spcPts val="1600"/>
              </a:spcBef>
              <a:spcAft>
                <a:spcPts val="1600"/>
              </a:spcAft>
              <a:buNone/>
              <a:defRPr sz="1200">
                <a:solidFill>
                  <a:schemeClr val="accent3"/>
                </a:solidFill>
              </a:defRPr>
            </a:lvl9pPr>
          </a:lstStyle>
          <a:p>
            <a:endParaRPr/>
          </a:p>
        </p:txBody>
      </p:sp>
      <p:sp>
        <p:nvSpPr>
          <p:cNvPr id="866" name="Google Shape;866;p17"/>
          <p:cNvSpPr txBox="1">
            <a:spLocks noGrp="1"/>
          </p:cNvSpPr>
          <p:nvPr>
            <p:ph type="subTitle" idx="14"/>
          </p:nvPr>
        </p:nvSpPr>
        <p:spPr>
          <a:xfrm>
            <a:off x="4671696" y="3349457"/>
            <a:ext cx="16458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200">
                <a:solidFill>
                  <a:schemeClr val="accent3"/>
                </a:solidFill>
              </a:defRPr>
            </a:lvl1pPr>
            <a:lvl2pPr lvl="1" algn="ctr" rtl="0">
              <a:lnSpc>
                <a:spcPct val="100000"/>
              </a:lnSpc>
              <a:spcBef>
                <a:spcPts val="1600"/>
              </a:spcBef>
              <a:spcAft>
                <a:spcPts val="0"/>
              </a:spcAft>
              <a:buNone/>
              <a:defRPr sz="1200">
                <a:solidFill>
                  <a:schemeClr val="accent3"/>
                </a:solidFill>
              </a:defRPr>
            </a:lvl2pPr>
            <a:lvl3pPr lvl="2" algn="ctr" rtl="0">
              <a:lnSpc>
                <a:spcPct val="100000"/>
              </a:lnSpc>
              <a:spcBef>
                <a:spcPts val="1600"/>
              </a:spcBef>
              <a:spcAft>
                <a:spcPts val="0"/>
              </a:spcAft>
              <a:buNone/>
              <a:defRPr sz="1200">
                <a:solidFill>
                  <a:schemeClr val="accent3"/>
                </a:solidFill>
              </a:defRPr>
            </a:lvl3pPr>
            <a:lvl4pPr lvl="3" algn="ctr" rtl="0">
              <a:lnSpc>
                <a:spcPct val="100000"/>
              </a:lnSpc>
              <a:spcBef>
                <a:spcPts val="1600"/>
              </a:spcBef>
              <a:spcAft>
                <a:spcPts val="0"/>
              </a:spcAft>
              <a:buNone/>
              <a:defRPr sz="1200">
                <a:solidFill>
                  <a:schemeClr val="accent3"/>
                </a:solidFill>
              </a:defRPr>
            </a:lvl4pPr>
            <a:lvl5pPr lvl="4" algn="ctr" rtl="0">
              <a:lnSpc>
                <a:spcPct val="100000"/>
              </a:lnSpc>
              <a:spcBef>
                <a:spcPts val="1600"/>
              </a:spcBef>
              <a:spcAft>
                <a:spcPts val="0"/>
              </a:spcAft>
              <a:buNone/>
              <a:defRPr sz="1200">
                <a:solidFill>
                  <a:schemeClr val="accent3"/>
                </a:solidFill>
              </a:defRPr>
            </a:lvl5pPr>
            <a:lvl6pPr lvl="5" algn="ctr" rtl="0">
              <a:lnSpc>
                <a:spcPct val="100000"/>
              </a:lnSpc>
              <a:spcBef>
                <a:spcPts val="1600"/>
              </a:spcBef>
              <a:spcAft>
                <a:spcPts val="0"/>
              </a:spcAft>
              <a:buNone/>
              <a:defRPr sz="1200">
                <a:solidFill>
                  <a:schemeClr val="accent3"/>
                </a:solidFill>
              </a:defRPr>
            </a:lvl6pPr>
            <a:lvl7pPr lvl="6" algn="ctr" rtl="0">
              <a:lnSpc>
                <a:spcPct val="100000"/>
              </a:lnSpc>
              <a:spcBef>
                <a:spcPts val="1600"/>
              </a:spcBef>
              <a:spcAft>
                <a:spcPts val="0"/>
              </a:spcAft>
              <a:buNone/>
              <a:defRPr sz="1200">
                <a:solidFill>
                  <a:schemeClr val="accent3"/>
                </a:solidFill>
              </a:defRPr>
            </a:lvl7pPr>
            <a:lvl8pPr lvl="7" algn="ctr" rtl="0">
              <a:lnSpc>
                <a:spcPct val="100000"/>
              </a:lnSpc>
              <a:spcBef>
                <a:spcPts val="1600"/>
              </a:spcBef>
              <a:spcAft>
                <a:spcPts val="0"/>
              </a:spcAft>
              <a:buNone/>
              <a:defRPr sz="1200">
                <a:solidFill>
                  <a:schemeClr val="accent3"/>
                </a:solidFill>
              </a:defRPr>
            </a:lvl8pPr>
            <a:lvl9pPr lvl="8" algn="ctr" rtl="0">
              <a:lnSpc>
                <a:spcPct val="100000"/>
              </a:lnSpc>
              <a:spcBef>
                <a:spcPts val="1600"/>
              </a:spcBef>
              <a:spcAft>
                <a:spcPts val="1600"/>
              </a:spcAft>
              <a:buNone/>
              <a:defRPr sz="1200">
                <a:solidFill>
                  <a:schemeClr val="accent3"/>
                </a:solidFill>
              </a:defRPr>
            </a:lvl9pPr>
          </a:lstStyle>
          <a:p>
            <a:endParaRPr/>
          </a:p>
        </p:txBody>
      </p:sp>
      <p:sp>
        <p:nvSpPr>
          <p:cNvPr id="867" name="Google Shape;867;p17"/>
          <p:cNvSpPr txBox="1">
            <a:spLocks noGrp="1"/>
          </p:cNvSpPr>
          <p:nvPr>
            <p:ph type="subTitle" idx="15"/>
          </p:nvPr>
        </p:nvSpPr>
        <p:spPr>
          <a:xfrm>
            <a:off x="6507479" y="3349457"/>
            <a:ext cx="16458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200">
                <a:solidFill>
                  <a:schemeClr val="accent3"/>
                </a:solidFill>
              </a:defRPr>
            </a:lvl1pPr>
            <a:lvl2pPr lvl="1" algn="ctr" rtl="0">
              <a:lnSpc>
                <a:spcPct val="100000"/>
              </a:lnSpc>
              <a:spcBef>
                <a:spcPts val="1600"/>
              </a:spcBef>
              <a:spcAft>
                <a:spcPts val="0"/>
              </a:spcAft>
              <a:buNone/>
              <a:defRPr sz="1200">
                <a:solidFill>
                  <a:schemeClr val="accent3"/>
                </a:solidFill>
              </a:defRPr>
            </a:lvl2pPr>
            <a:lvl3pPr lvl="2" algn="ctr" rtl="0">
              <a:lnSpc>
                <a:spcPct val="100000"/>
              </a:lnSpc>
              <a:spcBef>
                <a:spcPts val="1600"/>
              </a:spcBef>
              <a:spcAft>
                <a:spcPts val="0"/>
              </a:spcAft>
              <a:buNone/>
              <a:defRPr sz="1200">
                <a:solidFill>
                  <a:schemeClr val="accent3"/>
                </a:solidFill>
              </a:defRPr>
            </a:lvl3pPr>
            <a:lvl4pPr lvl="3" algn="ctr" rtl="0">
              <a:lnSpc>
                <a:spcPct val="100000"/>
              </a:lnSpc>
              <a:spcBef>
                <a:spcPts val="1600"/>
              </a:spcBef>
              <a:spcAft>
                <a:spcPts val="0"/>
              </a:spcAft>
              <a:buNone/>
              <a:defRPr sz="1200">
                <a:solidFill>
                  <a:schemeClr val="accent3"/>
                </a:solidFill>
              </a:defRPr>
            </a:lvl4pPr>
            <a:lvl5pPr lvl="4" algn="ctr" rtl="0">
              <a:lnSpc>
                <a:spcPct val="100000"/>
              </a:lnSpc>
              <a:spcBef>
                <a:spcPts val="1600"/>
              </a:spcBef>
              <a:spcAft>
                <a:spcPts val="0"/>
              </a:spcAft>
              <a:buNone/>
              <a:defRPr sz="1200">
                <a:solidFill>
                  <a:schemeClr val="accent3"/>
                </a:solidFill>
              </a:defRPr>
            </a:lvl5pPr>
            <a:lvl6pPr lvl="5" algn="ctr" rtl="0">
              <a:lnSpc>
                <a:spcPct val="100000"/>
              </a:lnSpc>
              <a:spcBef>
                <a:spcPts val="1600"/>
              </a:spcBef>
              <a:spcAft>
                <a:spcPts val="0"/>
              </a:spcAft>
              <a:buNone/>
              <a:defRPr sz="1200">
                <a:solidFill>
                  <a:schemeClr val="accent3"/>
                </a:solidFill>
              </a:defRPr>
            </a:lvl6pPr>
            <a:lvl7pPr lvl="6" algn="ctr" rtl="0">
              <a:lnSpc>
                <a:spcPct val="100000"/>
              </a:lnSpc>
              <a:spcBef>
                <a:spcPts val="1600"/>
              </a:spcBef>
              <a:spcAft>
                <a:spcPts val="0"/>
              </a:spcAft>
              <a:buNone/>
              <a:defRPr sz="1200">
                <a:solidFill>
                  <a:schemeClr val="accent3"/>
                </a:solidFill>
              </a:defRPr>
            </a:lvl7pPr>
            <a:lvl8pPr lvl="7" algn="ctr" rtl="0">
              <a:lnSpc>
                <a:spcPct val="100000"/>
              </a:lnSpc>
              <a:spcBef>
                <a:spcPts val="1600"/>
              </a:spcBef>
              <a:spcAft>
                <a:spcPts val="0"/>
              </a:spcAft>
              <a:buNone/>
              <a:defRPr sz="1200">
                <a:solidFill>
                  <a:schemeClr val="accent3"/>
                </a:solidFill>
              </a:defRPr>
            </a:lvl8pPr>
            <a:lvl9pPr lvl="8" algn="ctr" rtl="0">
              <a:lnSpc>
                <a:spcPct val="100000"/>
              </a:lnSpc>
              <a:spcBef>
                <a:spcPts val="1600"/>
              </a:spcBef>
              <a:spcAft>
                <a:spcPts val="1600"/>
              </a:spcAft>
              <a:buNone/>
              <a:defRPr sz="1200">
                <a:solidFill>
                  <a:schemeClr val="accent3"/>
                </a:solidFill>
              </a:defRPr>
            </a:lvl9pPr>
          </a:lstStyle>
          <a:p>
            <a:endParaRPr/>
          </a:p>
        </p:txBody>
      </p:sp>
      <p:grpSp>
        <p:nvGrpSpPr>
          <p:cNvPr id="868" name="Google Shape;868;p17"/>
          <p:cNvGrpSpPr/>
          <p:nvPr/>
        </p:nvGrpSpPr>
        <p:grpSpPr>
          <a:xfrm>
            <a:off x="6529813" y="3757661"/>
            <a:ext cx="3264035" cy="1583051"/>
            <a:chOff x="6529813" y="3757661"/>
            <a:chExt cx="3264035" cy="1583051"/>
          </a:xfrm>
        </p:grpSpPr>
        <p:sp>
          <p:nvSpPr>
            <p:cNvPr id="869" name="Google Shape;869;p17"/>
            <p:cNvSpPr/>
            <p:nvPr/>
          </p:nvSpPr>
          <p:spPr>
            <a:xfrm rot="9432676">
              <a:off x="8129941" y="4008591"/>
              <a:ext cx="1513587" cy="1081190"/>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0" name="Google Shape;870;p17"/>
            <p:cNvGrpSpPr/>
            <p:nvPr/>
          </p:nvGrpSpPr>
          <p:grpSpPr>
            <a:xfrm>
              <a:off x="6529813" y="4336457"/>
              <a:ext cx="2878771" cy="827500"/>
              <a:chOff x="3098100" y="3849750"/>
              <a:chExt cx="940775" cy="270425"/>
            </a:xfrm>
          </p:grpSpPr>
          <p:sp>
            <p:nvSpPr>
              <p:cNvPr id="871" name="Google Shape;871;p17"/>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7"/>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873" name="Google Shape;873;p17"/>
          <p:cNvPicPr preferRelativeResize="0"/>
          <p:nvPr/>
        </p:nvPicPr>
        <p:blipFill>
          <a:blip r:embed="rId2">
            <a:alphaModFix/>
          </a:blip>
          <a:stretch>
            <a:fillRect/>
          </a:stretch>
        </p:blipFill>
        <p:spPr>
          <a:xfrm>
            <a:off x="7268650" y="-89276"/>
            <a:ext cx="1964802" cy="1508426"/>
          </a:xfrm>
          <a:prstGeom prst="rect">
            <a:avLst/>
          </a:prstGeom>
          <a:noFill/>
          <a:ln>
            <a:noFill/>
          </a:ln>
        </p:spPr>
      </p:pic>
      <p:grpSp>
        <p:nvGrpSpPr>
          <p:cNvPr id="874" name="Google Shape;874;p17"/>
          <p:cNvGrpSpPr/>
          <p:nvPr/>
        </p:nvGrpSpPr>
        <p:grpSpPr>
          <a:xfrm>
            <a:off x="-1028710" y="3387325"/>
            <a:ext cx="2711159" cy="1972460"/>
            <a:chOff x="-1028710" y="3387325"/>
            <a:chExt cx="2711159" cy="1972460"/>
          </a:xfrm>
        </p:grpSpPr>
        <p:sp>
          <p:nvSpPr>
            <p:cNvPr id="875" name="Google Shape;875;p17"/>
            <p:cNvSpPr/>
            <p:nvPr/>
          </p:nvSpPr>
          <p:spPr>
            <a:xfrm rot="9432704">
              <a:off x="-384173" y="4028063"/>
              <a:ext cx="1004493" cy="118337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7"/>
            <p:cNvSpPr/>
            <p:nvPr/>
          </p:nvSpPr>
          <p:spPr>
            <a:xfrm flipH="1">
              <a:off x="-1028710" y="4433100"/>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7" name="Google Shape;877;p17"/>
            <p:cNvPicPr preferRelativeResize="0"/>
            <p:nvPr/>
          </p:nvPicPr>
          <p:blipFill>
            <a:blip r:embed="rId3">
              <a:alphaModFix/>
            </a:blip>
            <a:stretch>
              <a:fillRect/>
            </a:stretch>
          </p:blipFill>
          <p:spPr>
            <a:xfrm>
              <a:off x="-108141" y="3387325"/>
              <a:ext cx="1790590" cy="1832376"/>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p:cSld name="BLANK_1_2">
    <p:bg>
      <p:bgPr>
        <a:solidFill>
          <a:srgbClr val="F7F8FC"/>
        </a:solidFill>
        <a:effectLst/>
      </p:bgPr>
    </p:bg>
    <p:spTree>
      <p:nvGrpSpPr>
        <p:cNvPr id="1" name="Shape 878"/>
        <p:cNvGrpSpPr/>
        <p:nvPr/>
      </p:nvGrpSpPr>
      <p:grpSpPr>
        <a:xfrm>
          <a:off x="0" y="0"/>
          <a:ext cx="0" cy="0"/>
          <a:chOff x="0" y="0"/>
          <a:chExt cx="0" cy="0"/>
        </a:xfrm>
      </p:grpSpPr>
      <p:sp>
        <p:nvSpPr>
          <p:cNvPr id="879" name="Google Shape;879;p18"/>
          <p:cNvSpPr txBox="1">
            <a:spLocks noGrp="1"/>
          </p:cNvSpPr>
          <p:nvPr>
            <p:ph type="subTitle" idx="1"/>
          </p:nvPr>
        </p:nvSpPr>
        <p:spPr>
          <a:xfrm flipH="1">
            <a:off x="914550" y="3099195"/>
            <a:ext cx="7299900" cy="38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200"/>
              <a:buNone/>
              <a:defRPr sz="1800">
                <a:solidFill>
                  <a:schemeClr val="accent3"/>
                </a:solidFill>
                <a:latin typeface="Lato"/>
                <a:ea typeface="Lato"/>
                <a:cs typeface="Lato"/>
                <a:sym typeface="Lato"/>
              </a:defRPr>
            </a:lvl1pPr>
            <a:lvl2pPr lvl="1" algn="ctr" rtl="0">
              <a:lnSpc>
                <a:spcPct val="100000"/>
              </a:lnSpc>
              <a:spcBef>
                <a:spcPts val="0"/>
              </a:spcBef>
              <a:spcAft>
                <a:spcPts val="0"/>
              </a:spcAft>
              <a:buClr>
                <a:srgbClr val="FFFFFF"/>
              </a:buClr>
              <a:buSzPts val="2800"/>
              <a:buNone/>
              <a:defRPr sz="2800">
                <a:solidFill>
                  <a:srgbClr val="FFFFFF"/>
                </a:solidFill>
              </a:defRPr>
            </a:lvl2pPr>
            <a:lvl3pPr lvl="2" algn="ctr" rtl="0">
              <a:lnSpc>
                <a:spcPct val="100000"/>
              </a:lnSpc>
              <a:spcBef>
                <a:spcPts val="0"/>
              </a:spcBef>
              <a:spcAft>
                <a:spcPts val="0"/>
              </a:spcAft>
              <a:buClr>
                <a:srgbClr val="FFFFFF"/>
              </a:buClr>
              <a:buSzPts val="2800"/>
              <a:buNone/>
              <a:defRPr sz="2800">
                <a:solidFill>
                  <a:srgbClr val="FFFFFF"/>
                </a:solidFill>
              </a:defRPr>
            </a:lvl3pPr>
            <a:lvl4pPr lvl="3" algn="ctr" rtl="0">
              <a:lnSpc>
                <a:spcPct val="100000"/>
              </a:lnSpc>
              <a:spcBef>
                <a:spcPts val="0"/>
              </a:spcBef>
              <a:spcAft>
                <a:spcPts val="0"/>
              </a:spcAft>
              <a:buClr>
                <a:srgbClr val="FFFFFF"/>
              </a:buClr>
              <a:buSzPts val="2800"/>
              <a:buNone/>
              <a:defRPr sz="2800">
                <a:solidFill>
                  <a:srgbClr val="FFFFFF"/>
                </a:solidFill>
              </a:defRPr>
            </a:lvl4pPr>
            <a:lvl5pPr lvl="4" algn="ctr" rtl="0">
              <a:lnSpc>
                <a:spcPct val="100000"/>
              </a:lnSpc>
              <a:spcBef>
                <a:spcPts val="0"/>
              </a:spcBef>
              <a:spcAft>
                <a:spcPts val="0"/>
              </a:spcAft>
              <a:buClr>
                <a:srgbClr val="FFFFFF"/>
              </a:buClr>
              <a:buSzPts val="2800"/>
              <a:buNone/>
              <a:defRPr sz="2800">
                <a:solidFill>
                  <a:srgbClr val="FFFFFF"/>
                </a:solidFill>
              </a:defRPr>
            </a:lvl5pPr>
            <a:lvl6pPr lvl="5" algn="ctr" rtl="0">
              <a:lnSpc>
                <a:spcPct val="100000"/>
              </a:lnSpc>
              <a:spcBef>
                <a:spcPts val="0"/>
              </a:spcBef>
              <a:spcAft>
                <a:spcPts val="0"/>
              </a:spcAft>
              <a:buClr>
                <a:srgbClr val="FFFFFF"/>
              </a:buClr>
              <a:buSzPts val="2800"/>
              <a:buNone/>
              <a:defRPr sz="2800">
                <a:solidFill>
                  <a:srgbClr val="FFFFFF"/>
                </a:solidFill>
              </a:defRPr>
            </a:lvl6pPr>
            <a:lvl7pPr lvl="6" algn="ctr" rtl="0">
              <a:lnSpc>
                <a:spcPct val="100000"/>
              </a:lnSpc>
              <a:spcBef>
                <a:spcPts val="0"/>
              </a:spcBef>
              <a:spcAft>
                <a:spcPts val="0"/>
              </a:spcAft>
              <a:buClr>
                <a:srgbClr val="FFFFFF"/>
              </a:buClr>
              <a:buSzPts val="2800"/>
              <a:buNone/>
              <a:defRPr sz="2800">
                <a:solidFill>
                  <a:srgbClr val="FFFFFF"/>
                </a:solidFill>
              </a:defRPr>
            </a:lvl7pPr>
            <a:lvl8pPr lvl="7" algn="ctr" rtl="0">
              <a:lnSpc>
                <a:spcPct val="100000"/>
              </a:lnSpc>
              <a:spcBef>
                <a:spcPts val="0"/>
              </a:spcBef>
              <a:spcAft>
                <a:spcPts val="0"/>
              </a:spcAft>
              <a:buClr>
                <a:srgbClr val="FFFFFF"/>
              </a:buClr>
              <a:buSzPts val="2800"/>
              <a:buNone/>
              <a:defRPr sz="2800">
                <a:solidFill>
                  <a:srgbClr val="FFFFFF"/>
                </a:solidFill>
              </a:defRPr>
            </a:lvl8pPr>
            <a:lvl9pPr lvl="8" algn="ctr" rtl="0">
              <a:lnSpc>
                <a:spcPct val="100000"/>
              </a:lnSpc>
              <a:spcBef>
                <a:spcPts val="0"/>
              </a:spcBef>
              <a:spcAft>
                <a:spcPts val="0"/>
              </a:spcAft>
              <a:buClr>
                <a:srgbClr val="FFFFFF"/>
              </a:buClr>
              <a:buSzPts val="2800"/>
              <a:buNone/>
              <a:defRPr sz="2800">
                <a:solidFill>
                  <a:srgbClr val="FFFFFF"/>
                </a:solidFill>
              </a:defRPr>
            </a:lvl9pPr>
          </a:lstStyle>
          <a:p>
            <a:endParaRPr/>
          </a:p>
        </p:txBody>
      </p:sp>
      <p:sp>
        <p:nvSpPr>
          <p:cNvPr id="880" name="Google Shape;880;p18"/>
          <p:cNvSpPr txBox="1">
            <a:spLocks noGrp="1"/>
          </p:cNvSpPr>
          <p:nvPr>
            <p:ph type="ctrTitle"/>
          </p:nvPr>
        </p:nvSpPr>
        <p:spPr>
          <a:xfrm flipH="1">
            <a:off x="914250" y="2579950"/>
            <a:ext cx="7299900" cy="506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881" name="Google Shape;881;p18"/>
          <p:cNvSpPr txBox="1">
            <a:spLocks noGrp="1"/>
          </p:cNvSpPr>
          <p:nvPr>
            <p:ph type="title" idx="2" hasCustomPrompt="1"/>
          </p:nvPr>
        </p:nvSpPr>
        <p:spPr>
          <a:xfrm>
            <a:off x="2691300" y="1948575"/>
            <a:ext cx="3734100" cy="623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b="1"/>
            </a:lvl2pPr>
            <a:lvl3pPr lvl="2" algn="ctr" rtl="0">
              <a:spcBef>
                <a:spcPts val="0"/>
              </a:spcBef>
              <a:spcAft>
                <a:spcPts val="0"/>
              </a:spcAft>
              <a:buSzPts val="4800"/>
              <a:buNone/>
              <a:defRPr sz="4800" b="1"/>
            </a:lvl3pPr>
            <a:lvl4pPr lvl="3" algn="ctr" rtl="0">
              <a:spcBef>
                <a:spcPts val="0"/>
              </a:spcBef>
              <a:spcAft>
                <a:spcPts val="0"/>
              </a:spcAft>
              <a:buSzPts val="4800"/>
              <a:buNone/>
              <a:defRPr sz="4800" b="1"/>
            </a:lvl4pPr>
            <a:lvl5pPr lvl="4" algn="ctr" rtl="0">
              <a:spcBef>
                <a:spcPts val="0"/>
              </a:spcBef>
              <a:spcAft>
                <a:spcPts val="0"/>
              </a:spcAft>
              <a:buSzPts val="4800"/>
              <a:buNone/>
              <a:defRPr sz="4800" b="1"/>
            </a:lvl5pPr>
            <a:lvl6pPr lvl="5" algn="ctr" rtl="0">
              <a:spcBef>
                <a:spcPts val="0"/>
              </a:spcBef>
              <a:spcAft>
                <a:spcPts val="0"/>
              </a:spcAft>
              <a:buSzPts val="4800"/>
              <a:buNone/>
              <a:defRPr sz="4800" b="1"/>
            </a:lvl6pPr>
            <a:lvl7pPr lvl="6" algn="ctr" rtl="0">
              <a:spcBef>
                <a:spcPts val="0"/>
              </a:spcBef>
              <a:spcAft>
                <a:spcPts val="0"/>
              </a:spcAft>
              <a:buSzPts val="4800"/>
              <a:buNone/>
              <a:defRPr sz="4800" b="1"/>
            </a:lvl7pPr>
            <a:lvl8pPr lvl="7" algn="ctr" rtl="0">
              <a:spcBef>
                <a:spcPts val="0"/>
              </a:spcBef>
              <a:spcAft>
                <a:spcPts val="0"/>
              </a:spcAft>
              <a:buSzPts val="4800"/>
              <a:buNone/>
              <a:defRPr sz="4800" b="1"/>
            </a:lvl8pPr>
            <a:lvl9pPr lvl="8" algn="ctr" rtl="0">
              <a:spcBef>
                <a:spcPts val="0"/>
              </a:spcBef>
              <a:spcAft>
                <a:spcPts val="0"/>
              </a:spcAft>
              <a:buSzPts val="4800"/>
              <a:buNone/>
              <a:defRPr sz="4800" b="1"/>
            </a:lvl9pPr>
          </a:lstStyle>
          <a:p>
            <a:r>
              <a:t>xx%</a:t>
            </a:r>
          </a:p>
        </p:txBody>
      </p:sp>
      <p:grpSp>
        <p:nvGrpSpPr>
          <p:cNvPr id="882" name="Google Shape;882;p18"/>
          <p:cNvGrpSpPr/>
          <p:nvPr/>
        </p:nvGrpSpPr>
        <p:grpSpPr>
          <a:xfrm>
            <a:off x="5861375" y="4178175"/>
            <a:ext cx="3351600" cy="1021698"/>
            <a:chOff x="5861375" y="4178175"/>
            <a:chExt cx="3351600" cy="1021698"/>
          </a:xfrm>
        </p:grpSpPr>
        <p:sp>
          <p:nvSpPr>
            <p:cNvPr id="883" name="Google Shape;883;p18"/>
            <p:cNvSpPr/>
            <p:nvPr/>
          </p:nvSpPr>
          <p:spPr>
            <a:xfrm>
              <a:off x="5861375" y="4178175"/>
              <a:ext cx="3351600" cy="1021698"/>
            </a:xfrm>
            <a:custGeom>
              <a:avLst/>
              <a:gdLst/>
              <a:ahLst/>
              <a:cxnLst/>
              <a:rect l="l" t="t" r="r" b="b"/>
              <a:pathLst>
                <a:path w="44285" h="14312" extrusionOk="0">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4" name="Google Shape;884;p18"/>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885" name="Google Shape;885;p18"/>
          <p:cNvGrpSpPr/>
          <p:nvPr/>
        </p:nvGrpSpPr>
        <p:grpSpPr>
          <a:xfrm>
            <a:off x="-103000" y="-237275"/>
            <a:ext cx="4656024" cy="2635100"/>
            <a:chOff x="-103000" y="-237275"/>
            <a:chExt cx="4656024" cy="2635100"/>
          </a:xfrm>
        </p:grpSpPr>
        <p:sp>
          <p:nvSpPr>
            <p:cNvPr id="886" name="Google Shape;886;p18"/>
            <p:cNvSpPr/>
            <p:nvPr/>
          </p:nvSpPr>
          <p:spPr>
            <a:xfrm>
              <a:off x="-19050" y="-76200"/>
              <a:ext cx="2668237" cy="114584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19050" y="-76200"/>
              <a:ext cx="4572074" cy="247402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8" name="Google Shape;888;p18"/>
            <p:cNvPicPr preferRelativeResize="0"/>
            <p:nvPr/>
          </p:nvPicPr>
          <p:blipFill rotWithShape="1">
            <a:blip r:embed="rId3">
              <a:alphaModFix/>
            </a:blip>
            <a:srcRect t="40" b="30"/>
            <a:stretch/>
          </p:blipFill>
          <p:spPr>
            <a:xfrm>
              <a:off x="-103000" y="-237275"/>
              <a:ext cx="1360299" cy="2331747"/>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columns">
  <p:cSld name="BLANK_1_1">
    <p:bg>
      <p:bgPr>
        <a:solidFill>
          <a:srgbClr val="F7F8FC"/>
        </a:solidFill>
        <a:effectLst/>
      </p:bgPr>
    </p:bg>
    <p:spTree>
      <p:nvGrpSpPr>
        <p:cNvPr id="1" name="Shape 889"/>
        <p:cNvGrpSpPr/>
        <p:nvPr/>
      </p:nvGrpSpPr>
      <p:grpSpPr>
        <a:xfrm>
          <a:off x="0" y="0"/>
          <a:ext cx="0" cy="0"/>
          <a:chOff x="0" y="0"/>
          <a:chExt cx="0" cy="0"/>
        </a:xfrm>
      </p:grpSpPr>
      <p:sp>
        <p:nvSpPr>
          <p:cNvPr id="890" name="Google Shape;890;p19"/>
          <p:cNvSpPr/>
          <p:nvPr/>
        </p:nvSpPr>
        <p:spPr>
          <a:xfrm rot="-3450524">
            <a:off x="1259292" y="4296611"/>
            <a:ext cx="1028222" cy="1381915"/>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9"/>
          <p:cNvSpPr txBox="1">
            <a:spLocks noGrp="1"/>
          </p:cNvSpPr>
          <p:nvPr>
            <p:ph type="subTitle" idx="1"/>
          </p:nvPr>
        </p:nvSpPr>
        <p:spPr>
          <a:xfrm>
            <a:off x="1256025" y="2332001"/>
            <a:ext cx="2151000" cy="8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Josefin Slab SemiBold"/>
              <a:buChar char="●"/>
              <a:defRPr sz="1200"/>
            </a:lvl1pPr>
            <a:lvl2pPr lvl="1" algn="ctr" rtl="0">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a:endParaRPr/>
          </a:p>
        </p:txBody>
      </p:sp>
      <p:sp>
        <p:nvSpPr>
          <p:cNvPr id="892" name="Google Shape;892;p19"/>
          <p:cNvSpPr txBox="1">
            <a:spLocks noGrp="1"/>
          </p:cNvSpPr>
          <p:nvPr>
            <p:ph type="subTitle" idx="2"/>
          </p:nvPr>
        </p:nvSpPr>
        <p:spPr>
          <a:xfrm>
            <a:off x="3504013" y="2332001"/>
            <a:ext cx="2151000" cy="8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Josefin Slab SemiBold"/>
              <a:buChar char="●"/>
              <a:defRPr sz="1200"/>
            </a:lvl1pPr>
            <a:lvl2pPr lvl="1" algn="ctr" rtl="0">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a:endParaRPr/>
          </a:p>
        </p:txBody>
      </p:sp>
      <p:sp>
        <p:nvSpPr>
          <p:cNvPr id="893" name="Google Shape;893;p19"/>
          <p:cNvSpPr txBox="1">
            <a:spLocks noGrp="1"/>
          </p:cNvSpPr>
          <p:nvPr>
            <p:ph type="subTitle" idx="3"/>
          </p:nvPr>
        </p:nvSpPr>
        <p:spPr>
          <a:xfrm>
            <a:off x="5752000" y="2332001"/>
            <a:ext cx="2151000" cy="89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Josefin Slab SemiBold"/>
              <a:buChar char="●"/>
              <a:defRPr sz="1200"/>
            </a:lvl1pPr>
            <a:lvl2pPr lvl="1" algn="ctr" rtl="0">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a:endParaRPr/>
          </a:p>
        </p:txBody>
      </p:sp>
      <p:sp>
        <p:nvSpPr>
          <p:cNvPr id="894" name="Google Shape;894;p19"/>
          <p:cNvSpPr txBox="1">
            <a:spLocks noGrp="1"/>
          </p:cNvSpPr>
          <p:nvPr>
            <p:ph type="subTitle" idx="4"/>
          </p:nvPr>
        </p:nvSpPr>
        <p:spPr>
          <a:xfrm>
            <a:off x="1409984" y="1849408"/>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895" name="Google Shape;895;p19"/>
          <p:cNvSpPr txBox="1">
            <a:spLocks noGrp="1"/>
          </p:cNvSpPr>
          <p:nvPr>
            <p:ph type="subTitle" idx="5"/>
          </p:nvPr>
        </p:nvSpPr>
        <p:spPr>
          <a:xfrm>
            <a:off x="3674925" y="1849408"/>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896" name="Google Shape;896;p19"/>
          <p:cNvSpPr txBox="1">
            <a:spLocks noGrp="1"/>
          </p:cNvSpPr>
          <p:nvPr>
            <p:ph type="subTitle" idx="6"/>
          </p:nvPr>
        </p:nvSpPr>
        <p:spPr>
          <a:xfrm>
            <a:off x="5927418" y="1849408"/>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897" name="Google Shape;897;p19"/>
          <p:cNvSpPr txBox="1">
            <a:spLocks noGrp="1"/>
          </p:cNvSpPr>
          <p:nvPr>
            <p:ph type="title"/>
          </p:nvPr>
        </p:nvSpPr>
        <p:spPr>
          <a:xfrm>
            <a:off x="910100" y="500070"/>
            <a:ext cx="72999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98" name="Google Shape;898;p19"/>
          <p:cNvSpPr txBox="1">
            <a:spLocks noGrp="1"/>
          </p:cNvSpPr>
          <p:nvPr>
            <p:ph type="subTitle" idx="7"/>
          </p:nvPr>
        </p:nvSpPr>
        <p:spPr>
          <a:xfrm>
            <a:off x="1408793" y="3279699"/>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899" name="Google Shape;899;p19"/>
          <p:cNvSpPr txBox="1">
            <a:spLocks noGrp="1"/>
          </p:cNvSpPr>
          <p:nvPr>
            <p:ph type="subTitle" idx="8"/>
          </p:nvPr>
        </p:nvSpPr>
        <p:spPr>
          <a:xfrm>
            <a:off x="3658844" y="3279688"/>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900" name="Google Shape;900;p19"/>
          <p:cNvSpPr txBox="1">
            <a:spLocks noGrp="1"/>
          </p:cNvSpPr>
          <p:nvPr>
            <p:ph type="subTitle" idx="9"/>
          </p:nvPr>
        </p:nvSpPr>
        <p:spPr>
          <a:xfrm>
            <a:off x="5932097" y="3279699"/>
            <a:ext cx="18288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901" name="Google Shape;901;p19"/>
          <p:cNvSpPr/>
          <p:nvPr/>
        </p:nvSpPr>
        <p:spPr>
          <a:xfrm rot="6744193">
            <a:off x="7627797" y="-227159"/>
            <a:ext cx="906848" cy="921703"/>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9"/>
          <p:cNvSpPr/>
          <p:nvPr/>
        </p:nvSpPr>
        <p:spPr>
          <a:xfrm>
            <a:off x="9264337" y="-314100"/>
            <a:ext cx="32063" cy="23513"/>
          </a:xfrm>
          <a:custGeom>
            <a:avLst/>
            <a:gdLst/>
            <a:ahLst/>
            <a:cxnLst/>
            <a:rect l="l" t="t" r="r" b="b"/>
            <a:pathLst>
              <a:path w="600" h="440" extrusionOk="0">
                <a:moveTo>
                  <a:pt x="556" y="0"/>
                </a:moveTo>
                <a:lnTo>
                  <a:pt x="19" y="33"/>
                </a:lnTo>
                <a:cubicBezTo>
                  <a:pt x="5" y="66"/>
                  <a:pt x="1" y="100"/>
                  <a:pt x="1" y="137"/>
                </a:cubicBezTo>
                <a:cubicBezTo>
                  <a:pt x="1" y="302"/>
                  <a:pt x="132" y="439"/>
                  <a:pt x="297" y="439"/>
                </a:cubicBezTo>
                <a:cubicBezTo>
                  <a:pt x="462" y="439"/>
                  <a:pt x="599" y="302"/>
                  <a:pt x="599" y="137"/>
                </a:cubicBezTo>
                <a:cubicBezTo>
                  <a:pt x="599" y="85"/>
                  <a:pt x="580" y="43"/>
                  <a:pt x="556" y="0"/>
                </a:cubicBez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9"/>
          <p:cNvSpPr/>
          <p:nvPr/>
        </p:nvSpPr>
        <p:spPr>
          <a:xfrm>
            <a:off x="9157730" y="-307581"/>
            <a:ext cx="31795" cy="16993"/>
          </a:xfrm>
          <a:custGeom>
            <a:avLst/>
            <a:gdLst/>
            <a:ahLst/>
            <a:cxnLst/>
            <a:rect l="l" t="t" r="r" b="b"/>
            <a:pathLst>
              <a:path w="595" h="318" extrusionOk="0">
                <a:moveTo>
                  <a:pt x="594" y="0"/>
                </a:moveTo>
                <a:lnTo>
                  <a:pt x="0" y="39"/>
                </a:lnTo>
                <a:cubicBezTo>
                  <a:pt x="15" y="194"/>
                  <a:pt x="142" y="317"/>
                  <a:pt x="298" y="317"/>
                </a:cubicBezTo>
                <a:cubicBezTo>
                  <a:pt x="463" y="317"/>
                  <a:pt x="594" y="180"/>
                  <a:pt x="594" y="15"/>
                </a:cubicBezTo>
                <a:lnTo>
                  <a:pt x="594" y="0"/>
                </a:ln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9"/>
          <p:cNvSpPr/>
          <p:nvPr/>
        </p:nvSpPr>
        <p:spPr>
          <a:xfrm>
            <a:off x="9053368" y="-300741"/>
            <a:ext cx="28536" cy="10153"/>
          </a:xfrm>
          <a:custGeom>
            <a:avLst/>
            <a:gdLst/>
            <a:ahLst/>
            <a:cxnLst/>
            <a:rect l="l" t="t" r="r" b="b"/>
            <a:pathLst>
              <a:path w="534" h="190" extrusionOk="0">
                <a:moveTo>
                  <a:pt x="534" y="0"/>
                </a:moveTo>
                <a:lnTo>
                  <a:pt x="1" y="33"/>
                </a:lnTo>
                <a:cubicBezTo>
                  <a:pt x="53" y="122"/>
                  <a:pt x="142" y="189"/>
                  <a:pt x="255" y="189"/>
                </a:cubicBezTo>
                <a:cubicBezTo>
                  <a:pt x="379" y="189"/>
                  <a:pt x="486" y="109"/>
                  <a:pt x="534" y="0"/>
                </a:cubicBez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9"/>
          <p:cNvSpPr/>
          <p:nvPr/>
        </p:nvSpPr>
        <p:spPr>
          <a:xfrm>
            <a:off x="8953333" y="-293420"/>
            <a:ext cx="15443" cy="2832"/>
          </a:xfrm>
          <a:custGeom>
            <a:avLst/>
            <a:gdLst/>
            <a:ahLst/>
            <a:cxnLst/>
            <a:rect l="l" t="t" r="r" b="b"/>
            <a:pathLst>
              <a:path w="289" h="53" extrusionOk="0">
                <a:moveTo>
                  <a:pt x="288" y="0"/>
                </a:moveTo>
                <a:lnTo>
                  <a:pt x="1" y="18"/>
                </a:lnTo>
                <a:cubicBezTo>
                  <a:pt x="38" y="37"/>
                  <a:pt x="86" y="52"/>
                  <a:pt x="133" y="52"/>
                </a:cubicBezTo>
                <a:cubicBezTo>
                  <a:pt x="190" y="52"/>
                  <a:pt x="246" y="28"/>
                  <a:pt x="288" y="0"/>
                </a:cubicBez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9"/>
          <p:cNvSpPr/>
          <p:nvPr/>
        </p:nvSpPr>
        <p:spPr>
          <a:xfrm>
            <a:off x="7611740" y="279588"/>
            <a:ext cx="15871" cy="9405"/>
          </a:xfrm>
          <a:custGeom>
            <a:avLst/>
            <a:gdLst/>
            <a:ahLst/>
            <a:cxnLst/>
            <a:rect l="l" t="t" r="r" b="b"/>
            <a:pathLst>
              <a:path w="297" h="176" extrusionOk="0">
                <a:moveTo>
                  <a:pt x="0" y="1"/>
                </a:moveTo>
                <a:cubicBezTo>
                  <a:pt x="0" y="67"/>
                  <a:pt x="24" y="128"/>
                  <a:pt x="61" y="175"/>
                </a:cubicBezTo>
                <a:cubicBezTo>
                  <a:pt x="142" y="161"/>
                  <a:pt x="216" y="151"/>
                  <a:pt x="297" y="138"/>
                </a:cubicBezTo>
                <a:lnTo>
                  <a:pt x="297" y="1"/>
                </a:lnTo>
                <a:close/>
              </a:path>
            </a:pathLst>
          </a:custGeom>
          <a:solidFill>
            <a:srgbClr val="0202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7" name="Google Shape;907;p19"/>
          <p:cNvGrpSpPr/>
          <p:nvPr/>
        </p:nvGrpSpPr>
        <p:grpSpPr>
          <a:xfrm>
            <a:off x="-65294" y="2635223"/>
            <a:ext cx="4507248" cy="2851719"/>
            <a:chOff x="-65294" y="2635223"/>
            <a:chExt cx="4507248" cy="2851719"/>
          </a:xfrm>
        </p:grpSpPr>
        <p:sp>
          <p:nvSpPr>
            <p:cNvPr id="908" name="Google Shape;908;p19"/>
            <p:cNvSpPr/>
            <p:nvPr/>
          </p:nvSpPr>
          <p:spPr>
            <a:xfrm>
              <a:off x="-37819" y="3229639"/>
              <a:ext cx="642082" cy="720274"/>
            </a:xfrm>
            <a:custGeom>
              <a:avLst/>
              <a:gdLst/>
              <a:ahLst/>
              <a:cxnLst/>
              <a:rect l="l" t="t" r="r" b="b"/>
              <a:pathLst>
                <a:path w="8249" h="13525" extrusionOk="0">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9"/>
            <p:cNvSpPr/>
            <p:nvPr/>
          </p:nvSpPr>
          <p:spPr>
            <a:xfrm>
              <a:off x="-37819" y="3866020"/>
              <a:ext cx="2675353" cy="1620922"/>
            </a:xfrm>
            <a:custGeom>
              <a:avLst/>
              <a:gdLst/>
              <a:ahLst/>
              <a:cxnLst/>
              <a:rect l="l" t="t" r="r" b="b"/>
              <a:pathLst>
                <a:path w="34371" h="30437" extrusionOk="0">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0" name="Google Shape;910;p19"/>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911" name="Google Shape;911;p19"/>
            <p:cNvPicPr preferRelativeResize="0"/>
            <p:nvPr/>
          </p:nvPicPr>
          <p:blipFill>
            <a:blip r:embed="rId3">
              <a:alphaModFix/>
            </a:blip>
            <a:stretch>
              <a:fillRect/>
            </a:stretch>
          </p:blipFill>
          <p:spPr>
            <a:xfrm>
              <a:off x="1716277" y="4757905"/>
              <a:ext cx="2725678" cy="431892"/>
            </a:xfrm>
            <a:prstGeom prst="rect">
              <a:avLst/>
            </a:prstGeom>
            <a:noFill/>
            <a:ln>
              <a:noFill/>
            </a:ln>
          </p:spPr>
        </p:pic>
      </p:grpSp>
      <p:sp>
        <p:nvSpPr>
          <p:cNvPr id="912" name="Google Shape;912;p19"/>
          <p:cNvSpPr/>
          <p:nvPr/>
        </p:nvSpPr>
        <p:spPr>
          <a:xfrm>
            <a:off x="7667903" y="-136207"/>
            <a:ext cx="1600774" cy="1383657"/>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3" name="Google Shape;913;p19"/>
          <p:cNvPicPr preferRelativeResize="0"/>
          <p:nvPr/>
        </p:nvPicPr>
        <p:blipFill>
          <a:blip r:embed="rId4">
            <a:alphaModFix/>
          </a:blip>
          <a:stretch>
            <a:fillRect/>
          </a:stretch>
        </p:blipFill>
        <p:spPr>
          <a:xfrm>
            <a:off x="6920084" y="-349974"/>
            <a:ext cx="2501000" cy="13836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columns">
  <p:cSld name="BLANK_1_1_1">
    <p:bg>
      <p:bgPr>
        <a:noFill/>
        <a:effectLst/>
      </p:bgPr>
    </p:bg>
    <p:spTree>
      <p:nvGrpSpPr>
        <p:cNvPr id="1" name="Shape 914"/>
        <p:cNvGrpSpPr/>
        <p:nvPr/>
      </p:nvGrpSpPr>
      <p:grpSpPr>
        <a:xfrm>
          <a:off x="0" y="0"/>
          <a:ext cx="0" cy="0"/>
          <a:chOff x="0" y="0"/>
          <a:chExt cx="0" cy="0"/>
        </a:xfrm>
      </p:grpSpPr>
      <p:sp>
        <p:nvSpPr>
          <p:cNvPr id="915" name="Google Shape;915;p20"/>
          <p:cNvSpPr txBox="1">
            <a:spLocks noGrp="1"/>
          </p:cNvSpPr>
          <p:nvPr>
            <p:ph type="subTitle" idx="1"/>
          </p:nvPr>
        </p:nvSpPr>
        <p:spPr>
          <a:xfrm>
            <a:off x="922199" y="3107030"/>
            <a:ext cx="1992900" cy="915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100"/>
              <a:buFont typeface="Roboto Condensed Light"/>
              <a:buNone/>
              <a:defRPr>
                <a:solidFill>
                  <a:schemeClr val="accent3"/>
                </a:solidFill>
              </a:defRPr>
            </a:lvl1pPr>
            <a:lvl2pPr lvl="1"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a:endParaRPr/>
          </a:p>
        </p:txBody>
      </p:sp>
      <p:sp>
        <p:nvSpPr>
          <p:cNvPr id="916" name="Google Shape;916;p20"/>
          <p:cNvSpPr txBox="1">
            <a:spLocks noGrp="1"/>
          </p:cNvSpPr>
          <p:nvPr>
            <p:ph type="subTitle" idx="2"/>
          </p:nvPr>
        </p:nvSpPr>
        <p:spPr>
          <a:xfrm>
            <a:off x="3523076" y="3132379"/>
            <a:ext cx="640200" cy="6402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3000" b="1">
                <a:latin typeface="Montserrat"/>
                <a:ea typeface="Montserrat"/>
                <a:cs typeface="Montserrat"/>
                <a:sym typeface="Montserrat"/>
              </a:defRPr>
            </a:lvl1pPr>
            <a:lvl2pPr lvl="1"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a:endParaRPr/>
          </a:p>
        </p:txBody>
      </p:sp>
      <p:sp>
        <p:nvSpPr>
          <p:cNvPr id="917" name="Google Shape;917;p20"/>
          <p:cNvSpPr txBox="1">
            <a:spLocks noGrp="1"/>
          </p:cNvSpPr>
          <p:nvPr>
            <p:ph type="subTitle" idx="3"/>
          </p:nvPr>
        </p:nvSpPr>
        <p:spPr>
          <a:xfrm>
            <a:off x="6310123" y="3107020"/>
            <a:ext cx="1993500" cy="91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a:endParaRPr/>
          </a:p>
        </p:txBody>
      </p:sp>
      <p:sp>
        <p:nvSpPr>
          <p:cNvPr id="918" name="Google Shape;918;p20"/>
          <p:cNvSpPr txBox="1">
            <a:spLocks noGrp="1"/>
          </p:cNvSpPr>
          <p:nvPr>
            <p:ph type="subTitle" idx="4"/>
          </p:nvPr>
        </p:nvSpPr>
        <p:spPr>
          <a:xfrm>
            <a:off x="4844925" y="3132379"/>
            <a:ext cx="640200" cy="6402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3000" b="1">
                <a:latin typeface="Montserrat"/>
                <a:ea typeface="Montserrat"/>
                <a:cs typeface="Montserrat"/>
                <a:sym typeface="Montserrat"/>
              </a:defRPr>
            </a:lvl1pPr>
            <a:lvl2pPr lvl="1"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a:endParaRPr/>
          </a:p>
        </p:txBody>
      </p:sp>
      <p:sp>
        <p:nvSpPr>
          <p:cNvPr id="919" name="Google Shape;919;p20"/>
          <p:cNvSpPr txBox="1">
            <a:spLocks noGrp="1"/>
          </p:cNvSpPr>
          <p:nvPr>
            <p:ph type="subTitle" idx="5"/>
          </p:nvPr>
        </p:nvSpPr>
        <p:spPr>
          <a:xfrm>
            <a:off x="922199" y="1715603"/>
            <a:ext cx="1995600" cy="91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100"/>
              <a:buFont typeface="Roboto Condensed Light"/>
              <a:buNone/>
              <a:defRPr>
                <a:solidFill>
                  <a:schemeClr val="accent3"/>
                </a:solidFill>
              </a:defRPr>
            </a:lvl1pPr>
            <a:lvl2pPr lvl="1"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a:endParaRPr/>
          </a:p>
        </p:txBody>
      </p:sp>
      <p:sp>
        <p:nvSpPr>
          <p:cNvPr id="920" name="Google Shape;920;p20"/>
          <p:cNvSpPr txBox="1">
            <a:spLocks noGrp="1"/>
          </p:cNvSpPr>
          <p:nvPr>
            <p:ph type="subTitle" idx="6"/>
          </p:nvPr>
        </p:nvSpPr>
        <p:spPr>
          <a:xfrm>
            <a:off x="3523076" y="1946661"/>
            <a:ext cx="640200" cy="6402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3000" b="1">
                <a:latin typeface="Montserrat"/>
                <a:ea typeface="Montserrat"/>
                <a:cs typeface="Montserrat"/>
                <a:sym typeface="Montserrat"/>
              </a:defRPr>
            </a:lvl1pPr>
            <a:lvl2pPr lvl="1"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a:endParaRPr/>
          </a:p>
        </p:txBody>
      </p:sp>
      <p:sp>
        <p:nvSpPr>
          <p:cNvPr id="921" name="Google Shape;921;p20"/>
          <p:cNvSpPr txBox="1">
            <a:spLocks noGrp="1"/>
          </p:cNvSpPr>
          <p:nvPr>
            <p:ph type="subTitle" idx="7"/>
          </p:nvPr>
        </p:nvSpPr>
        <p:spPr>
          <a:xfrm>
            <a:off x="6303700" y="1715147"/>
            <a:ext cx="1993500" cy="91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a:endParaRPr/>
          </a:p>
        </p:txBody>
      </p:sp>
      <p:sp>
        <p:nvSpPr>
          <p:cNvPr id="922" name="Google Shape;922;p20"/>
          <p:cNvSpPr txBox="1">
            <a:spLocks noGrp="1"/>
          </p:cNvSpPr>
          <p:nvPr>
            <p:ph type="subTitle" idx="8"/>
          </p:nvPr>
        </p:nvSpPr>
        <p:spPr>
          <a:xfrm>
            <a:off x="4844925" y="1946661"/>
            <a:ext cx="640200" cy="640200"/>
          </a:xfrm>
          <a:prstGeom prst="rect">
            <a:avLst/>
          </a:prstGeom>
          <a:no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Staatliches"/>
              <a:buNone/>
              <a:defRPr sz="3000" b="1">
                <a:latin typeface="Montserrat"/>
                <a:ea typeface="Montserrat"/>
                <a:cs typeface="Montserrat"/>
                <a:sym typeface="Montserrat"/>
              </a:defRPr>
            </a:lvl1pPr>
            <a:lvl2pPr lvl="1"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algn="ctr" rtl="0">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a:endParaRPr/>
          </a:p>
        </p:txBody>
      </p:sp>
      <p:sp>
        <p:nvSpPr>
          <p:cNvPr id="923" name="Google Shape;923;p20"/>
          <p:cNvSpPr txBox="1">
            <a:spLocks noGrp="1"/>
          </p:cNvSpPr>
          <p:nvPr>
            <p:ph type="title"/>
          </p:nvPr>
        </p:nvSpPr>
        <p:spPr>
          <a:xfrm>
            <a:off x="922200" y="503805"/>
            <a:ext cx="73152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accent3"/>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24" name="Google Shape;924;p20"/>
          <p:cNvGrpSpPr/>
          <p:nvPr/>
        </p:nvGrpSpPr>
        <p:grpSpPr>
          <a:xfrm>
            <a:off x="-594817" y="-1573636"/>
            <a:ext cx="2884246" cy="2884367"/>
            <a:chOff x="-594817" y="-1573636"/>
            <a:chExt cx="2884246" cy="2884367"/>
          </a:xfrm>
        </p:grpSpPr>
        <p:sp>
          <p:nvSpPr>
            <p:cNvPr id="925" name="Google Shape;925;p20"/>
            <p:cNvSpPr/>
            <p:nvPr/>
          </p:nvSpPr>
          <p:spPr>
            <a:xfrm rot="8100000" flipH="1">
              <a:off x="-421266" y="-334077"/>
              <a:ext cx="2456094" cy="842354"/>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0"/>
            <p:cNvSpPr/>
            <p:nvPr/>
          </p:nvSpPr>
          <p:spPr>
            <a:xfrm rot="8099926">
              <a:off x="-694128" y="-629532"/>
              <a:ext cx="3082868" cy="996157"/>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0"/>
            <p:cNvSpPr/>
            <p:nvPr/>
          </p:nvSpPr>
          <p:spPr>
            <a:xfrm rot="8099926">
              <a:off x="-552377" y="-407678"/>
              <a:ext cx="2180889" cy="574192"/>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8" name="Google Shape;928;p20"/>
            <p:cNvPicPr preferRelativeResize="0"/>
            <p:nvPr/>
          </p:nvPicPr>
          <p:blipFill>
            <a:blip r:embed="rId2">
              <a:alphaModFix/>
            </a:blip>
            <a:stretch>
              <a:fillRect/>
            </a:stretch>
          </p:blipFill>
          <p:spPr>
            <a:xfrm>
              <a:off x="-152400" y="-197325"/>
              <a:ext cx="2257421" cy="1269799"/>
            </a:xfrm>
            <a:prstGeom prst="rect">
              <a:avLst/>
            </a:prstGeom>
            <a:noFill/>
            <a:ln>
              <a:noFill/>
            </a:ln>
          </p:spPr>
        </p:pic>
      </p:grpSp>
      <p:grpSp>
        <p:nvGrpSpPr>
          <p:cNvPr id="929" name="Google Shape;929;p20"/>
          <p:cNvGrpSpPr/>
          <p:nvPr/>
        </p:nvGrpSpPr>
        <p:grpSpPr>
          <a:xfrm>
            <a:off x="6246325" y="-233706"/>
            <a:ext cx="4250936" cy="1877933"/>
            <a:chOff x="6246325" y="-233706"/>
            <a:chExt cx="4250936" cy="1877933"/>
          </a:xfrm>
        </p:grpSpPr>
        <p:sp>
          <p:nvSpPr>
            <p:cNvPr id="930" name="Google Shape;930;p20"/>
            <p:cNvSpPr/>
            <p:nvPr/>
          </p:nvSpPr>
          <p:spPr>
            <a:xfrm rot="9432704">
              <a:off x="8739252" y="-85362"/>
              <a:ext cx="1004493" cy="118337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1" name="Google Shape;931;p20"/>
            <p:cNvPicPr preferRelativeResize="0"/>
            <p:nvPr/>
          </p:nvPicPr>
          <p:blipFill>
            <a:blip r:embed="rId3">
              <a:alphaModFix/>
            </a:blip>
            <a:stretch>
              <a:fillRect/>
            </a:stretch>
          </p:blipFill>
          <p:spPr>
            <a:xfrm>
              <a:off x="6246325" y="-81300"/>
              <a:ext cx="3067632" cy="1725527"/>
            </a:xfrm>
            <a:prstGeom prst="rect">
              <a:avLst/>
            </a:prstGeom>
            <a:noFill/>
            <a:ln>
              <a:noFill/>
            </a:ln>
          </p:spPr>
        </p:pic>
        <p:sp>
          <p:nvSpPr>
            <p:cNvPr id="932" name="Google Shape;932;p20"/>
            <p:cNvSpPr/>
            <p:nvPr/>
          </p:nvSpPr>
          <p:spPr>
            <a:xfrm rot="10800000" flipH="1">
              <a:off x="8203701" y="-109338"/>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20"/>
          <p:cNvGrpSpPr/>
          <p:nvPr/>
        </p:nvGrpSpPr>
        <p:grpSpPr>
          <a:xfrm>
            <a:off x="6310200" y="3498954"/>
            <a:ext cx="3808166" cy="2301773"/>
            <a:chOff x="6310200" y="3498954"/>
            <a:chExt cx="3808166" cy="2301773"/>
          </a:xfrm>
        </p:grpSpPr>
        <p:grpSp>
          <p:nvGrpSpPr>
            <p:cNvPr id="934" name="Google Shape;934;p20"/>
            <p:cNvGrpSpPr/>
            <p:nvPr/>
          </p:nvGrpSpPr>
          <p:grpSpPr>
            <a:xfrm rot="-1268445">
              <a:off x="7164341" y="3985943"/>
              <a:ext cx="2878718" cy="954798"/>
              <a:chOff x="3098100" y="3849750"/>
              <a:chExt cx="940775" cy="270425"/>
            </a:xfrm>
          </p:grpSpPr>
          <p:sp>
            <p:nvSpPr>
              <p:cNvPr id="935" name="Google Shape;935;p20"/>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0"/>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 name="Google Shape;937;p20"/>
            <p:cNvGrpSpPr/>
            <p:nvPr/>
          </p:nvGrpSpPr>
          <p:grpSpPr>
            <a:xfrm>
              <a:off x="6529813" y="4336457"/>
              <a:ext cx="2878771" cy="827500"/>
              <a:chOff x="3098100" y="3849750"/>
              <a:chExt cx="940775" cy="270425"/>
            </a:xfrm>
          </p:grpSpPr>
          <p:sp>
            <p:nvSpPr>
              <p:cNvPr id="938" name="Google Shape;938;p20"/>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0"/>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40" name="Google Shape;940;p20"/>
            <p:cNvPicPr preferRelativeResize="0"/>
            <p:nvPr/>
          </p:nvPicPr>
          <p:blipFill>
            <a:blip r:embed="rId4">
              <a:alphaModFix/>
            </a:blip>
            <a:stretch>
              <a:fillRect/>
            </a:stretch>
          </p:blipFill>
          <p:spPr>
            <a:xfrm>
              <a:off x="6310200" y="3792375"/>
              <a:ext cx="3570403" cy="2008352"/>
            </a:xfrm>
            <a:prstGeom prst="rect">
              <a:avLst/>
            </a:prstGeom>
            <a:noFill/>
            <a:ln>
              <a:noFill/>
            </a:ln>
          </p:spPr>
        </p:pic>
      </p:grpSp>
      <p:grpSp>
        <p:nvGrpSpPr>
          <p:cNvPr id="941" name="Google Shape;941;p20"/>
          <p:cNvGrpSpPr/>
          <p:nvPr/>
        </p:nvGrpSpPr>
        <p:grpSpPr>
          <a:xfrm>
            <a:off x="-1028710" y="3243250"/>
            <a:ext cx="4364586" cy="2440196"/>
            <a:chOff x="-1028710" y="3243250"/>
            <a:chExt cx="4364586" cy="2440196"/>
          </a:xfrm>
        </p:grpSpPr>
        <p:sp>
          <p:nvSpPr>
            <p:cNvPr id="942" name="Google Shape;942;p20"/>
            <p:cNvSpPr/>
            <p:nvPr/>
          </p:nvSpPr>
          <p:spPr>
            <a:xfrm flipH="1">
              <a:off x="-1028710" y="4433100"/>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0"/>
            <p:cNvSpPr/>
            <p:nvPr/>
          </p:nvSpPr>
          <p:spPr>
            <a:xfrm rot="3818127">
              <a:off x="-1175654" y="4029628"/>
              <a:ext cx="2293552" cy="867440"/>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44" name="Google Shape;944;p20"/>
            <p:cNvPicPr preferRelativeResize="0"/>
            <p:nvPr/>
          </p:nvPicPr>
          <p:blipFill>
            <a:blip r:embed="rId5">
              <a:alphaModFix/>
            </a:blip>
            <a:stretch>
              <a:fillRect/>
            </a:stretch>
          </p:blipFill>
          <p:spPr>
            <a:xfrm>
              <a:off x="-135474" y="3276600"/>
              <a:ext cx="3471350" cy="195262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lumns">
  <p:cSld name="BLANK_1_1_1_1">
    <p:bg>
      <p:bgPr>
        <a:solidFill>
          <a:srgbClr val="F7F8FC"/>
        </a:solidFill>
        <a:effectLst/>
      </p:bgPr>
    </p:bg>
    <p:spTree>
      <p:nvGrpSpPr>
        <p:cNvPr id="1" name="Shape 945"/>
        <p:cNvGrpSpPr/>
        <p:nvPr/>
      </p:nvGrpSpPr>
      <p:grpSpPr>
        <a:xfrm>
          <a:off x="0" y="0"/>
          <a:ext cx="0" cy="0"/>
          <a:chOff x="0" y="0"/>
          <a:chExt cx="0" cy="0"/>
        </a:xfrm>
      </p:grpSpPr>
      <p:sp>
        <p:nvSpPr>
          <p:cNvPr id="946" name="Google Shape;946;p21"/>
          <p:cNvSpPr txBox="1">
            <a:spLocks noGrp="1"/>
          </p:cNvSpPr>
          <p:nvPr>
            <p:ph type="subTitle" idx="1"/>
          </p:nvPr>
        </p:nvSpPr>
        <p:spPr>
          <a:xfrm>
            <a:off x="3962670" y="1391720"/>
            <a:ext cx="2986500" cy="72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200"/>
              <a:buNone/>
              <a:defRPr>
                <a:solidFill>
                  <a:schemeClr val="accent3"/>
                </a:solidFill>
              </a:defRPr>
            </a:lvl1pPr>
            <a:lvl2pPr lvl="1" algn="ctr" rtl="0">
              <a:lnSpc>
                <a:spcPct val="100000"/>
              </a:lnSpc>
              <a:spcBef>
                <a:spcPts val="0"/>
              </a:spcBef>
              <a:spcAft>
                <a:spcPts val="0"/>
              </a:spcAft>
              <a:buClr>
                <a:srgbClr val="F3F3F3"/>
              </a:buClr>
              <a:buSzPts val="1200"/>
              <a:buNone/>
              <a:defRPr sz="1200">
                <a:solidFill>
                  <a:srgbClr val="F3F3F3"/>
                </a:solidFill>
              </a:defRPr>
            </a:lvl2pPr>
            <a:lvl3pPr lvl="2" algn="ctr" rtl="0">
              <a:lnSpc>
                <a:spcPct val="100000"/>
              </a:lnSpc>
              <a:spcBef>
                <a:spcPts val="0"/>
              </a:spcBef>
              <a:spcAft>
                <a:spcPts val="0"/>
              </a:spcAft>
              <a:buClr>
                <a:srgbClr val="F3F3F3"/>
              </a:buClr>
              <a:buSzPts val="1200"/>
              <a:buNone/>
              <a:defRPr sz="1200">
                <a:solidFill>
                  <a:srgbClr val="F3F3F3"/>
                </a:solidFill>
              </a:defRPr>
            </a:lvl3pPr>
            <a:lvl4pPr lvl="3" algn="ctr" rtl="0">
              <a:lnSpc>
                <a:spcPct val="100000"/>
              </a:lnSpc>
              <a:spcBef>
                <a:spcPts val="0"/>
              </a:spcBef>
              <a:spcAft>
                <a:spcPts val="0"/>
              </a:spcAft>
              <a:buClr>
                <a:srgbClr val="F3F3F3"/>
              </a:buClr>
              <a:buSzPts val="1200"/>
              <a:buNone/>
              <a:defRPr sz="1200">
                <a:solidFill>
                  <a:srgbClr val="F3F3F3"/>
                </a:solidFill>
              </a:defRPr>
            </a:lvl4pPr>
            <a:lvl5pPr lvl="4" algn="ctr" rtl="0">
              <a:lnSpc>
                <a:spcPct val="100000"/>
              </a:lnSpc>
              <a:spcBef>
                <a:spcPts val="0"/>
              </a:spcBef>
              <a:spcAft>
                <a:spcPts val="0"/>
              </a:spcAft>
              <a:buClr>
                <a:srgbClr val="F3F3F3"/>
              </a:buClr>
              <a:buSzPts val="1200"/>
              <a:buNone/>
              <a:defRPr sz="1200">
                <a:solidFill>
                  <a:srgbClr val="F3F3F3"/>
                </a:solidFill>
              </a:defRPr>
            </a:lvl5pPr>
            <a:lvl6pPr lvl="5" algn="ctr" rtl="0">
              <a:lnSpc>
                <a:spcPct val="100000"/>
              </a:lnSpc>
              <a:spcBef>
                <a:spcPts val="0"/>
              </a:spcBef>
              <a:spcAft>
                <a:spcPts val="0"/>
              </a:spcAft>
              <a:buClr>
                <a:srgbClr val="F3F3F3"/>
              </a:buClr>
              <a:buSzPts val="1200"/>
              <a:buNone/>
              <a:defRPr sz="1200">
                <a:solidFill>
                  <a:srgbClr val="F3F3F3"/>
                </a:solidFill>
              </a:defRPr>
            </a:lvl6pPr>
            <a:lvl7pPr lvl="6" algn="ctr" rtl="0">
              <a:lnSpc>
                <a:spcPct val="100000"/>
              </a:lnSpc>
              <a:spcBef>
                <a:spcPts val="0"/>
              </a:spcBef>
              <a:spcAft>
                <a:spcPts val="0"/>
              </a:spcAft>
              <a:buClr>
                <a:srgbClr val="F3F3F3"/>
              </a:buClr>
              <a:buSzPts val="1200"/>
              <a:buNone/>
              <a:defRPr sz="1200">
                <a:solidFill>
                  <a:srgbClr val="F3F3F3"/>
                </a:solidFill>
              </a:defRPr>
            </a:lvl7pPr>
            <a:lvl8pPr lvl="7" algn="ctr" rtl="0">
              <a:lnSpc>
                <a:spcPct val="100000"/>
              </a:lnSpc>
              <a:spcBef>
                <a:spcPts val="0"/>
              </a:spcBef>
              <a:spcAft>
                <a:spcPts val="0"/>
              </a:spcAft>
              <a:buClr>
                <a:srgbClr val="F3F3F3"/>
              </a:buClr>
              <a:buSzPts val="1200"/>
              <a:buNone/>
              <a:defRPr sz="1200">
                <a:solidFill>
                  <a:srgbClr val="F3F3F3"/>
                </a:solidFill>
              </a:defRPr>
            </a:lvl8pPr>
            <a:lvl9pPr lvl="8" algn="ctr" rtl="0">
              <a:lnSpc>
                <a:spcPct val="100000"/>
              </a:lnSpc>
              <a:spcBef>
                <a:spcPts val="0"/>
              </a:spcBef>
              <a:spcAft>
                <a:spcPts val="0"/>
              </a:spcAft>
              <a:buClr>
                <a:srgbClr val="F3F3F3"/>
              </a:buClr>
              <a:buSzPts val="1200"/>
              <a:buNone/>
              <a:defRPr sz="1200">
                <a:solidFill>
                  <a:srgbClr val="F3F3F3"/>
                </a:solidFill>
              </a:defRPr>
            </a:lvl9pPr>
          </a:lstStyle>
          <a:p>
            <a:endParaRPr/>
          </a:p>
        </p:txBody>
      </p:sp>
      <p:sp>
        <p:nvSpPr>
          <p:cNvPr id="947" name="Google Shape;947;p21"/>
          <p:cNvSpPr txBox="1">
            <a:spLocks noGrp="1"/>
          </p:cNvSpPr>
          <p:nvPr>
            <p:ph type="subTitle" idx="2"/>
          </p:nvPr>
        </p:nvSpPr>
        <p:spPr>
          <a:xfrm>
            <a:off x="3954583" y="2161448"/>
            <a:ext cx="2986500" cy="4245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a:endParaRPr/>
          </a:p>
        </p:txBody>
      </p:sp>
      <p:sp>
        <p:nvSpPr>
          <p:cNvPr id="948" name="Google Shape;948;p21"/>
          <p:cNvSpPr txBox="1">
            <a:spLocks noGrp="1"/>
          </p:cNvSpPr>
          <p:nvPr>
            <p:ph type="subTitle" idx="3"/>
          </p:nvPr>
        </p:nvSpPr>
        <p:spPr>
          <a:xfrm>
            <a:off x="2467426" y="3118946"/>
            <a:ext cx="2986500" cy="72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200"/>
              <a:buNone/>
              <a:defRPr>
                <a:solidFill>
                  <a:schemeClr val="accent3"/>
                </a:solidFill>
              </a:defRPr>
            </a:lvl1pPr>
            <a:lvl2pPr lvl="1" algn="ctr" rtl="0">
              <a:lnSpc>
                <a:spcPct val="100000"/>
              </a:lnSpc>
              <a:spcBef>
                <a:spcPts val="0"/>
              </a:spcBef>
              <a:spcAft>
                <a:spcPts val="0"/>
              </a:spcAft>
              <a:buClr>
                <a:srgbClr val="F3F3F3"/>
              </a:buClr>
              <a:buSzPts val="1200"/>
              <a:buNone/>
              <a:defRPr sz="1200">
                <a:solidFill>
                  <a:srgbClr val="F3F3F3"/>
                </a:solidFill>
              </a:defRPr>
            </a:lvl2pPr>
            <a:lvl3pPr lvl="2" algn="ctr" rtl="0">
              <a:lnSpc>
                <a:spcPct val="100000"/>
              </a:lnSpc>
              <a:spcBef>
                <a:spcPts val="0"/>
              </a:spcBef>
              <a:spcAft>
                <a:spcPts val="0"/>
              </a:spcAft>
              <a:buClr>
                <a:srgbClr val="F3F3F3"/>
              </a:buClr>
              <a:buSzPts val="1200"/>
              <a:buNone/>
              <a:defRPr sz="1200">
                <a:solidFill>
                  <a:srgbClr val="F3F3F3"/>
                </a:solidFill>
              </a:defRPr>
            </a:lvl3pPr>
            <a:lvl4pPr lvl="3" algn="ctr" rtl="0">
              <a:lnSpc>
                <a:spcPct val="100000"/>
              </a:lnSpc>
              <a:spcBef>
                <a:spcPts val="0"/>
              </a:spcBef>
              <a:spcAft>
                <a:spcPts val="0"/>
              </a:spcAft>
              <a:buClr>
                <a:srgbClr val="F3F3F3"/>
              </a:buClr>
              <a:buSzPts val="1200"/>
              <a:buNone/>
              <a:defRPr sz="1200">
                <a:solidFill>
                  <a:srgbClr val="F3F3F3"/>
                </a:solidFill>
              </a:defRPr>
            </a:lvl4pPr>
            <a:lvl5pPr lvl="4" algn="ctr" rtl="0">
              <a:lnSpc>
                <a:spcPct val="100000"/>
              </a:lnSpc>
              <a:spcBef>
                <a:spcPts val="0"/>
              </a:spcBef>
              <a:spcAft>
                <a:spcPts val="0"/>
              </a:spcAft>
              <a:buClr>
                <a:srgbClr val="F3F3F3"/>
              </a:buClr>
              <a:buSzPts val="1200"/>
              <a:buNone/>
              <a:defRPr sz="1200">
                <a:solidFill>
                  <a:srgbClr val="F3F3F3"/>
                </a:solidFill>
              </a:defRPr>
            </a:lvl5pPr>
            <a:lvl6pPr lvl="5" algn="ctr" rtl="0">
              <a:lnSpc>
                <a:spcPct val="100000"/>
              </a:lnSpc>
              <a:spcBef>
                <a:spcPts val="0"/>
              </a:spcBef>
              <a:spcAft>
                <a:spcPts val="0"/>
              </a:spcAft>
              <a:buClr>
                <a:srgbClr val="F3F3F3"/>
              </a:buClr>
              <a:buSzPts val="1200"/>
              <a:buNone/>
              <a:defRPr sz="1200">
                <a:solidFill>
                  <a:srgbClr val="F3F3F3"/>
                </a:solidFill>
              </a:defRPr>
            </a:lvl6pPr>
            <a:lvl7pPr lvl="6" algn="ctr" rtl="0">
              <a:lnSpc>
                <a:spcPct val="100000"/>
              </a:lnSpc>
              <a:spcBef>
                <a:spcPts val="0"/>
              </a:spcBef>
              <a:spcAft>
                <a:spcPts val="0"/>
              </a:spcAft>
              <a:buClr>
                <a:srgbClr val="F3F3F3"/>
              </a:buClr>
              <a:buSzPts val="1200"/>
              <a:buNone/>
              <a:defRPr sz="1200">
                <a:solidFill>
                  <a:srgbClr val="F3F3F3"/>
                </a:solidFill>
              </a:defRPr>
            </a:lvl7pPr>
            <a:lvl8pPr lvl="7" algn="ctr" rtl="0">
              <a:lnSpc>
                <a:spcPct val="100000"/>
              </a:lnSpc>
              <a:spcBef>
                <a:spcPts val="0"/>
              </a:spcBef>
              <a:spcAft>
                <a:spcPts val="0"/>
              </a:spcAft>
              <a:buClr>
                <a:srgbClr val="F3F3F3"/>
              </a:buClr>
              <a:buSzPts val="1200"/>
              <a:buNone/>
              <a:defRPr sz="1200">
                <a:solidFill>
                  <a:srgbClr val="F3F3F3"/>
                </a:solidFill>
              </a:defRPr>
            </a:lvl8pPr>
            <a:lvl9pPr lvl="8" algn="ctr" rtl="0">
              <a:lnSpc>
                <a:spcPct val="100000"/>
              </a:lnSpc>
              <a:spcBef>
                <a:spcPts val="0"/>
              </a:spcBef>
              <a:spcAft>
                <a:spcPts val="0"/>
              </a:spcAft>
              <a:buClr>
                <a:srgbClr val="F3F3F3"/>
              </a:buClr>
              <a:buSzPts val="1200"/>
              <a:buNone/>
              <a:defRPr sz="1200">
                <a:solidFill>
                  <a:srgbClr val="F3F3F3"/>
                </a:solidFill>
              </a:defRPr>
            </a:lvl9pPr>
          </a:lstStyle>
          <a:p>
            <a:endParaRPr/>
          </a:p>
        </p:txBody>
      </p:sp>
      <p:sp>
        <p:nvSpPr>
          <p:cNvPr id="949" name="Google Shape;949;p21"/>
          <p:cNvSpPr txBox="1">
            <a:spLocks noGrp="1"/>
          </p:cNvSpPr>
          <p:nvPr>
            <p:ph type="subTitle" idx="4"/>
          </p:nvPr>
        </p:nvSpPr>
        <p:spPr>
          <a:xfrm>
            <a:off x="2467426" y="3887876"/>
            <a:ext cx="2986500" cy="3741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algn="ct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a:endParaRPr/>
          </a:p>
        </p:txBody>
      </p:sp>
      <p:sp>
        <p:nvSpPr>
          <p:cNvPr id="950" name="Google Shape;950;p21"/>
          <p:cNvSpPr txBox="1">
            <a:spLocks noGrp="1"/>
          </p:cNvSpPr>
          <p:nvPr>
            <p:ph type="title"/>
          </p:nvPr>
        </p:nvSpPr>
        <p:spPr>
          <a:xfrm>
            <a:off x="914400" y="551820"/>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51" name="Google Shape;951;p21"/>
          <p:cNvGrpSpPr/>
          <p:nvPr/>
        </p:nvGrpSpPr>
        <p:grpSpPr>
          <a:xfrm>
            <a:off x="4038601" y="-137099"/>
            <a:ext cx="5314951" cy="5357097"/>
            <a:chOff x="4038601" y="-137099"/>
            <a:chExt cx="5314951" cy="5357097"/>
          </a:xfrm>
        </p:grpSpPr>
        <p:grpSp>
          <p:nvGrpSpPr>
            <p:cNvPr id="952" name="Google Shape;952;p21"/>
            <p:cNvGrpSpPr/>
            <p:nvPr/>
          </p:nvGrpSpPr>
          <p:grpSpPr>
            <a:xfrm>
              <a:off x="5827386" y="-55175"/>
              <a:ext cx="3400978" cy="5274667"/>
              <a:chOff x="5827590" y="0"/>
              <a:chExt cx="3316410" cy="5143508"/>
            </a:xfrm>
          </p:grpSpPr>
          <p:sp>
            <p:nvSpPr>
              <p:cNvPr id="953" name="Google Shape;953;p21"/>
              <p:cNvSpPr/>
              <p:nvPr/>
            </p:nvSpPr>
            <p:spPr>
              <a:xfrm flipH="1">
                <a:off x="8348056" y="1053597"/>
                <a:ext cx="795944" cy="1305112"/>
              </a:xfrm>
              <a:custGeom>
                <a:avLst/>
                <a:gdLst/>
                <a:ahLst/>
                <a:cxnLst/>
                <a:rect l="l" t="t" r="r" b="b"/>
                <a:pathLst>
                  <a:path w="5959" h="9771" extrusionOk="0">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1"/>
              <p:cNvSpPr/>
              <p:nvPr/>
            </p:nvSpPr>
            <p:spPr>
              <a:xfrm flipH="1">
                <a:off x="8079981" y="0"/>
                <a:ext cx="1064019" cy="2206710"/>
              </a:xfrm>
              <a:custGeom>
                <a:avLst/>
                <a:gdLst/>
                <a:ahLst/>
                <a:cxnLst/>
                <a:rect l="l" t="t" r="r" b="b"/>
                <a:pathLst>
                  <a:path w="7966" h="16521" extrusionOk="0">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1"/>
              <p:cNvSpPr/>
              <p:nvPr/>
            </p:nvSpPr>
            <p:spPr>
              <a:xfrm flipH="1">
                <a:off x="5827590" y="2206571"/>
                <a:ext cx="3316410" cy="2936937"/>
              </a:xfrm>
              <a:custGeom>
                <a:avLst/>
                <a:gdLst/>
                <a:ahLst/>
                <a:cxnLst/>
                <a:rect l="l" t="t" r="r" b="b"/>
                <a:pathLst>
                  <a:path w="24829" h="21988" extrusionOk="0">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56" name="Google Shape;956;p21"/>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957" name="Google Shape;957;p21"/>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lumns 2">
  <p:cSld name="BLANK_1_1_1_1_1">
    <p:bg>
      <p:bgPr>
        <a:solidFill>
          <a:srgbClr val="F7F8FC"/>
        </a:solidFill>
        <a:effectLst/>
      </p:bgPr>
    </p:bg>
    <p:spTree>
      <p:nvGrpSpPr>
        <p:cNvPr id="1" name="Shape 958"/>
        <p:cNvGrpSpPr/>
        <p:nvPr/>
      </p:nvGrpSpPr>
      <p:grpSpPr>
        <a:xfrm>
          <a:off x="0" y="0"/>
          <a:ext cx="0" cy="0"/>
          <a:chOff x="0" y="0"/>
          <a:chExt cx="0" cy="0"/>
        </a:xfrm>
      </p:grpSpPr>
      <p:sp>
        <p:nvSpPr>
          <p:cNvPr id="959" name="Google Shape;959;p22"/>
          <p:cNvSpPr txBox="1">
            <a:spLocks noGrp="1"/>
          </p:cNvSpPr>
          <p:nvPr>
            <p:ph type="title"/>
          </p:nvPr>
        </p:nvSpPr>
        <p:spPr>
          <a:xfrm>
            <a:off x="922200" y="432516"/>
            <a:ext cx="73152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60" name="Google Shape;960;p22"/>
          <p:cNvSpPr txBox="1">
            <a:spLocks noGrp="1"/>
          </p:cNvSpPr>
          <p:nvPr>
            <p:ph type="subTitle" idx="1"/>
          </p:nvPr>
        </p:nvSpPr>
        <p:spPr>
          <a:xfrm>
            <a:off x="4758372" y="3001221"/>
            <a:ext cx="2116200" cy="12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3F3F3"/>
              </a:buClr>
              <a:buSzPts val="1200"/>
              <a:buNone/>
              <a:defRPr>
                <a:solidFill>
                  <a:schemeClr val="accent3"/>
                </a:solidFill>
              </a:defRPr>
            </a:lvl1pPr>
            <a:lvl2pPr lvl="1" rtl="0">
              <a:lnSpc>
                <a:spcPct val="100000"/>
              </a:lnSpc>
              <a:spcBef>
                <a:spcPts val="0"/>
              </a:spcBef>
              <a:spcAft>
                <a:spcPts val="0"/>
              </a:spcAft>
              <a:buClr>
                <a:srgbClr val="F3F3F3"/>
              </a:buClr>
              <a:buSzPts val="1200"/>
              <a:buNone/>
              <a:defRPr sz="1200">
                <a:solidFill>
                  <a:srgbClr val="F3F3F3"/>
                </a:solidFill>
              </a:defRPr>
            </a:lvl2pPr>
            <a:lvl3pPr lvl="2" rtl="0">
              <a:lnSpc>
                <a:spcPct val="100000"/>
              </a:lnSpc>
              <a:spcBef>
                <a:spcPts val="0"/>
              </a:spcBef>
              <a:spcAft>
                <a:spcPts val="0"/>
              </a:spcAft>
              <a:buClr>
                <a:srgbClr val="F3F3F3"/>
              </a:buClr>
              <a:buSzPts val="1200"/>
              <a:buNone/>
              <a:defRPr sz="1200">
                <a:solidFill>
                  <a:srgbClr val="F3F3F3"/>
                </a:solidFill>
              </a:defRPr>
            </a:lvl3pPr>
            <a:lvl4pPr lvl="3" rtl="0">
              <a:lnSpc>
                <a:spcPct val="100000"/>
              </a:lnSpc>
              <a:spcBef>
                <a:spcPts val="0"/>
              </a:spcBef>
              <a:spcAft>
                <a:spcPts val="0"/>
              </a:spcAft>
              <a:buClr>
                <a:srgbClr val="F3F3F3"/>
              </a:buClr>
              <a:buSzPts val="1200"/>
              <a:buNone/>
              <a:defRPr sz="1200">
                <a:solidFill>
                  <a:srgbClr val="F3F3F3"/>
                </a:solidFill>
              </a:defRPr>
            </a:lvl4pPr>
            <a:lvl5pPr lvl="4" rtl="0">
              <a:lnSpc>
                <a:spcPct val="100000"/>
              </a:lnSpc>
              <a:spcBef>
                <a:spcPts val="0"/>
              </a:spcBef>
              <a:spcAft>
                <a:spcPts val="0"/>
              </a:spcAft>
              <a:buClr>
                <a:srgbClr val="F3F3F3"/>
              </a:buClr>
              <a:buSzPts val="1200"/>
              <a:buNone/>
              <a:defRPr sz="1200">
                <a:solidFill>
                  <a:srgbClr val="F3F3F3"/>
                </a:solidFill>
              </a:defRPr>
            </a:lvl5pPr>
            <a:lvl6pPr lvl="5" rtl="0">
              <a:lnSpc>
                <a:spcPct val="100000"/>
              </a:lnSpc>
              <a:spcBef>
                <a:spcPts val="0"/>
              </a:spcBef>
              <a:spcAft>
                <a:spcPts val="0"/>
              </a:spcAft>
              <a:buClr>
                <a:srgbClr val="F3F3F3"/>
              </a:buClr>
              <a:buSzPts val="1200"/>
              <a:buNone/>
              <a:defRPr sz="1200">
                <a:solidFill>
                  <a:srgbClr val="F3F3F3"/>
                </a:solidFill>
              </a:defRPr>
            </a:lvl6pPr>
            <a:lvl7pPr lvl="6" rtl="0">
              <a:lnSpc>
                <a:spcPct val="100000"/>
              </a:lnSpc>
              <a:spcBef>
                <a:spcPts val="0"/>
              </a:spcBef>
              <a:spcAft>
                <a:spcPts val="0"/>
              </a:spcAft>
              <a:buClr>
                <a:srgbClr val="F3F3F3"/>
              </a:buClr>
              <a:buSzPts val="1200"/>
              <a:buNone/>
              <a:defRPr sz="1200">
                <a:solidFill>
                  <a:srgbClr val="F3F3F3"/>
                </a:solidFill>
              </a:defRPr>
            </a:lvl7pPr>
            <a:lvl8pPr lvl="7" rtl="0">
              <a:lnSpc>
                <a:spcPct val="100000"/>
              </a:lnSpc>
              <a:spcBef>
                <a:spcPts val="0"/>
              </a:spcBef>
              <a:spcAft>
                <a:spcPts val="0"/>
              </a:spcAft>
              <a:buClr>
                <a:srgbClr val="F3F3F3"/>
              </a:buClr>
              <a:buSzPts val="1200"/>
              <a:buNone/>
              <a:defRPr sz="1200">
                <a:solidFill>
                  <a:srgbClr val="F3F3F3"/>
                </a:solidFill>
              </a:defRPr>
            </a:lvl8pPr>
            <a:lvl9pPr lvl="8" rtl="0">
              <a:lnSpc>
                <a:spcPct val="100000"/>
              </a:lnSpc>
              <a:spcBef>
                <a:spcPts val="0"/>
              </a:spcBef>
              <a:spcAft>
                <a:spcPts val="0"/>
              </a:spcAft>
              <a:buClr>
                <a:srgbClr val="F3F3F3"/>
              </a:buClr>
              <a:buSzPts val="1200"/>
              <a:buNone/>
              <a:defRPr sz="1200">
                <a:solidFill>
                  <a:srgbClr val="F3F3F3"/>
                </a:solidFill>
              </a:defRPr>
            </a:lvl9pPr>
          </a:lstStyle>
          <a:p>
            <a:endParaRPr/>
          </a:p>
        </p:txBody>
      </p:sp>
      <p:sp>
        <p:nvSpPr>
          <p:cNvPr id="961" name="Google Shape;961;p22"/>
          <p:cNvSpPr txBox="1">
            <a:spLocks noGrp="1"/>
          </p:cNvSpPr>
          <p:nvPr>
            <p:ph type="subTitle" idx="2"/>
          </p:nvPr>
        </p:nvSpPr>
        <p:spPr>
          <a:xfrm>
            <a:off x="2559249" y="2538821"/>
            <a:ext cx="1828800" cy="4572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algn="r"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a:endParaRPr/>
          </a:p>
        </p:txBody>
      </p:sp>
      <p:sp>
        <p:nvSpPr>
          <p:cNvPr id="962" name="Google Shape;962;p22"/>
          <p:cNvSpPr txBox="1">
            <a:spLocks noGrp="1"/>
          </p:cNvSpPr>
          <p:nvPr>
            <p:ph type="subTitle" idx="3"/>
          </p:nvPr>
        </p:nvSpPr>
        <p:spPr>
          <a:xfrm>
            <a:off x="2273064" y="3001226"/>
            <a:ext cx="2116200" cy="1240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F3F3F3"/>
              </a:buClr>
              <a:buSzPts val="1200"/>
              <a:buNone/>
              <a:defRPr>
                <a:solidFill>
                  <a:schemeClr val="accent3"/>
                </a:solidFill>
              </a:defRPr>
            </a:lvl1pPr>
            <a:lvl2pPr lvl="1" algn="r" rtl="0">
              <a:lnSpc>
                <a:spcPct val="100000"/>
              </a:lnSpc>
              <a:spcBef>
                <a:spcPts val="0"/>
              </a:spcBef>
              <a:spcAft>
                <a:spcPts val="0"/>
              </a:spcAft>
              <a:buClr>
                <a:srgbClr val="F3F3F3"/>
              </a:buClr>
              <a:buSzPts val="1200"/>
              <a:buNone/>
              <a:defRPr sz="1200">
                <a:solidFill>
                  <a:srgbClr val="F3F3F3"/>
                </a:solidFill>
              </a:defRPr>
            </a:lvl2pPr>
            <a:lvl3pPr lvl="2" algn="r" rtl="0">
              <a:lnSpc>
                <a:spcPct val="100000"/>
              </a:lnSpc>
              <a:spcBef>
                <a:spcPts val="0"/>
              </a:spcBef>
              <a:spcAft>
                <a:spcPts val="0"/>
              </a:spcAft>
              <a:buClr>
                <a:srgbClr val="F3F3F3"/>
              </a:buClr>
              <a:buSzPts val="1200"/>
              <a:buNone/>
              <a:defRPr sz="1200">
                <a:solidFill>
                  <a:srgbClr val="F3F3F3"/>
                </a:solidFill>
              </a:defRPr>
            </a:lvl3pPr>
            <a:lvl4pPr lvl="3" algn="r" rtl="0">
              <a:lnSpc>
                <a:spcPct val="100000"/>
              </a:lnSpc>
              <a:spcBef>
                <a:spcPts val="0"/>
              </a:spcBef>
              <a:spcAft>
                <a:spcPts val="0"/>
              </a:spcAft>
              <a:buClr>
                <a:srgbClr val="F3F3F3"/>
              </a:buClr>
              <a:buSzPts val="1200"/>
              <a:buNone/>
              <a:defRPr sz="1200">
                <a:solidFill>
                  <a:srgbClr val="F3F3F3"/>
                </a:solidFill>
              </a:defRPr>
            </a:lvl4pPr>
            <a:lvl5pPr lvl="4" algn="r" rtl="0">
              <a:lnSpc>
                <a:spcPct val="100000"/>
              </a:lnSpc>
              <a:spcBef>
                <a:spcPts val="0"/>
              </a:spcBef>
              <a:spcAft>
                <a:spcPts val="0"/>
              </a:spcAft>
              <a:buClr>
                <a:srgbClr val="F3F3F3"/>
              </a:buClr>
              <a:buSzPts val="1200"/>
              <a:buNone/>
              <a:defRPr sz="1200">
                <a:solidFill>
                  <a:srgbClr val="F3F3F3"/>
                </a:solidFill>
              </a:defRPr>
            </a:lvl5pPr>
            <a:lvl6pPr lvl="5" algn="r" rtl="0">
              <a:lnSpc>
                <a:spcPct val="100000"/>
              </a:lnSpc>
              <a:spcBef>
                <a:spcPts val="0"/>
              </a:spcBef>
              <a:spcAft>
                <a:spcPts val="0"/>
              </a:spcAft>
              <a:buClr>
                <a:srgbClr val="F3F3F3"/>
              </a:buClr>
              <a:buSzPts val="1200"/>
              <a:buNone/>
              <a:defRPr sz="1200">
                <a:solidFill>
                  <a:srgbClr val="F3F3F3"/>
                </a:solidFill>
              </a:defRPr>
            </a:lvl6pPr>
            <a:lvl7pPr lvl="6" algn="r" rtl="0">
              <a:lnSpc>
                <a:spcPct val="100000"/>
              </a:lnSpc>
              <a:spcBef>
                <a:spcPts val="0"/>
              </a:spcBef>
              <a:spcAft>
                <a:spcPts val="0"/>
              </a:spcAft>
              <a:buClr>
                <a:srgbClr val="F3F3F3"/>
              </a:buClr>
              <a:buSzPts val="1200"/>
              <a:buNone/>
              <a:defRPr sz="1200">
                <a:solidFill>
                  <a:srgbClr val="F3F3F3"/>
                </a:solidFill>
              </a:defRPr>
            </a:lvl7pPr>
            <a:lvl8pPr lvl="7" algn="r" rtl="0">
              <a:lnSpc>
                <a:spcPct val="100000"/>
              </a:lnSpc>
              <a:spcBef>
                <a:spcPts val="0"/>
              </a:spcBef>
              <a:spcAft>
                <a:spcPts val="0"/>
              </a:spcAft>
              <a:buClr>
                <a:srgbClr val="F3F3F3"/>
              </a:buClr>
              <a:buSzPts val="1200"/>
              <a:buNone/>
              <a:defRPr sz="1200">
                <a:solidFill>
                  <a:srgbClr val="F3F3F3"/>
                </a:solidFill>
              </a:defRPr>
            </a:lvl8pPr>
            <a:lvl9pPr lvl="8" algn="r" rtl="0">
              <a:lnSpc>
                <a:spcPct val="100000"/>
              </a:lnSpc>
              <a:spcBef>
                <a:spcPts val="0"/>
              </a:spcBef>
              <a:spcAft>
                <a:spcPts val="0"/>
              </a:spcAft>
              <a:buClr>
                <a:srgbClr val="F3F3F3"/>
              </a:buClr>
              <a:buSzPts val="1200"/>
              <a:buNone/>
              <a:defRPr sz="1200">
                <a:solidFill>
                  <a:srgbClr val="F3F3F3"/>
                </a:solidFill>
              </a:defRPr>
            </a:lvl9pPr>
          </a:lstStyle>
          <a:p>
            <a:endParaRPr/>
          </a:p>
        </p:txBody>
      </p:sp>
      <p:sp>
        <p:nvSpPr>
          <p:cNvPr id="963" name="Google Shape;963;p22"/>
          <p:cNvSpPr txBox="1">
            <a:spLocks noGrp="1"/>
          </p:cNvSpPr>
          <p:nvPr>
            <p:ph type="subTitle" idx="4"/>
          </p:nvPr>
        </p:nvSpPr>
        <p:spPr>
          <a:xfrm>
            <a:off x="4767476" y="2540105"/>
            <a:ext cx="1828800" cy="4572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a:endParaRPr/>
          </a:p>
        </p:txBody>
      </p:sp>
      <p:grpSp>
        <p:nvGrpSpPr>
          <p:cNvPr id="964" name="Google Shape;964;p22"/>
          <p:cNvGrpSpPr/>
          <p:nvPr/>
        </p:nvGrpSpPr>
        <p:grpSpPr>
          <a:xfrm>
            <a:off x="6002520" y="-102719"/>
            <a:ext cx="4477807" cy="5398619"/>
            <a:chOff x="6002520" y="-102719"/>
            <a:chExt cx="4477807" cy="5398619"/>
          </a:xfrm>
        </p:grpSpPr>
        <p:sp>
          <p:nvSpPr>
            <p:cNvPr id="965" name="Google Shape;965;p22"/>
            <p:cNvSpPr/>
            <p:nvPr/>
          </p:nvSpPr>
          <p:spPr>
            <a:xfrm rot="10800000" flipH="1">
              <a:off x="7915228" y="315002"/>
              <a:ext cx="1679305" cy="4839573"/>
            </a:xfrm>
            <a:custGeom>
              <a:avLst/>
              <a:gdLst/>
              <a:ahLst/>
              <a:cxnLst/>
              <a:rect l="l" t="t" r="r" b="b"/>
              <a:pathLst>
                <a:path w="35728" h="40732" extrusionOk="0">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2"/>
            <p:cNvSpPr/>
            <p:nvPr/>
          </p:nvSpPr>
          <p:spPr>
            <a:xfrm rot="10800000" flipH="1">
              <a:off x="9065267" y="201900"/>
              <a:ext cx="1287556" cy="4952684"/>
            </a:xfrm>
            <a:custGeom>
              <a:avLst/>
              <a:gdLst/>
              <a:ahLst/>
              <a:cxnLst/>
              <a:rect l="l" t="t" r="r" b="b"/>
              <a:pathLst>
                <a:path w="18724" h="41684" extrusionOk="0">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2"/>
            <p:cNvSpPr/>
            <p:nvPr/>
          </p:nvSpPr>
          <p:spPr>
            <a:xfrm rot="10800000" flipH="1">
              <a:off x="8947883" y="-102719"/>
              <a:ext cx="1404938" cy="907153"/>
            </a:xfrm>
            <a:custGeom>
              <a:avLst/>
              <a:gdLst/>
              <a:ahLst/>
              <a:cxnLst/>
              <a:rect l="l" t="t" r="r" b="b"/>
              <a:pathLst>
                <a:path w="20431" h="7635" extrusionOk="0">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2"/>
            <p:cNvSpPr/>
            <p:nvPr/>
          </p:nvSpPr>
          <p:spPr>
            <a:xfrm rot="9683509" flipH="1">
              <a:off x="8237391" y="3788609"/>
              <a:ext cx="729045" cy="1405831"/>
            </a:xfrm>
            <a:custGeom>
              <a:avLst/>
              <a:gdLst/>
              <a:ahLst/>
              <a:cxnLst/>
              <a:rect l="l" t="t" r="r" b="b"/>
              <a:pathLst>
                <a:path w="10602" h="11832" extrusionOk="0">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9" name="Google Shape;969;p22"/>
            <p:cNvGrpSpPr/>
            <p:nvPr/>
          </p:nvGrpSpPr>
          <p:grpSpPr>
            <a:xfrm>
              <a:off x="6002520" y="4318199"/>
              <a:ext cx="4477807" cy="839588"/>
              <a:chOff x="3098100" y="3849750"/>
              <a:chExt cx="940775" cy="270425"/>
            </a:xfrm>
          </p:grpSpPr>
          <p:sp>
            <p:nvSpPr>
              <p:cNvPr id="970" name="Google Shape;970;p22"/>
              <p:cNvSpPr/>
              <p:nvPr/>
            </p:nvSpPr>
            <p:spPr>
              <a:xfrm>
                <a:off x="3304800" y="3882975"/>
                <a:ext cx="665525" cy="237200"/>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2"/>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2"/>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73" name="Google Shape;973;p22"/>
            <p:cNvPicPr preferRelativeResize="0"/>
            <p:nvPr/>
          </p:nvPicPr>
          <p:blipFill rotWithShape="1">
            <a:blip r:embed="rId2">
              <a:alphaModFix/>
            </a:blip>
            <a:srcRect l="70893"/>
            <a:stretch/>
          </p:blipFill>
          <p:spPr>
            <a:xfrm>
              <a:off x="8305798" y="-52600"/>
              <a:ext cx="914400" cy="1767101"/>
            </a:xfrm>
            <a:prstGeom prst="rect">
              <a:avLst/>
            </a:prstGeom>
            <a:noFill/>
            <a:ln>
              <a:noFill/>
            </a:ln>
          </p:spPr>
        </p:pic>
        <p:pic>
          <p:nvPicPr>
            <p:cNvPr id="974" name="Google Shape;974;p22"/>
            <p:cNvPicPr preferRelativeResize="0"/>
            <p:nvPr/>
          </p:nvPicPr>
          <p:blipFill rotWithShape="1">
            <a:blip r:embed="rId3">
              <a:alphaModFix/>
            </a:blip>
            <a:srcRect l="53175"/>
            <a:stretch/>
          </p:blipFill>
          <p:spPr>
            <a:xfrm>
              <a:off x="7967650" y="3608200"/>
              <a:ext cx="1404950" cy="1687700"/>
            </a:xfrm>
            <a:prstGeom prst="rect">
              <a:avLst/>
            </a:prstGeom>
            <a:noFill/>
            <a:ln>
              <a:noFill/>
            </a:ln>
          </p:spPr>
        </p:pic>
      </p:grpSp>
      <p:grpSp>
        <p:nvGrpSpPr>
          <p:cNvPr id="975" name="Google Shape;975;p22"/>
          <p:cNvGrpSpPr/>
          <p:nvPr/>
        </p:nvGrpSpPr>
        <p:grpSpPr>
          <a:xfrm>
            <a:off x="-1462108" y="-365290"/>
            <a:ext cx="4517256" cy="5656448"/>
            <a:chOff x="-1462108" y="-365290"/>
            <a:chExt cx="4517256" cy="5656448"/>
          </a:xfrm>
        </p:grpSpPr>
        <p:grpSp>
          <p:nvGrpSpPr>
            <p:cNvPr id="976" name="Google Shape;976;p22"/>
            <p:cNvGrpSpPr/>
            <p:nvPr/>
          </p:nvGrpSpPr>
          <p:grpSpPr>
            <a:xfrm rot="-373102" flipH="1">
              <a:off x="-1189137" y="-165666"/>
              <a:ext cx="3971313" cy="5257200"/>
              <a:chOff x="3268325" y="3013975"/>
              <a:chExt cx="1443800" cy="1106200"/>
            </a:xfrm>
          </p:grpSpPr>
          <p:sp>
            <p:nvSpPr>
              <p:cNvPr id="977" name="Google Shape;977;p22"/>
              <p:cNvSpPr/>
              <p:nvPr/>
            </p:nvSpPr>
            <p:spPr>
              <a:xfrm>
                <a:off x="3268325" y="3013975"/>
                <a:ext cx="274950" cy="149575"/>
              </a:xfrm>
              <a:custGeom>
                <a:avLst/>
                <a:gdLst/>
                <a:ahLst/>
                <a:cxnLst/>
                <a:rect l="l" t="t" r="r" b="b"/>
                <a:pathLst>
                  <a:path w="10998" h="5983" extrusionOk="0">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2"/>
              <p:cNvSpPr/>
              <p:nvPr/>
            </p:nvSpPr>
            <p:spPr>
              <a:xfrm>
                <a:off x="3543250" y="3013975"/>
                <a:ext cx="893200" cy="1018300"/>
              </a:xfrm>
              <a:custGeom>
                <a:avLst/>
                <a:gdLst/>
                <a:ahLst/>
                <a:cxnLst/>
                <a:rect l="l" t="t" r="r" b="b"/>
                <a:pathLst>
                  <a:path w="35728" h="40732" extrusionOk="0">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2"/>
              <p:cNvSpPr/>
              <p:nvPr/>
            </p:nvSpPr>
            <p:spPr>
              <a:xfrm>
                <a:off x="3532950" y="3013975"/>
                <a:ext cx="491525" cy="178275"/>
              </a:xfrm>
              <a:custGeom>
                <a:avLst/>
                <a:gdLst/>
                <a:ahLst/>
                <a:cxnLst/>
                <a:rect l="l" t="t" r="r" b="b"/>
                <a:pathLst>
                  <a:path w="19661" h="7131" extrusionOk="0">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2"/>
              <p:cNvSpPr/>
              <p:nvPr/>
            </p:nvSpPr>
            <p:spPr>
              <a:xfrm>
                <a:off x="4244025" y="3013975"/>
                <a:ext cx="468100" cy="1042100"/>
              </a:xfrm>
              <a:custGeom>
                <a:avLst/>
                <a:gdLst/>
                <a:ahLst/>
                <a:cxnLst/>
                <a:rect l="l" t="t" r="r" b="b"/>
                <a:pathLst>
                  <a:path w="18724" h="41684" extrusionOk="0">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2"/>
              <p:cNvSpPr/>
              <p:nvPr/>
            </p:nvSpPr>
            <p:spPr>
              <a:xfrm>
                <a:off x="4201350" y="3929300"/>
                <a:ext cx="510775" cy="190875"/>
              </a:xfrm>
              <a:custGeom>
                <a:avLst/>
                <a:gdLst/>
                <a:ahLst/>
                <a:cxnLst/>
                <a:rect l="l" t="t" r="r" b="b"/>
                <a:pathLst>
                  <a:path w="20431" h="7635" extrusionOk="0">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2"/>
              <p:cNvSpPr/>
              <p:nvPr/>
            </p:nvSpPr>
            <p:spPr>
              <a:xfrm>
                <a:off x="4057600" y="3658800"/>
                <a:ext cx="265050" cy="295800"/>
              </a:xfrm>
              <a:custGeom>
                <a:avLst/>
                <a:gdLst/>
                <a:ahLst/>
                <a:cxnLst/>
                <a:rect l="l" t="t" r="r" b="b"/>
                <a:pathLst>
                  <a:path w="10602" h="11832" extrusionOk="0">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83" name="Google Shape;983;p22"/>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984" name="Google Shape;984;p22"/>
            <p:cNvPicPr preferRelativeResize="0"/>
            <p:nvPr/>
          </p:nvPicPr>
          <p:blipFill rotWithShape="1">
            <a:blip r:embed="rId5">
              <a:alphaModFix/>
            </a:blip>
            <a:srcRect r="52408" b="36512"/>
            <a:stretch/>
          </p:blipFill>
          <p:spPr>
            <a:xfrm>
              <a:off x="-228600" y="4090400"/>
              <a:ext cx="1600195" cy="1200749"/>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CUSTOM">
    <p:spTree>
      <p:nvGrpSpPr>
        <p:cNvPr id="1" name="Shape 985"/>
        <p:cNvGrpSpPr/>
        <p:nvPr/>
      </p:nvGrpSpPr>
      <p:grpSpPr>
        <a:xfrm>
          <a:off x="0" y="0"/>
          <a:ext cx="0" cy="0"/>
          <a:chOff x="0" y="0"/>
          <a:chExt cx="0" cy="0"/>
        </a:xfrm>
      </p:grpSpPr>
      <p:sp>
        <p:nvSpPr>
          <p:cNvPr id="986" name="Google Shape;986;p23"/>
          <p:cNvSpPr txBox="1">
            <a:spLocks noGrp="1"/>
          </p:cNvSpPr>
          <p:nvPr>
            <p:ph type="subTitle" idx="1"/>
          </p:nvPr>
        </p:nvSpPr>
        <p:spPr>
          <a:xfrm>
            <a:off x="914400" y="1865868"/>
            <a:ext cx="3651600" cy="396300"/>
          </a:xfrm>
          <a:prstGeom prst="rect">
            <a:avLst/>
          </a:prstGeom>
        </p:spPr>
        <p:txBody>
          <a:bodyPr spcFirstLastPara="1" wrap="square" lIns="91425" tIns="91425" rIns="91425" bIns="91425" anchor="t" anchorCtr="0">
            <a:noAutofit/>
          </a:bodyPr>
          <a:lstStyle>
            <a:lvl1pPr marL="0" marR="0" lvl="0" indent="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a:endParaRPr/>
          </a:p>
        </p:txBody>
      </p:sp>
      <p:sp>
        <p:nvSpPr>
          <p:cNvPr id="987" name="Google Shape;987;p23"/>
          <p:cNvSpPr txBox="1">
            <a:spLocks noGrp="1"/>
          </p:cNvSpPr>
          <p:nvPr>
            <p:ph type="subTitle" idx="2"/>
          </p:nvPr>
        </p:nvSpPr>
        <p:spPr>
          <a:xfrm>
            <a:off x="914400" y="2859300"/>
            <a:ext cx="3651600" cy="396300"/>
          </a:xfrm>
          <a:prstGeom prst="rect">
            <a:avLst/>
          </a:prstGeom>
          <a:noFill/>
        </p:spPr>
        <p:txBody>
          <a:bodyPr spcFirstLastPara="1" wrap="square" lIns="91425" tIns="91425" rIns="91425" bIns="91425" anchor="t" anchorCtr="0">
            <a:noAutofit/>
          </a:bodyPr>
          <a:lstStyle>
            <a:lvl1pPr marL="0" marR="0" lvl="0" indent="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a:solidFill>
                  <a:schemeClr val="accent3"/>
                </a:solidFill>
              </a:defRPr>
            </a:lvl2pPr>
            <a:lvl3pPr lvl="2" rtl="0">
              <a:lnSpc>
                <a:spcPct val="100000"/>
              </a:lnSpc>
              <a:spcBef>
                <a:spcPts val="1600"/>
              </a:spcBef>
              <a:spcAft>
                <a:spcPts val="0"/>
              </a:spcAft>
              <a:buNone/>
              <a:defRPr>
                <a:solidFill>
                  <a:schemeClr val="accent3"/>
                </a:solidFill>
              </a:defRPr>
            </a:lvl3pPr>
            <a:lvl4pPr lvl="3" rtl="0">
              <a:lnSpc>
                <a:spcPct val="100000"/>
              </a:lnSpc>
              <a:spcBef>
                <a:spcPts val="1600"/>
              </a:spcBef>
              <a:spcAft>
                <a:spcPts val="0"/>
              </a:spcAft>
              <a:buNone/>
              <a:defRPr>
                <a:solidFill>
                  <a:schemeClr val="accent3"/>
                </a:solidFill>
              </a:defRPr>
            </a:lvl4pPr>
            <a:lvl5pPr lvl="4" rtl="0">
              <a:lnSpc>
                <a:spcPct val="100000"/>
              </a:lnSpc>
              <a:spcBef>
                <a:spcPts val="1600"/>
              </a:spcBef>
              <a:spcAft>
                <a:spcPts val="0"/>
              </a:spcAft>
              <a:buNone/>
              <a:defRPr>
                <a:solidFill>
                  <a:schemeClr val="accent3"/>
                </a:solidFill>
              </a:defRPr>
            </a:lvl5pPr>
            <a:lvl6pPr lvl="5" rtl="0">
              <a:lnSpc>
                <a:spcPct val="100000"/>
              </a:lnSpc>
              <a:spcBef>
                <a:spcPts val="1600"/>
              </a:spcBef>
              <a:spcAft>
                <a:spcPts val="0"/>
              </a:spcAft>
              <a:buNone/>
              <a:defRPr>
                <a:solidFill>
                  <a:schemeClr val="accent3"/>
                </a:solidFill>
              </a:defRPr>
            </a:lvl6pPr>
            <a:lvl7pPr lvl="6" rtl="0">
              <a:lnSpc>
                <a:spcPct val="100000"/>
              </a:lnSpc>
              <a:spcBef>
                <a:spcPts val="1600"/>
              </a:spcBef>
              <a:spcAft>
                <a:spcPts val="0"/>
              </a:spcAft>
              <a:buNone/>
              <a:defRPr>
                <a:solidFill>
                  <a:schemeClr val="accent3"/>
                </a:solidFill>
              </a:defRPr>
            </a:lvl7pPr>
            <a:lvl8pPr lvl="7" rtl="0">
              <a:lnSpc>
                <a:spcPct val="100000"/>
              </a:lnSpc>
              <a:spcBef>
                <a:spcPts val="1600"/>
              </a:spcBef>
              <a:spcAft>
                <a:spcPts val="0"/>
              </a:spcAft>
              <a:buNone/>
              <a:defRPr>
                <a:solidFill>
                  <a:schemeClr val="accent3"/>
                </a:solidFill>
              </a:defRPr>
            </a:lvl8pPr>
            <a:lvl9pPr lvl="8" rtl="0">
              <a:lnSpc>
                <a:spcPct val="100000"/>
              </a:lnSpc>
              <a:spcBef>
                <a:spcPts val="1600"/>
              </a:spcBef>
              <a:spcAft>
                <a:spcPts val="1600"/>
              </a:spcAft>
              <a:buNone/>
              <a:defRPr>
                <a:solidFill>
                  <a:schemeClr val="accent3"/>
                </a:solidFill>
              </a:defRPr>
            </a:lvl9pPr>
          </a:lstStyle>
          <a:p>
            <a:endParaRPr/>
          </a:p>
        </p:txBody>
      </p:sp>
      <p:sp>
        <p:nvSpPr>
          <p:cNvPr id="988" name="Google Shape;988;p23"/>
          <p:cNvSpPr txBox="1">
            <a:spLocks noGrp="1"/>
          </p:cNvSpPr>
          <p:nvPr>
            <p:ph type="subTitle" idx="3"/>
          </p:nvPr>
        </p:nvSpPr>
        <p:spPr>
          <a:xfrm>
            <a:off x="914400" y="3853135"/>
            <a:ext cx="3651600" cy="39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a:endParaRPr/>
          </a:p>
        </p:txBody>
      </p:sp>
      <p:sp>
        <p:nvSpPr>
          <p:cNvPr id="989" name="Google Shape;989;p23"/>
          <p:cNvSpPr txBox="1">
            <a:spLocks noGrp="1"/>
          </p:cNvSpPr>
          <p:nvPr>
            <p:ph type="title" hasCustomPrompt="1"/>
          </p:nvPr>
        </p:nvSpPr>
        <p:spPr>
          <a:xfrm>
            <a:off x="914400" y="1373735"/>
            <a:ext cx="2009100" cy="69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solidFill>
                  <a:schemeClr val="accent1"/>
                </a:solidFill>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r>
              <a:t>xx%</a:t>
            </a:r>
          </a:p>
        </p:txBody>
      </p:sp>
      <p:sp>
        <p:nvSpPr>
          <p:cNvPr id="990" name="Google Shape;990;p23"/>
          <p:cNvSpPr txBox="1">
            <a:spLocks noGrp="1"/>
          </p:cNvSpPr>
          <p:nvPr>
            <p:ph type="title" idx="4" hasCustomPrompt="1"/>
          </p:nvPr>
        </p:nvSpPr>
        <p:spPr>
          <a:xfrm>
            <a:off x="914400" y="2373215"/>
            <a:ext cx="2009100" cy="697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solidFill>
                  <a:schemeClr val="accent2"/>
                </a:solidFill>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r>
              <a:t>xx%</a:t>
            </a:r>
          </a:p>
        </p:txBody>
      </p:sp>
      <p:sp>
        <p:nvSpPr>
          <p:cNvPr id="991" name="Google Shape;991;p23"/>
          <p:cNvSpPr txBox="1">
            <a:spLocks noGrp="1"/>
          </p:cNvSpPr>
          <p:nvPr>
            <p:ph type="title" idx="5" hasCustomPrompt="1"/>
          </p:nvPr>
        </p:nvSpPr>
        <p:spPr>
          <a:xfrm>
            <a:off x="914400" y="3362033"/>
            <a:ext cx="2009100" cy="697800"/>
          </a:xfrm>
          <a:prstGeom prst="rect">
            <a:avLst/>
          </a:prstGeom>
        </p:spPr>
        <p:txBody>
          <a:bodyPr spcFirstLastPara="1" wrap="square" lIns="91425" tIns="91425" rIns="91425" bIns="91425" anchor="ctr" anchorCtr="0">
            <a:noAutofit/>
          </a:bodyPr>
          <a:lstStyle>
            <a:lvl1pPr marL="0" marR="0" lvl="0" indent="0" rtl="0">
              <a:lnSpc>
                <a:spcPct val="100000"/>
              </a:lnSpc>
              <a:spcBef>
                <a:spcPts val="0"/>
              </a:spcBef>
              <a:spcAft>
                <a:spcPts val="0"/>
              </a:spcAft>
              <a:buSzPts val="3600"/>
              <a:buFont typeface="Staatliches"/>
              <a:buNone/>
              <a:defRPr>
                <a:solidFill>
                  <a:schemeClr val="accent3"/>
                </a:solidFill>
              </a:defRPr>
            </a:lvl1pPr>
            <a:lvl2pPr lvl="1"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2pPr>
            <a:lvl3pPr lvl="2"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3pPr>
            <a:lvl4pPr lvl="3"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4pPr>
            <a:lvl5pPr lvl="4"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5pPr>
            <a:lvl6pPr lvl="5"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6pPr>
            <a:lvl7pPr lvl="6"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7pPr>
            <a:lvl8pPr lvl="7"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8pPr>
            <a:lvl9pPr lvl="8" algn="ctr" rtl="0">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9pPr>
          </a:lstStyle>
          <a:p>
            <a:r>
              <a:t>xx%</a:t>
            </a:r>
          </a:p>
        </p:txBody>
      </p:sp>
      <p:sp>
        <p:nvSpPr>
          <p:cNvPr id="992" name="Google Shape;992;p23"/>
          <p:cNvSpPr txBox="1">
            <a:spLocks noGrp="1"/>
          </p:cNvSpPr>
          <p:nvPr>
            <p:ph type="title" idx="6"/>
          </p:nvPr>
        </p:nvSpPr>
        <p:spPr>
          <a:xfrm>
            <a:off x="868325" y="548472"/>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93" name="Google Shape;993;p23"/>
          <p:cNvSpPr/>
          <p:nvPr/>
        </p:nvSpPr>
        <p:spPr>
          <a:xfrm>
            <a:off x="6411464" y="4341794"/>
            <a:ext cx="2814673" cy="858022"/>
          </a:xfrm>
          <a:custGeom>
            <a:avLst/>
            <a:gdLst/>
            <a:ahLst/>
            <a:cxnLst/>
            <a:rect l="l" t="t" r="r" b="b"/>
            <a:pathLst>
              <a:path w="44285" h="14312" extrusionOk="0">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3"/>
          <p:cNvSpPr/>
          <p:nvPr/>
        </p:nvSpPr>
        <p:spPr>
          <a:xfrm>
            <a:off x="-2" y="-118694"/>
            <a:ext cx="2668237" cy="406084"/>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3"/>
          <p:cNvSpPr/>
          <p:nvPr/>
        </p:nvSpPr>
        <p:spPr>
          <a:xfrm>
            <a:off x="-1" y="-118700"/>
            <a:ext cx="1946477" cy="876726"/>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6" name="Google Shape;996;p23"/>
          <p:cNvPicPr preferRelativeResize="0"/>
          <p:nvPr/>
        </p:nvPicPr>
        <p:blipFill>
          <a:blip r:embed="rId2">
            <a:alphaModFix/>
          </a:blip>
          <a:stretch>
            <a:fillRect/>
          </a:stretch>
        </p:blipFill>
        <p:spPr>
          <a:xfrm>
            <a:off x="6421700" y="3608350"/>
            <a:ext cx="2865178" cy="1611652"/>
          </a:xfrm>
          <a:prstGeom prst="rect">
            <a:avLst/>
          </a:prstGeom>
          <a:noFill/>
          <a:ln>
            <a:noFill/>
          </a:ln>
        </p:spPr>
      </p:pic>
      <p:pic>
        <p:nvPicPr>
          <p:cNvPr id="997" name="Google Shape;997;p23"/>
          <p:cNvPicPr preferRelativeResize="0"/>
          <p:nvPr/>
        </p:nvPicPr>
        <p:blipFill rotWithShape="1">
          <a:blip r:embed="rId3">
            <a:alphaModFix/>
          </a:blip>
          <a:srcRect t="63228" b="29"/>
          <a:stretch/>
        </p:blipFill>
        <p:spPr>
          <a:xfrm>
            <a:off x="-179200" y="-295274"/>
            <a:ext cx="1211950" cy="7638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ix columns">
  <p:cSld name="CUSTOM_1">
    <p:bg>
      <p:bgPr>
        <a:solidFill>
          <a:srgbClr val="F7F8FC"/>
        </a:solidFill>
        <a:effectLst/>
      </p:bgPr>
    </p:bg>
    <p:spTree>
      <p:nvGrpSpPr>
        <p:cNvPr id="1" name="Shape 998"/>
        <p:cNvGrpSpPr/>
        <p:nvPr/>
      </p:nvGrpSpPr>
      <p:grpSpPr>
        <a:xfrm>
          <a:off x="0" y="0"/>
          <a:ext cx="0" cy="0"/>
          <a:chOff x="0" y="0"/>
          <a:chExt cx="0" cy="0"/>
        </a:xfrm>
      </p:grpSpPr>
      <p:sp>
        <p:nvSpPr>
          <p:cNvPr id="999" name="Google Shape;999;p24"/>
          <p:cNvSpPr txBox="1">
            <a:spLocks noGrp="1"/>
          </p:cNvSpPr>
          <p:nvPr>
            <p:ph type="subTitle" idx="1"/>
          </p:nvPr>
        </p:nvSpPr>
        <p:spPr>
          <a:xfrm>
            <a:off x="1194409" y="3562931"/>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0" name="Google Shape;1000;p24"/>
          <p:cNvSpPr txBox="1">
            <a:spLocks noGrp="1"/>
          </p:cNvSpPr>
          <p:nvPr>
            <p:ph type="subTitle" idx="2"/>
          </p:nvPr>
        </p:nvSpPr>
        <p:spPr>
          <a:xfrm>
            <a:off x="3527793" y="3562932"/>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1" name="Google Shape;1001;p24"/>
          <p:cNvSpPr txBox="1">
            <a:spLocks noGrp="1"/>
          </p:cNvSpPr>
          <p:nvPr>
            <p:ph type="subTitle" idx="3"/>
          </p:nvPr>
        </p:nvSpPr>
        <p:spPr>
          <a:xfrm>
            <a:off x="5868937" y="3562932"/>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2" name="Google Shape;1002;p24"/>
          <p:cNvSpPr txBox="1">
            <a:spLocks noGrp="1"/>
          </p:cNvSpPr>
          <p:nvPr>
            <p:ph type="subTitle" idx="4"/>
          </p:nvPr>
        </p:nvSpPr>
        <p:spPr>
          <a:xfrm>
            <a:off x="1331509" y="3226185"/>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1003" name="Google Shape;1003;p24"/>
          <p:cNvSpPr txBox="1">
            <a:spLocks noGrp="1"/>
          </p:cNvSpPr>
          <p:nvPr>
            <p:ph type="subTitle" idx="5"/>
          </p:nvPr>
        </p:nvSpPr>
        <p:spPr>
          <a:xfrm>
            <a:off x="3664893" y="3226170"/>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1004" name="Google Shape;1004;p24"/>
          <p:cNvSpPr txBox="1">
            <a:spLocks noGrp="1"/>
          </p:cNvSpPr>
          <p:nvPr>
            <p:ph type="subTitle" idx="6"/>
          </p:nvPr>
        </p:nvSpPr>
        <p:spPr>
          <a:xfrm>
            <a:off x="6006037" y="3226170"/>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1005" name="Google Shape;1005;p24"/>
          <p:cNvSpPr txBox="1">
            <a:spLocks noGrp="1"/>
          </p:cNvSpPr>
          <p:nvPr>
            <p:ph type="subTitle" idx="7"/>
          </p:nvPr>
        </p:nvSpPr>
        <p:spPr>
          <a:xfrm>
            <a:off x="1194409" y="2075551"/>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6" name="Google Shape;1006;p24"/>
          <p:cNvSpPr txBox="1">
            <a:spLocks noGrp="1"/>
          </p:cNvSpPr>
          <p:nvPr>
            <p:ph type="subTitle" idx="8"/>
          </p:nvPr>
        </p:nvSpPr>
        <p:spPr>
          <a:xfrm>
            <a:off x="3527793" y="2075545"/>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7" name="Google Shape;1007;p24"/>
          <p:cNvSpPr txBox="1">
            <a:spLocks noGrp="1"/>
          </p:cNvSpPr>
          <p:nvPr>
            <p:ph type="subTitle" idx="9"/>
          </p:nvPr>
        </p:nvSpPr>
        <p:spPr>
          <a:xfrm>
            <a:off x="5868937" y="2075545"/>
            <a:ext cx="2103000" cy="731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100"/>
              <a:buFont typeface="Roboto Condensed Light"/>
              <a:buNone/>
              <a:defRPr sz="1200"/>
            </a:lvl1pPr>
            <a:lvl2pPr lvl="1"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a:endParaRPr/>
          </a:p>
        </p:txBody>
      </p:sp>
      <p:sp>
        <p:nvSpPr>
          <p:cNvPr id="1008" name="Google Shape;1008;p24"/>
          <p:cNvSpPr txBox="1">
            <a:spLocks noGrp="1"/>
          </p:cNvSpPr>
          <p:nvPr>
            <p:ph type="subTitle" idx="13"/>
          </p:nvPr>
        </p:nvSpPr>
        <p:spPr>
          <a:xfrm>
            <a:off x="3664893" y="1756850"/>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1009" name="Google Shape;1009;p24"/>
          <p:cNvSpPr txBox="1">
            <a:spLocks noGrp="1"/>
          </p:cNvSpPr>
          <p:nvPr>
            <p:ph type="subTitle" idx="14"/>
          </p:nvPr>
        </p:nvSpPr>
        <p:spPr>
          <a:xfrm>
            <a:off x="6006037" y="1756850"/>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
        <p:nvSpPr>
          <p:cNvPr id="1010" name="Google Shape;1010;p24"/>
          <p:cNvSpPr txBox="1">
            <a:spLocks noGrp="1"/>
          </p:cNvSpPr>
          <p:nvPr>
            <p:ph type="title"/>
          </p:nvPr>
        </p:nvSpPr>
        <p:spPr>
          <a:xfrm>
            <a:off x="914316" y="550565"/>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11" name="Google Shape;1011;p24"/>
          <p:cNvSpPr/>
          <p:nvPr/>
        </p:nvSpPr>
        <p:spPr>
          <a:xfrm>
            <a:off x="7913720" y="478129"/>
            <a:ext cx="94380" cy="86557"/>
          </a:xfrm>
          <a:custGeom>
            <a:avLst/>
            <a:gdLst/>
            <a:ahLst/>
            <a:cxnLst/>
            <a:rect l="l" t="t" r="r" b="b"/>
            <a:pathLst>
              <a:path w="941" h="863" extrusionOk="0">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4"/>
          <p:cNvGrpSpPr/>
          <p:nvPr/>
        </p:nvGrpSpPr>
        <p:grpSpPr>
          <a:xfrm>
            <a:off x="7970121" y="-679169"/>
            <a:ext cx="2287929" cy="3725209"/>
            <a:chOff x="7970121" y="-679169"/>
            <a:chExt cx="2287929" cy="3725209"/>
          </a:xfrm>
        </p:grpSpPr>
        <p:sp>
          <p:nvSpPr>
            <p:cNvPr id="1013" name="Google Shape;1013;p24"/>
            <p:cNvSpPr/>
            <p:nvPr/>
          </p:nvSpPr>
          <p:spPr>
            <a:xfrm>
              <a:off x="8141194" y="779020"/>
              <a:ext cx="114841" cy="114841"/>
            </a:xfrm>
            <a:custGeom>
              <a:avLst/>
              <a:gdLst/>
              <a:ahLst/>
              <a:cxnLst/>
              <a:rect l="l" t="t" r="r" b="b"/>
              <a:pathLst>
                <a:path w="1145" h="1145" extrusionOk="0">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7985073" y="1238086"/>
              <a:ext cx="2272976" cy="1807954"/>
            </a:xfrm>
            <a:custGeom>
              <a:avLst/>
              <a:gdLst/>
              <a:ahLst/>
              <a:cxnLst/>
              <a:rect l="l" t="t" r="r" b="b"/>
              <a:pathLst>
                <a:path w="10725" h="8531" extrusionOk="0">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5" name="Google Shape;1015;p24"/>
            <p:cNvGrpSpPr/>
            <p:nvPr/>
          </p:nvGrpSpPr>
          <p:grpSpPr>
            <a:xfrm rot="5400000">
              <a:off x="8433777" y="-1142825"/>
              <a:ext cx="1291147" cy="2218459"/>
              <a:chOff x="4895725" y="2485200"/>
              <a:chExt cx="464525" cy="744050"/>
            </a:xfrm>
          </p:grpSpPr>
          <p:sp>
            <p:nvSpPr>
              <p:cNvPr id="1016" name="Google Shape;1016;p24"/>
              <p:cNvSpPr/>
              <p:nvPr/>
            </p:nvSpPr>
            <p:spPr>
              <a:xfrm>
                <a:off x="4896150" y="2564650"/>
                <a:ext cx="407475" cy="415225"/>
              </a:xfrm>
              <a:custGeom>
                <a:avLst/>
                <a:gdLst/>
                <a:ahLst/>
                <a:cxnLst/>
                <a:rect l="l" t="t" r="r" b="b"/>
                <a:pathLst>
                  <a:path w="16299" h="16609" extrusionOk="0">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4896675" y="2643100"/>
                <a:ext cx="398000" cy="404125"/>
              </a:xfrm>
              <a:custGeom>
                <a:avLst/>
                <a:gdLst/>
                <a:ahLst/>
                <a:cxnLst/>
                <a:rect l="l" t="t" r="r" b="b"/>
                <a:pathLst>
                  <a:path w="15920" h="16165" extrusionOk="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4896400" y="2603925"/>
                <a:ext cx="405100" cy="411800"/>
              </a:xfrm>
              <a:custGeom>
                <a:avLst/>
                <a:gdLst/>
                <a:ahLst/>
                <a:cxnLst/>
                <a:rect l="l" t="t" r="r" b="b"/>
                <a:pathLst>
                  <a:path w="16204" h="16472" extrusionOk="0">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4898950" y="3035450"/>
                <a:ext cx="189175" cy="190300"/>
              </a:xfrm>
              <a:custGeom>
                <a:avLst/>
                <a:gdLst/>
                <a:ahLst/>
                <a:cxnLst/>
                <a:rect l="l" t="t" r="r" b="b"/>
                <a:pathLst>
                  <a:path w="7567" h="7612" extrusionOk="0">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4"/>
              <p:cNvSpPr/>
              <p:nvPr/>
            </p:nvSpPr>
            <p:spPr>
              <a:xfrm>
                <a:off x="4898025" y="2878500"/>
                <a:ext cx="300475" cy="303725"/>
              </a:xfrm>
              <a:custGeom>
                <a:avLst/>
                <a:gdLst/>
                <a:ahLst/>
                <a:cxnLst/>
                <a:rect l="l" t="t" r="r" b="b"/>
                <a:pathLst>
                  <a:path w="12019" h="12149" extrusionOk="0">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4"/>
              <p:cNvSpPr/>
              <p:nvPr/>
            </p:nvSpPr>
            <p:spPr>
              <a:xfrm>
                <a:off x="4897600" y="2800050"/>
                <a:ext cx="341900" cy="345975"/>
              </a:xfrm>
              <a:custGeom>
                <a:avLst/>
                <a:gdLst/>
                <a:ahLst/>
                <a:cxnLst/>
                <a:rect l="l" t="t" r="r" b="b"/>
                <a:pathLst>
                  <a:path w="13676" h="13839" extrusionOk="0">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4897100" y="2721600"/>
                <a:ext cx="374750" cy="379700"/>
              </a:xfrm>
              <a:custGeom>
                <a:avLst/>
                <a:gdLst/>
                <a:ahLst/>
                <a:cxnLst/>
                <a:rect l="l" t="t" r="r" b="b"/>
                <a:pathLst>
                  <a:path w="14990" h="15188" extrusionOk="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4898700" y="2996200"/>
                <a:ext cx="220950" cy="222650"/>
              </a:xfrm>
              <a:custGeom>
                <a:avLst/>
                <a:gdLst/>
                <a:ahLst/>
                <a:cxnLst/>
                <a:rect l="l" t="t" r="r" b="b"/>
                <a:pathLst>
                  <a:path w="8838" h="8906" extrusionOk="0">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4898275" y="2917750"/>
                <a:ext cx="276400" cy="279050"/>
              </a:xfrm>
              <a:custGeom>
                <a:avLst/>
                <a:gdLst/>
                <a:ahLst/>
                <a:cxnLst/>
                <a:rect l="l" t="t" r="r" b="b"/>
                <a:pathLst>
                  <a:path w="11056" h="11162" extrusionOk="0">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4897775" y="2839325"/>
                <a:ext cx="322375" cy="325950"/>
              </a:xfrm>
              <a:custGeom>
                <a:avLst/>
                <a:gdLst/>
                <a:ahLst/>
                <a:cxnLst/>
                <a:rect l="l" t="t" r="r" b="b"/>
                <a:pathLst>
                  <a:path w="12895" h="13038" extrusionOk="0">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4"/>
              <p:cNvSpPr/>
              <p:nvPr/>
            </p:nvSpPr>
            <p:spPr>
              <a:xfrm>
                <a:off x="4897350" y="2760800"/>
                <a:ext cx="359425" cy="363925"/>
              </a:xfrm>
              <a:custGeom>
                <a:avLst/>
                <a:gdLst/>
                <a:ahLst/>
                <a:cxnLst/>
                <a:rect l="l" t="t" r="r" b="b"/>
                <a:pathLst>
                  <a:path w="14377" h="14557" extrusionOk="0">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4"/>
              <p:cNvSpPr/>
              <p:nvPr/>
            </p:nvSpPr>
            <p:spPr>
              <a:xfrm>
                <a:off x="4899375" y="3113900"/>
                <a:ext cx="115000" cy="115000"/>
              </a:xfrm>
              <a:custGeom>
                <a:avLst/>
                <a:gdLst/>
                <a:ahLst/>
                <a:cxnLst/>
                <a:rect l="l" t="t" r="r" b="b"/>
                <a:pathLst>
                  <a:path w="4600" h="4600" extrusionOk="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4"/>
              <p:cNvSpPr/>
              <p:nvPr/>
            </p:nvSpPr>
            <p:spPr>
              <a:xfrm>
                <a:off x="4899225" y="3074625"/>
                <a:ext cx="154075" cy="154625"/>
              </a:xfrm>
              <a:custGeom>
                <a:avLst/>
                <a:gdLst/>
                <a:ahLst/>
                <a:cxnLst/>
                <a:rect l="l" t="t" r="r" b="b"/>
                <a:pathLst>
                  <a:path w="6163" h="6185" extrusionOk="0">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4"/>
              <p:cNvSpPr/>
              <p:nvPr/>
            </p:nvSpPr>
            <p:spPr>
              <a:xfrm>
                <a:off x="5198925" y="2485200"/>
                <a:ext cx="135175" cy="131750"/>
              </a:xfrm>
              <a:custGeom>
                <a:avLst/>
                <a:gdLst/>
                <a:ahLst/>
                <a:cxnLst/>
                <a:rect l="l" t="t" r="r" b="b"/>
                <a:pathLst>
                  <a:path w="5407" h="5270" extrusionOk="0">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4"/>
              <p:cNvSpPr/>
              <p:nvPr/>
            </p:nvSpPr>
            <p:spPr>
              <a:xfrm>
                <a:off x="5159925" y="2485200"/>
                <a:ext cx="156300" cy="152550"/>
              </a:xfrm>
              <a:custGeom>
                <a:avLst/>
                <a:gdLst/>
                <a:ahLst/>
                <a:cxnLst/>
                <a:rect l="l" t="t" r="r" b="b"/>
                <a:pathLst>
                  <a:path w="6252" h="6102" extrusionOk="0">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4"/>
              <p:cNvSpPr/>
              <p:nvPr/>
            </p:nvSpPr>
            <p:spPr>
              <a:xfrm>
                <a:off x="5003900" y="2485200"/>
                <a:ext cx="246225" cy="244175"/>
              </a:xfrm>
              <a:custGeom>
                <a:avLst/>
                <a:gdLst/>
                <a:ahLst/>
                <a:cxnLst/>
                <a:rect l="l" t="t" r="r" b="b"/>
                <a:pathLst>
                  <a:path w="9849" h="9767" extrusionOk="0">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4"/>
              <p:cNvSpPr/>
              <p:nvPr/>
            </p:nvSpPr>
            <p:spPr>
              <a:xfrm>
                <a:off x="4898450" y="2956950"/>
                <a:ext cx="249900" cy="252175"/>
              </a:xfrm>
              <a:custGeom>
                <a:avLst/>
                <a:gdLst/>
                <a:ahLst/>
                <a:cxnLst/>
                <a:rect l="l" t="t" r="r" b="b"/>
                <a:pathLst>
                  <a:path w="9996" h="10087" extrusionOk="0">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4"/>
              <p:cNvSpPr/>
              <p:nvPr/>
            </p:nvSpPr>
            <p:spPr>
              <a:xfrm>
                <a:off x="4896825" y="2682350"/>
                <a:ext cx="387800" cy="393175"/>
              </a:xfrm>
              <a:custGeom>
                <a:avLst/>
                <a:gdLst/>
                <a:ahLst/>
                <a:cxnLst/>
                <a:rect l="l" t="t" r="r" b="b"/>
                <a:pathLst>
                  <a:path w="15512" h="15727" extrusionOk="0">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4"/>
              <p:cNvSpPr/>
              <p:nvPr/>
            </p:nvSpPr>
            <p:spPr>
              <a:xfrm>
                <a:off x="4899900" y="3192325"/>
                <a:ext cx="14925" cy="15025"/>
              </a:xfrm>
              <a:custGeom>
                <a:avLst/>
                <a:gdLst/>
                <a:ahLst/>
                <a:cxnLst/>
                <a:rect l="l" t="t" r="r" b="b"/>
                <a:pathLst>
                  <a:path w="597" h="601" extrusionOk="0">
                    <a:moveTo>
                      <a:pt x="0" y="1"/>
                    </a:moveTo>
                    <a:lnTo>
                      <a:pt x="0" y="315"/>
                    </a:lnTo>
                    <a:lnTo>
                      <a:pt x="65" y="382"/>
                    </a:lnTo>
                    <a:cubicBezTo>
                      <a:pt x="242" y="458"/>
                      <a:pt x="420" y="532"/>
                      <a:pt x="596" y="601"/>
                    </a:cubicBez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4"/>
              <p:cNvSpPr/>
              <p:nvPr/>
            </p:nvSpPr>
            <p:spPr>
              <a:xfrm>
                <a:off x="4899650" y="3153175"/>
                <a:ext cx="70125" cy="70100"/>
              </a:xfrm>
              <a:custGeom>
                <a:avLst/>
                <a:gdLst/>
                <a:ahLst/>
                <a:cxnLst/>
                <a:rect l="l" t="t" r="r" b="b"/>
                <a:pathLst>
                  <a:path w="2805" h="2804" extrusionOk="0">
                    <a:moveTo>
                      <a:pt x="0" y="0"/>
                    </a:moveTo>
                    <a:lnTo>
                      <a:pt x="0" y="313"/>
                    </a:lnTo>
                    <a:lnTo>
                      <a:pt x="2405" y="2715"/>
                    </a:lnTo>
                    <a:cubicBezTo>
                      <a:pt x="2538" y="2746"/>
                      <a:pt x="2671" y="2777"/>
                      <a:pt x="2804" y="2804"/>
                    </a:cubicBez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4"/>
              <p:cNvSpPr/>
              <p:nvPr/>
            </p:nvSpPr>
            <p:spPr>
              <a:xfrm>
                <a:off x="5276925" y="2485200"/>
                <a:ext cx="83325" cy="81775"/>
              </a:xfrm>
              <a:custGeom>
                <a:avLst/>
                <a:gdLst/>
                <a:ahLst/>
                <a:cxnLst/>
                <a:rect l="l" t="t" r="r" b="b"/>
                <a:pathLst>
                  <a:path w="3333" h="3271" extrusionOk="0">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4"/>
              <p:cNvSpPr/>
              <p:nvPr/>
            </p:nvSpPr>
            <p:spPr>
              <a:xfrm>
                <a:off x="5237925" y="2485200"/>
                <a:ext cx="111600" cy="108875"/>
              </a:xfrm>
              <a:custGeom>
                <a:avLst/>
                <a:gdLst/>
                <a:ahLst/>
                <a:cxnLst/>
                <a:rect l="l" t="t" r="r" b="b"/>
                <a:pathLst>
                  <a:path w="4464" h="4355" extrusionOk="0">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4"/>
              <p:cNvSpPr/>
              <p:nvPr/>
            </p:nvSpPr>
            <p:spPr>
              <a:xfrm>
                <a:off x="5120925" y="2485200"/>
                <a:ext cx="176475" cy="172750"/>
              </a:xfrm>
              <a:custGeom>
                <a:avLst/>
                <a:gdLst/>
                <a:ahLst/>
                <a:cxnLst/>
                <a:rect l="l" t="t" r="r" b="b"/>
                <a:pathLst>
                  <a:path w="7059" h="6910" extrusionOk="0">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4"/>
              <p:cNvSpPr/>
              <p:nvPr/>
            </p:nvSpPr>
            <p:spPr>
              <a:xfrm>
                <a:off x="4964875" y="2485200"/>
                <a:ext cx="279450" cy="279450"/>
              </a:xfrm>
              <a:custGeom>
                <a:avLst/>
                <a:gdLst/>
                <a:ahLst/>
                <a:cxnLst/>
                <a:rect l="l" t="t" r="r" b="b"/>
                <a:pathLst>
                  <a:path w="11178" h="11178" extrusionOk="0">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4"/>
              <p:cNvSpPr/>
              <p:nvPr/>
            </p:nvSpPr>
            <p:spPr>
              <a:xfrm>
                <a:off x="5042900" y="2485200"/>
                <a:ext cx="219750" cy="216850"/>
              </a:xfrm>
              <a:custGeom>
                <a:avLst/>
                <a:gdLst/>
                <a:ahLst/>
                <a:cxnLst/>
                <a:rect l="l" t="t" r="r" b="b"/>
                <a:pathLst>
                  <a:path w="8790" h="8674" extrusionOk="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4"/>
              <p:cNvSpPr/>
              <p:nvPr/>
            </p:nvSpPr>
            <p:spPr>
              <a:xfrm>
                <a:off x="4895975" y="2525375"/>
                <a:ext cx="403625" cy="411475"/>
              </a:xfrm>
              <a:custGeom>
                <a:avLst/>
                <a:gdLst/>
                <a:ahLst/>
                <a:cxnLst/>
                <a:rect l="l" t="t" r="r" b="b"/>
                <a:pathLst>
                  <a:path w="16145" h="16459" extrusionOk="0">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4"/>
              <p:cNvSpPr/>
              <p:nvPr/>
            </p:nvSpPr>
            <p:spPr>
              <a:xfrm>
                <a:off x="5081900" y="2485200"/>
                <a:ext cx="197175" cy="193700"/>
              </a:xfrm>
              <a:custGeom>
                <a:avLst/>
                <a:gdLst/>
                <a:ahLst/>
                <a:cxnLst/>
                <a:rect l="l" t="t" r="r" b="b"/>
                <a:pathLst>
                  <a:path w="7887" h="7748" extrusionOk="0">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4"/>
              <p:cNvSpPr/>
              <p:nvPr/>
            </p:nvSpPr>
            <p:spPr>
              <a:xfrm>
                <a:off x="4895725" y="2486225"/>
                <a:ext cx="384475" cy="392300"/>
              </a:xfrm>
              <a:custGeom>
                <a:avLst/>
                <a:gdLst/>
                <a:ahLst/>
                <a:cxnLst/>
                <a:rect l="l" t="t" r="r" b="b"/>
                <a:pathLst>
                  <a:path w="15379" h="15692" extrusionOk="0">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4"/>
              <p:cNvSpPr/>
              <p:nvPr/>
            </p:nvSpPr>
            <p:spPr>
              <a:xfrm>
                <a:off x="4925875" y="2485200"/>
                <a:ext cx="327650" cy="327575"/>
              </a:xfrm>
              <a:custGeom>
                <a:avLst/>
                <a:gdLst/>
                <a:ahLst/>
                <a:cxnLst/>
                <a:rect l="l" t="t" r="r" b="b"/>
                <a:pathLst>
                  <a:path w="13106" h="13103" extrusionOk="0">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5" name="Google Shape;1045;p24"/>
          <p:cNvGrpSpPr/>
          <p:nvPr/>
        </p:nvGrpSpPr>
        <p:grpSpPr>
          <a:xfrm>
            <a:off x="-475512" y="3461619"/>
            <a:ext cx="1967899" cy="1878339"/>
            <a:chOff x="-475512" y="3461619"/>
            <a:chExt cx="1967899" cy="1878339"/>
          </a:xfrm>
        </p:grpSpPr>
        <p:sp>
          <p:nvSpPr>
            <p:cNvPr id="1046" name="Google Shape;1046;p24"/>
            <p:cNvSpPr/>
            <p:nvPr/>
          </p:nvSpPr>
          <p:spPr>
            <a:xfrm rot="4590804">
              <a:off x="-440975" y="4203758"/>
              <a:ext cx="971589" cy="837154"/>
            </a:xfrm>
            <a:custGeom>
              <a:avLst/>
              <a:gdLst/>
              <a:ahLst/>
              <a:cxnLst/>
              <a:rect l="l" t="t" r="r" b="b"/>
              <a:pathLst>
                <a:path w="7513" h="4982" extrusionOk="0">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4"/>
            <p:cNvSpPr/>
            <p:nvPr/>
          </p:nvSpPr>
          <p:spPr>
            <a:xfrm>
              <a:off x="-272122" y="4502808"/>
              <a:ext cx="971581" cy="837150"/>
            </a:xfrm>
            <a:custGeom>
              <a:avLst/>
              <a:gdLst/>
              <a:ahLst/>
              <a:cxnLst/>
              <a:rect l="l" t="t" r="r" b="b"/>
              <a:pathLst>
                <a:path w="7513" h="4982" extrusionOk="0">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8" name="Google Shape;1048;p24"/>
            <p:cNvGrpSpPr/>
            <p:nvPr/>
          </p:nvGrpSpPr>
          <p:grpSpPr>
            <a:xfrm rot="-5400000">
              <a:off x="-294075" y="3483559"/>
              <a:ext cx="1808401" cy="1764522"/>
              <a:chOff x="2024475" y="4433550"/>
              <a:chExt cx="623350" cy="608225"/>
            </a:xfrm>
          </p:grpSpPr>
          <p:sp>
            <p:nvSpPr>
              <p:cNvPr id="1049" name="Google Shape;1049;p24"/>
              <p:cNvSpPr/>
              <p:nvPr/>
            </p:nvSpPr>
            <p:spPr>
              <a:xfrm>
                <a:off x="2637250" y="4451875"/>
                <a:ext cx="7875" cy="4200"/>
              </a:xfrm>
              <a:custGeom>
                <a:avLst/>
                <a:gdLst/>
                <a:ahLst/>
                <a:cxnLst/>
                <a:rect l="l" t="t" r="r" b="b"/>
                <a:pathLst>
                  <a:path w="315" h="168" extrusionOk="0">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4"/>
              <p:cNvSpPr/>
              <p:nvPr/>
            </p:nvSpPr>
            <p:spPr>
              <a:xfrm>
                <a:off x="2619025"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4"/>
              <p:cNvSpPr/>
              <p:nvPr/>
            </p:nvSpPr>
            <p:spPr>
              <a:xfrm>
                <a:off x="2619025"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4"/>
              <p:cNvSpPr/>
              <p:nvPr/>
            </p:nvSpPr>
            <p:spPr>
              <a:xfrm>
                <a:off x="2637000" y="4481350"/>
                <a:ext cx="10825" cy="10850"/>
              </a:xfrm>
              <a:custGeom>
                <a:avLst/>
                <a:gdLst/>
                <a:ahLst/>
                <a:cxnLst/>
                <a:rect l="l" t="t" r="r" b="b"/>
                <a:pathLst>
                  <a:path w="433" h="434" extrusionOk="0">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4"/>
              <p:cNvSpPr/>
              <p:nvPr/>
            </p:nvSpPr>
            <p:spPr>
              <a:xfrm>
                <a:off x="2637000" y="4517375"/>
                <a:ext cx="10825" cy="10850"/>
              </a:xfrm>
              <a:custGeom>
                <a:avLst/>
                <a:gdLst/>
                <a:ahLst/>
                <a:cxnLst/>
                <a:rect l="l" t="t" r="r" b="b"/>
                <a:pathLst>
                  <a:path w="433" h="434" extrusionOk="0">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4"/>
              <p:cNvSpPr/>
              <p:nvPr/>
            </p:nvSpPr>
            <p:spPr>
              <a:xfrm>
                <a:off x="2619025"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4"/>
              <p:cNvSpPr/>
              <p:nvPr/>
            </p:nvSpPr>
            <p:spPr>
              <a:xfrm>
                <a:off x="2619025" y="4571375"/>
                <a:ext cx="7425" cy="8450"/>
              </a:xfrm>
              <a:custGeom>
                <a:avLst/>
                <a:gdLst/>
                <a:ahLst/>
                <a:cxnLst/>
                <a:rect l="l" t="t" r="r" b="b"/>
                <a:pathLst>
                  <a:path w="297" h="338" extrusionOk="0">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4"/>
              <p:cNvSpPr/>
              <p:nvPr/>
            </p:nvSpPr>
            <p:spPr>
              <a:xfrm>
                <a:off x="2600975" y="4450775"/>
                <a:ext cx="10750" cy="5300"/>
              </a:xfrm>
              <a:custGeom>
                <a:avLst/>
                <a:gdLst/>
                <a:ahLst/>
                <a:cxnLst/>
                <a:rect l="l" t="t" r="r" b="b"/>
                <a:pathLst>
                  <a:path w="430" h="212" extrusionOk="0">
                    <a:moveTo>
                      <a:pt x="0" y="0"/>
                    </a:moveTo>
                    <a:lnTo>
                      <a:pt x="0" y="0"/>
                    </a:lnTo>
                    <a:cubicBezTo>
                      <a:pt x="3" y="120"/>
                      <a:pt x="99" y="211"/>
                      <a:pt x="218" y="211"/>
                    </a:cubicBezTo>
                    <a:cubicBezTo>
                      <a:pt x="330" y="211"/>
                      <a:pt x="419" y="123"/>
                      <a:pt x="429" y="14"/>
                    </a:cubicBezTo>
                    <a:lnTo>
                      <a:pt x="218" y="7"/>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4"/>
              <p:cNvSpPr/>
              <p:nvPr/>
            </p:nvSpPr>
            <p:spPr>
              <a:xfrm>
                <a:off x="2583000" y="4463300"/>
                <a:ext cx="10750" cy="10850"/>
              </a:xfrm>
              <a:custGeom>
                <a:avLst/>
                <a:gdLst/>
                <a:ahLst/>
                <a:cxnLst/>
                <a:rect l="l" t="t" r="r" b="b"/>
                <a:pathLst>
                  <a:path w="430" h="434" extrusionOk="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4"/>
              <p:cNvSpPr/>
              <p:nvPr/>
            </p:nvSpPr>
            <p:spPr>
              <a:xfrm>
                <a:off x="2600975" y="4481350"/>
                <a:ext cx="10825" cy="10850"/>
              </a:xfrm>
              <a:custGeom>
                <a:avLst/>
                <a:gdLst/>
                <a:ahLst/>
                <a:cxnLst/>
                <a:rect l="l" t="t" r="r" b="b"/>
                <a:pathLst>
                  <a:path w="433" h="434" extrusionOk="0">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4"/>
              <p:cNvSpPr/>
              <p:nvPr/>
            </p:nvSpPr>
            <p:spPr>
              <a:xfrm>
                <a:off x="2583000" y="4499325"/>
                <a:ext cx="10750" cy="10825"/>
              </a:xfrm>
              <a:custGeom>
                <a:avLst/>
                <a:gdLst/>
                <a:ahLst/>
                <a:cxnLst/>
                <a:rect l="l" t="t" r="r" b="b"/>
                <a:pathLst>
                  <a:path w="430" h="433" extrusionOk="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4"/>
              <p:cNvSpPr/>
              <p:nvPr/>
            </p:nvSpPr>
            <p:spPr>
              <a:xfrm>
                <a:off x="2583000" y="4535350"/>
                <a:ext cx="10750" cy="10850"/>
              </a:xfrm>
              <a:custGeom>
                <a:avLst/>
                <a:gdLst/>
                <a:ahLst/>
                <a:cxnLst/>
                <a:rect l="l" t="t" r="r" b="b"/>
                <a:pathLst>
                  <a:path w="430" h="434" extrusionOk="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4"/>
              <p:cNvSpPr/>
              <p:nvPr/>
            </p:nvSpPr>
            <p:spPr>
              <a:xfrm>
                <a:off x="2600975" y="4517375"/>
                <a:ext cx="10825" cy="10850"/>
              </a:xfrm>
              <a:custGeom>
                <a:avLst/>
                <a:gdLst/>
                <a:ahLst/>
                <a:cxnLst/>
                <a:rect l="l" t="t" r="r" b="b"/>
                <a:pathLst>
                  <a:path w="433" h="434" extrusionOk="0">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4"/>
              <p:cNvSpPr/>
              <p:nvPr/>
            </p:nvSpPr>
            <p:spPr>
              <a:xfrm>
                <a:off x="2600975" y="4553400"/>
                <a:ext cx="10825" cy="10850"/>
              </a:xfrm>
              <a:custGeom>
                <a:avLst/>
                <a:gdLst/>
                <a:ahLst/>
                <a:cxnLst/>
                <a:rect l="l" t="t" r="r" b="b"/>
                <a:pathLst>
                  <a:path w="433" h="434" extrusionOk="0">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4"/>
              <p:cNvSpPr/>
              <p:nvPr/>
            </p:nvSpPr>
            <p:spPr>
              <a:xfrm>
                <a:off x="2583000" y="4571375"/>
                <a:ext cx="10750" cy="10825"/>
              </a:xfrm>
              <a:custGeom>
                <a:avLst/>
                <a:gdLst/>
                <a:ahLst/>
                <a:cxnLst/>
                <a:rect l="l" t="t" r="r" b="b"/>
                <a:pathLst>
                  <a:path w="430" h="433" extrusionOk="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4"/>
              <p:cNvSpPr/>
              <p:nvPr/>
            </p:nvSpPr>
            <p:spPr>
              <a:xfrm>
                <a:off x="2600975" y="4589425"/>
                <a:ext cx="8525" cy="7875"/>
              </a:xfrm>
              <a:custGeom>
                <a:avLst/>
                <a:gdLst/>
                <a:ahLst/>
                <a:cxnLst/>
                <a:rect l="l" t="t" r="r" b="b"/>
                <a:pathLst>
                  <a:path w="341" h="315" extrusionOk="0">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4"/>
              <p:cNvSpPr/>
              <p:nvPr/>
            </p:nvSpPr>
            <p:spPr>
              <a:xfrm>
                <a:off x="2584275" y="4607650"/>
                <a:ext cx="3000" cy="1825"/>
              </a:xfrm>
              <a:custGeom>
                <a:avLst/>
                <a:gdLst/>
                <a:ahLst/>
                <a:cxnLst/>
                <a:rect l="l" t="t" r="r" b="b"/>
                <a:pathLst>
                  <a:path w="120" h="73" extrusionOk="0">
                    <a:moveTo>
                      <a:pt x="119" y="1"/>
                    </a:moveTo>
                    <a:lnTo>
                      <a:pt x="119" y="1"/>
                    </a:lnTo>
                    <a:cubicBezTo>
                      <a:pt x="72" y="11"/>
                      <a:pt x="31" y="35"/>
                      <a:pt x="1" y="72"/>
                    </a:cubicBezTo>
                    <a:cubicBezTo>
                      <a:pt x="38" y="48"/>
                      <a:pt x="83" y="24"/>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4"/>
              <p:cNvSpPr/>
              <p:nvPr/>
            </p:nvSpPr>
            <p:spPr>
              <a:xfrm>
                <a:off x="254687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2564950" y="4449675"/>
                <a:ext cx="10825" cy="6400"/>
              </a:xfrm>
              <a:custGeom>
                <a:avLst/>
                <a:gdLst/>
                <a:ahLst/>
                <a:cxnLst/>
                <a:rect l="l" t="t" r="r" b="b"/>
                <a:pathLst>
                  <a:path w="433" h="256" extrusionOk="0">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4"/>
              <p:cNvSpPr/>
              <p:nvPr/>
            </p:nvSpPr>
            <p:spPr>
              <a:xfrm>
                <a:off x="254687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4"/>
              <p:cNvSpPr/>
              <p:nvPr/>
            </p:nvSpPr>
            <p:spPr>
              <a:xfrm>
                <a:off x="2564950" y="448135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254687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2564950" y="4517375"/>
                <a:ext cx="10825" cy="10850"/>
              </a:xfrm>
              <a:custGeom>
                <a:avLst/>
                <a:gdLst/>
                <a:ahLst/>
                <a:cxnLst/>
                <a:rect l="l" t="t" r="r" b="b"/>
                <a:pathLst>
                  <a:path w="433" h="434" extrusionOk="0">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2564950" y="455340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254687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254687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2564950" y="4589425"/>
                <a:ext cx="10825" cy="10850"/>
              </a:xfrm>
              <a:custGeom>
                <a:avLst/>
                <a:gdLst/>
                <a:ahLst/>
                <a:cxnLst/>
                <a:rect l="l" t="t" r="r" b="b"/>
                <a:pathLst>
                  <a:path w="433" h="434" extrusionOk="0">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4"/>
              <p:cNvSpPr/>
              <p:nvPr/>
            </p:nvSpPr>
            <p:spPr>
              <a:xfrm>
                <a:off x="2528900" y="4448575"/>
                <a:ext cx="10850" cy="7500"/>
              </a:xfrm>
              <a:custGeom>
                <a:avLst/>
                <a:gdLst/>
                <a:ahLst/>
                <a:cxnLst/>
                <a:rect l="l" t="t" r="r" b="b"/>
                <a:pathLst>
                  <a:path w="434" h="300" extrusionOk="0">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4"/>
              <p:cNvSpPr/>
              <p:nvPr/>
            </p:nvSpPr>
            <p:spPr>
              <a:xfrm>
                <a:off x="2510875" y="446330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2528900" y="448135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2510875" y="4499325"/>
                <a:ext cx="10825" cy="10825"/>
              </a:xfrm>
              <a:custGeom>
                <a:avLst/>
                <a:gdLst/>
                <a:ahLst/>
                <a:cxnLst/>
                <a:rect l="l" t="t" r="r" b="b"/>
                <a:pathLst>
                  <a:path w="433" h="433" extrusionOk="0">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2528900" y="4517375"/>
                <a:ext cx="10850" cy="10850"/>
              </a:xfrm>
              <a:custGeom>
                <a:avLst/>
                <a:gdLst/>
                <a:ahLst/>
                <a:cxnLst/>
                <a:rect l="l" t="t" r="r" b="b"/>
                <a:pathLst>
                  <a:path w="434" h="434" extrusionOk="0">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2510875" y="453535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2510875" y="4571375"/>
                <a:ext cx="10825" cy="10825"/>
              </a:xfrm>
              <a:custGeom>
                <a:avLst/>
                <a:gdLst/>
                <a:ahLst/>
                <a:cxnLst/>
                <a:rect l="l" t="t" r="r" b="b"/>
                <a:pathLst>
                  <a:path w="433" h="433" extrusionOk="0">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2528900" y="455340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4"/>
              <p:cNvSpPr/>
              <p:nvPr/>
            </p:nvSpPr>
            <p:spPr>
              <a:xfrm>
                <a:off x="2528900" y="4589425"/>
                <a:ext cx="10850" cy="10850"/>
              </a:xfrm>
              <a:custGeom>
                <a:avLst/>
                <a:gdLst/>
                <a:ahLst/>
                <a:cxnLst/>
                <a:rect l="l" t="t" r="r" b="b"/>
                <a:pathLst>
                  <a:path w="434" h="434" extrusionOk="0">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4"/>
              <p:cNvSpPr/>
              <p:nvPr/>
            </p:nvSpPr>
            <p:spPr>
              <a:xfrm>
                <a:off x="2510875" y="4607400"/>
                <a:ext cx="10825" cy="10850"/>
              </a:xfrm>
              <a:custGeom>
                <a:avLst/>
                <a:gdLst/>
                <a:ahLst/>
                <a:cxnLst/>
                <a:rect l="l" t="t" r="r" b="b"/>
                <a:pathLst>
                  <a:path w="433" h="434" extrusionOk="0">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4"/>
              <p:cNvSpPr/>
              <p:nvPr/>
            </p:nvSpPr>
            <p:spPr>
              <a:xfrm>
                <a:off x="2528900" y="4625450"/>
                <a:ext cx="10525" cy="6500"/>
              </a:xfrm>
              <a:custGeom>
                <a:avLst/>
                <a:gdLst/>
                <a:ahLst/>
                <a:cxnLst/>
                <a:rect l="l" t="t" r="r" b="b"/>
                <a:pathLst>
                  <a:path w="421" h="260" extrusionOk="0">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247482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2492900" y="4447450"/>
                <a:ext cx="10825" cy="8625"/>
              </a:xfrm>
              <a:custGeom>
                <a:avLst/>
                <a:gdLst/>
                <a:ahLst/>
                <a:cxnLst/>
                <a:rect l="l" t="t" r="r" b="b"/>
                <a:pathLst>
                  <a:path w="433" h="345" extrusionOk="0">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2492900" y="448135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a:off x="247482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4"/>
              <p:cNvSpPr/>
              <p:nvPr/>
            </p:nvSpPr>
            <p:spPr>
              <a:xfrm>
                <a:off x="247482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4"/>
              <p:cNvSpPr/>
              <p:nvPr/>
            </p:nvSpPr>
            <p:spPr>
              <a:xfrm>
                <a:off x="2492900" y="4517375"/>
                <a:ext cx="10825" cy="10850"/>
              </a:xfrm>
              <a:custGeom>
                <a:avLst/>
                <a:gdLst/>
                <a:ahLst/>
                <a:cxnLst/>
                <a:rect l="l" t="t" r="r" b="b"/>
                <a:pathLst>
                  <a:path w="433" h="434" extrusionOk="0">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247482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4"/>
              <p:cNvSpPr/>
              <p:nvPr/>
            </p:nvSpPr>
            <p:spPr>
              <a:xfrm>
                <a:off x="2492900" y="455340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4"/>
              <p:cNvSpPr/>
              <p:nvPr/>
            </p:nvSpPr>
            <p:spPr>
              <a:xfrm>
                <a:off x="247482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2492900" y="4589425"/>
                <a:ext cx="10825" cy="10850"/>
              </a:xfrm>
              <a:custGeom>
                <a:avLst/>
                <a:gdLst/>
                <a:ahLst/>
                <a:cxnLst/>
                <a:rect l="l" t="t" r="r" b="b"/>
                <a:pathLst>
                  <a:path w="433" h="434" extrusionOk="0">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4"/>
              <p:cNvSpPr/>
              <p:nvPr/>
            </p:nvSpPr>
            <p:spPr>
              <a:xfrm>
                <a:off x="2492900" y="4625450"/>
                <a:ext cx="10825" cy="10850"/>
              </a:xfrm>
              <a:custGeom>
                <a:avLst/>
                <a:gdLst/>
                <a:ahLst/>
                <a:cxnLst/>
                <a:rect l="l" t="t" r="r" b="b"/>
                <a:pathLst>
                  <a:path w="433" h="434" extrusionOk="0">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4"/>
              <p:cNvSpPr/>
              <p:nvPr/>
            </p:nvSpPr>
            <p:spPr>
              <a:xfrm>
                <a:off x="2456850" y="4446450"/>
                <a:ext cx="10850" cy="9625"/>
              </a:xfrm>
              <a:custGeom>
                <a:avLst/>
                <a:gdLst/>
                <a:ahLst/>
                <a:cxnLst/>
                <a:rect l="l" t="t" r="r" b="b"/>
                <a:pathLst>
                  <a:path w="434" h="385" extrusionOk="0">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4"/>
              <p:cNvSpPr/>
              <p:nvPr/>
            </p:nvSpPr>
            <p:spPr>
              <a:xfrm>
                <a:off x="2438800"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a:off x="2438800"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4"/>
              <p:cNvSpPr/>
              <p:nvPr/>
            </p:nvSpPr>
            <p:spPr>
              <a:xfrm>
                <a:off x="2456850" y="448135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2438800"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4"/>
              <p:cNvSpPr/>
              <p:nvPr/>
            </p:nvSpPr>
            <p:spPr>
              <a:xfrm>
                <a:off x="2456850" y="4517375"/>
                <a:ext cx="10850" cy="10850"/>
              </a:xfrm>
              <a:custGeom>
                <a:avLst/>
                <a:gdLst/>
                <a:ahLst/>
                <a:cxnLst/>
                <a:rect l="l" t="t" r="r" b="b"/>
                <a:pathLst>
                  <a:path w="434" h="434" extrusionOk="0">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4"/>
              <p:cNvSpPr/>
              <p:nvPr/>
            </p:nvSpPr>
            <p:spPr>
              <a:xfrm>
                <a:off x="2456850" y="455340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2438800"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2456850" y="4589425"/>
                <a:ext cx="10850" cy="10850"/>
              </a:xfrm>
              <a:custGeom>
                <a:avLst/>
                <a:gdLst/>
                <a:ahLst/>
                <a:cxnLst/>
                <a:rect l="l" t="t" r="r" b="b"/>
                <a:pathLst>
                  <a:path w="434" h="434" extrusionOk="0">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2438800"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2456850" y="4625450"/>
                <a:ext cx="10850" cy="10850"/>
              </a:xfrm>
              <a:custGeom>
                <a:avLst/>
                <a:gdLst/>
                <a:ahLst/>
                <a:cxnLst/>
                <a:rect l="l" t="t" r="r" b="b"/>
                <a:pathLst>
                  <a:path w="434" h="434" extrusionOk="0">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2420850" y="4445425"/>
                <a:ext cx="10825" cy="10650"/>
              </a:xfrm>
              <a:custGeom>
                <a:avLst/>
                <a:gdLst/>
                <a:ahLst/>
                <a:cxnLst/>
                <a:rect l="l" t="t" r="r" b="b"/>
                <a:pathLst>
                  <a:path w="433" h="426" extrusionOk="0">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2402775" y="4463300"/>
                <a:ext cx="10850" cy="10850"/>
              </a:xfrm>
              <a:custGeom>
                <a:avLst/>
                <a:gdLst/>
                <a:ahLst/>
                <a:cxnLst/>
                <a:rect l="l" t="t" r="r" b="b"/>
                <a:pathLst>
                  <a:path w="434" h="434" extrusionOk="0">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4"/>
              <p:cNvSpPr/>
              <p:nvPr/>
            </p:nvSpPr>
            <p:spPr>
              <a:xfrm>
                <a:off x="2420850" y="4481350"/>
                <a:ext cx="10825" cy="10850"/>
              </a:xfrm>
              <a:custGeom>
                <a:avLst/>
                <a:gdLst/>
                <a:ahLst/>
                <a:cxnLst/>
                <a:rect l="l" t="t" r="r" b="b"/>
                <a:pathLst>
                  <a:path w="433" h="434" extrusionOk="0">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4"/>
              <p:cNvSpPr/>
              <p:nvPr/>
            </p:nvSpPr>
            <p:spPr>
              <a:xfrm>
                <a:off x="2402775" y="4499325"/>
                <a:ext cx="10850" cy="10825"/>
              </a:xfrm>
              <a:custGeom>
                <a:avLst/>
                <a:gdLst/>
                <a:ahLst/>
                <a:cxnLst/>
                <a:rect l="l" t="t" r="r" b="b"/>
                <a:pathLst>
                  <a:path w="434" h="433" extrusionOk="0">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4"/>
              <p:cNvSpPr/>
              <p:nvPr/>
            </p:nvSpPr>
            <p:spPr>
              <a:xfrm>
                <a:off x="2402775" y="4535350"/>
                <a:ext cx="10850" cy="10850"/>
              </a:xfrm>
              <a:custGeom>
                <a:avLst/>
                <a:gdLst/>
                <a:ahLst/>
                <a:cxnLst/>
                <a:rect l="l" t="t" r="r" b="b"/>
                <a:pathLst>
                  <a:path w="434" h="434" extrusionOk="0">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4"/>
              <p:cNvSpPr/>
              <p:nvPr/>
            </p:nvSpPr>
            <p:spPr>
              <a:xfrm>
                <a:off x="2420850" y="4517375"/>
                <a:ext cx="10825" cy="10850"/>
              </a:xfrm>
              <a:custGeom>
                <a:avLst/>
                <a:gdLst/>
                <a:ahLst/>
                <a:cxnLst/>
                <a:rect l="l" t="t" r="r" b="b"/>
                <a:pathLst>
                  <a:path w="433" h="434" extrusionOk="0">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4"/>
              <p:cNvSpPr/>
              <p:nvPr/>
            </p:nvSpPr>
            <p:spPr>
              <a:xfrm>
                <a:off x="2420850" y="4553400"/>
                <a:ext cx="10825" cy="10850"/>
              </a:xfrm>
              <a:custGeom>
                <a:avLst/>
                <a:gdLst/>
                <a:ahLst/>
                <a:cxnLst/>
                <a:rect l="l" t="t" r="r" b="b"/>
                <a:pathLst>
                  <a:path w="433" h="434" extrusionOk="0">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4"/>
              <p:cNvSpPr/>
              <p:nvPr/>
            </p:nvSpPr>
            <p:spPr>
              <a:xfrm>
                <a:off x="2402775" y="4571375"/>
                <a:ext cx="10850" cy="10825"/>
              </a:xfrm>
              <a:custGeom>
                <a:avLst/>
                <a:gdLst/>
                <a:ahLst/>
                <a:cxnLst/>
                <a:rect l="l" t="t" r="r" b="b"/>
                <a:pathLst>
                  <a:path w="434" h="433" extrusionOk="0">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4"/>
              <p:cNvSpPr/>
              <p:nvPr/>
            </p:nvSpPr>
            <p:spPr>
              <a:xfrm>
                <a:off x="2420850" y="4589425"/>
                <a:ext cx="10825" cy="10850"/>
              </a:xfrm>
              <a:custGeom>
                <a:avLst/>
                <a:gdLst/>
                <a:ahLst/>
                <a:cxnLst/>
                <a:rect l="l" t="t" r="r" b="b"/>
                <a:pathLst>
                  <a:path w="433" h="434" extrusionOk="0">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4"/>
              <p:cNvSpPr/>
              <p:nvPr/>
            </p:nvSpPr>
            <p:spPr>
              <a:xfrm>
                <a:off x="2386025" y="4625450"/>
                <a:ext cx="9300" cy="4125"/>
              </a:xfrm>
              <a:custGeom>
                <a:avLst/>
                <a:gdLst/>
                <a:ahLst/>
                <a:cxnLst/>
                <a:rect l="l" t="t" r="r" b="b"/>
                <a:pathLst>
                  <a:path w="372" h="165" extrusionOk="0">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4"/>
              <p:cNvSpPr/>
              <p:nvPr/>
            </p:nvSpPr>
            <p:spPr>
              <a:xfrm>
                <a:off x="2402775" y="4607400"/>
                <a:ext cx="10850" cy="10850"/>
              </a:xfrm>
              <a:custGeom>
                <a:avLst/>
                <a:gdLst/>
                <a:ahLst/>
                <a:cxnLst/>
                <a:rect l="l" t="t" r="r" b="b"/>
                <a:pathLst>
                  <a:path w="434" h="434" extrusionOk="0">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4"/>
              <p:cNvSpPr/>
              <p:nvPr/>
            </p:nvSpPr>
            <p:spPr>
              <a:xfrm>
                <a:off x="2420850" y="4625450"/>
                <a:ext cx="10825" cy="9825"/>
              </a:xfrm>
              <a:custGeom>
                <a:avLst/>
                <a:gdLst/>
                <a:ahLst/>
                <a:cxnLst/>
                <a:rect l="l" t="t" r="r" b="b"/>
                <a:pathLst>
                  <a:path w="433" h="393" extrusionOk="0">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4"/>
              <p:cNvSpPr/>
              <p:nvPr/>
            </p:nvSpPr>
            <p:spPr>
              <a:xfrm>
                <a:off x="2384800" y="4445325"/>
                <a:ext cx="10775" cy="10750"/>
              </a:xfrm>
              <a:custGeom>
                <a:avLst/>
                <a:gdLst/>
                <a:ahLst/>
                <a:cxnLst/>
                <a:rect l="l" t="t" r="r" b="b"/>
                <a:pathLst>
                  <a:path w="431" h="430" extrusionOk="0">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4"/>
              <p:cNvSpPr/>
              <p:nvPr/>
            </p:nvSpPr>
            <p:spPr>
              <a:xfrm>
                <a:off x="2366750" y="4463300"/>
                <a:ext cx="10850" cy="10850"/>
              </a:xfrm>
              <a:custGeom>
                <a:avLst/>
                <a:gdLst/>
                <a:ahLst/>
                <a:cxnLst/>
                <a:rect l="l" t="t" r="r" b="b"/>
                <a:pathLst>
                  <a:path w="434" h="434" extrusionOk="0">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4"/>
              <p:cNvSpPr/>
              <p:nvPr/>
            </p:nvSpPr>
            <p:spPr>
              <a:xfrm>
                <a:off x="2384800" y="4481350"/>
                <a:ext cx="10775" cy="10850"/>
              </a:xfrm>
              <a:custGeom>
                <a:avLst/>
                <a:gdLst/>
                <a:ahLst/>
                <a:cxnLst/>
                <a:rect l="l" t="t" r="r" b="b"/>
                <a:pathLst>
                  <a:path w="431" h="434" extrusionOk="0">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4"/>
              <p:cNvSpPr/>
              <p:nvPr/>
            </p:nvSpPr>
            <p:spPr>
              <a:xfrm>
                <a:off x="2366750" y="4499325"/>
                <a:ext cx="10850" cy="10825"/>
              </a:xfrm>
              <a:custGeom>
                <a:avLst/>
                <a:gdLst/>
                <a:ahLst/>
                <a:cxnLst/>
                <a:rect l="l" t="t" r="r" b="b"/>
                <a:pathLst>
                  <a:path w="434" h="433" extrusionOk="0">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4"/>
              <p:cNvSpPr/>
              <p:nvPr/>
            </p:nvSpPr>
            <p:spPr>
              <a:xfrm>
                <a:off x="2384800" y="4517375"/>
                <a:ext cx="10775" cy="10850"/>
              </a:xfrm>
              <a:custGeom>
                <a:avLst/>
                <a:gdLst/>
                <a:ahLst/>
                <a:cxnLst/>
                <a:rect l="l" t="t" r="r" b="b"/>
                <a:pathLst>
                  <a:path w="431" h="434" extrusionOk="0">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4"/>
              <p:cNvSpPr/>
              <p:nvPr/>
            </p:nvSpPr>
            <p:spPr>
              <a:xfrm>
                <a:off x="2366750" y="4535350"/>
                <a:ext cx="10850" cy="10850"/>
              </a:xfrm>
              <a:custGeom>
                <a:avLst/>
                <a:gdLst/>
                <a:ahLst/>
                <a:cxnLst/>
                <a:rect l="l" t="t" r="r" b="b"/>
                <a:pathLst>
                  <a:path w="434" h="434" extrusionOk="0">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4"/>
              <p:cNvSpPr/>
              <p:nvPr/>
            </p:nvSpPr>
            <p:spPr>
              <a:xfrm>
                <a:off x="2384800" y="4553400"/>
                <a:ext cx="10775" cy="10850"/>
              </a:xfrm>
              <a:custGeom>
                <a:avLst/>
                <a:gdLst/>
                <a:ahLst/>
                <a:cxnLst/>
                <a:rect l="l" t="t" r="r" b="b"/>
                <a:pathLst>
                  <a:path w="431" h="434" extrusionOk="0">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4"/>
              <p:cNvSpPr/>
              <p:nvPr/>
            </p:nvSpPr>
            <p:spPr>
              <a:xfrm>
                <a:off x="2366750" y="4571375"/>
                <a:ext cx="10850" cy="10825"/>
              </a:xfrm>
              <a:custGeom>
                <a:avLst/>
                <a:gdLst/>
                <a:ahLst/>
                <a:cxnLst/>
                <a:rect l="l" t="t" r="r" b="b"/>
                <a:pathLst>
                  <a:path w="434" h="433" extrusionOk="0">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4"/>
              <p:cNvSpPr/>
              <p:nvPr/>
            </p:nvSpPr>
            <p:spPr>
              <a:xfrm>
                <a:off x="2366750" y="4607400"/>
                <a:ext cx="10850" cy="10850"/>
              </a:xfrm>
              <a:custGeom>
                <a:avLst/>
                <a:gdLst/>
                <a:ahLst/>
                <a:cxnLst/>
                <a:rect l="l" t="t" r="r" b="b"/>
                <a:pathLst>
                  <a:path w="434" h="434" extrusionOk="0">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4"/>
              <p:cNvSpPr/>
              <p:nvPr/>
            </p:nvSpPr>
            <p:spPr>
              <a:xfrm>
                <a:off x="2384800" y="4589425"/>
                <a:ext cx="10775" cy="10850"/>
              </a:xfrm>
              <a:custGeom>
                <a:avLst/>
                <a:gdLst/>
                <a:ahLst/>
                <a:cxnLst/>
                <a:rect l="l" t="t" r="r" b="b"/>
                <a:pathLst>
                  <a:path w="431" h="434" extrusionOk="0">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4"/>
              <p:cNvSpPr/>
              <p:nvPr/>
            </p:nvSpPr>
            <p:spPr>
              <a:xfrm>
                <a:off x="234870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4"/>
              <p:cNvSpPr/>
              <p:nvPr/>
            </p:nvSpPr>
            <p:spPr>
              <a:xfrm>
                <a:off x="233072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4"/>
              <p:cNvSpPr/>
              <p:nvPr/>
            </p:nvSpPr>
            <p:spPr>
              <a:xfrm>
                <a:off x="2330725" y="4499325"/>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4"/>
              <p:cNvSpPr/>
              <p:nvPr/>
            </p:nvSpPr>
            <p:spPr>
              <a:xfrm>
                <a:off x="234870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4"/>
              <p:cNvSpPr/>
              <p:nvPr/>
            </p:nvSpPr>
            <p:spPr>
              <a:xfrm>
                <a:off x="234870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4"/>
              <p:cNvSpPr/>
              <p:nvPr/>
            </p:nvSpPr>
            <p:spPr>
              <a:xfrm>
                <a:off x="233072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4"/>
              <p:cNvSpPr/>
              <p:nvPr/>
            </p:nvSpPr>
            <p:spPr>
              <a:xfrm>
                <a:off x="233072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4"/>
              <p:cNvSpPr/>
              <p:nvPr/>
            </p:nvSpPr>
            <p:spPr>
              <a:xfrm>
                <a:off x="234870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4"/>
              <p:cNvSpPr/>
              <p:nvPr/>
            </p:nvSpPr>
            <p:spPr>
              <a:xfrm>
                <a:off x="234870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4"/>
              <p:cNvSpPr/>
              <p:nvPr/>
            </p:nvSpPr>
            <p:spPr>
              <a:xfrm>
                <a:off x="2330725" y="4607400"/>
                <a:ext cx="10850" cy="10500"/>
              </a:xfrm>
              <a:custGeom>
                <a:avLst/>
                <a:gdLst/>
                <a:ahLst/>
                <a:cxnLst/>
                <a:rect l="l" t="t" r="r" b="b"/>
                <a:pathLst>
                  <a:path w="434" h="420" extrusionOk="0">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4"/>
              <p:cNvSpPr/>
              <p:nvPr/>
            </p:nvSpPr>
            <p:spPr>
              <a:xfrm>
                <a:off x="2312675" y="4445325"/>
                <a:ext cx="10825" cy="10750"/>
              </a:xfrm>
              <a:custGeom>
                <a:avLst/>
                <a:gdLst/>
                <a:ahLst/>
                <a:cxnLst/>
                <a:rect l="l" t="t" r="r" b="b"/>
                <a:pathLst>
                  <a:path w="433" h="430" extrusionOk="0">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4"/>
              <p:cNvSpPr/>
              <p:nvPr/>
            </p:nvSpPr>
            <p:spPr>
              <a:xfrm>
                <a:off x="2294700"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4"/>
              <p:cNvSpPr/>
              <p:nvPr/>
            </p:nvSpPr>
            <p:spPr>
              <a:xfrm>
                <a:off x="2312675" y="448135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4"/>
              <p:cNvSpPr/>
              <p:nvPr/>
            </p:nvSpPr>
            <p:spPr>
              <a:xfrm>
                <a:off x="2294700"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4"/>
              <p:cNvSpPr/>
              <p:nvPr/>
            </p:nvSpPr>
            <p:spPr>
              <a:xfrm>
                <a:off x="2312675" y="4517375"/>
                <a:ext cx="10825" cy="10850"/>
              </a:xfrm>
              <a:custGeom>
                <a:avLst/>
                <a:gdLst/>
                <a:ahLst/>
                <a:cxnLst/>
                <a:rect l="l" t="t" r="r" b="b"/>
                <a:pathLst>
                  <a:path w="433" h="434" extrusionOk="0">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4"/>
              <p:cNvSpPr/>
              <p:nvPr/>
            </p:nvSpPr>
            <p:spPr>
              <a:xfrm>
                <a:off x="2294700"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4"/>
              <p:cNvSpPr/>
              <p:nvPr/>
            </p:nvSpPr>
            <p:spPr>
              <a:xfrm>
                <a:off x="2312675" y="455340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4"/>
              <p:cNvSpPr/>
              <p:nvPr/>
            </p:nvSpPr>
            <p:spPr>
              <a:xfrm>
                <a:off x="2294700" y="4571375"/>
                <a:ext cx="10850" cy="10825"/>
              </a:xfrm>
              <a:custGeom>
                <a:avLst/>
                <a:gdLst/>
                <a:ahLst/>
                <a:cxnLst/>
                <a:rect l="l" t="t" r="r" b="b"/>
                <a:pathLst>
                  <a:path w="434" h="433" extrusionOk="0">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4"/>
              <p:cNvSpPr/>
              <p:nvPr/>
            </p:nvSpPr>
            <p:spPr>
              <a:xfrm>
                <a:off x="2294700" y="4607400"/>
                <a:ext cx="10850" cy="6675"/>
              </a:xfrm>
              <a:custGeom>
                <a:avLst/>
                <a:gdLst/>
                <a:ahLst/>
                <a:cxnLst/>
                <a:rect l="l" t="t" r="r" b="b"/>
                <a:pathLst>
                  <a:path w="434" h="267" extrusionOk="0">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4"/>
              <p:cNvSpPr/>
              <p:nvPr/>
            </p:nvSpPr>
            <p:spPr>
              <a:xfrm>
                <a:off x="2312675" y="4589425"/>
                <a:ext cx="10825" cy="10850"/>
              </a:xfrm>
              <a:custGeom>
                <a:avLst/>
                <a:gdLst/>
                <a:ahLst/>
                <a:cxnLst/>
                <a:rect l="l" t="t" r="r" b="b"/>
                <a:pathLst>
                  <a:path w="433" h="434" extrusionOk="0">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4"/>
              <p:cNvSpPr/>
              <p:nvPr/>
            </p:nvSpPr>
            <p:spPr>
              <a:xfrm>
                <a:off x="227665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4"/>
              <p:cNvSpPr/>
              <p:nvPr/>
            </p:nvSpPr>
            <p:spPr>
              <a:xfrm>
                <a:off x="225867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4"/>
              <p:cNvSpPr/>
              <p:nvPr/>
            </p:nvSpPr>
            <p:spPr>
              <a:xfrm>
                <a:off x="2258675" y="4499325"/>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4"/>
              <p:cNvSpPr/>
              <p:nvPr/>
            </p:nvSpPr>
            <p:spPr>
              <a:xfrm>
                <a:off x="227665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4"/>
              <p:cNvSpPr/>
              <p:nvPr/>
            </p:nvSpPr>
            <p:spPr>
              <a:xfrm>
                <a:off x="225867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4"/>
              <p:cNvSpPr/>
              <p:nvPr/>
            </p:nvSpPr>
            <p:spPr>
              <a:xfrm>
                <a:off x="227665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4"/>
              <p:cNvSpPr/>
              <p:nvPr/>
            </p:nvSpPr>
            <p:spPr>
              <a:xfrm>
                <a:off x="225867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4"/>
              <p:cNvSpPr/>
              <p:nvPr/>
            </p:nvSpPr>
            <p:spPr>
              <a:xfrm>
                <a:off x="227665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4"/>
              <p:cNvSpPr/>
              <p:nvPr/>
            </p:nvSpPr>
            <p:spPr>
              <a:xfrm>
                <a:off x="227665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4"/>
              <p:cNvSpPr/>
              <p:nvPr/>
            </p:nvSpPr>
            <p:spPr>
              <a:xfrm>
                <a:off x="2258675" y="4607400"/>
                <a:ext cx="10850" cy="9550"/>
              </a:xfrm>
              <a:custGeom>
                <a:avLst/>
                <a:gdLst/>
                <a:ahLst/>
                <a:cxnLst/>
                <a:rect l="l" t="t" r="r" b="b"/>
                <a:pathLst>
                  <a:path w="434" h="382" extrusionOk="0">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4"/>
              <p:cNvSpPr/>
              <p:nvPr/>
            </p:nvSpPr>
            <p:spPr>
              <a:xfrm>
                <a:off x="2222650"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4"/>
              <p:cNvSpPr/>
              <p:nvPr/>
            </p:nvSpPr>
            <p:spPr>
              <a:xfrm>
                <a:off x="2240625" y="4445325"/>
                <a:ext cx="10825" cy="10750"/>
              </a:xfrm>
              <a:custGeom>
                <a:avLst/>
                <a:gdLst/>
                <a:ahLst/>
                <a:cxnLst/>
                <a:rect l="l" t="t" r="r" b="b"/>
                <a:pathLst>
                  <a:path w="433" h="430" extrusionOk="0">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4"/>
              <p:cNvSpPr/>
              <p:nvPr/>
            </p:nvSpPr>
            <p:spPr>
              <a:xfrm>
                <a:off x="2222650"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4"/>
              <p:cNvSpPr/>
              <p:nvPr/>
            </p:nvSpPr>
            <p:spPr>
              <a:xfrm>
                <a:off x="2240625" y="448135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4"/>
              <p:cNvSpPr/>
              <p:nvPr/>
            </p:nvSpPr>
            <p:spPr>
              <a:xfrm>
                <a:off x="2222650"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4"/>
              <p:cNvSpPr/>
              <p:nvPr/>
            </p:nvSpPr>
            <p:spPr>
              <a:xfrm>
                <a:off x="2240625" y="4517375"/>
                <a:ext cx="10825" cy="10850"/>
              </a:xfrm>
              <a:custGeom>
                <a:avLst/>
                <a:gdLst/>
                <a:ahLst/>
                <a:cxnLst/>
                <a:rect l="l" t="t" r="r" b="b"/>
                <a:pathLst>
                  <a:path w="433" h="434" extrusionOk="0">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4"/>
              <p:cNvSpPr/>
              <p:nvPr/>
            </p:nvSpPr>
            <p:spPr>
              <a:xfrm>
                <a:off x="2222650" y="4571375"/>
                <a:ext cx="10850" cy="10825"/>
              </a:xfrm>
              <a:custGeom>
                <a:avLst/>
                <a:gdLst/>
                <a:ahLst/>
                <a:cxnLst/>
                <a:rect l="l" t="t" r="r" b="b"/>
                <a:pathLst>
                  <a:path w="434" h="433" extrusionOk="0">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4"/>
              <p:cNvSpPr/>
              <p:nvPr/>
            </p:nvSpPr>
            <p:spPr>
              <a:xfrm>
                <a:off x="2240625" y="455340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4"/>
              <p:cNvSpPr/>
              <p:nvPr/>
            </p:nvSpPr>
            <p:spPr>
              <a:xfrm>
                <a:off x="2240625" y="4589425"/>
                <a:ext cx="10825" cy="10850"/>
              </a:xfrm>
              <a:custGeom>
                <a:avLst/>
                <a:gdLst/>
                <a:ahLst/>
                <a:cxnLst/>
                <a:rect l="l" t="t" r="r" b="b"/>
                <a:pathLst>
                  <a:path w="433" h="434" extrusionOk="0">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4"/>
              <p:cNvSpPr/>
              <p:nvPr/>
            </p:nvSpPr>
            <p:spPr>
              <a:xfrm>
                <a:off x="2222650" y="4607400"/>
                <a:ext cx="10850" cy="10850"/>
              </a:xfrm>
              <a:custGeom>
                <a:avLst/>
                <a:gdLst/>
                <a:ahLst/>
                <a:cxnLst/>
                <a:rect l="l" t="t" r="r" b="b"/>
                <a:pathLst>
                  <a:path w="434" h="434" extrusionOk="0">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4"/>
              <p:cNvSpPr/>
              <p:nvPr/>
            </p:nvSpPr>
            <p:spPr>
              <a:xfrm>
                <a:off x="218662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4"/>
              <p:cNvSpPr/>
              <p:nvPr/>
            </p:nvSpPr>
            <p:spPr>
              <a:xfrm>
                <a:off x="220460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4"/>
              <p:cNvSpPr/>
              <p:nvPr/>
            </p:nvSpPr>
            <p:spPr>
              <a:xfrm>
                <a:off x="220460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4"/>
              <p:cNvSpPr/>
              <p:nvPr/>
            </p:nvSpPr>
            <p:spPr>
              <a:xfrm>
                <a:off x="2204588" y="4481313"/>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4"/>
              <p:cNvSpPr/>
              <p:nvPr/>
            </p:nvSpPr>
            <p:spPr>
              <a:xfrm>
                <a:off x="218662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4"/>
              <p:cNvSpPr/>
              <p:nvPr/>
            </p:nvSpPr>
            <p:spPr>
              <a:xfrm>
                <a:off x="220460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4"/>
              <p:cNvSpPr/>
              <p:nvPr/>
            </p:nvSpPr>
            <p:spPr>
              <a:xfrm>
                <a:off x="220460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4"/>
              <p:cNvSpPr/>
              <p:nvPr/>
            </p:nvSpPr>
            <p:spPr>
              <a:xfrm>
                <a:off x="218662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4"/>
              <p:cNvSpPr/>
              <p:nvPr/>
            </p:nvSpPr>
            <p:spPr>
              <a:xfrm>
                <a:off x="220460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4"/>
              <p:cNvSpPr/>
              <p:nvPr/>
            </p:nvSpPr>
            <p:spPr>
              <a:xfrm>
                <a:off x="2186625" y="4607400"/>
                <a:ext cx="10850" cy="10850"/>
              </a:xfrm>
              <a:custGeom>
                <a:avLst/>
                <a:gdLst/>
                <a:ahLst/>
                <a:cxnLst/>
                <a:rect l="l" t="t" r="r" b="b"/>
                <a:pathLst>
                  <a:path w="434" h="434" extrusionOk="0">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4"/>
              <p:cNvSpPr/>
              <p:nvPr/>
            </p:nvSpPr>
            <p:spPr>
              <a:xfrm>
                <a:off x="2204600" y="4625450"/>
                <a:ext cx="10850" cy="10850"/>
              </a:xfrm>
              <a:custGeom>
                <a:avLst/>
                <a:gdLst/>
                <a:ahLst/>
                <a:cxnLst/>
                <a:rect l="l" t="t" r="r" b="b"/>
                <a:pathLst>
                  <a:path w="434" h="434" extrusionOk="0">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4"/>
              <p:cNvSpPr/>
              <p:nvPr/>
            </p:nvSpPr>
            <p:spPr>
              <a:xfrm>
                <a:off x="2186625" y="4643500"/>
                <a:ext cx="10425" cy="10075"/>
              </a:xfrm>
              <a:custGeom>
                <a:avLst/>
                <a:gdLst/>
                <a:ahLst/>
                <a:cxnLst/>
                <a:rect l="l" t="t" r="r" b="b"/>
                <a:pathLst>
                  <a:path w="417" h="403" extrusionOk="0">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4"/>
              <p:cNvSpPr/>
              <p:nvPr/>
            </p:nvSpPr>
            <p:spPr>
              <a:xfrm>
                <a:off x="2152800" y="4436975"/>
                <a:ext cx="6000" cy="1125"/>
              </a:xfrm>
              <a:custGeom>
                <a:avLst/>
                <a:gdLst/>
                <a:ahLst/>
                <a:cxnLst/>
                <a:rect l="l" t="t" r="r" b="b"/>
                <a:pathLst>
                  <a:path w="240" h="45" extrusionOk="0">
                    <a:moveTo>
                      <a:pt x="1" y="0"/>
                    </a:moveTo>
                    <a:lnTo>
                      <a:pt x="1" y="0"/>
                    </a:lnTo>
                    <a:cubicBezTo>
                      <a:pt x="39" y="27"/>
                      <a:pt x="79" y="45"/>
                      <a:pt x="127" y="45"/>
                    </a:cubicBezTo>
                    <a:cubicBezTo>
                      <a:pt x="172" y="45"/>
                      <a:pt x="209" y="27"/>
                      <a:pt x="240" y="7"/>
                    </a:cubicBez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4"/>
              <p:cNvSpPr/>
              <p:nvPr/>
            </p:nvSpPr>
            <p:spPr>
              <a:xfrm>
                <a:off x="2150600" y="4463300"/>
                <a:ext cx="10750" cy="10850"/>
              </a:xfrm>
              <a:custGeom>
                <a:avLst/>
                <a:gdLst/>
                <a:ahLst/>
                <a:cxnLst/>
                <a:rect l="l" t="t" r="r" b="b"/>
                <a:pathLst>
                  <a:path w="430" h="434" extrusionOk="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4"/>
              <p:cNvSpPr/>
              <p:nvPr/>
            </p:nvSpPr>
            <p:spPr>
              <a:xfrm>
                <a:off x="2168575" y="4445325"/>
                <a:ext cx="10825" cy="10750"/>
              </a:xfrm>
              <a:custGeom>
                <a:avLst/>
                <a:gdLst/>
                <a:ahLst/>
                <a:cxnLst/>
                <a:rect l="l" t="t" r="r" b="b"/>
                <a:pathLst>
                  <a:path w="433" h="430" extrusionOk="0">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4"/>
              <p:cNvSpPr/>
              <p:nvPr/>
            </p:nvSpPr>
            <p:spPr>
              <a:xfrm>
                <a:off x="2168575" y="4481350"/>
                <a:ext cx="10825" cy="10850"/>
              </a:xfrm>
              <a:custGeom>
                <a:avLst/>
                <a:gdLst/>
                <a:ahLst/>
                <a:cxnLst/>
                <a:rect l="l" t="t" r="r" b="b"/>
                <a:pathLst>
                  <a:path w="433" h="434" extrusionOk="0">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4"/>
              <p:cNvSpPr/>
              <p:nvPr/>
            </p:nvSpPr>
            <p:spPr>
              <a:xfrm>
                <a:off x="2150600" y="4499325"/>
                <a:ext cx="10750" cy="10825"/>
              </a:xfrm>
              <a:custGeom>
                <a:avLst/>
                <a:gdLst/>
                <a:ahLst/>
                <a:cxnLst/>
                <a:rect l="l" t="t" r="r" b="b"/>
                <a:pathLst>
                  <a:path w="430" h="433" extrusionOk="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4"/>
              <p:cNvSpPr/>
              <p:nvPr/>
            </p:nvSpPr>
            <p:spPr>
              <a:xfrm>
                <a:off x="2150600" y="4535350"/>
                <a:ext cx="10750" cy="10850"/>
              </a:xfrm>
              <a:custGeom>
                <a:avLst/>
                <a:gdLst/>
                <a:ahLst/>
                <a:cxnLst/>
                <a:rect l="l" t="t" r="r" b="b"/>
                <a:pathLst>
                  <a:path w="430" h="434" extrusionOk="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2168575" y="4517375"/>
                <a:ext cx="10825" cy="10850"/>
              </a:xfrm>
              <a:custGeom>
                <a:avLst/>
                <a:gdLst/>
                <a:ahLst/>
                <a:cxnLst/>
                <a:rect l="l" t="t" r="r" b="b"/>
                <a:pathLst>
                  <a:path w="433" h="434" extrusionOk="0">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2150600" y="4571375"/>
                <a:ext cx="10750" cy="10825"/>
              </a:xfrm>
              <a:custGeom>
                <a:avLst/>
                <a:gdLst/>
                <a:ahLst/>
                <a:cxnLst/>
                <a:rect l="l" t="t" r="r" b="b"/>
                <a:pathLst>
                  <a:path w="430" h="433" extrusionOk="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2168575" y="4553400"/>
                <a:ext cx="10825" cy="10850"/>
              </a:xfrm>
              <a:custGeom>
                <a:avLst/>
                <a:gdLst/>
                <a:ahLst/>
                <a:cxnLst/>
                <a:rect l="l" t="t" r="r" b="b"/>
                <a:pathLst>
                  <a:path w="433" h="434" extrusionOk="0">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4"/>
              <p:cNvSpPr/>
              <p:nvPr/>
            </p:nvSpPr>
            <p:spPr>
              <a:xfrm>
                <a:off x="2150600" y="4607400"/>
                <a:ext cx="10750" cy="10850"/>
              </a:xfrm>
              <a:custGeom>
                <a:avLst/>
                <a:gdLst/>
                <a:ahLst/>
                <a:cxnLst/>
                <a:rect l="l" t="t" r="r" b="b"/>
                <a:pathLst>
                  <a:path w="430" h="434" extrusionOk="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4"/>
              <p:cNvSpPr/>
              <p:nvPr/>
            </p:nvSpPr>
            <p:spPr>
              <a:xfrm>
                <a:off x="2168575" y="4589425"/>
                <a:ext cx="10825" cy="10850"/>
              </a:xfrm>
              <a:custGeom>
                <a:avLst/>
                <a:gdLst/>
                <a:ahLst/>
                <a:cxnLst/>
                <a:rect l="l" t="t" r="r" b="b"/>
                <a:pathLst>
                  <a:path w="433" h="434" extrusionOk="0">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a:off x="2168575" y="4625450"/>
                <a:ext cx="10825" cy="10850"/>
              </a:xfrm>
              <a:custGeom>
                <a:avLst/>
                <a:gdLst/>
                <a:ahLst/>
                <a:cxnLst/>
                <a:rect l="l" t="t" r="r" b="b"/>
                <a:pathLst>
                  <a:path w="433" h="434" extrusionOk="0">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a:off x="2150600" y="4643500"/>
                <a:ext cx="10750" cy="10750"/>
              </a:xfrm>
              <a:custGeom>
                <a:avLst/>
                <a:gdLst/>
                <a:ahLst/>
                <a:cxnLst/>
                <a:rect l="l" t="t" r="r" b="b"/>
                <a:pathLst>
                  <a:path w="430" h="430" extrusionOk="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a:off x="2150600" y="4679550"/>
                <a:ext cx="10750" cy="10825"/>
              </a:xfrm>
              <a:custGeom>
                <a:avLst/>
                <a:gdLst/>
                <a:ahLst/>
                <a:cxnLst/>
                <a:rect l="l" t="t" r="r" b="b"/>
                <a:pathLst>
                  <a:path w="430" h="433" extrusionOk="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a:off x="2168575" y="4661475"/>
                <a:ext cx="10075" cy="10425"/>
              </a:xfrm>
              <a:custGeom>
                <a:avLst/>
                <a:gdLst/>
                <a:ahLst/>
                <a:cxnLst/>
                <a:rect l="l" t="t" r="r" b="b"/>
                <a:pathLst>
                  <a:path w="403" h="417" extrusionOk="0">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a:off x="2150600" y="4896525"/>
                <a:ext cx="3450" cy="9575"/>
              </a:xfrm>
              <a:custGeom>
                <a:avLst/>
                <a:gdLst/>
                <a:ahLst/>
                <a:cxnLst/>
                <a:rect l="l" t="t" r="r" b="b"/>
                <a:pathLst>
                  <a:path w="138" h="383" extrusionOk="0">
                    <a:moveTo>
                      <a:pt x="103" y="1"/>
                    </a:moveTo>
                    <a:cubicBezTo>
                      <a:pt x="42" y="42"/>
                      <a:pt x="1" y="107"/>
                      <a:pt x="1" y="185"/>
                    </a:cubicBezTo>
                    <a:cubicBezTo>
                      <a:pt x="1" y="274"/>
                      <a:pt x="55" y="352"/>
                      <a:pt x="137" y="383"/>
                    </a:cubicBezTo>
                    <a:cubicBezTo>
                      <a:pt x="127" y="257"/>
                      <a:pt x="117" y="13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4"/>
              <p:cNvSpPr/>
              <p:nvPr/>
            </p:nvSpPr>
            <p:spPr>
              <a:xfrm>
                <a:off x="2150600" y="4932050"/>
                <a:ext cx="3850" cy="9975"/>
              </a:xfrm>
              <a:custGeom>
                <a:avLst/>
                <a:gdLst/>
                <a:ahLst/>
                <a:cxnLst/>
                <a:rect l="l" t="t" r="r" b="b"/>
                <a:pathLst>
                  <a:path w="154" h="399" extrusionOk="0">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4"/>
              <p:cNvSpPr/>
              <p:nvPr/>
            </p:nvSpPr>
            <p:spPr>
              <a:xfrm>
                <a:off x="2115700" y="4435800"/>
                <a:ext cx="8350" cy="2300"/>
              </a:xfrm>
              <a:custGeom>
                <a:avLst/>
                <a:gdLst/>
                <a:ahLst/>
                <a:cxnLst/>
                <a:rect l="l" t="t" r="r" b="b"/>
                <a:pathLst>
                  <a:path w="334" h="92" extrusionOk="0">
                    <a:moveTo>
                      <a:pt x="0" y="0"/>
                    </a:moveTo>
                    <a:cubicBezTo>
                      <a:pt x="37" y="54"/>
                      <a:pt x="98" y="92"/>
                      <a:pt x="170" y="92"/>
                    </a:cubicBezTo>
                    <a:cubicBezTo>
                      <a:pt x="238" y="92"/>
                      <a:pt x="293" y="58"/>
                      <a:pt x="334" y="10"/>
                    </a:cubicBez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4"/>
              <p:cNvSpPr/>
              <p:nvPr/>
            </p:nvSpPr>
            <p:spPr>
              <a:xfrm>
                <a:off x="211447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4"/>
              <p:cNvSpPr/>
              <p:nvPr/>
            </p:nvSpPr>
            <p:spPr>
              <a:xfrm>
                <a:off x="2132550" y="4445325"/>
                <a:ext cx="10850" cy="10750"/>
              </a:xfrm>
              <a:custGeom>
                <a:avLst/>
                <a:gdLst/>
                <a:ahLst/>
                <a:cxnLst/>
                <a:rect l="l" t="t" r="r" b="b"/>
                <a:pathLst>
                  <a:path w="434" h="430" extrusionOk="0">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211447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2132550" y="4481350"/>
                <a:ext cx="10850" cy="10850"/>
              </a:xfrm>
              <a:custGeom>
                <a:avLst/>
                <a:gdLst/>
                <a:ahLst/>
                <a:cxnLst/>
                <a:rect l="l" t="t" r="r" b="b"/>
                <a:pathLst>
                  <a:path w="434" h="434" extrusionOk="0">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2132550" y="4517375"/>
                <a:ext cx="10850" cy="10850"/>
              </a:xfrm>
              <a:custGeom>
                <a:avLst/>
                <a:gdLst/>
                <a:ahLst/>
                <a:cxnLst/>
                <a:rect l="l" t="t" r="r" b="b"/>
                <a:pathLst>
                  <a:path w="434" h="434" extrusionOk="0">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211447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2132550" y="4553400"/>
                <a:ext cx="10850" cy="10850"/>
              </a:xfrm>
              <a:custGeom>
                <a:avLst/>
                <a:gdLst/>
                <a:ahLst/>
                <a:cxnLst/>
                <a:rect l="l" t="t" r="r" b="b"/>
                <a:pathLst>
                  <a:path w="434" h="434" extrusionOk="0">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4"/>
              <p:cNvSpPr/>
              <p:nvPr/>
            </p:nvSpPr>
            <p:spPr>
              <a:xfrm>
                <a:off x="211447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4"/>
              <p:cNvSpPr/>
              <p:nvPr/>
            </p:nvSpPr>
            <p:spPr>
              <a:xfrm>
                <a:off x="2132550" y="4589425"/>
                <a:ext cx="10850" cy="10850"/>
              </a:xfrm>
              <a:custGeom>
                <a:avLst/>
                <a:gdLst/>
                <a:ahLst/>
                <a:cxnLst/>
                <a:rect l="l" t="t" r="r" b="b"/>
                <a:pathLst>
                  <a:path w="434" h="434" extrusionOk="0">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211447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2114475" y="4643500"/>
                <a:ext cx="10850" cy="10750"/>
              </a:xfrm>
              <a:custGeom>
                <a:avLst/>
                <a:gdLst/>
                <a:ahLst/>
                <a:cxnLst/>
                <a:rect l="l" t="t" r="r" b="b"/>
                <a:pathLst>
                  <a:path w="434" h="430" extrusionOk="0">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2132550" y="4625450"/>
                <a:ext cx="10850" cy="10850"/>
              </a:xfrm>
              <a:custGeom>
                <a:avLst/>
                <a:gdLst/>
                <a:ahLst/>
                <a:cxnLst/>
                <a:rect l="l" t="t" r="r" b="b"/>
                <a:pathLst>
                  <a:path w="434" h="434" extrusionOk="0">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4"/>
              <p:cNvSpPr/>
              <p:nvPr/>
            </p:nvSpPr>
            <p:spPr>
              <a:xfrm>
                <a:off x="2132550" y="4661475"/>
                <a:ext cx="10850" cy="10850"/>
              </a:xfrm>
              <a:custGeom>
                <a:avLst/>
                <a:gdLst/>
                <a:ahLst/>
                <a:cxnLst/>
                <a:rect l="l" t="t" r="r" b="b"/>
                <a:pathLst>
                  <a:path w="434" h="434" extrusionOk="0">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4"/>
              <p:cNvSpPr/>
              <p:nvPr/>
            </p:nvSpPr>
            <p:spPr>
              <a:xfrm>
                <a:off x="2114475" y="467955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2114475" y="471555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2132550" y="4697500"/>
                <a:ext cx="10850" cy="10850"/>
              </a:xfrm>
              <a:custGeom>
                <a:avLst/>
                <a:gdLst/>
                <a:ahLst/>
                <a:cxnLst/>
                <a:rect l="l" t="t" r="r" b="b"/>
                <a:pathLst>
                  <a:path w="434" h="434" extrusionOk="0">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2114475" y="475160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4"/>
              <p:cNvSpPr/>
              <p:nvPr/>
            </p:nvSpPr>
            <p:spPr>
              <a:xfrm>
                <a:off x="2132550" y="4733525"/>
                <a:ext cx="8725" cy="10850"/>
              </a:xfrm>
              <a:custGeom>
                <a:avLst/>
                <a:gdLst/>
                <a:ahLst/>
                <a:cxnLst/>
                <a:rect l="l" t="t" r="r" b="b"/>
                <a:pathLst>
                  <a:path w="349" h="434" extrusionOk="0">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4"/>
              <p:cNvSpPr/>
              <p:nvPr/>
            </p:nvSpPr>
            <p:spPr>
              <a:xfrm>
                <a:off x="2114475" y="478760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2132550" y="4769725"/>
                <a:ext cx="5050" cy="10600"/>
              </a:xfrm>
              <a:custGeom>
                <a:avLst/>
                <a:gdLst/>
                <a:ahLst/>
                <a:cxnLst/>
                <a:rect l="l" t="t" r="r" b="b"/>
                <a:pathLst>
                  <a:path w="202" h="424" extrusionOk="0">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2132550" y="4805575"/>
                <a:ext cx="8300" cy="10850"/>
              </a:xfrm>
              <a:custGeom>
                <a:avLst/>
                <a:gdLst/>
                <a:ahLst/>
                <a:cxnLst/>
                <a:rect l="l" t="t" r="r" b="b"/>
                <a:pathLst>
                  <a:path w="332" h="434" extrusionOk="0">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4"/>
              <p:cNvSpPr/>
              <p:nvPr/>
            </p:nvSpPr>
            <p:spPr>
              <a:xfrm>
                <a:off x="2114475" y="4823650"/>
                <a:ext cx="10850" cy="10825"/>
              </a:xfrm>
              <a:custGeom>
                <a:avLst/>
                <a:gdLst/>
                <a:ahLst/>
                <a:cxnLst/>
                <a:rect l="l" t="t" r="r" b="b"/>
                <a:pathLst>
                  <a:path w="434" h="433" extrusionOk="0">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4"/>
              <p:cNvSpPr/>
              <p:nvPr/>
            </p:nvSpPr>
            <p:spPr>
              <a:xfrm>
                <a:off x="2132550" y="4841700"/>
                <a:ext cx="10850" cy="10750"/>
              </a:xfrm>
              <a:custGeom>
                <a:avLst/>
                <a:gdLst/>
                <a:ahLst/>
                <a:cxnLst/>
                <a:rect l="l" t="t" r="r" b="b"/>
                <a:pathLst>
                  <a:path w="434" h="430" extrusionOk="0">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2114475" y="4859650"/>
                <a:ext cx="10850" cy="10850"/>
              </a:xfrm>
              <a:custGeom>
                <a:avLst/>
                <a:gdLst/>
                <a:ahLst/>
                <a:cxnLst/>
                <a:rect l="l" t="t" r="r" b="b"/>
                <a:pathLst>
                  <a:path w="434" h="434" extrusionOk="0">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2114475" y="489570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4"/>
              <p:cNvSpPr/>
              <p:nvPr/>
            </p:nvSpPr>
            <p:spPr>
              <a:xfrm>
                <a:off x="2132550" y="4877725"/>
                <a:ext cx="10850" cy="10850"/>
              </a:xfrm>
              <a:custGeom>
                <a:avLst/>
                <a:gdLst/>
                <a:ahLst/>
                <a:cxnLst/>
                <a:rect l="l" t="t" r="r" b="b"/>
                <a:pathLst>
                  <a:path w="434" h="434" extrusionOk="0">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4"/>
              <p:cNvSpPr/>
              <p:nvPr/>
            </p:nvSpPr>
            <p:spPr>
              <a:xfrm>
                <a:off x="2114475" y="493170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4"/>
              <p:cNvSpPr/>
              <p:nvPr/>
            </p:nvSpPr>
            <p:spPr>
              <a:xfrm>
                <a:off x="2132550" y="4913750"/>
                <a:ext cx="10850" cy="10825"/>
              </a:xfrm>
              <a:custGeom>
                <a:avLst/>
                <a:gdLst/>
                <a:ahLst/>
                <a:cxnLst/>
                <a:rect l="l" t="t" r="r" b="b"/>
                <a:pathLst>
                  <a:path w="434" h="433" extrusionOk="0">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4"/>
              <p:cNvSpPr/>
              <p:nvPr/>
            </p:nvSpPr>
            <p:spPr>
              <a:xfrm>
                <a:off x="2114475" y="496775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4"/>
              <p:cNvSpPr/>
              <p:nvPr/>
            </p:nvSpPr>
            <p:spPr>
              <a:xfrm>
                <a:off x="2132550" y="4949775"/>
                <a:ext cx="10850" cy="10850"/>
              </a:xfrm>
              <a:custGeom>
                <a:avLst/>
                <a:gdLst/>
                <a:ahLst/>
                <a:cxnLst/>
                <a:rect l="l" t="t" r="r" b="b"/>
                <a:pathLst>
                  <a:path w="434" h="434" extrusionOk="0">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4"/>
              <p:cNvSpPr/>
              <p:nvPr/>
            </p:nvSpPr>
            <p:spPr>
              <a:xfrm>
                <a:off x="2132550" y="4985800"/>
                <a:ext cx="9400" cy="10750"/>
              </a:xfrm>
              <a:custGeom>
                <a:avLst/>
                <a:gdLst/>
                <a:ahLst/>
                <a:cxnLst/>
                <a:rect l="l" t="t" r="r" b="b"/>
                <a:pathLst>
                  <a:path w="376" h="430" extrusionOk="0">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4"/>
              <p:cNvSpPr/>
              <p:nvPr/>
            </p:nvSpPr>
            <p:spPr>
              <a:xfrm>
                <a:off x="2114475" y="500375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4"/>
              <p:cNvSpPr/>
              <p:nvPr/>
            </p:nvSpPr>
            <p:spPr>
              <a:xfrm>
                <a:off x="2078900" y="4434675"/>
                <a:ext cx="9900" cy="3425"/>
              </a:xfrm>
              <a:custGeom>
                <a:avLst/>
                <a:gdLst/>
                <a:ahLst/>
                <a:cxnLst/>
                <a:rect l="l" t="t" r="r" b="b"/>
                <a:pathLst>
                  <a:path w="396" h="137" extrusionOk="0">
                    <a:moveTo>
                      <a:pt x="0" y="1"/>
                    </a:moveTo>
                    <a:lnTo>
                      <a:pt x="0" y="1"/>
                    </a:lnTo>
                    <a:cubicBezTo>
                      <a:pt x="34" y="79"/>
                      <a:pt x="109" y="137"/>
                      <a:pt x="201" y="137"/>
                    </a:cubicBezTo>
                    <a:cubicBezTo>
                      <a:pt x="287" y="137"/>
                      <a:pt x="358" y="86"/>
                      <a:pt x="395" y="14"/>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4"/>
              <p:cNvSpPr/>
              <p:nvPr/>
            </p:nvSpPr>
            <p:spPr>
              <a:xfrm>
                <a:off x="2078475" y="446330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4"/>
              <p:cNvSpPr/>
              <p:nvPr/>
            </p:nvSpPr>
            <p:spPr>
              <a:xfrm>
                <a:off x="2096525" y="4445325"/>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4"/>
              <p:cNvSpPr/>
              <p:nvPr/>
            </p:nvSpPr>
            <p:spPr>
              <a:xfrm>
                <a:off x="2078475" y="4499325"/>
                <a:ext cx="10825" cy="10825"/>
              </a:xfrm>
              <a:custGeom>
                <a:avLst/>
                <a:gdLst/>
                <a:ahLst/>
                <a:cxnLst/>
                <a:rect l="l" t="t" r="r" b="b"/>
                <a:pathLst>
                  <a:path w="433" h="433" extrusionOk="0">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4"/>
              <p:cNvSpPr/>
              <p:nvPr/>
            </p:nvSpPr>
            <p:spPr>
              <a:xfrm>
                <a:off x="2096525" y="448135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4"/>
              <p:cNvSpPr/>
              <p:nvPr/>
            </p:nvSpPr>
            <p:spPr>
              <a:xfrm>
                <a:off x="2096525" y="4517375"/>
                <a:ext cx="10825" cy="10850"/>
              </a:xfrm>
              <a:custGeom>
                <a:avLst/>
                <a:gdLst/>
                <a:ahLst/>
                <a:cxnLst/>
                <a:rect l="l" t="t" r="r" b="b"/>
                <a:pathLst>
                  <a:path w="433" h="434" extrusionOk="0">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4"/>
              <p:cNvSpPr/>
              <p:nvPr/>
            </p:nvSpPr>
            <p:spPr>
              <a:xfrm>
                <a:off x="2078475" y="453535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4"/>
              <p:cNvSpPr/>
              <p:nvPr/>
            </p:nvSpPr>
            <p:spPr>
              <a:xfrm>
                <a:off x="2078475" y="4571375"/>
                <a:ext cx="10825" cy="10825"/>
              </a:xfrm>
              <a:custGeom>
                <a:avLst/>
                <a:gdLst/>
                <a:ahLst/>
                <a:cxnLst/>
                <a:rect l="l" t="t" r="r" b="b"/>
                <a:pathLst>
                  <a:path w="433" h="433" extrusionOk="0">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4"/>
              <p:cNvSpPr/>
              <p:nvPr/>
            </p:nvSpPr>
            <p:spPr>
              <a:xfrm>
                <a:off x="2096525" y="455340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4"/>
              <p:cNvSpPr/>
              <p:nvPr/>
            </p:nvSpPr>
            <p:spPr>
              <a:xfrm>
                <a:off x="2078475" y="4607400"/>
                <a:ext cx="10825" cy="10850"/>
              </a:xfrm>
              <a:custGeom>
                <a:avLst/>
                <a:gdLst/>
                <a:ahLst/>
                <a:cxnLst/>
                <a:rect l="l" t="t" r="r" b="b"/>
                <a:pathLst>
                  <a:path w="433" h="434" extrusionOk="0">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4"/>
              <p:cNvSpPr/>
              <p:nvPr/>
            </p:nvSpPr>
            <p:spPr>
              <a:xfrm>
                <a:off x="2096525" y="4589425"/>
                <a:ext cx="10825" cy="10850"/>
              </a:xfrm>
              <a:custGeom>
                <a:avLst/>
                <a:gdLst/>
                <a:ahLst/>
                <a:cxnLst/>
                <a:rect l="l" t="t" r="r" b="b"/>
                <a:pathLst>
                  <a:path w="433" h="434" extrusionOk="0">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4"/>
              <p:cNvSpPr/>
              <p:nvPr/>
            </p:nvSpPr>
            <p:spPr>
              <a:xfrm>
                <a:off x="2096525" y="4625450"/>
                <a:ext cx="10825" cy="10850"/>
              </a:xfrm>
              <a:custGeom>
                <a:avLst/>
                <a:gdLst/>
                <a:ahLst/>
                <a:cxnLst/>
                <a:rect l="l" t="t" r="r" b="b"/>
                <a:pathLst>
                  <a:path w="433" h="434" extrusionOk="0">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4"/>
              <p:cNvSpPr/>
              <p:nvPr/>
            </p:nvSpPr>
            <p:spPr>
              <a:xfrm>
                <a:off x="2078475" y="4643500"/>
                <a:ext cx="10825" cy="10750"/>
              </a:xfrm>
              <a:custGeom>
                <a:avLst/>
                <a:gdLst/>
                <a:ahLst/>
                <a:cxnLst/>
                <a:rect l="l" t="t" r="r" b="b"/>
                <a:pathLst>
                  <a:path w="433" h="430" extrusionOk="0">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4"/>
              <p:cNvSpPr/>
              <p:nvPr/>
            </p:nvSpPr>
            <p:spPr>
              <a:xfrm>
                <a:off x="2078475" y="4679550"/>
                <a:ext cx="10825" cy="10825"/>
              </a:xfrm>
              <a:custGeom>
                <a:avLst/>
                <a:gdLst/>
                <a:ahLst/>
                <a:cxnLst/>
                <a:rect l="l" t="t" r="r" b="b"/>
                <a:pathLst>
                  <a:path w="433" h="433" extrusionOk="0">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4"/>
              <p:cNvSpPr/>
              <p:nvPr/>
            </p:nvSpPr>
            <p:spPr>
              <a:xfrm>
                <a:off x="2096525" y="4661475"/>
                <a:ext cx="10825" cy="10850"/>
              </a:xfrm>
              <a:custGeom>
                <a:avLst/>
                <a:gdLst/>
                <a:ahLst/>
                <a:cxnLst/>
                <a:rect l="l" t="t" r="r" b="b"/>
                <a:pathLst>
                  <a:path w="433" h="434" extrusionOk="0">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4"/>
              <p:cNvSpPr/>
              <p:nvPr/>
            </p:nvSpPr>
            <p:spPr>
              <a:xfrm>
                <a:off x="2096525" y="4697500"/>
                <a:ext cx="10825" cy="10850"/>
              </a:xfrm>
              <a:custGeom>
                <a:avLst/>
                <a:gdLst/>
                <a:ahLst/>
                <a:cxnLst/>
                <a:rect l="l" t="t" r="r" b="b"/>
                <a:pathLst>
                  <a:path w="433" h="434" extrusionOk="0">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4"/>
              <p:cNvSpPr/>
              <p:nvPr/>
            </p:nvSpPr>
            <p:spPr>
              <a:xfrm>
                <a:off x="2078475" y="4715550"/>
                <a:ext cx="10825" cy="10850"/>
              </a:xfrm>
              <a:custGeom>
                <a:avLst/>
                <a:gdLst/>
                <a:ahLst/>
                <a:cxnLst/>
                <a:rect l="l" t="t" r="r" b="b"/>
                <a:pathLst>
                  <a:path w="433" h="434" extrusionOk="0">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4"/>
              <p:cNvSpPr/>
              <p:nvPr/>
            </p:nvSpPr>
            <p:spPr>
              <a:xfrm>
                <a:off x="2078475" y="4751600"/>
                <a:ext cx="10825" cy="10825"/>
              </a:xfrm>
              <a:custGeom>
                <a:avLst/>
                <a:gdLst/>
                <a:ahLst/>
                <a:cxnLst/>
                <a:rect l="l" t="t" r="r" b="b"/>
                <a:pathLst>
                  <a:path w="433" h="433" extrusionOk="0">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4"/>
              <p:cNvSpPr/>
              <p:nvPr/>
            </p:nvSpPr>
            <p:spPr>
              <a:xfrm>
                <a:off x="2096525" y="4733525"/>
                <a:ext cx="10825" cy="10850"/>
              </a:xfrm>
              <a:custGeom>
                <a:avLst/>
                <a:gdLst/>
                <a:ahLst/>
                <a:cxnLst/>
                <a:rect l="l" t="t" r="r" b="b"/>
                <a:pathLst>
                  <a:path w="433" h="434" extrusionOk="0">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4"/>
              <p:cNvSpPr/>
              <p:nvPr/>
            </p:nvSpPr>
            <p:spPr>
              <a:xfrm>
                <a:off x="2096525" y="4769550"/>
                <a:ext cx="10825" cy="10850"/>
              </a:xfrm>
              <a:custGeom>
                <a:avLst/>
                <a:gdLst/>
                <a:ahLst/>
                <a:cxnLst/>
                <a:rect l="l" t="t" r="r" b="b"/>
                <a:pathLst>
                  <a:path w="433" h="434" extrusionOk="0">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4"/>
              <p:cNvSpPr/>
              <p:nvPr/>
            </p:nvSpPr>
            <p:spPr>
              <a:xfrm>
                <a:off x="2078475" y="4787600"/>
                <a:ext cx="10825" cy="10850"/>
              </a:xfrm>
              <a:custGeom>
                <a:avLst/>
                <a:gdLst/>
                <a:ahLst/>
                <a:cxnLst/>
                <a:rect l="l" t="t" r="r" b="b"/>
                <a:pathLst>
                  <a:path w="433" h="434" extrusionOk="0">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4"/>
              <p:cNvSpPr/>
              <p:nvPr/>
            </p:nvSpPr>
            <p:spPr>
              <a:xfrm>
                <a:off x="2096525" y="4805575"/>
                <a:ext cx="10825" cy="10850"/>
              </a:xfrm>
              <a:custGeom>
                <a:avLst/>
                <a:gdLst/>
                <a:ahLst/>
                <a:cxnLst/>
                <a:rect l="l" t="t" r="r" b="b"/>
                <a:pathLst>
                  <a:path w="433" h="434" extrusionOk="0">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4"/>
              <p:cNvSpPr/>
              <p:nvPr/>
            </p:nvSpPr>
            <p:spPr>
              <a:xfrm>
                <a:off x="2078475" y="4823650"/>
                <a:ext cx="10825" cy="10825"/>
              </a:xfrm>
              <a:custGeom>
                <a:avLst/>
                <a:gdLst/>
                <a:ahLst/>
                <a:cxnLst/>
                <a:rect l="l" t="t" r="r" b="b"/>
                <a:pathLst>
                  <a:path w="433" h="433" extrusionOk="0">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4"/>
              <p:cNvSpPr/>
              <p:nvPr/>
            </p:nvSpPr>
            <p:spPr>
              <a:xfrm>
                <a:off x="2096525" y="4841700"/>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4"/>
              <p:cNvSpPr/>
              <p:nvPr/>
            </p:nvSpPr>
            <p:spPr>
              <a:xfrm>
                <a:off x="2078475" y="4859650"/>
                <a:ext cx="10825" cy="10850"/>
              </a:xfrm>
              <a:custGeom>
                <a:avLst/>
                <a:gdLst/>
                <a:ahLst/>
                <a:cxnLst/>
                <a:rect l="l" t="t" r="r" b="b"/>
                <a:pathLst>
                  <a:path w="433" h="434" extrusionOk="0">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4"/>
              <p:cNvSpPr/>
              <p:nvPr/>
            </p:nvSpPr>
            <p:spPr>
              <a:xfrm>
                <a:off x="2096525" y="4877725"/>
                <a:ext cx="10825" cy="10850"/>
              </a:xfrm>
              <a:custGeom>
                <a:avLst/>
                <a:gdLst/>
                <a:ahLst/>
                <a:cxnLst/>
                <a:rect l="l" t="t" r="r" b="b"/>
                <a:pathLst>
                  <a:path w="433" h="434" extrusionOk="0">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4"/>
              <p:cNvSpPr/>
              <p:nvPr/>
            </p:nvSpPr>
            <p:spPr>
              <a:xfrm>
                <a:off x="2078475" y="4895700"/>
                <a:ext cx="10825" cy="10825"/>
              </a:xfrm>
              <a:custGeom>
                <a:avLst/>
                <a:gdLst/>
                <a:ahLst/>
                <a:cxnLst/>
                <a:rect l="l" t="t" r="r" b="b"/>
                <a:pathLst>
                  <a:path w="433" h="433" extrusionOk="0">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4"/>
              <p:cNvSpPr/>
              <p:nvPr/>
            </p:nvSpPr>
            <p:spPr>
              <a:xfrm>
                <a:off x="2096525" y="4913750"/>
                <a:ext cx="10825" cy="10825"/>
              </a:xfrm>
              <a:custGeom>
                <a:avLst/>
                <a:gdLst/>
                <a:ahLst/>
                <a:cxnLst/>
                <a:rect l="l" t="t" r="r" b="b"/>
                <a:pathLst>
                  <a:path w="433" h="433" extrusionOk="0">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4"/>
              <p:cNvSpPr/>
              <p:nvPr/>
            </p:nvSpPr>
            <p:spPr>
              <a:xfrm>
                <a:off x="2078475" y="4931700"/>
                <a:ext cx="10825" cy="10850"/>
              </a:xfrm>
              <a:custGeom>
                <a:avLst/>
                <a:gdLst/>
                <a:ahLst/>
                <a:cxnLst/>
                <a:rect l="l" t="t" r="r" b="b"/>
                <a:pathLst>
                  <a:path w="433" h="434" extrusionOk="0">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4"/>
              <p:cNvSpPr/>
              <p:nvPr/>
            </p:nvSpPr>
            <p:spPr>
              <a:xfrm>
                <a:off x="2096525" y="4949775"/>
                <a:ext cx="10825" cy="10850"/>
              </a:xfrm>
              <a:custGeom>
                <a:avLst/>
                <a:gdLst/>
                <a:ahLst/>
                <a:cxnLst/>
                <a:rect l="l" t="t" r="r" b="b"/>
                <a:pathLst>
                  <a:path w="433" h="434" extrusionOk="0">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4"/>
              <p:cNvSpPr/>
              <p:nvPr/>
            </p:nvSpPr>
            <p:spPr>
              <a:xfrm>
                <a:off x="2078475" y="4967750"/>
                <a:ext cx="10825" cy="10825"/>
              </a:xfrm>
              <a:custGeom>
                <a:avLst/>
                <a:gdLst/>
                <a:ahLst/>
                <a:cxnLst/>
                <a:rect l="l" t="t" r="r" b="b"/>
                <a:pathLst>
                  <a:path w="433" h="433" extrusionOk="0">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4"/>
              <p:cNvSpPr/>
              <p:nvPr/>
            </p:nvSpPr>
            <p:spPr>
              <a:xfrm>
                <a:off x="2096525" y="4985800"/>
                <a:ext cx="10825" cy="10825"/>
              </a:xfrm>
              <a:custGeom>
                <a:avLst/>
                <a:gdLst/>
                <a:ahLst/>
                <a:cxnLst/>
                <a:rect l="l" t="t" r="r" b="b"/>
                <a:pathLst>
                  <a:path w="433" h="433" extrusionOk="0">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4"/>
              <p:cNvSpPr/>
              <p:nvPr/>
            </p:nvSpPr>
            <p:spPr>
              <a:xfrm>
                <a:off x="2078475" y="5003750"/>
                <a:ext cx="10825" cy="10850"/>
              </a:xfrm>
              <a:custGeom>
                <a:avLst/>
                <a:gdLst/>
                <a:ahLst/>
                <a:cxnLst/>
                <a:rect l="l" t="t" r="r" b="b"/>
                <a:pathLst>
                  <a:path w="433" h="434" extrusionOk="0">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4"/>
              <p:cNvSpPr/>
              <p:nvPr/>
            </p:nvSpPr>
            <p:spPr>
              <a:xfrm>
                <a:off x="2080950" y="5039875"/>
                <a:ext cx="3500" cy="975"/>
              </a:xfrm>
              <a:custGeom>
                <a:avLst/>
                <a:gdLst/>
                <a:ahLst/>
                <a:cxnLst/>
                <a:rect l="l" t="t" r="r" b="b"/>
                <a:pathLst>
                  <a:path w="140" h="39" extrusionOk="0">
                    <a:moveTo>
                      <a:pt x="119" y="1"/>
                    </a:moveTo>
                    <a:cubicBezTo>
                      <a:pt x="75" y="1"/>
                      <a:pt x="34" y="15"/>
                      <a:pt x="0" y="38"/>
                    </a:cubicBezTo>
                    <a:cubicBezTo>
                      <a:pt x="48" y="28"/>
                      <a:pt x="92" y="15"/>
                      <a:pt x="139" y="4"/>
                    </a:cubicBezTo>
                    <a:cubicBezTo>
                      <a:pt x="133" y="1"/>
                      <a:pt x="126"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4"/>
              <p:cNvSpPr/>
              <p:nvPr/>
            </p:nvSpPr>
            <p:spPr>
              <a:xfrm>
                <a:off x="2096525" y="5021825"/>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4"/>
              <p:cNvSpPr/>
              <p:nvPr/>
            </p:nvSpPr>
            <p:spPr>
              <a:xfrm>
                <a:off x="2042625" y="4433550"/>
                <a:ext cx="10400" cy="4550"/>
              </a:xfrm>
              <a:custGeom>
                <a:avLst/>
                <a:gdLst/>
                <a:ahLst/>
                <a:cxnLst/>
                <a:rect l="l" t="t" r="r" b="b"/>
                <a:pathLst>
                  <a:path w="416" h="182" extrusionOk="0">
                    <a:moveTo>
                      <a:pt x="0" y="1"/>
                    </a:moveTo>
                    <a:cubicBezTo>
                      <a:pt x="21" y="103"/>
                      <a:pt x="102" y="182"/>
                      <a:pt x="211" y="182"/>
                    </a:cubicBezTo>
                    <a:cubicBezTo>
                      <a:pt x="313" y="182"/>
                      <a:pt x="395" y="110"/>
                      <a:pt x="416" y="15"/>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4"/>
              <p:cNvSpPr/>
              <p:nvPr/>
            </p:nvSpPr>
            <p:spPr>
              <a:xfrm>
                <a:off x="204242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4"/>
              <p:cNvSpPr/>
              <p:nvPr/>
            </p:nvSpPr>
            <p:spPr>
              <a:xfrm>
                <a:off x="2060500" y="4445325"/>
                <a:ext cx="10850" cy="10750"/>
              </a:xfrm>
              <a:custGeom>
                <a:avLst/>
                <a:gdLst/>
                <a:ahLst/>
                <a:cxnLst/>
                <a:rect l="l" t="t" r="r" b="b"/>
                <a:pathLst>
                  <a:path w="434" h="430" extrusionOk="0">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4"/>
              <p:cNvSpPr/>
              <p:nvPr/>
            </p:nvSpPr>
            <p:spPr>
              <a:xfrm>
                <a:off x="204242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4"/>
              <p:cNvSpPr/>
              <p:nvPr/>
            </p:nvSpPr>
            <p:spPr>
              <a:xfrm>
                <a:off x="2060500" y="4481350"/>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4"/>
              <p:cNvSpPr/>
              <p:nvPr/>
            </p:nvSpPr>
            <p:spPr>
              <a:xfrm>
                <a:off x="204242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4"/>
              <p:cNvSpPr/>
              <p:nvPr/>
            </p:nvSpPr>
            <p:spPr>
              <a:xfrm>
                <a:off x="2060500" y="4517375"/>
                <a:ext cx="10850" cy="10850"/>
              </a:xfrm>
              <a:custGeom>
                <a:avLst/>
                <a:gdLst/>
                <a:ahLst/>
                <a:cxnLst/>
                <a:rect l="l" t="t" r="r" b="b"/>
                <a:pathLst>
                  <a:path w="434" h="434" extrusionOk="0">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4"/>
              <p:cNvSpPr/>
              <p:nvPr/>
            </p:nvSpPr>
            <p:spPr>
              <a:xfrm>
                <a:off x="2060500" y="4553400"/>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4"/>
              <p:cNvSpPr/>
              <p:nvPr/>
            </p:nvSpPr>
            <p:spPr>
              <a:xfrm>
                <a:off x="2024725" y="4589425"/>
                <a:ext cx="10575" cy="10850"/>
              </a:xfrm>
              <a:custGeom>
                <a:avLst/>
                <a:gdLst/>
                <a:ahLst/>
                <a:cxnLst/>
                <a:rect l="l" t="t" r="r" b="b"/>
                <a:pathLst>
                  <a:path w="423" h="434" extrusionOk="0">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4"/>
              <p:cNvSpPr/>
              <p:nvPr/>
            </p:nvSpPr>
            <p:spPr>
              <a:xfrm>
                <a:off x="204242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4"/>
              <p:cNvSpPr/>
              <p:nvPr/>
            </p:nvSpPr>
            <p:spPr>
              <a:xfrm>
                <a:off x="204242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4"/>
              <p:cNvSpPr/>
              <p:nvPr/>
            </p:nvSpPr>
            <p:spPr>
              <a:xfrm>
                <a:off x="2060500" y="4589425"/>
                <a:ext cx="10850" cy="10850"/>
              </a:xfrm>
              <a:custGeom>
                <a:avLst/>
                <a:gdLst/>
                <a:ahLst/>
                <a:cxnLst/>
                <a:rect l="l" t="t" r="r" b="b"/>
                <a:pathLst>
                  <a:path w="434" h="434" extrusionOk="0">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4"/>
              <p:cNvSpPr/>
              <p:nvPr/>
            </p:nvSpPr>
            <p:spPr>
              <a:xfrm>
                <a:off x="2025050" y="4625450"/>
                <a:ext cx="10250" cy="10850"/>
              </a:xfrm>
              <a:custGeom>
                <a:avLst/>
                <a:gdLst/>
                <a:ahLst/>
                <a:cxnLst/>
                <a:rect l="l" t="t" r="r" b="b"/>
                <a:pathLst>
                  <a:path w="410" h="434" extrusionOk="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4"/>
              <p:cNvSpPr/>
              <p:nvPr/>
            </p:nvSpPr>
            <p:spPr>
              <a:xfrm>
                <a:off x="2042425" y="4643500"/>
                <a:ext cx="10850" cy="10750"/>
              </a:xfrm>
              <a:custGeom>
                <a:avLst/>
                <a:gdLst/>
                <a:ahLst/>
                <a:cxnLst/>
                <a:rect l="l" t="t" r="r" b="b"/>
                <a:pathLst>
                  <a:path w="434" h="430" extrusionOk="0">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4"/>
              <p:cNvSpPr/>
              <p:nvPr/>
            </p:nvSpPr>
            <p:spPr>
              <a:xfrm>
                <a:off x="2060500" y="4625450"/>
                <a:ext cx="10850" cy="10850"/>
              </a:xfrm>
              <a:custGeom>
                <a:avLst/>
                <a:gdLst/>
                <a:ahLst/>
                <a:cxnLst/>
                <a:rect l="l" t="t" r="r" b="b"/>
                <a:pathLst>
                  <a:path w="434" h="434" extrusionOk="0">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4"/>
              <p:cNvSpPr/>
              <p:nvPr/>
            </p:nvSpPr>
            <p:spPr>
              <a:xfrm>
                <a:off x="2025325" y="4661475"/>
                <a:ext cx="9975" cy="10850"/>
              </a:xfrm>
              <a:custGeom>
                <a:avLst/>
                <a:gdLst/>
                <a:ahLst/>
                <a:cxnLst/>
                <a:rect l="l" t="t" r="r" b="b"/>
                <a:pathLst>
                  <a:path w="399" h="434" extrusionOk="0">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4"/>
              <p:cNvSpPr/>
              <p:nvPr/>
            </p:nvSpPr>
            <p:spPr>
              <a:xfrm>
                <a:off x="2060500" y="4661475"/>
                <a:ext cx="10850" cy="10850"/>
              </a:xfrm>
              <a:custGeom>
                <a:avLst/>
                <a:gdLst/>
                <a:ahLst/>
                <a:cxnLst/>
                <a:rect l="l" t="t" r="r" b="b"/>
                <a:pathLst>
                  <a:path w="434" h="434" extrusionOk="0">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4"/>
              <p:cNvSpPr/>
              <p:nvPr/>
            </p:nvSpPr>
            <p:spPr>
              <a:xfrm>
                <a:off x="2025650" y="4697500"/>
                <a:ext cx="9650" cy="10850"/>
              </a:xfrm>
              <a:custGeom>
                <a:avLst/>
                <a:gdLst/>
                <a:ahLst/>
                <a:cxnLst/>
                <a:rect l="l" t="t" r="r" b="b"/>
                <a:pathLst>
                  <a:path w="386" h="434" extrusionOk="0">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4"/>
              <p:cNvSpPr/>
              <p:nvPr/>
            </p:nvSpPr>
            <p:spPr>
              <a:xfrm>
                <a:off x="2042425" y="467955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4"/>
              <p:cNvSpPr/>
              <p:nvPr/>
            </p:nvSpPr>
            <p:spPr>
              <a:xfrm>
                <a:off x="2060500" y="4697500"/>
                <a:ext cx="10850" cy="10850"/>
              </a:xfrm>
              <a:custGeom>
                <a:avLst/>
                <a:gdLst/>
                <a:ahLst/>
                <a:cxnLst/>
                <a:rect l="l" t="t" r="r" b="b"/>
                <a:pathLst>
                  <a:path w="434" h="434" extrusionOk="0">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4"/>
              <p:cNvSpPr/>
              <p:nvPr/>
            </p:nvSpPr>
            <p:spPr>
              <a:xfrm>
                <a:off x="2026000" y="4733525"/>
                <a:ext cx="9300" cy="10850"/>
              </a:xfrm>
              <a:custGeom>
                <a:avLst/>
                <a:gdLst/>
                <a:ahLst/>
                <a:cxnLst/>
                <a:rect l="l" t="t" r="r" b="b"/>
                <a:pathLst>
                  <a:path w="372" h="434" extrusionOk="0">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4"/>
              <p:cNvSpPr/>
              <p:nvPr/>
            </p:nvSpPr>
            <p:spPr>
              <a:xfrm>
                <a:off x="2042425" y="471555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4"/>
              <p:cNvSpPr/>
              <p:nvPr/>
            </p:nvSpPr>
            <p:spPr>
              <a:xfrm>
                <a:off x="2042425" y="475160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4"/>
              <p:cNvSpPr/>
              <p:nvPr/>
            </p:nvSpPr>
            <p:spPr>
              <a:xfrm>
                <a:off x="2026275" y="4769550"/>
                <a:ext cx="9025" cy="10850"/>
              </a:xfrm>
              <a:custGeom>
                <a:avLst/>
                <a:gdLst/>
                <a:ahLst/>
                <a:cxnLst/>
                <a:rect l="l" t="t" r="r" b="b"/>
                <a:pathLst>
                  <a:path w="361" h="434" extrusionOk="0">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4"/>
              <p:cNvSpPr/>
              <p:nvPr/>
            </p:nvSpPr>
            <p:spPr>
              <a:xfrm>
                <a:off x="2060500" y="4733525"/>
                <a:ext cx="10850" cy="10850"/>
              </a:xfrm>
              <a:custGeom>
                <a:avLst/>
                <a:gdLst/>
                <a:ahLst/>
                <a:cxnLst/>
                <a:rect l="l" t="t" r="r" b="b"/>
                <a:pathLst>
                  <a:path w="434" h="434" extrusionOk="0">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4"/>
              <p:cNvSpPr/>
              <p:nvPr/>
            </p:nvSpPr>
            <p:spPr>
              <a:xfrm>
                <a:off x="2042425" y="478760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4"/>
              <p:cNvSpPr/>
              <p:nvPr/>
            </p:nvSpPr>
            <p:spPr>
              <a:xfrm>
                <a:off x="2060500" y="4769550"/>
                <a:ext cx="10850" cy="10850"/>
              </a:xfrm>
              <a:custGeom>
                <a:avLst/>
                <a:gdLst/>
                <a:ahLst/>
                <a:cxnLst/>
                <a:rect l="l" t="t" r="r" b="b"/>
                <a:pathLst>
                  <a:path w="434" h="434" extrusionOk="0">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4"/>
              <p:cNvSpPr/>
              <p:nvPr/>
            </p:nvSpPr>
            <p:spPr>
              <a:xfrm>
                <a:off x="2026600" y="4805575"/>
                <a:ext cx="8700" cy="10850"/>
              </a:xfrm>
              <a:custGeom>
                <a:avLst/>
                <a:gdLst/>
                <a:ahLst/>
                <a:cxnLst/>
                <a:rect l="l" t="t" r="r" b="b"/>
                <a:pathLst>
                  <a:path w="348" h="434" extrusionOk="0">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4"/>
              <p:cNvSpPr/>
              <p:nvPr/>
            </p:nvSpPr>
            <p:spPr>
              <a:xfrm>
                <a:off x="2060500" y="4805575"/>
                <a:ext cx="10850" cy="10850"/>
              </a:xfrm>
              <a:custGeom>
                <a:avLst/>
                <a:gdLst/>
                <a:ahLst/>
                <a:cxnLst/>
                <a:rect l="l" t="t" r="r" b="b"/>
                <a:pathLst>
                  <a:path w="434" h="434" extrusionOk="0">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4"/>
              <p:cNvSpPr/>
              <p:nvPr/>
            </p:nvSpPr>
            <p:spPr>
              <a:xfrm>
                <a:off x="2026850" y="4841700"/>
                <a:ext cx="8450" cy="10750"/>
              </a:xfrm>
              <a:custGeom>
                <a:avLst/>
                <a:gdLst/>
                <a:ahLst/>
                <a:cxnLst/>
                <a:rect l="l" t="t" r="r" b="b"/>
                <a:pathLst>
                  <a:path w="338" h="430" extrusionOk="0">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4"/>
              <p:cNvSpPr/>
              <p:nvPr/>
            </p:nvSpPr>
            <p:spPr>
              <a:xfrm>
                <a:off x="2042425" y="4823650"/>
                <a:ext cx="10850" cy="10825"/>
              </a:xfrm>
              <a:custGeom>
                <a:avLst/>
                <a:gdLst/>
                <a:ahLst/>
                <a:cxnLst/>
                <a:rect l="l" t="t" r="r" b="b"/>
                <a:pathLst>
                  <a:path w="434" h="433" extrusionOk="0">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4"/>
              <p:cNvSpPr/>
              <p:nvPr/>
            </p:nvSpPr>
            <p:spPr>
              <a:xfrm>
                <a:off x="2027175" y="4877725"/>
                <a:ext cx="8125" cy="10850"/>
              </a:xfrm>
              <a:custGeom>
                <a:avLst/>
                <a:gdLst/>
                <a:ahLst/>
                <a:cxnLst/>
                <a:rect l="l" t="t" r="r" b="b"/>
                <a:pathLst>
                  <a:path w="325" h="434" extrusionOk="0">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4"/>
              <p:cNvSpPr/>
              <p:nvPr/>
            </p:nvSpPr>
            <p:spPr>
              <a:xfrm>
                <a:off x="2042425" y="4859650"/>
                <a:ext cx="10850" cy="10850"/>
              </a:xfrm>
              <a:custGeom>
                <a:avLst/>
                <a:gdLst/>
                <a:ahLst/>
                <a:cxnLst/>
                <a:rect l="l" t="t" r="r" b="b"/>
                <a:pathLst>
                  <a:path w="434" h="434" extrusionOk="0">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4"/>
              <p:cNvSpPr/>
              <p:nvPr/>
            </p:nvSpPr>
            <p:spPr>
              <a:xfrm>
                <a:off x="2060500" y="4841700"/>
                <a:ext cx="10850" cy="10750"/>
              </a:xfrm>
              <a:custGeom>
                <a:avLst/>
                <a:gdLst/>
                <a:ahLst/>
                <a:cxnLst/>
                <a:rect l="l" t="t" r="r" b="b"/>
                <a:pathLst>
                  <a:path w="434" h="430" extrusionOk="0">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4"/>
              <p:cNvSpPr/>
              <p:nvPr/>
            </p:nvSpPr>
            <p:spPr>
              <a:xfrm>
                <a:off x="2060500" y="4877725"/>
                <a:ext cx="10850" cy="10850"/>
              </a:xfrm>
              <a:custGeom>
                <a:avLst/>
                <a:gdLst/>
                <a:ahLst/>
                <a:cxnLst/>
                <a:rect l="l" t="t" r="r" b="b"/>
                <a:pathLst>
                  <a:path w="434" h="434" extrusionOk="0">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4"/>
              <p:cNvSpPr/>
              <p:nvPr/>
            </p:nvSpPr>
            <p:spPr>
              <a:xfrm>
                <a:off x="2027525" y="4913750"/>
                <a:ext cx="7775" cy="10825"/>
              </a:xfrm>
              <a:custGeom>
                <a:avLst/>
                <a:gdLst/>
                <a:ahLst/>
                <a:cxnLst/>
                <a:rect l="l" t="t" r="r" b="b"/>
                <a:pathLst>
                  <a:path w="311" h="433" extrusionOk="0">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4"/>
              <p:cNvSpPr/>
              <p:nvPr/>
            </p:nvSpPr>
            <p:spPr>
              <a:xfrm>
                <a:off x="2042425" y="489570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4"/>
              <p:cNvSpPr/>
              <p:nvPr/>
            </p:nvSpPr>
            <p:spPr>
              <a:xfrm>
                <a:off x="2027800" y="4949775"/>
                <a:ext cx="7500" cy="10850"/>
              </a:xfrm>
              <a:custGeom>
                <a:avLst/>
                <a:gdLst/>
                <a:ahLst/>
                <a:cxnLst/>
                <a:rect l="l" t="t" r="r" b="b"/>
                <a:pathLst>
                  <a:path w="300" h="434" extrusionOk="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4"/>
              <p:cNvSpPr/>
              <p:nvPr/>
            </p:nvSpPr>
            <p:spPr>
              <a:xfrm>
                <a:off x="2042425" y="493170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4"/>
              <p:cNvSpPr/>
              <p:nvPr/>
            </p:nvSpPr>
            <p:spPr>
              <a:xfrm>
                <a:off x="2060500" y="4913750"/>
                <a:ext cx="10850" cy="10825"/>
              </a:xfrm>
              <a:custGeom>
                <a:avLst/>
                <a:gdLst/>
                <a:ahLst/>
                <a:cxnLst/>
                <a:rect l="l" t="t" r="r" b="b"/>
                <a:pathLst>
                  <a:path w="434" h="433" extrusionOk="0">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4"/>
              <p:cNvSpPr/>
              <p:nvPr/>
            </p:nvSpPr>
            <p:spPr>
              <a:xfrm>
                <a:off x="2028125" y="4985800"/>
                <a:ext cx="7175" cy="10825"/>
              </a:xfrm>
              <a:custGeom>
                <a:avLst/>
                <a:gdLst/>
                <a:ahLst/>
                <a:cxnLst/>
                <a:rect l="l" t="t" r="r" b="b"/>
                <a:pathLst>
                  <a:path w="287" h="433" extrusionOk="0">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4"/>
              <p:cNvSpPr/>
              <p:nvPr/>
            </p:nvSpPr>
            <p:spPr>
              <a:xfrm>
                <a:off x="2060500" y="4949775"/>
                <a:ext cx="10850" cy="10850"/>
              </a:xfrm>
              <a:custGeom>
                <a:avLst/>
                <a:gdLst/>
                <a:ahLst/>
                <a:cxnLst/>
                <a:rect l="l" t="t" r="r" b="b"/>
                <a:pathLst>
                  <a:path w="434" h="434" extrusionOk="0">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4"/>
              <p:cNvSpPr/>
              <p:nvPr/>
            </p:nvSpPr>
            <p:spPr>
              <a:xfrm>
                <a:off x="2042425" y="496775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4"/>
              <p:cNvSpPr/>
              <p:nvPr/>
            </p:nvSpPr>
            <p:spPr>
              <a:xfrm>
                <a:off x="2028475" y="5021825"/>
                <a:ext cx="6825" cy="10850"/>
              </a:xfrm>
              <a:custGeom>
                <a:avLst/>
                <a:gdLst/>
                <a:ahLst/>
                <a:cxnLst/>
                <a:rect l="l" t="t" r="r" b="b"/>
                <a:pathLst>
                  <a:path w="273" h="434" extrusionOk="0">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4"/>
              <p:cNvSpPr/>
              <p:nvPr/>
            </p:nvSpPr>
            <p:spPr>
              <a:xfrm>
                <a:off x="2042425" y="500375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4"/>
              <p:cNvSpPr/>
              <p:nvPr/>
            </p:nvSpPr>
            <p:spPr>
              <a:xfrm>
                <a:off x="2060500" y="4985800"/>
                <a:ext cx="10850" cy="10825"/>
              </a:xfrm>
              <a:custGeom>
                <a:avLst/>
                <a:gdLst/>
                <a:ahLst/>
                <a:cxnLst/>
                <a:rect l="l" t="t" r="r" b="b"/>
                <a:pathLst>
                  <a:path w="434" h="433" extrusionOk="0">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4"/>
              <p:cNvSpPr/>
              <p:nvPr/>
            </p:nvSpPr>
            <p:spPr>
              <a:xfrm>
                <a:off x="2045675" y="5039875"/>
                <a:ext cx="6250" cy="1900"/>
              </a:xfrm>
              <a:custGeom>
                <a:avLst/>
                <a:gdLst/>
                <a:ahLst/>
                <a:cxnLst/>
                <a:rect l="l" t="t" r="r" b="b"/>
                <a:pathLst>
                  <a:path w="250" h="76" extrusionOk="0">
                    <a:moveTo>
                      <a:pt x="89" y="1"/>
                    </a:moveTo>
                    <a:cubicBezTo>
                      <a:pt x="55" y="1"/>
                      <a:pt x="28" y="7"/>
                      <a:pt x="1" y="18"/>
                    </a:cubicBezTo>
                    <a:cubicBezTo>
                      <a:pt x="83" y="42"/>
                      <a:pt x="164" y="62"/>
                      <a:pt x="249" y="76"/>
                    </a:cubicBezTo>
                    <a:cubicBezTo>
                      <a:pt x="212" y="28"/>
                      <a:pt x="154" y="1"/>
                      <a:pt x="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4"/>
              <p:cNvSpPr/>
              <p:nvPr/>
            </p:nvSpPr>
            <p:spPr>
              <a:xfrm>
                <a:off x="2060500" y="5021825"/>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4"/>
              <p:cNvSpPr/>
              <p:nvPr/>
            </p:nvSpPr>
            <p:spPr>
              <a:xfrm>
                <a:off x="2024475" y="4445325"/>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4"/>
              <p:cNvSpPr/>
              <p:nvPr/>
            </p:nvSpPr>
            <p:spPr>
              <a:xfrm>
                <a:off x="2024475" y="448135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4"/>
              <p:cNvSpPr/>
              <p:nvPr/>
            </p:nvSpPr>
            <p:spPr>
              <a:xfrm>
                <a:off x="2024475" y="4517375"/>
                <a:ext cx="10825" cy="10850"/>
              </a:xfrm>
              <a:custGeom>
                <a:avLst/>
                <a:gdLst/>
                <a:ahLst/>
                <a:cxnLst/>
                <a:rect l="l" t="t" r="r" b="b"/>
                <a:pathLst>
                  <a:path w="433" h="434" extrusionOk="0">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4"/>
              <p:cNvSpPr/>
              <p:nvPr/>
            </p:nvSpPr>
            <p:spPr>
              <a:xfrm>
                <a:off x="2024475" y="455340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20" name="Google Shape;1320;p24"/>
          <p:cNvSpPr txBox="1">
            <a:spLocks noGrp="1"/>
          </p:cNvSpPr>
          <p:nvPr>
            <p:ph type="subTitle" idx="15"/>
          </p:nvPr>
        </p:nvSpPr>
        <p:spPr>
          <a:xfrm>
            <a:off x="1331509" y="1756860"/>
            <a:ext cx="18288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algn="ctr" rtl="0">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algn="ctr" rtl="0">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algn="ctr" rtl="0">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algn="ctr" rtl="0">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algn="ctr" rtl="0">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algn="ctr" rtl="0">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algn="ctr" rtl="0">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TITLE_1">
    <p:bg>
      <p:bgPr>
        <a:solidFill>
          <a:schemeClr val="accent1"/>
        </a:solidFill>
        <a:effectLst/>
      </p:bgPr>
    </p:bg>
    <p:spTree>
      <p:nvGrpSpPr>
        <p:cNvPr id="1" name="Shape 1321"/>
        <p:cNvGrpSpPr/>
        <p:nvPr/>
      </p:nvGrpSpPr>
      <p:grpSpPr>
        <a:xfrm>
          <a:off x="0" y="0"/>
          <a:ext cx="0" cy="0"/>
          <a:chOff x="0" y="0"/>
          <a:chExt cx="0" cy="0"/>
        </a:xfrm>
      </p:grpSpPr>
      <p:sp>
        <p:nvSpPr>
          <p:cNvPr id="1322" name="Google Shape;1322;p25"/>
          <p:cNvSpPr txBox="1">
            <a:spLocks noGrp="1"/>
          </p:cNvSpPr>
          <p:nvPr>
            <p:ph type="ctrTitle"/>
          </p:nvPr>
        </p:nvSpPr>
        <p:spPr>
          <a:xfrm>
            <a:off x="914400" y="1126912"/>
            <a:ext cx="36516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Font typeface="Staatliches"/>
              <a:buNone/>
              <a:defRPr sz="4800">
                <a:solidFill>
                  <a:srgbClr val="FFFFFF"/>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323" name="Google Shape;1323;p25"/>
          <p:cNvSpPr txBox="1">
            <a:spLocks noGrp="1"/>
          </p:cNvSpPr>
          <p:nvPr>
            <p:ph type="subTitle" idx="1"/>
          </p:nvPr>
        </p:nvSpPr>
        <p:spPr>
          <a:xfrm>
            <a:off x="914400" y="2608180"/>
            <a:ext cx="3651600" cy="121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Font typeface="Roboto Condensed Light"/>
              <a:buNone/>
              <a:defRPr sz="1400"/>
            </a:lvl1pPr>
            <a:lvl2pPr lvl="1"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algn="ctr" rtl="0">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a:endParaRPr/>
          </a:p>
        </p:txBody>
      </p:sp>
      <p:sp>
        <p:nvSpPr>
          <p:cNvPr id="1324" name="Google Shape;1324;p25"/>
          <p:cNvSpPr txBox="1"/>
          <p:nvPr/>
        </p:nvSpPr>
        <p:spPr>
          <a:xfrm>
            <a:off x="888381" y="3681550"/>
            <a:ext cx="3439500" cy="1101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200">
                <a:solidFill>
                  <a:srgbClr val="FFFFFF"/>
                </a:solidFill>
                <a:latin typeface="Lato"/>
                <a:ea typeface="Lato"/>
                <a:cs typeface="Lato"/>
                <a:sym typeface="Lato"/>
              </a:rPr>
              <a:t>CREDITS: This presentation template was created by </a:t>
            </a:r>
            <a:r>
              <a:rPr lang="en" sz="1200" b="1">
                <a:solidFill>
                  <a:srgbClr val="FFFFFF"/>
                </a:solidFill>
                <a:uFill>
                  <a:noFill/>
                </a:uFill>
                <a:latin typeface="Lato"/>
                <a:ea typeface="Lato"/>
                <a:cs typeface="Lato"/>
                <a:sym typeface="Lato"/>
                <a:hlinkClick r:id="rId2">
                  <a:extLst>
                    <a:ext uri="{A12FA001-AC4F-418D-AE19-62706E023703}">
                      <ahyp:hlinkClr xmlns:ahyp="http://schemas.microsoft.com/office/drawing/2018/hyperlinkcolor" val="tx"/>
                    </a:ext>
                  </a:extLst>
                </a:hlinkClick>
              </a:rPr>
              <a:t>Slidesgo</a:t>
            </a:r>
            <a:r>
              <a:rPr lang="en" sz="1200">
                <a:solidFill>
                  <a:srgbClr val="FFFFFF"/>
                </a:solidFill>
                <a:latin typeface="Lato"/>
                <a:ea typeface="Lato"/>
                <a:cs typeface="Lato"/>
                <a:sym typeface="Lato"/>
              </a:rPr>
              <a:t>, including icons by </a:t>
            </a:r>
            <a:r>
              <a:rPr lang="en" sz="1200" b="1">
                <a:solidFill>
                  <a:srgbClr val="FFFFFF"/>
                </a:solidFill>
                <a:uFill>
                  <a:noFill/>
                </a:u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rgbClr val="FFFFFF"/>
                </a:solidFill>
                <a:latin typeface="Lato"/>
                <a:ea typeface="Lato"/>
                <a:cs typeface="Lato"/>
                <a:sym typeface="Lato"/>
              </a:rPr>
              <a:t>, and infographics &amp; images by </a:t>
            </a:r>
            <a:r>
              <a:rPr lang="en" sz="1200" b="1">
                <a:solidFill>
                  <a:srgbClr val="FFFFFF"/>
                </a:solidFill>
                <a:uFill>
                  <a:noFill/>
                </a:u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a:solidFill>
                  <a:srgbClr val="FFFFFF"/>
                </a:solidFill>
                <a:latin typeface="Lato"/>
                <a:ea typeface="Lato"/>
                <a:cs typeface="Lato"/>
                <a:sym typeface="Lato"/>
              </a:rPr>
              <a:t>. </a:t>
            </a:r>
            <a:endParaRPr sz="1200">
              <a:solidFill>
                <a:srgbClr val="FFFFFF"/>
              </a:solidFill>
              <a:latin typeface="Lato"/>
              <a:ea typeface="Lato"/>
              <a:cs typeface="Lato"/>
              <a:sym typeface="Lato"/>
            </a:endParaRPr>
          </a:p>
          <a:p>
            <a:pPr marL="0" lvl="0" indent="0" algn="l" rtl="0">
              <a:lnSpc>
                <a:spcPct val="115000"/>
              </a:lnSpc>
              <a:spcBef>
                <a:spcPts val="300"/>
              </a:spcBef>
              <a:spcAft>
                <a:spcPts val="0"/>
              </a:spcAft>
              <a:buNone/>
            </a:pPr>
            <a:endParaRPr sz="1200">
              <a:solidFill>
                <a:srgbClr val="FFFFFF"/>
              </a:solidFill>
              <a:latin typeface="Lato"/>
              <a:ea typeface="Lato"/>
              <a:cs typeface="Lato"/>
              <a:sym typeface="Lato"/>
            </a:endParaRPr>
          </a:p>
          <a:p>
            <a:pPr marL="0" lvl="0" indent="0" algn="l" rtl="0">
              <a:spcBef>
                <a:spcPts val="0"/>
              </a:spcBef>
              <a:spcAft>
                <a:spcPts val="0"/>
              </a:spcAft>
              <a:buNone/>
            </a:pPr>
            <a:endParaRPr sz="1200">
              <a:solidFill>
                <a:srgbClr val="FFFFFF"/>
              </a:solidFill>
              <a:latin typeface="Lato"/>
              <a:ea typeface="Lato"/>
              <a:cs typeface="Lato"/>
              <a:sym typeface="Lato"/>
            </a:endParaRPr>
          </a:p>
        </p:txBody>
      </p:sp>
      <p:sp>
        <p:nvSpPr>
          <p:cNvPr id="1325" name="Google Shape;1325;p25"/>
          <p:cNvSpPr/>
          <p:nvPr/>
        </p:nvSpPr>
        <p:spPr>
          <a:xfrm rot="10800000" flipH="1">
            <a:off x="4366399" y="335155"/>
            <a:ext cx="3758237" cy="4824215"/>
          </a:xfrm>
          <a:custGeom>
            <a:avLst/>
            <a:gdLst/>
            <a:ahLst/>
            <a:cxnLst/>
            <a:rect l="l" t="t" r="r" b="b"/>
            <a:pathLst>
              <a:path w="49457" h="56384" extrusionOk="0">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5"/>
          <p:cNvSpPr/>
          <p:nvPr/>
        </p:nvSpPr>
        <p:spPr>
          <a:xfrm rot="10800000" flipH="1">
            <a:off x="4323086" y="4314893"/>
            <a:ext cx="2068144" cy="844477"/>
          </a:xfrm>
          <a:custGeom>
            <a:avLst/>
            <a:gdLst/>
            <a:ahLst/>
            <a:cxnLst/>
            <a:rect l="l" t="t" r="r" b="b"/>
            <a:pathLst>
              <a:path w="27216" h="9870" extrusionOk="0">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5"/>
          <p:cNvSpPr/>
          <p:nvPr/>
        </p:nvSpPr>
        <p:spPr>
          <a:xfrm rot="10800000" flipH="1">
            <a:off x="3363131" y="-81230"/>
            <a:ext cx="2800232" cy="1123659"/>
          </a:xfrm>
          <a:custGeom>
            <a:avLst/>
            <a:gdLst/>
            <a:ahLst/>
            <a:cxnLst/>
            <a:rect l="l" t="t" r="r" b="b"/>
            <a:pathLst>
              <a:path w="36850" h="13133" extrusionOk="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5"/>
          <p:cNvSpPr/>
          <p:nvPr/>
        </p:nvSpPr>
        <p:spPr>
          <a:xfrm rot="10800000" flipH="1">
            <a:off x="7314957" y="222473"/>
            <a:ext cx="1969585" cy="4936898"/>
          </a:xfrm>
          <a:custGeom>
            <a:avLst/>
            <a:gdLst/>
            <a:ahLst/>
            <a:cxnLst/>
            <a:rect l="l" t="t" r="r" b="b"/>
            <a:pathLst>
              <a:path w="25919" h="57701" extrusionOk="0">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5"/>
          <p:cNvSpPr/>
          <p:nvPr/>
        </p:nvSpPr>
        <p:spPr>
          <a:xfrm rot="10800000" flipH="1">
            <a:off x="2493374" y="-81232"/>
            <a:ext cx="3958471" cy="1281175"/>
          </a:xfrm>
          <a:custGeom>
            <a:avLst/>
            <a:gdLst/>
            <a:ahLst/>
            <a:cxnLst/>
            <a:rect l="l" t="t" r="r" b="b"/>
            <a:pathLst>
              <a:path w="52092" h="14974" extrusionOk="0">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5"/>
          <p:cNvSpPr/>
          <p:nvPr/>
        </p:nvSpPr>
        <p:spPr>
          <a:xfrm rot="10800000" flipH="1">
            <a:off x="3363131" y="-81227"/>
            <a:ext cx="2800232" cy="738468"/>
          </a:xfrm>
          <a:custGeom>
            <a:avLst/>
            <a:gdLst/>
            <a:ahLst/>
            <a:cxnLst/>
            <a:rect l="l" t="t" r="r" b="b"/>
            <a:pathLst>
              <a:path w="36850" h="8631" extrusionOk="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5"/>
          <p:cNvSpPr/>
          <p:nvPr/>
        </p:nvSpPr>
        <p:spPr>
          <a:xfrm rot="10800000" flipH="1">
            <a:off x="6530534" y="703175"/>
            <a:ext cx="1115229"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32" name="Google Shape;1332;p25"/>
          <p:cNvPicPr preferRelativeResize="0"/>
          <p:nvPr/>
        </p:nvPicPr>
        <p:blipFill>
          <a:blip r:embed="rId5">
            <a:alphaModFix/>
          </a:blip>
          <a:stretch>
            <a:fillRect/>
          </a:stretch>
        </p:blipFill>
        <p:spPr>
          <a:xfrm>
            <a:off x="4089400" y="2457450"/>
            <a:ext cx="5587997" cy="3143248"/>
          </a:xfrm>
          <a:prstGeom prst="rect">
            <a:avLst/>
          </a:prstGeom>
          <a:noFill/>
          <a:ln>
            <a:noFill/>
          </a:ln>
        </p:spPr>
      </p:pic>
      <p:pic>
        <p:nvPicPr>
          <p:cNvPr id="1333" name="Google Shape;1333;p25"/>
          <p:cNvPicPr preferRelativeResize="0"/>
          <p:nvPr/>
        </p:nvPicPr>
        <p:blipFill>
          <a:blip r:embed="rId6">
            <a:alphaModFix/>
          </a:blip>
          <a:stretch>
            <a:fillRect/>
          </a:stretch>
        </p:blipFill>
        <p:spPr>
          <a:xfrm>
            <a:off x="4905374" y="-152400"/>
            <a:ext cx="4467226" cy="251282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solidFill>
          <a:schemeClr val="accent2"/>
        </a:solidFill>
        <a:effectLst/>
      </p:bgPr>
    </p:bg>
    <p:spTree>
      <p:nvGrpSpPr>
        <p:cNvPr id="1" name="Shape 1334"/>
        <p:cNvGrpSpPr/>
        <p:nvPr/>
      </p:nvGrpSpPr>
      <p:grpSpPr>
        <a:xfrm>
          <a:off x="0" y="0"/>
          <a:ext cx="0" cy="0"/>
          <a:chOff x="0" y="0"/>
          <a:chExt cx="0" cy="0"/>
        </a:xfrm>
      </p:grpSpPr>
      <p:pic>
        <p:nvPicPr>
          <p:cNvPr id="1335" name="Google Shape;1335;p26"/>
          <p:cNvPicPr preferRelativeResize="0"/>
          <p:nvPr/>
        </p:nvPicPr>
        <p:blipFill rotWithShape="1">
          <a:blip r:embed="rId2">
            <a:alphaModFix/>
          </a:blip>
          <a:srcRect l="30159" r="11269"/>
          <a:stretch/>
        </p:blipFill>
        <p:spPr>
          <a:xfrm>
            <a:off x="6989200" y="-504825"/>
            <a:ext cx="2419373" cy="2323453"/>
          </a:xfrm>
          <a:prstGeom prst="rect">
            <a:avLst/>
          </a:prstGeom>
          <a:noFill/>
          <a:ln>
            <a:noFill/>
          </a:ln>
        </p:spPr>
      </p:pic>
      <p:sp>
        <p:nvSpPr>
          <p:cNvPr id="1336" name="Google Shape;1336;p26"/>
          <p:cNvSpPr txBox="1">
            <a:spLocks noGrp="1"/>
          </p:cNvSpPr>
          <p:nvPr>
            <p:ph type="title"/>
          </p:nvPr>
        </p:nvSpPr>
        <p:spPr>
          <a:xfrm>
            <a:off x="1606114" y="1182607"/>
            <a:ext cx="5943600" cy="320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7" name="Google Shape;1337;p26"/>
          <p:cNvSpPr/>
          <p:nvPr/>
        </p:nvSpPr>
        <p:spPr>
          <a:xfrm rot="-1367296">
            <a:off x="-275194" y="4012351"/>
            <a:ext cx="1004493" cy="118337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6"/>
          <p:cNvSpPr/>
          <p:nvPr/>
        </p:nvSpPr>
        <p:spPr>
          <a:xfrm flipH="1">
            <a:off x="-1028710" y="4433100"/>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6"/>
          <p:cNvSpPr/>
          <p:nvPr/>
        </p:nvSpPr>
        <p:spPr>
          <a:xfrm rot="-6757373">
            <a:off x="-455518" y="312304"/>
            <a:ext cx="1004486" cy="118336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6"/>
          <p:cNvSpPr/>
          <p:nvPr/>
        </p:nvSpPr>
        <p:spPr>
          <a:xfrm rot="-9377702">
            <a:off x="-262311" y="-637304"/>
            <a:ext cx="2150190" cy="2278942"/>
          </a:xfrm>
          <a:custGeom>
            <a:avLst/>
            <a:gdLst/>
            <a:ahLst/>
            <a:cxnLst/>
            <a:rect l="l" t="t" r="r" b="b"/>
            <a:pathLst>
              <a:path w="37180" h="44554" extrusionOk="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6"/>
          <p:cNvSpPr/>
          <p:nvPr/>
        </p:nvSpPr>
        <p:spPr>
          <a:xfrm rot="-3371401">
            <a:off x="8078731" y="-548232"/>
            <a:ext cx="1004487" cy="1183374"/>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6"/>
          <p:cNvSpPr/>
          <p:nvPr/>
        </p:nvSpPr>
        <p:spPr>
          <a:xfrm rot="-4335824">
            <a:off x="7567586" y="-1492275"/>
            <a:ext cx="2150167" cy="2278960"/>
          </a:xfrm>
          <a:custGeom>
            <a:avLst/>
            <a:gdLst/>
            <a:ahLst/>
            <a:cxnLst/>
            <a:rect l="l" t="t" r="r" b="b"/>
            <a:pathLst>
              <a:path w="37180" h="44554" extrusionOk="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6"/>
          <p:cNvSpPr/>
          <p:nvPr/>
        </p:nvSpPr>
        <p:spPr>
          <a:xfrm flipH="1">
            <a:off x="6993440" y="4290800"/>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6"/>
          <p:cNvSpPr/>
          <p:nvPr/>
        </p:nvSpPr>
        <p:spPr>
          <a:xfrm>
            <a:off x="6529813" y="4336457"/>
            <a:ext cx="2878771" cy="827501"/>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6"/>
          <p:cNvSpPr/>
          <p:nvPr/>
        </p:nvSpPr>
        <p:spPr>
          <a:xfrm>
            <a:off x="7162315" y="4686980"/>
            <a:ext cx="2036507" cy="476978"/>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46" name="Google Shape;1346;p26"/>
          <p:cNvPicPr preferRelativeResize="0"/>
          <p:nvPr/>
        </p:nvPicPr>
        <p:blipFill>
          <a:blip r:embed="rId3">
            <a:alphaModFix/>
          </a:blip>
          <a:stretch>
            <a:fillRect/>
          </a:stretch>
        </p:blipFill>
        <p:spPr>
          <a:xfrm>
            <a:off x="-533400" y="-483400"/>
            <a:ext cx="3105101" cy="1746625"/>
          </a:xfrm>
          <a:prstGeom prst="rect">
            <a:avLst/>
          </a:prstGeom>
          <a:noFill/>
          <a:ln>
            <a:noFill/>
          </a:ln>
        </p:spPr>
      </p:pic>
      <p:pic>
        <p:nvPicPr>
          <p:cNvPr id="1347" name="Google Shape;1347;p26"/>
          <p:cNvPicPr preferRelativeResize="0"/>
          <p:nvPr/>
        </p:nvPicPr>
        <p:blipFill rotWithShape="1">
          <a:blip r:embed="rId4">
            <a:alphaModFix/>
          </a:blip>
          <a:srcRect r="46635"/>
          <a:stretch/>
        </p:blipFill>
        <p:spPr>
          <a:xfrm>
            <a:off x="-237075" y="3105150"/>
            <a:ext cx="2132554" cy="2247901"/>
          </a:xfrm>
          <a:prstGeom prst="rect">
            <a:avLst/>
          </a:prstGeom>
          <a:noFill/>
          <a:ln>
            <a:noFill/>
          </a:ln>
        </p:spPr>
      </p:pic>
      <p:pic>
        <p:nvPicPr>
          <p:cNvPr id="1348" name="Google Shape;1348;p26"/>
          <p:cNvPicPr preferRelativeResize="0"/>
          <p:nvPr/>
        </p:nvPicPr>
        <p:blipFill>
          <a:blip r:embed="rId5">
            <a:alphaModFix/>
          </a:blip>
          <a:stretch>
            <a:fillRect/>
          </a:stretch>
        </p:blipFill>
        <p:spPr>
          <a:xfrm>
            <a:off x="7625924" y="4475325"/>
            <a:ext cx="1594272" cy="896773"/>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6">
          <p15:clr>
            <a:srgbClr val="FA7B17"/>
          </p15:clr>
        </p15:guide>
        <p15:guide id="2" orient="horz" pos="2982">
          <p15:clr>
            <a:srgbClr val="FA7B17"/>
          </p15:clr>
        </p15:guide>
        <p15:guide id="3" pos="288">
          <p15:clr>
            <a:srgbClr val="FA7B17"/>
          </p15:clr>
        </p15:guide>
        <p15:guide id="4" pos="4554">
          <p15:clr>
            <a:srgbClr val="FA7B17"/>
          </p15:clr>
        </p15:guide>
        <p15:guide id="5" pos="5226">
          <p15:clr>
            <a:srgbClr val="FA7B17"/>
          </p15:clr>
        </p15:guide>
        <p15:guide id="6" pos="1421">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2">
  <p:cSld name="TITLE_AND_BODY_1_1">
    <p:bg>
      <p:bgPr>
        <a:solidFill>
          <a:srgbClr val="F7F8FC"/>
        </a:solidFill>
        <a:effectLst/>
      </p:bgPr>
    </p:bg>
    <p:spTree>
      <p:nvGrpSpPr>
        <p:cNvPr id="1" name="Shape 1349"/>
        <p:cNvGrpSpPr/>
        <p:nvPr/>
      </p:nvGrpSpPr>
      <p:grpSpPr>
        <a:xfrm>
          <a:off x="0" y="0"/>
          <a:ext cx="0" cy="0"/>
          <a:chOff x="0" y="0"/>
          <a:chExt cx="0" cy="0"/>
        </a:xfrm>
      </p:grpSpPr>
      <p:sp>
        <p:nvSpPr>
          <p:cNvPr id="1350" name="Google Shape;1350;p27"/>
          <p:cNvSpPr txBox="1">
            <a:spLocks noGrp="1"/>
          </p:cNvSpPr>
          <p:nvPr>
            <p:ph type="title"/>
          </p:nvPr>
        </p:nvSpPr>
        <p:spPr>
          <a:xfrm>
            <a:off x="899550" y="503388"/>
            <a:ext cx="7344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51" name="Google Shape;1351;p27"/>
          <p:cNvSpPr txBox="1">
            <a:spLocks noGrp="1"/>
          </p:cNvSpPr>
          <p:nvPr>
            <p:ph type="body" idx="1"/>
          </p:nvPr>
        </p:nvSpPr>
        <p:spPr>
          <a:xfrm>
            <a:off x="720663" y="1832800"/>
            <a:ext cx="3851400" cy="2605800"/>
          </a:xfrm>
          <a:prstGeom prst="rect">
            <a:avLst/>
          </a:prstGeom>
        </p:spPr>
        <p:txBody>
          <a:bodyPr spcFirstLastPara="1" wrap="square" lIns="91425" tIns="91425" rIns="91425" bIns="91425" anchor="t" anchorCtr="0">
            <a:noAutofit/>
          </a:bodyPr>
          <a:lstStyle>
            <a:lvl1pPr marL="457200" marR="50800" lvl="0" indent="-304800" rtl="0">
              <a:lnSpc>
                <a:spcPct val="166000"/>
              </a:lnSpc>
              <a:spcBef>
                <a:spcPts val="0"/>
              </a:spcBef>
              <a:spcAft>
                <a:spcPts val="0"/>
              </a:spcAft>
              <a:buClr>
                <a:srgbClr val="FFFFFF"/>
              </a:buClr>
              <a:buSzPts val="1200"/>
              <a:buChar char="●"/>
              <a:defRPr sz="1100" u="sng"/>
            </a:lvl1pPr>
            <a:lvl2pPr marL="914400" lvl="1" indent="-304800" rtl="0">
              <a:spcBef>
                <a:spcPts val="0"/>
              </a:spcBef>
              <a:spcAft>
                <a:spcPts val="0"/>
              </a:spcAft>
              <a:buClr>
                <a:srgbClr val="FFFFFF"/>
              </a:buClr>
              <a:buSzPts val="1200"/>
              <a:buChar char="○"/>
              <a:defRPr/>
            </a:lvl2pPr>
            <a:lvl3pPr marL="1371600" lvl="2" indent="-304800" rtl="0">
              <a:spcBef>
                <a:spcPts val="1600"/>
              </a:spcBef>
              <a:spcAft>
                <a:spcPts val="0"/>
              </a:spcAft>
              <a:buClr>
                <a:srgbClr val="FFFFFF"/>
              </a:buClr>
              <a:buSzPts val="1200"/>
              <a:buChar char="■"/>
              <a:defRPr/>
            </a:lvl3pPr>
            <a:lvl4pPr marL="1828800" lvl="3" indent="-304800" rtl="0">
              <a:spcBef>
                <a:spcPts val="1600"/>
              </a:spcBef>
              <a:spcAft>
                <a:spcPts val="0"/>
              </a:spcAft>
              <a:buClr>
                <a:srgbClr val="FFFFFF"/>
              </a:buClr>
              <a:buSzPts val="1200"/>
              <a:buChar char="●"/>
              <a:defRPr/>
            </a:lvl4pPr>
            <a:lvl5pPr marL="2286000" lvl="4" indent="-304800" rtl="0">
              <a:spcBef>
                <a:spcPts val="1600"/>
              </a:spcBef>
              <a:spcAft>
                <a:spcPts val="0"/>
              </a:spcAft>
              <a:buClr>
                <a:srgbClr val="FFFFFF"/>
              </a:buClr>
              <a:buSzPts val="1200"/>
              <a:buChar char="○"/>
              <a:defRPr/>
            </a:lvl5pPr>
            <a:lvl6pPr marL="2743200" lvl="5" indent="-304800" rtl="0">
              <a:spcBef>
                <a:spcPts val="1600"/>
              </a:spcBef>
              <a:spcAft>
                <a:spcPts val="0"/>
              </a:spcAft>
              <a:buClr>
                <a:srgbClr val="FFFFFF"/>
              </a:buClr>
              <a:buSzPts val="1200"/>
              <a:buChar char="■"/>
              <a:defRPr/>
            </a:lvl6pPr>
            <a:lvl7pPr marL="3200400" lvl="6" indent="-304800" rtl="0">
              <a:spcBef>
                <a:spcPts val="1600"/>
              </a:spcBef>
              <a:spcAft>
                <a:spcPts val="0"/>
              </a:spcAft>
              <a:buClr>
                <a:srgbClr val="FFFFFF"/>
              </a:buClr>
              <a:buSzPts val="1200"/>
              <a:buChar char="●"/>
              <a:defRPr/>
            </a:lvl7pPr>
            <a:lvl8pPr marL="3657600" lvl="7" indent="-304800" rtl="0">
              <a:spcBef>
                <a:spcPts val="1600"/>
              </a:spcBef>
              <a:spcAft>
                <a:spcPts val="0"/>
              </a:spcAft>
              <a:buClr>
                <a:srgbClr val="FFFFFF"/>
              </a:buClr>
              <a:buSzPts val="1200"/>
              <a:buChar char="○"/>
              <a:defRPr/>
            </a:lvl8pPr>
            <a:lvl9pPr marL="4114800" lvl="8" indent="-304800" rtl="0">
              <a:spcBef>
                <a:spcPts val="1600"/>
              </a:spcBef>
              <a:spcAft>
                <a:spcPts val="1600"/>
              </a:spcAft>
              <a:buClr>
                <a:srgbClr val="FFFFFF"/>
              </a:buClr>
              <a:buSzPts val="1200"/>
              <a:buChar char="■"/>
              <a:defRPr/>
            </a:lvl9pPr>
          </a:lstStyle>
          <a:p>
            <a:endParaRPr/>
          </a:p>
        </p:txBody>
      </p:sp>
      <p:grpSp>
        <p:nvGrpSpPr>
          <p:cNvPr id="1352" name="Google Shape;1352;p27"/>
          <p:cNvGrpSpPr/>
          <p:nvPr/>
        </p:nvGrpSpPr>
        <p:grpSpPr>
          <a:xfrm>
            <a:off x="-2255105" y="4433249"/>
            <a:ext cx="4477807" cy="839588"/>
            <a:chOff x="3098100" y="3849750"/>
            <a:chExt cx="940775" cy="270425"/>
          </a:xfrm>
        </p:grpSpPr>
        <p:sp>
          <p:nvSpPr>
            <p:cNvPr id="1353" name="Google Shape;1353;p27"/>
            <p:cNvSpPr/>
            <p:nvPr/>
          </p:nvSpPr>
          <p:spPr>
            <a:xfrm>
              <a:off x="3304800" y="3882975"/>
              <a:ext cx="665525" cy="237200"/>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7"/>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6" name="Google Shape;1356;p27"/>
          <p:cNvGrpSpPr/>
          <p:nvPr/>
        </p:nvGrpSpPr>
        <p:grpSpPr>
          <a:xfrm>
            <a:off x="4038601" y="-137099"/>
            <a:ext cx="5314951" cy="5357097"/>
            <a:chOff x="4038601" y="-137099"/>
            <a:chExt cx="5314951" cy="5357097"/>
          </a:xfrm>
        </p:grpSpPr>
        <p:grpSp>
          <p:nvGrpSpPr>
            <p:cNvPr id="1357" name="Google Shape;1357;p27"/>
            <p:cNvGrpSpPr/>
            <p:nvPr/>
          </p:nvGrpSpPr>
          <p:grpSpPr>
            <a:xfrm>
              <a:off x="5827386" y="-55175"/>
              <a:ext cx="3400978" cy="5274667"/>
              <a:chOff x="5827590" y="0"/>
              <a:chExt cx="3316410" cy="5143508"/>
            </a:xfrm>
          </p:grpSpPr>
          <p:sp>
            <p:nvSpPr>
              <p:cNvPr id="1358" name="Google Shape;1358;p27"/>
              <p:cNvSpPr/>
              <p:nvPr/>
            </p:nvSpPr>
            <p:spPr>
              <a:xfrm flipH="1">
                <a:off x="8348056" y="1053597"/>
                <a:ext cx="795944" cy="1305112"/>
              </a:xfrm>
              <a:custGeom>
                <a:avLst/>
                <a:gdLst/>
                <a:ahLst/>
                <a:cxnLst/>
                <a:rect l="l" t="t" r="r" b="b"/>
                <a:pathLst>
                  <a:path w="5959" h="9771" extrusionOk="0">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7"/>
              <p:cNvSpPr/>
              <p:nvPr/>
            </p:nvSpPr>
            <p:spPr>
              <a:xfrm flipH="1">
                <a:off x="8079981" y="0"/>
                <a:ext cx="1064019" cy="2206710"/>
              </a:xfrm>
              <a:custGeom>
                <a:avLst/>
                <a:gdLst/>
                <a:ahLst/>
                <a:cxnLst/>
                <a:rect l="l" t="t" r="r" b="b"/>
                <a:pathLst>
                  <a:path w="7966" h="16521" extrusionOk="0">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7"/>
              <p:cNvSpPr/>
              <p:nvPr/>
            </p:nvSpPr>
            <p:spPr>
              <a:xfrm flipH="1">
                <a:off x="5827590" y="2206571"/>
                <a:ext cx="3316410" cy="2936937"/>
              </a:xfrm>
              <a:custGeom>
                <a:avLst/>
                <a:gdLst/>
                <a:ahLst/>
                <a:cxnLst/>
                <a:rect l="l" t="t" r="r" b="b"/>
                <a:pathLst>
                  <a:path w="24829" h="21988" extrusionOk="0">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61" name="Google Shape;1361;p27"/>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362" name="Google Shape;1362;p27"/>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p:cSld name="TITLE_ONLY_3_2">
    <p:spTree>
      <p:nvGrpSpPr>
        <p:cNvPr id="1" name="Shape 1363"/>
        <p:cNvGrpSpPr/>
        <p:nvPr/>
      </p:nvGrpSpPr>
      <p:grpSpPr>
        <a:xfrm>
          <a:off x="0" y="0"/>
          <a:ext cx="0" cy="0"/>
          <a:chOff x="0" y="0"/>
          <a:chExt cx="0" cy="0"/>
        </a:xfrm>
      </p:grpSpPr>
      <p:sp>
        <p:nvSpPr>
          <p:cNvPr id="1364" name="Google Shape;1364;p28"/>
          <p:cNvSpPr txBox="1">
            <a:spLocks noGrp="1"/>
          </p:cNvSpPr>
          <p:nvPr>
            <p:ph type="title"/>
          </p:nvPr>
        </p:nvSpPr>
        <p:spPr>
          <a:xfrm>
            <a:off x="914400" y="499701"/>
            <a:ext cx="7299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365" name="Google Shape;1365;p28"/>
          <p:cNvGrpSpPr/>
          <p:nvPr/>
        </p:nvGrpSpPr>
        <p:grpSpPr>
          <a:xfrm>
            <a:off x="4340703" y="4855367"/>
            <a:ext cx="2740195" cy="335138"/>
            <a:chOff x="3731103" y="4808559"/>
            <a:chExt cx="2740195" cy="335138"/>
          </a:xfrm>
        </p:grpSpPr>
        <p:sp>
          <p:nvSpPr>
            <p:cNvPr id="1366" name="Google Shape;1366;p28"/>
            <p:cNvSpPr/>
            <p:nvPr/>
          </p:nvSpPr>
          <p:spPr>
            <a:xfrm>
              <a:off x="4333158" y="4849734"/>
              <a:ext cx="1938475" cy="293962"/>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3731103" y="4808559"/>
              <a:ext cx="2740195" cy="335138"/>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4333158" y="4950520"/>
              <a:ext cx="1938475" cy="193176"/>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8"/>
          <p:cNvGrpSpPr/>
          <p:nvPr/>
        </p:nvGrpSpPr>
        <p:grpSpPr>
          <a:xfrm>
            <a:off x="5345050" y="-1560054"/>
            <a:ext cx="4971049" cy="3954101"/>
            <a:chOff x="5345050" y="-1560054"/>
            <a:chExt cx="4971049" cy="3954101"/>
          </a:xfrm>
        </p:grpSpPr>
        <p:sp>
          <p:nvSpPr>
            <p:cNvPr id="1370" name="Google Shape;1370;p28"/>
            <p:cNvSpPr/>
            <p:nvPr/>
          </p:nvSpPr>
          <p:spPr>
            <a:xfrm rot="7712825">
              <a:off x="7528643" y="-1441460"/>
              <a:ext cx="1662997" cy="2821926"/>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rot="10617885">
              <a:off x="8579541" y="-469927"/>
              <a:ext cx="1662996" cy="282192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2" name="Google Shape;1372;p28"/>
            <p:cNvPicPr preferRelativeResize="0"/>
            <p:nvPr/>
          </p:nvPicPr>
          <p:blipFill>
            <a:blip r:embed="rId2">
              <a:alphaModFix/>
            </a:blip>
            <a:stretch>
              <a:fillRect/>
            </a:stretch>
          </p:blipFill>
          <p:spPr>
            <a:xfrm>
              <a:off x="5345050" y="-72575"/>
              <a:ext cx="4074470" cy="2291900"/>
            </a:xfrm>
            <a:prstGeom prst="rect">
              <a:avLst/>
            </a:prstGeom>
            <a:noFill/>
            <a:ln>
              <a:noFill/>
            </a:ln>
          </p:spPr>
        </p:pic>
      </p:grpSp>
      <p:grpSp>
        <p:nvGrpSpPr>
          <p:cNvPr id="1373" name="Google Shape;1373;p28"/>
          <p:cNvGrpSpPr/>
          <p:nvPr/>
        </p:nvGrpSpPr>
        <p:grpSpPr>
          <a:xfrm>
            <a:off x="-601612" y="3343275"/>
            <a:ext cx="3894259" cy="3108268"/>
            <a:chOff x="-601612" y="3343275"/>
            <a:chExt cx="3894259" cy="3108268"/>
          </a:xfrm>
        </p:grpSpPr>
        <p:sp>
          <p:nvSpPr>
            <p:cNvPr id="1374" name="Google Shape;1374;p28"/>
            <p:cNvSpPr/>
            <p:nvPr/>
          </p:nvSpPr>
          <p:spPr>
            <a:xfrm rot="10800000" flipH="1">
              <a:off x="-350341" y="4191700"/>
              <a:ext cx="1115229" cy="1401387"/>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rot="6129409">
              <a:off x="121333" y="3930606"/>
              <a:ext cx="1662990" cy="2821948"/>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6" name="Google Shape;1376;p28"/>
            <p:cNvPicPr preferRelativeResize="0"/>
            <p:nvPr/>
          </p:nvPicPr>
          <p:blipFill>
            <a:blip r:embed="rId3">
              <a:alphaModFix/>
            </a:blip>
            <a:stretch>
              <a:fillRect/>
            </a:stretch>
          </p:blipFill>
          <p:spPr>
            <a:xfrm>
              <a:off x="-82800" y="3343275"/>
              <a:ext cx="3375446" cy="1898699"/>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3">
  <p:cSld name="TITLE_ONLY_3_1_2">
    <p:spTree>
      <p:nvGrpSpPr>
        <p:cNvPr id="1" name="Shape 1377"/>
        <p:cNvGrpSpPr/>
        <p:nvPr/>
      </p:nvGrpSpPr>
      <p:grpSpPr>
        <a:xfrm>
          <a:off x="0" y="0"/>
          <a:ext cx="0" cy="0"/>
          <a:chOff x="0" y="0"/>
          <a:chExt cx="0" cy="0"/>
        </a:xfrm>
      </p:grpSpPr>
      <p:sp>
        <p:nvSpPr>
          <p:cNvPr id="1378" name="Google Shape;1378;p29"/>
          <p:cNvSpPr txBox="1">
            <a:spLocks noGrp="1"/>
          </p:cNvSpPr>
          <p:nvPr>
            <p:ph type="title"/>
          </p:nvPr>
        </p:nvSpPr>
        <p:spPr>
          <a:xfrm>
            <a:off x="914400" y="504464"/>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379" name="Google Shape;1379;p29"/>
          <p:cNvGrpSpPr/>
          <p:nvPr/>
        </p:nvGrpSpPr>
        <p:grpSpPr>
          <a:xfrm>
            <a:off x="6820200" y="-775628"/>
            <a:ext cx="2733576" cy="1948491"/>
            <a:chOff x="6820200" y="-775628"/>
            <a:chExt cx="2733576" cy="1948491"/>
          </a:xfrm>
        </p:grpSpPr>
        <p:pic>
          <p:nvPicPr>
            <p:cNvPr id="1380" name="Google Shape;1380;p29"/>
            <p:cNvPicPr preferRelativeResize="0"/>
            <p:nvPr/>
          </p:nvPicPr>
          <p:blipFill>
            <a:blip r:embed="rId2">
              <a:alphaModFix/>
            </a:blip>
            <a:stretch>
              <a:fillRect/>
            </a:stretch>
          </p:blipFill>
          <p:spPr>
            <a:xfrm>
              <a:off x="6820200" y="-775628"/>
              <a:ext cx="2733576" cy="1537624"/>
            </a:xfrm>
            <a:prstGeom prst="rect">
              <a:avLst/>
            </a:prstGeom>
            <a:noFill/>
            <a:ln>
              <a:noFill/>
            </a:ln>
          </p:spPr>
        </p:pic>
        <p:grpSp>
          <p:nvGrpSpPr>
            <p:cNvPr id="1381" name="Google Shape;1381;p29"/>
            <p:cNvGrpSpPr/>
            <p:nvPr/>
          </p:nvGrpSpPr>
          <p:grpSpPr>
            <a:xfrm>
              <a:off x="7971350" y="-76206"/>
              <a:ext cx="1248849" cy="1249070"/>
              <a:chOff x="4566375" y="4123125"/>
              <a:chExt cx="565525" cy="565625"/>
            </a:xfrm>
          </p:grpSpPr>
          <p:sp>
            <p:nvSpPr>
              <p:cNvPr id="1382" name="Google Shape;1382;p29"/>
              <p:cNvSpPr/>
              <p:nvPr/>
            </p:nvSpPr>
            <p:spPr>
              <a:xfrm>
                <a:off x="4566375" y="4123125"/>
                <a:ext cx="565525" cy="565625"/>
              </a:xfrm>
              <a:custGeom>
                <a:avLst/>
                <a:gdLst/>
                <a:ahLst/>
                <a:cxnLst/>
                <a:rect l="l" t="t" r="r" b="b"/>
                <a:pathLst>
                  <a:path w="22621" h="22625" extrusionOk="0">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9"/>
              <p:cNvSpPr/>
              <p:nvPr/>
            </p:nvSpPr>
            <p:spPr>
              <a:xfrm>
                <a:off x="4575400" y="4123125"/>
                <a:ext cx="556500" cy="428500"/>
              </a:xfrm>
              <a:custGeom>
                <a:avLst/>
                <a:gdLst/>
                <a:ahLst/>
                <a:cxnLst/>
                <a:rect l="l" t="t" r="r" b="b"/>
                <a:pathLst>
                  <a:path w="22260" h="17140" extrusionOk="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9"/>
              <p:cNvSpPr/>
              <p:nvPr/>
            </p:nvSpPr>
            <p:spPr>
              <a:xfrm>
                <a:off x="4932850" y="4123125"/>
                <a:ext cx="194025" cy="75100"/>
              </a:xfrm>
              <a:custGeom>
                <a:avLst/>
                <a:gdLst/>
                <a:ahLst/>
                <a:cxnLst/>
                <a:rect l="l" t="t" r="r" b="b"/>
                <a:pathLst>
                  <a:path w="7761" h="3004" extrusionOk="0">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9"/>
              <p:cNvSpPr/>
              <p:nvPr/>
            </p:nvSpPr>
            <p:spPr>
              <a:xfrm>
                <a:off x="4836025" y="4582925"/>
                <a:ext cx="124500" cy="87550"/>
              </a:xfrm>
              <a:custGeom>
                <a:avLst/>
                <a:gdLst/>
                <a:ahLst/>
                <a:cxnLst/>
                <a:rect l="l" t="t" r="r" b="b"/>
                <a:pathLst>
                  <a:path w="4980" h="3502" extrusionOk="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6" name="Google Shape;1386;p29"/>
          <p:cNvGrpSpPr/>
          <p:nvPr/>
        </p:nvGrpSpPr>
        <p:grpSpPr>
          <a:xfrm>
            <a:off x="-124850" y="3209925"/>
            <a:ext cx="2622160" cy="2514600"/>
            <a:chOff x="-124850" y="3209925"/>
            <a:chExt cx="2622160" cy="2514600"/>
          </a:xfrm>
        </p:grpSpPr>
        <p:grpSp>
          <p:nvGrpSpPr>
            <p:cNvPr id="1387" name="Google Shape;1387;p29"/>
            <p:cNvGrpSpPr/>
            <p:nvPr/>
          </p:nvGrpSpPr>
          <p:grpSpPr>
            <a:xfrm rot="5400000">
              <a:off x="380886" y="3067041"/>
              <a:ext cx="1659337" cy="2573510"/>
              <a:chOff x="5827590" y="0"/>
              <a:chExt cx="3316410" cy="5143508"/>
            </a:xfrm>
          </p:grpSpPr>
          <p:sp>
            <p:nvSpPr>
              <p:cNvPr id="1388" name="Google Shape;1388;p29"/>
              <p:cNvSpPr/>
              <p:nvPr/>
            </p:nvSpPr>
            <p:spPr>
              <a:xfrm flipH="1">
                <a:off x="8348056" y="1053597"/>
                <a:ext cx="795944" cy="1305112"/>
              </a:xfrm>
              <a:custGeom>
                <a:avLst/>
                <a:gdLst/>
                <a:ahLst/>
                <a:cxnLst/>
                <a:rect l="l" t="t" r="r" b="b"/>
                <a:pathLst>
                  <a:path w="5959" h="9771" extrusionOk="0">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9"/>
              <p:cNvSpPr/>
              <p:nvPr/>
            </p:nvSpPr>
            <p:spPr>
              <a:xfrm flipH="1">
                <a:off x="8079981" y="0"/>
                <a:ext cx="1064019" cy="2206710"/>
              </a:xfrm>
              <a:custGeom>
                <a:avLst/>
                <a:gdLst/>
                <a:ahLst/>
                <a:cxnLst/>
                <a:rect l="l" t="t" r="r" b="b"/>
                <a:pathLst>
                  <a:path w="7966" h="16521" extrusionOk="0">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9"/>
              <p:cNvSpPr/>
              <p:nvPr/>
            </p:nvSpPr>
            <p:spPr>
              <a:xfrm flipH="1">
                <a:off x="5827590" y="2206571"/>
                <a:ext cx="3316410" cy="2936937"/>
              </a:xfrm>
              <a:custGeom>
                <a:avLst/>
                <a:gdLst/>
                <a:ahLst/>
                <a:cxnLst/>
                <a:rect l="l" t="t" r="r" b="b"/>
                <a:pathLst>
                  <a:path w="24829" h="21988" extrusionOk="0">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1" name="Google Shape;1391;p29"/>
            <p:cNvPicPr preferRelativeResize="0"/>
            <p:nvPr/>
          </p:nvPicPr>
          <p:blipFill>
            <a:blip r:embed="rId3">
              <a:alphaModFix/>
            </a:blip>
            <a:stretch>
              <a:fillRect/>
            </a:stretch>
          </p:blipFill>
          <p:spPr>
            <a:xfrm rot="5400000">
              <a:off x="-1130338" y="4215413"/>
              <a:ext cx="2514600" cy="503625"/>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4">
  <p:cSld name="TITLE_ONLY_3_1_1_1">
    <p:spTree>
      <p:nvGrpSpPr>
        <p:cNvPr id="1" name="Shape 1392"/>
        <p:cNvGrpSpPr/>
        <p:nvPr/>
      </p:nvGrpSpPr>
      <p:grpSpPr>
        <a:xfrm>
          <a:off x="0" y="0"/>
          <a:ext cx="0" cy="0"/>
          <a:chOff x="0" y="0"/>
          <a:chExt cx="0" cy="0"/>
        </a:xfrm>
      </p:grpSpPr>
      <p:sp>
        <p:nvSpPr>
          <p:cNvPr id="1393" name="Google Shape;1393;p30"/>
          <p:cNvSpPr txBox="1">
            <a:spLocks noGrp="1"/>
          </p:cNvSpPr>
          <p:nvPr>
            <p:ph type="title"/>
          </p:nvPr>
        </p:nvSpPr>
        <p:spPr>
          <a:xfrm>
            <a:off x="914400" y="511791"/>
            <a:ext cx="7299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394" name="Google Shape;1394;p30"/>
          <p:cNvGrpSpPr/>
          <p:nvPr/>
        </p:nvGrpSpPr>
        <p:grpSpPr>
          <a:xfrm>
            <a:off x="6391275" y="-678989"/>
            <a:ext cx="3190877" cy="2248692"/>
            <a:chOff x="6391275" y="-678989"/>
            <a:chExt cx="3190877" cy="2248692"/>
          </a:xfrm>
        </p:grpSpPr>
        <p:sp>
          <p:nvSpPr>
            <p:cNvPr id="1395" name="Google Shape;1395;p30"/>
            <p:cNvSpPr/>
            <p:nvPr/>
          </p:nvSpPr>
          <p:spPr>
            <a:xfrm rot="9432676">
              <a:off x="7552803" y="-428059"/>
              <a:ext cx="1513587" cy="1081190"/>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0"/>
            <p:cNvSpPr/>
            <p:nvPr/>
          </p:nvSpPr>
          <p:spPr>
            <a:xfrm>
              <a:off x="7734153" y="-225157"/>
              <a:ext cx="1600774" cy="1383657"/>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7" name="Google Shape;1397;p30"/>
            <p:cNvPicPr preferRelativeResize="0"/>
            <p:nvPr/>
          </p:nvPicPr>
          <p:blipFill>
            <a:blip r:embed="rId2">
              <a:alphaModFix/>
            </a:blip>
            <a:stretch>
              <a:fillRect/>
            </a:stretch>
          </p:blipFill>
          <p:spPr>
            <a:xfrm>
              <a:off x="6391275" y="-225149"/>
              <a:ext cx="3190877" cy="1794852"/>
            </a:xfrm>
            <a:prstGeom prst="rect">
              <a:avLst/>
            </a:prstGeom>
            <a:noFill/>
            <a:ln>
              <a:noFill/>
            </a:ln>
          </p:spPr>
        </p:pic>
      </p:grpSp>
      <p:grpSp>
        <p:nvGrpSpPr>
          <p:cNvPr id="1398" name="Google Shape;1398;p30"/>
          <p:cNvGrpSpPr/>
          <p:nvPr/>
        </p:nvGrpSpPr>
        <p:grpSpPr>
          <a:xfrm>
            <a:off x="-895800" y="3667189"/>
            <a:ext cx="3610425" cy="1978317"/>
            <a:chOff x="-895800" y="3667189"/>
            <a:chExt cx="3610425" cy="1978317"/>
          </a:xfrm>
        </p:grpSpPr>
        <p:sp>
          <p:nvSpPr>
            <p:cNvPr id="1399" name="Google Shape;1399;p30"/>
            <p:cNvSpPr/>
            <p:nvPr/>
          </p:nvSpPr>
          <p:spPr>
            <a:xfrm rot="9097042">
              <a:off x="-663141" y="3964503"/>
              <a:ext cx="1600810" cy="1383689"/>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0"/>
            <p:cNvSpPr/>
            <p:nvPr/>
          </p:nvSpPr>
          <p:spPr>
            <a:xfrm rot="10800000">
              <a:off x="-205900" y="4116925"/>
              <a:ext cx="1600774" cy="1383657"/>
            </a:xfrm>
            <a:custGeom>
              <a:avLst/>
              <a:gdLst/>
              <a:ahLst/>
              <a:cxnLst/>
              <a:rect l="l" t="t" r="r" b="b"/>
              <a:pathLst>
                <a:path w="29956" h="25893" extrusionOk="0">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1" name="Google Shape;1401;p30"/>
            <p:cNvPicPr preferRelativeResize="0"/>
            <p:nvPr/>
          </p:nvPicPr>
          <p:blipFill rotWithShape="1">
            <a:blip r:embed="rId3">
              <a:alphaModFix/>
            </a:blip>
            <a:srcRect r="19309"/>
            <a:stretch/>
          </p:blipFill>
          <p:spPr>
            <a:xfrm flipH="1">
              <a:off x="-205897" y="3864925"/>
              <a:ext cx="2920522" cy="1383647"/>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p:cSld name="TITLE_ONLY_2_1">
    <p:bg>
      <p:bgPr>
        <a:solidFill>
          <a:srgbClr val="F7F8FC"/>
        </a:solidFill>
        <a:effectLst/>
      </p:bgPr>
    </p:bg>
    <p:spTree>
      <p:nvGrpSpPr>
        <p:cNvPr id="1" name="Shape 1402"/>
        <p:cNvGrpSpPr/>
        <p:nvPr/>
      </p:nvGrpSpPr>
      <p:grpSpPr>
        <a:xfrm>
          <a:off x="0" y="0"/>
          <a:ext cx="0" cy="0"/>
          <a:chOff x="0" y="0"/>
          <a:chExt cx="0" cy="0"/>
        </a:xfrm>
      </p:grpSpPr>
      <p:sp>
        <p:nvSpPr>
          <p:cNvPr id="1403" name="Google Shape;1403;p31"/>
          <p:cNvSpPr txBox="1">
            <a:spLocks noGrp="1"/>
          </p:cNvSpPr>
          <p:nvPr>
            <p:ph type="title"/>
          </p:nvPr>
        </p:nvSpPr>
        <p:spPr>
          <a:xfrm>
            <a:off x="914400" y="506399"/>
            <a:ext cx="7315200" cy="548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04" name="Google Shape;1404;p31"/>
          <p:cNvSpPr txBox="1">
            <a:spLocks noGrp="1"/>
          </p:cNvSpPr>
          <p:nvPr>
            <p:ph type="subTitle" idx="1"/>
          </p:nvPr>
        </p:nvSpPr>
        <p:spPr>
          <a:xfrm>
            <a:off x="2278575" y="2250767"/>
            <a:ext cx="976200" cy="325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05" name="Google Shape;1405;p31"/>
          <p:cNvSpPr txBox="1">
            <a:spLocks noGrp="1"/>
          </p:cNvSpPr>
          <p:nvPr>
            <p:ph type="subTitle" idx="2"/>
          </p:nvPr>
        </p:nvSpPr>
        <p:spPr>
          <a:xfrm>
            <a:off x="4606500" y="2250767"/>
            <a:ext cx="984600" cy="325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06" name="Google Shape;1406;p31"/>
          <p:cNvSpPr txBox="1">
            <a:spLocks noGrp="1"/>
          </p:cNvSpPr>
          <p:nvPr>
            <p:ph type="subTitle" idx="3"/>
          </p:nvPr>
        </p:nvSpPr>
        <p:spPr>
          <a:xfrm>
            <a:off x="7238755" y="2250767"/>
            <a:ext cx="984600" cy="325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07" name="Google Shape;1407;p31"/>
          <p:cNvSpPr txBox="1">
            <a:spLocks noGrp="1"/>
          </p:cNvSpPr>
          <p:nvPr>
            <p:ph type="subTitle" idx="4"/>
          </p:nvPr>
        </p:nvSpPr>
        <p:spPr>
          <a:xfrm>
            <a:off x="1235357" y="2858255"/>
            <a:ext cx="1828800" cy="731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08" name="Google Shape;1408;p31"/>
          <p:cNvSpPr txBox="1">
            <a:spLocks noGrp="1"/>
          </p:cNvSpPr>
          <p:nvPr>
            <p:ph type="subTitle" idx="5"/>
          </p:nvPr>
        </p:nvSpPr>
        <p:spPr>
          <a:xfrm>
            <a:off x="3661898" y="2858255"/>
            <a:ext cx="1828800" cy="73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latin typeface="Montserrat ExtraBold"/>
                <a:ea typeface="Montserrat ExtraBold"/>
                <a:cs typeface="Montserrat ExtraBold"/>
                <a:sym typeface="Montserrat ExtraBold"/>
              </a:defRPr>
            </a:lvl1pPr>
            <a:lvl2pPr lvl="1" algn="ctr" rtl="0">
              <a:lnSpc>
                <a:spcPct val="100000"/>
              </a:lnSpc>
              <a:spcBef>
                <a:spcPts val="0"/>
              </a:spcBef>
              <a:spcAft>
                <a:spcPts val="0"/>
              </a:spcAft>
              <a:buNone/>
              <a:defRPr sz="1800">
                <a:latin typeface="Montserrat ExtraBold"/>
                <a:ea typeface="Montserrat ExtraBold"/>
                <a:cs typeface="Montserrat ExtraBold"/>
                <a:sym typeface="Montserrat ExtraBold"/>
              </a:defRPr>
            </a:lvl2pPr>
            <a:lvl3pPr lvl="2" algn="ctr" rtl="0">
              <a:lnSpc>
                <a:spcPct val="100000"/>
              </a:lnSpc>
              <a:spcBef>
                <a:spcPts val="0"/>
              </a:spcBef>
              <a:spcAft>
                <a:spcPts val="0"/>
              </a:spcAft>
              <a:buNone/>
              <a:defRPr sz="1800">
                <a:latin typeface="Montserrat ExtraBold"/>
                <a:ea typeface="Montserrat ExtraBold"/>
                <a:cs typeface="Montserrat ExtraBold"/>
                <a:sym typeface="Montserrat ExtraBold"/>
              </a:defRPr>
            </a:lvl3pPr>
            <a:lvl4pPr lvl="3" algn="ctr" rtl="0">
              <a:lnSpc>
                <a:spcPct val="100000"/>
              </a:lnSpc>
              <a:spcBef>
                <a:spcPts val="0"/>
              </a:spcBef>
              <a:spcAft>
                <a:spcPts val="0"/>
              </a:spcAft>
              <a:buNone/>
              <a:defRPr sz="1800">
                <a:latin typeface="Montserrat ExtraBold"/>
                <a:ea typeface="Montserrat ExtraBold"/>
                <a:cs typeface="Montserrat ExtraBold"/>
                <a:sym typeface="Montserrat ExtraBold"/>
              </a:defRPr>
            </a:lvl4pPr>
            <a:lvl5pPr lvl="4" algn="ctr" rtl="0">
              <a:lnSpc>
                <a:spcPct val="100000"/>
              </a:lnSpc>
              <a:spcBef>
                <a:spcPts val="0"/>
              </a:spcBef>
              <a:spcAft>
                <a:spcPts val="0"/>
              </a:spcAft>
              <a:buNone/>
              <a:defRPr sz="1800">
                <a:latin typeface="Montserrat ExtraBold"/>
                <a:ea typeface="Montserrat ExtraBold"/>
                <a:cs typeface="Montserrat ExtraBold"/>
                <a:sym typeface="Montserrat ExtraBold"/>
              </a:defRPr>
            </a:lvl5pPr>
            <a:lvl6pPr lvl="5" algn="ctr" rtl="0">
              <a:lnSpc>
                <a:spcPct val="100000"/>
              </a:lnSpc>
              <a:spcBef>
                <a:spcPts val="0"/>
              </a:spcBef>
              <a:spcAft>
                <a:spcPts val="0"/>
              </a:spcAft>
              <a:buNone/>
              <a:defRPr sz="1800">
                <a:latin typeface="Montserrat ExtraBold"/>
                <a:ea typeface="Montserrat ExtraBold"/>
                <a:cs typeface="Montserrat ExtraBold"/>
                <a:sym typeface="Montserrat ExtraBold"/>
              </a:defRPr>
            </a:lvl6pPr>
            <a:lvl7pPr lvl="6" algn="ctr" rtl="0">
              <a:lnSpc>
                <a:spcPct val="100000"/>
              </a:lnSpc>
              <a:spcBef>
                <a:spcPts val="0"/>
              </a:spcBef>
              <a:spcAft>
                <a:spcPts val="0"/>
              </a:spcAft>
              <a:buNone/>
              <a:defRPr sz="1800">
                <a:latin typeface="Montserrat ExtraBold"/>
                <a:ea typeface="Montserrat ExtraBold"/>
                <a:cs typeface="Montserrat ExtraBold"/>
                <a:sym typeface="Montserrat ExtraBold"/>
              </a:defRPr>
            </a:lvl7pPr>
            <a:lvl8pPr lvl="7" algn="ctr" rtl="0">
              <a:lnSpc>
                <a:spcPct val="100000"/>
              </a:lnSpc>
              <a:spcBef>
                <a:spcPts val="0"/>
              </a:spcBef>
              <a:spcAft>
                <a:spcPts val="0"/>
              </a:spcAft>
              <a:buNone/>
              <a:defRPr sz="1800">
                <a:latin typeface="Montserrat ExtraBold"/>
                <a:ea typeface="Montserrat ExtraBold"/>
                <a:cs typeface="Montserrat ExtraBold"/>
                <a:sym typeface="Montserrat ExtraBold"/>
              </a:defRPr>
            </a:lvl8pPr>
            <a:lvl9pPr lvl="8" algn="ctr" rtl="0">
              <a:lnSpc>
                <a:spcPct val="100000"/>
              </a:lnSpc>
              <a:spcBef>
                <a:spcPts val="0"/>
              </a:spcBef>
              <a:spcAft>
                <a:spcPts val="0"/>
              </a:spcAft>
              <a:buNone/>
              <a:defRPr sz="1800">
                <a:latin typeface="Montserrat ExtraBold"/>
                <a:ea typeface="Montserrat ExtraBold"/>
                <a:cs typeface="Montserrat ExtraBold"/>
                <a:sym typeface="Montserrat ExtraBold"/>
              </a:defRPr>
            </a:lvl9pPr>
          </a:lstStyle>
          <a:p>
            <a:endParaRPr/>
          </a:p>
        </p:txBody>
      </p:sp>
      <p:sp>
        <p:nvSpPr>
          <p:cNvPr id="1409" name="Google Shape;1409;p31"/>
          <p:cNvSpPr txBox="1">
            <a:spLocks noGrp="1"/>
          </p:cNvSpPr>
          <p:nvPr>
            <p:ph type="subTitle" idx="6"/>
          </p:nvPr>
        </p:nvSpPr>
        <p:spPr>
          <a:xfrm>
            <a:off x="6088439" y="2858255"/>
            <a:ext cx="1828800" cy="73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10" name="Google Shape;1410;p31"/>
          <p:cNvSpPr txBox="1">
            <a:spLocks noGrp="1"/>
          </p:cNvSpPr>
          <p:nvPr>
            <p:ph type="subTitle" idx="7"/>
          </p:nvPr>
        </p:nvSpPr>
        <p:spPr>
          <a:xfrm>
            <a:off x="1326857" y="3467290"/>
            <a:ext cx="1645800" cy="91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0"/>
              </a:spcBef>
              <a:spcAft>
                <a:spcPts val="0"/>
              </a:spcAft>
              <a:buNone/>
              <a:defRPr>
                <a:solidFill>
                  <a:schemeClr val="accent3"/>
                </a:solidFill>
              </a:defRPr>
            </a:lvl2pPr>
            <a:lvl3pPr lvl="2" algn="ctr" rtl="0">
              <a:lnSpc>
                <a:spcPct val="100000"/>
              </a:lnSpc>
              <a:spcBef>
                <a:spcPts val="0"/>
              </a:spcBef>
              <a:spcAft>
                <a:spcPts val="0"/>
              </a:spcAft>
              <a:buNone/>
              <a:defRPr>
                <a:solidFill>
                  <a:schemeClr val="accent3"/>
                </a:solidFill>
              </a:defRPr>
            </a:lvl3pPr>
            <a:lvl4pPr lvl="3" algn="ctr" rtl="0">
              <a:lnSpc>
                <a:spcPct val="100000"/>
              </a:lnSpc>
              <a:spcBef>
                <a:spcPts val="0"/>
              </a:spcBef>
              <a:spcAft>
                <a:spcPts val="0"/>
              </a:spcAft>
              <a:buNone/>
              <a:defRPr>
                <a:solidFill>
                  <a:schemeClr val="accent3"/>
                </a:solidFill>
              </a:defRPr>
            </a:lvl4pPr>
            <a:lvl5pPr lvl="4" algn="ctr" rtl="0">
              <a:lnSpc>
                <a:spcPct val="100000"/>
              </a:lnSpc>
              <a:spcBef>
                <a:spcPts val="0"/>
              </a:spcBef>
              <a:spcAft>
                <a:spcPts val="0"/>
              </a:spcAft>
              <a:buNone/>
              <a:defRPr>
                <a:solidFill>
                  <a:schemeClr val="accent3"/>
                </a:solidFill>
              </a:defRPr>
            </a:lvl5pPr>
            <a:lvl6pPr lvl="5" algn="ctr" rtl="0">
              <a:lnSpc>
                <a:spcPct val="100000"/>
              </a:lnSpc>
              <a:spcBef>
                <a:spcPts val="0"/>
              </a:spcBef>
              <a:spcAft>
                <a:spcPts val="0"/>
              </a:spcAft>
              <a:buNone/>
              <a:defRPr>
                <a:solidFill>
                  <a:schemeClr val="accent3"/>
                </a:solidFill>
              </a:defRPr>
            </a:lvl6pPr>
            <a:lvl7pPr lvl="6" algn="ctr" rtl="0">
              <a:lnSpc>
                <a:spcPct val="100000"/>
              </a:lnSpc>
              <a:spcBef>
                <a:spcPts val="0"/>
              </a:spcBef>
              <a:spcAft>
                <a:spcPts val="0"/>
              </a:spcAft>
              <a:buNone/>
              <a:defRPr>
                <a:solidFill>
                  <a:schemeClr val="accent3"/>
                </a:solidFill>
              </a:defRPr>
            </a:lvl7pPr>
            <a:lvl8pPr lvl="7" algn="ctr" rtl="0">
              <a:lnSpc>
                <a:spcPct val="100000"/>
              </a:lnSpc>
              <a:spcBef>
                <a:spcPts val="0"/>
              </a:spcBef>
              <a:spcAft>
                <a:spcPts val="0"/>
              </a:spcAft>
              <a:buNone/>
              <a:defRPr>
                <a:solidFill>
                  <a:schemeClr val="accent3"/>
                </a:solidFill>
              </a:defRPr>
            </a:lvl8pPr>
            <a:lvl9pPr lvl="8" algn="ctr" rtl="0">
              <a:lnSpc>
                <a:spcPct val="100000"/>
              </a:lnSpc>
              <a:spcBef>
                <a:spcPts val="0"/>
              </a:spcBef>
              <a:spcAft>
                <a:spcPts val="0"/>
              </a:spcAft>
              <a:buNone/>
              <a:defRPr>
                <a:solidFill>
                  <a:schemeClr val="accent3"/>
                </a:solidFill>
              </a:defRPr>
            </a:lvl9pPr>
          </a:lstStyle>
          <a:p>
            <a:endParaRPr/>
          </a:p>
        </p:txBody>
      </p:sp>
      <p:sp>
        <p:nvSpPr>
          <p:cNvPr id="1411" name="Google Shape;1411;p31"/>
          <p:cNvSpPr txBox="1">
            <a:spLocks noGrp="1"/>
          </p:cNvSpPr>
          <p:nvPr>
            <p:ph type="subTitle" idx="8"/>
          </p:nvPr>
        </p:nvSpPr>
        <p:spPr>
          <a:xfrm>
            <a:off x="3753398" y="3467290"/>
            <a:ext cx="1645800" cy="91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0"/>
              </a:spcBef>
              <a:spcAft>
                <a:spcPts val="0"/>
              </a:spcAft>
              <a:buNone/>
              <a:defRPr>
                <a:solidFill>
                  <a:schemeClr val="accent3"/>
                </a:solidFill>
              </a:defRPr>
            </a:lvl2pPr>
            <a:lvl3pPr lvl="2" algn="ctr" rtl="0">
              <a:lnSpc>
                <a:spcPct val="100000"/>
              </a:lnSpc>
              <a:spcBef>
                <a:spcPts val="0"/>
              </a:spcBef>
              <a:spcAft>
                <a:spcPts val="0"/>
              </a:spcAft>
              <a:buNone/>
              <a:defRPr>
                <a:solidFill>
                  <a:schemeClr val="accent3"/>
                </a:solidFill>
              </a:defRPr>
            </a:lvl3pPr>
            <a:lvl4pPr lvl="3" algn="ctr" rtl="0">
              <a:lnSpc>
                <a:spcPct val="100000"/>
              </a:lnSpc>
              <a:spcBef>
                <a:spcPts val="0"/>
              </a:spcBef>
              <a:spcAft>
                <a:spcPts val="0"/>
              </a:spcAft>
              <a:buNone/>
              <a:defRPr>
                <a:solidFill>
                  <a:schemeClr val="accent3"/>
                </a:solidFill>
              </a:defRPr>
            </a:lvl4pPr>
            <a:lvl5pPr lvl="4" algn="ctr" rtl="0">
              <a:lnSpc>
                <a:spcPct val="100000"/>
              </a:lnSpc>
              <a:spcBef>
                <a:spcPts val="0"/>
              </a:spcBef>
              <a:spcAft>
                <a:spcPts val="0"/>
              </a:spcAft>
              <a:buNone/>
              <a:defRPr>
                <a:solidFill>
                  <a:schemeClr val="accent3"/>
                </a:solidFill>
              </a:defRPr>
            </a:lvl5pPr>
            <a:lvl6pPr lvl="5" algn="ctr" rtl="0">
              <a:lnSpc>
                <a:spcPct val="100000"/>
              </a:lnSpc>
              <a:spcBef>
                <a:spcPts val="0"/>
              </a:spcBef>
              <a:spcAft>
                <a:spcPts val="0"/>
              </a:spcAft>
              <a:buNone/>
              <a:defRPr>
                <a:solidFill>
                  <a:schemeClr val="accent3"/>
                </a:solidFill>
              </a:defRPr>
            </a:lvl6pPr>
            <a:lvl7pPr lvl="6" algn="ctr" rtl="0">
              <a:lnSpc>
                <a:spcPct val="100000"/>
              </a:lnSpc>
              <a:spcBef>
                <a:spcPts val="0"/>
              </a:spcBef>
              <a:spcAft>
                <a:spcPts val="0"/>
              </a:spcAft>
              <a:buNone/>
              <a:defRPr>
                <a:solidFill>
                  <a:schemeClr val="accent3"/>
                </a:solidFill>
              </a:defRPr>
            </a:lvl7pPr>
            <a:lvl8pPr lvl="7" algn="ctr" rtl="0">
              <a:lnSpc>
                <a:spcPct val="100000"/>
              </a:lnSpc>
              <a:spcBef>
                <a:spcPts val="0"/>
              </a:spcBef>
              <a:spcAft>
                <a:spcPts val="0"/>
              </a:spcAft>
              <a:buNone/>
              <a:defRPr>
                <a:solidFill>
                  <a:schemeClr val="accent3"/>
                </a:solidFill>
              </a:defRPr>
            </a:lvl8pPr>
            <a:lvl9pPr lvl="8" algn="ctr" rtl="0">
              <a:lnSpc>
                <a:spcPct val="100000"/>
              </a:lnSpc>
              <a:spcBef>
                <a:spcPts val="0"/>
              </a:spcBef>
              <a:spcAft>
                <a:spcPts val="0"/>
              </a:spcAft>
              <a:buNone/>
              <a:defRPr>
                <a:solidFill>
                  <a:schemeClr val="accent3"/>
                </a:solidFill>
              </a:defRPr>
            </a:lvl9pPr>
          </a:lstStyle>
          <a:p>
            <a:endParaRPr/>
          </a:p>
        </p:txBody>
      </p:sp>
      <p:sp>
        <p:nvSpPr>
          <p:cNvPr id="1412" name="Google Shape;1412;p31"/>
          <p:cNvSpPr txBox="1">
            <a:spLocks noGrp="1"/>
          </p:cNvSpPr>
          <p:nvPr>
            <p:ph type="subTitle" idx="9"/>
          </p:nvPr>
        </p:nvSpPr>
        <p:spPr>
          <a:xfrm>
            <a:off x="6179939" y="3467290"/>
            <a:ext cx="1645800" cy="91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0"/>
              </a:spcBef>
              <a:spcAft>
                <a:spcPts val="0"/>
              </a:spcAft>
              <a:buNone/>
              <a:defRPr>
                <a:solidFill>
                  <a:schemeClr val="accent3"/>
                </a:solidFill>
              </a:defRPr>
            </a:lvl2pPr>
            <a:lvl3pPr lvl="2" algn="ctr" rtl="0">
              <a:lnSpc>
                <a:spcPct val="100000"/>
              </a:lnSpc>
              <a:spcBef>
                <a:spcPts val="0"/>
              </a:spcBef>
              <a:spcAft>
                <a:spcPts val="0"/>
              </a:spcAft>
              <a:buNone/>
              <a:defRPr>
                <a:solidFill>
                  <a:schemeClr val="accent3"/>
                </a:solidFill>
              </a:defRPr>
            </a:lvl3pPr>
            <a:lvl4pPr lvl="3" algn="ctr" rtl="0">
              <a:lnSpc>
                <a:spcPct val="100000"/>
              </a:lnSpc>
              <a:spcBef>
                <a:spcPts val="0"/>
              </a:spcBef>
              <a:spcAft>
                <a:spcPts val="0"/>
              </a:spcAft>
              <a:buNone/>
              <a:defRPr>
                <a:solidFill>
                  <a:schemeClr val="accent3"/>
                </a:solidFill>
              </a:defRPr>
            </a:lvl4pPr>
            <a:lvl5pPr lvl="4" algn="ctr" rtl="0">
              <a:lnSpc>
                <a:spcPct val="100000"/>
              </a:lnSpc>
              <a:spcBef>
                <a:spcPts val="0"/>
              </a:spcBef>
              <a:spcAft>
                <a:spcPts val="0"/>
              </a:spcAft>
              <a:buNone/>
              <a:defRPr>
                <a:solidFill>
                  <a:schemeClr val="accent3"/>
                </a:solidFill>
              </a:defRPr>
            </a:lvl5pPr>
            <a:lvl6pPr lvl="5" algn="ctr" rtl="0">
              <a:lnSpc>
                <a:spcPct val="100000"/>
              </a:lnSpc>
              <a:spcBef>
                <a:spcPts val="0"/>
              </a:spcBef>
              <a:spcAft>
                <a:spcPts val="0"/>
              </a:spcAft>
              <a:buNone/>
              <a:defRPr>
                <a:solidFill>
                  <a:schemeClr val="accent3"/>
                </a:solidFill>
              </a:defRPr>
            </a:lvl6pPr>
            <a:lvl7pPr lvl="6" algn="ctr" rtl="0">
              <a:lnSpc>
                <a:spcPct val="100000"/>
              </a:lnSpc>
              <a:spcBef>
                <a:spcPts val="0"/>
              </a:spcBef>
              <a:spcAft>
                <a:spcPts val="0"/>
              </a:spcAft>
              <a:buNone/>
              <a:defRPr>
                <a:solidFill>
                  <a:schemeClr val="accent3"/>
                </a:solidFill>
              </a:defRPr>
            </a:lvl7pPr>
            <a:lvl8pPr lvl="7" algn="ctr" rtl="0">
              <a:lnSpc>
                <a:spcPct val="100000"/>
              </a:lnSpc>
              <a:spcBef>
                <a:spcPts val="0"/>
              </a:spcBef>
              <a:spcAft>
                <a:spcPts val="0"/>
              </a:spcAft>
              <a:buNone/>
              <a:defRPr>
                <a:solidFill>
                  <a:schemeClr val="accent3"/>
                </a:solidFill>
              </a:defRPr>
            </a:lvl8pPr>
            <a:lvl9pPr lvl="8" algn="ctr" rtl="0">
              <a:lnSpc>
                <a:spcPct val="100000"/>
              </a:lnSpc>
              <a:spcBef>
                <a:spcPts val="0"/>
              </a:spcBef>
              <a:spcAft>
                <a:spcPts val="0"/>
              </a:spcAft>
              <a:buNone/>
              <a:defRPr>
                <a:solidFill>
                  <a:schemeClr val="accent3"/>
                </a:solidFill>
              </a:defRPr>
            </a:lvl9pPr>
          </a:lstStyle>
          <a:p>
            <a:endParaRPr/>
          </a:p>
        </p:txBody>
      </p:sp>
      <p:grpSp>
        <p:nvGrpSpPr>
          <p:cNvPr id="1413" name="Google Shape;1413;p31"/>
          <p:cNvGrpSpPr/>
          <p:nvPr/>
        </p:nvGrpSpPr>
        <p:grpSpPr>
          <a:xfrm>
            <a:off x="6130725" y="-876298"/>
            <a:ext cx="4393354" cy="2471251"/>
            <a:chOff x="6130725" y="-876298"/>
            <a:chExt cx="4393354" cy="2471251"/>
          </a:xfrm>
        </p:grpSpPr>
        <p:grpSp>
          <p:nvGrpSpPr>
            <p:cNvPr id="1414" name="Google Shape;1414;p31"/>
            <p:cNvGrpSpPr/>
            <p:nvPr/>
          </p:nvGrpSpPr>
          <p:grpSpPr>
            <a:xfrm rot="-5400000">
              <a:off x="7712133" y="-113876"/>
              <a:ext cx="1317976" cy="1546047"/>
              <a:chOff x="5361850" y="4911470"/>
              <a:chExt cx="349800" cy="408780"/>
            </a:xfrm>
          </p:grpSpPr>
          <p:sp>
            <p:nvSpPr>
              <p:cNvPr id="1415" name="Google Shape;1415;p31"/>
              <p:cNvSpPr/>
              <p:nvPr/>
            </p:nvSpPr>
            <p:spPr>
              <a:xfrm>
                <a:off x="5361850" y="4931975"/>
                <a:ext cx="349800" cy="388275"/>
              </a:xfrm>
              <a:custGeom>
                <a:avLst/>
                <a:gdLst/>
                <a:ahLst/>
                <a:cxnLst/>
                <a:rect l="l" t="t" r="r" b="b"/>
                <a:pathLst>
                  <a:path w="13992" h="15531" extrusionOk="0">
                    <a:moveTo>
                      <a:pt x="10225" y="0"/>
                    </a:moveTo>
                    <a:cubicBezTo>
                      <a:pt x="7827" y="0"/>
                      <a:pt x="4994" y="1281"/>
                      <a:pt x="2395" y="5342"/>
                    </a:cubicBezTo>
                    <a:cubicBezTo>
                      <a:pt x="0" y="9089"/>
                      <a:pt x="1881" y="13115"/>
                      <a:pt x="4984" y="15531"/>
                    </a:cubicBezTo>
                    <a:lnTo>
                      <a:pt x="13992" y="15531"/>
                    </a:lnTo>
                    <a:lnTo>
                      <a:pt x="13992" y="1100"/>
                    </a:lnTo>
                    <a:cubicBezTo>
                      <a:pt x="13003" y="482"/>
                      <a:pt x="11696" y="0"/>
                      <a:pt x="102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5509608" y="4911470"/>
                <a:ext cx="94200" cy="64975"/>
              </a:xfrm>
              <a:custGeom>
                <a:avLst/>
                <a:gdLst/>
                <a:ahLst/>
                <a:cxnLst/>
                <a:rect l="l" t="t" r="r" b="b"/>
                <a:pathLst>
                  <a:path w="3768" h="2599" extrusionOk="0">
                    <a:moveTo>
                      <a:pt x="1869" y="1"/>
                    </a:moveTo>
                    <a:cubicBezTo>
                      <a:pt x="1535" y="1"/>
                      <a:pt x="1173" y="108"/>
                      <a:pt x="805" y="368"/>
                    </a:cubicBezTo>
                    <a:cubicBezTo>
                      <a:pt x="805" y="368"/>
                      <a:pt x="1" y="981"/>
                      <a:pt x="433" y="1918"/>
                    </a:cubicBezTo>
                    <a:cubicBezTo>
                      <a:pt x="645" y="2376"/>
                      <a:pt x="1278" y="2599"/>
                      <a:pt x="1916" y="2599"/>
                    </a:cubicBezTo>
                    <a:cubicBezTo>
                      <a:pt x="2582" y="2599"/>
                      <a:pt x="3253" y="2356"/>
                      <a:pt x="3459" y="1887"/>
                    </a:cubicBezTo>
                    <a:cubicBezTo>
                      <a:pt x="3768" y="1180"/>
                      <a:pt x="2974" y="1"/>
                      <a:pt x="18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7" name="Google Shape;1417;p31"/>
            <p:cNvSpPr/>
            <p:nvPr/>
          </p:nvSpPr>
          <p:spPr>
            <a:xfrm rot="-5400000" flipH="1">
              <a:off x="7684384" y="-520131"/>
              <a:ext cx="1080761" cy="2022672"/>
            </a:xfrm>
            <a:custGeom>
              <a:avLst/>
              <a:gdLst/>
              <a:ahLst/>
              <a:cxnLst/>
              <a:rect l="l" t="t" r="r" b="b"/>
              <a:pathLst>
                <a:path w="10796" h="20205" extrusionOk="0">
                  <a:moveTo>
                    <a:pt x="1011" y="0"/>
                  </a:moveTo>
                  <a:cubicBezTo>
                    <a:pt x="612" y="0"/>
                    <a:pt x="252" y="113"/>
                    <a:pt x="0" y="221"/>
                  </a:cubicBezTo>
                  <a:lnTo>
                    <a:pt x="0" y="20205"/>
                  </a:lnTo>
                  <a:lnTo>
                    <a:pt x="10557" y="20205"/>
                  </a:lnTo>
                  <a:cubicBezTo>
                    <a:pt x="10796" y="15023"/>
                    <a:pt x="5999" y="14475"/>
                    <a:pt x="4037" y="13947"/>
                  </a:cubicBezTo>
                  <a:cubicBezTo>
                    <a:pt x="1983" y="13398"/>
                    <a:pt x="1683" y="10993"/>
                    <a:pt x="2283" y="8537"/>
                  </a:cubicBezTo>
                  <a:cubicBezTo>
                    <a:pt x="2885" y="6085"/>
                    <a:pt x="4088" y="3478"/>
                    <a:pt x="2885" y="1267"/>
                  </a:cubicBezTo>
                  <a:cubicBezTo>
                    <a:pt x="2344" y="274"/>
                    <a:pt x="1632" y="0"/>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18" name="Google Shape;1418;p31"/>
            <p:cNvPicPr preferRelativeResize="0"/>
            <p:nvPr/>
          </p:nvPicPr>
          <p:blipFill>
            <a:blip r:embed="rId2">
              <a:alphaModFix/>
            </a:blip>
            <a:stretch>
              <a:fillRect/>
            </a:stretch>
          </p:blipFill>
          <p:spPr>
            <a:xfrm>
              <a:off x="6130725" y="-876298"/>
              <a:ext cx="4393354" cy="2471251"/>
            </a:xfrm>
            <a:prstGeom prst="rect">
              <a:avLst/>
            </a:prstGeom>
            <a:noFill/>
            <a:ln>
              <a:noFill/>
            </a:ln>
          </p:spPr>
        </p:pic>
      </p:grpSp>
      <p:grpSp>
        <p:nvGrpSpPr>
          <p:cNvPr id="1419" name="Google Shape;1419;p31"/>
          <p:cNvGrpSpPr/>
          <p:nvPr/>
        </p:nvGrpSpPr>
        <p:grpSpPr>
          <a:xfrm>
            <a:off x="-262476" y="3425575"/>
            <a:ext cx="3392746" cy="1908425"/>
            <a:chOff x="-262476" y="3425575"/>
            <a:chExt cx="3392746" cy="1908425"/>
          </a:xfrm>
        </p:grpSpPr>
        <p:grpSp>
          <p:nvGrpSpPr>
            <p:cNvPr id="1420" name="Google Shape;1420;p31"/>
            <p:cNvGrpSpPr/>
            <p:nvPr/>
          </p:nvGrpSpPr>
          <p:grpSpPr>
            <a:xfrm rot="10800000">
              <a:off x="-146133" y="3463523"/>
              <a:ext cx="1807022" cy="1717916"/>
              <a:chOff x="4566375" y="4123125"/>
              <a:chExt cx="565525" cy="565625"/>
            </a:xfrm>
          </p:grpSpPr>
          <p:sp>
            <p:nvSpPr>
              <p:cNvPr id="1421" name="Google Shape;1421;p31"/>
              <p:cNvSpPr/>
              <p:nvPr/>
            </p:nvSpPr>
            <p:spPr>
              <a:xfrm>
                <a:off x="4566375" y="4123125"/>
                <a:ext cx="565525" cy="565625"/>
              </a:xfrm>
              <a:custGeom>
                <a:avLst/>
                <a:gdLst/>
                <a:ahLst/>
                <a:cxnLst/>
                <a:rect l="l" t="t" r="r" b="b"/>
                <a:pathLst>
                  <a:path w="22621" h="22625" extrusionOk="0">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1"/>
              <p:cNvSpPr/>
              <p:nvPr/>
            </p:nvSpPr>
            <p:spPr>
              <a:xfrm>
                <a:off x="4575400" y="4123125"/>
                <a:ext cx="556500" cy="428500"/>
              </a:xfrm>
              <a:custGeom>
                <a:avLst/>
                <a:gdLst/>
                <a:ahLst/>
                <a:cxnLst/>
                <a:rect l="l" t="t" r="r" b="b"/>
                <a:pathLst>
                  <a:path w="22260" h="17140" extrusionOk="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1"/>
              <p:cNvSpPr/>
              <p:nvPr/>
            </p:nvSpPr>
            <p:spPr>
              <a:xfrm>
                <a:off x="4932850" y="4123125"/>
                <a:ext cx="194025" cy="75100"/>
              </a:xfrm>
              <a:custGeom>
                <a:avLst/>
                <a:gdLst/>
                <a:ahLst/>
                <a:cxnLst/>
                <a:rect l="l" t="t" r="r" b="b"/>
                <a:pathLst>
                  <a:path w="7761" h="3004" extrusionOk="0">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1"/>
              <p:cNvSpPr/>
              <p:nvPr/>
            </p:nvSpPr>
            <p:spPr>
              <a:xfrm>
                <a:off x="4836025" y="4582925"/>
                <a:ext cx="124500" cy="87550"/>
              </a:xfrm>
              <a:custGeom>
                <a:avLst/>
                <a:gdLst/>
                <a:ahLst/>
                <a:cxnLst/>
                <a:rect l="l" t="t" r="r" b="b"/>
                <a:pathLst>
                  <a:path w="4980" h="3502" extrusionOk="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25" name="Google Shape;1425;p31"/>
            <p:cNvPicPr preferRelativeResize="0"/>
            <p:nvPr/>
          </p:nvPicPr>
          <p:blipFill>
            <a:blip r:embed="rId3">
              <a:alphaModFix/>
            </a:blip>
            <a:stretch>
              <a:fillRect/>
            </a:stretch>
          </p:blipFill>
          <p:spPr>
            <a:xfrm>
              <a:off x="-262476" y="3425575"/>
              <a:ext cx="3392746" cy="1908425"/>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p:cSld name="TITLE_ONLY_1_1">
    <p:bg>
      <p:bgPr>
        <a:solidFill>
          <a:srgbClr val="F7F8FC"/>
        </a:solidFill>
        <a:effectLst/>
      </p:bgPr>
    </p:bg>
    <p:spTree>
      <p:nvGrpSpPr>
        <p:cNvPr id="1" name="Shape 1426"/>
        <p:cNvGrpSpPr/>
        <p:nvPr/>
      </p:nvGrpSpPr>
      <p:grpSpPr>
        <a:xfrm>
          <a:off x="0" y="0"/>
          <a:ext cx="0" cy="0"/>
          <a:chOff x="0" y="0"/>
          <a:chExt cx="0" cy="0"/>
        </a:xfrm>
      </p:grpSpPr>
      <p:sp>
        <p:nvSpPr>
          <p:cNvPr id="1427" name="Google Shape;1427;p32"/>
          <p:cNvSpPr txBox="1">
            <a:spLocks noGrp="1"/>
          </p:cNvSpPr>
          <p:nvPr>
            <p:ph type="title"/>
          </p:nvPr>
        </p:nvSpPr>
        <p:spPr>
          <a:xfrm>
            <a:off x="914400" y="502480"/>
            <a:ext cx="729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8" name="Google Shape;1428;p32"/>
          <p:cNvSpPr/>
          <p:nvPr/>
        </p:nvSpPr>
        <p:spPr>
          <a:xfrm rot="9432608">
            <a:off x="7960777" y="-398872"/>
            <a:ext cx="938669" cy="1081190"/>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2"/>
          <p:cNvSpPr/>
          <p:nvPr/>
        </p:nvSpPr>
        <p:spPr>
          <a:xfrm rot="9432653">
            <a:off x="7848993" y="-97641"/>
            <a:ext cx="2075495" cy="1081190"/>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0" name="Google Shape;1430;p32"/>
          <p:cNvGrpSpPr/>
          <p:nvPr/>
        </p:nvGrpSpPr>
        <p:grpSpPr>
          <a:xfrm>
            <a:off x="6529813" y="3757661"/>
            <a:ext cx="3264035" cy="1583051"/>
            <a:chOff x="6529813" y="3757661"/>
            <a:chExt cx="3264035" cy="1583051"/>
          </a:xfrm>
        </p:grpSpPr>
        <p:sp>
          <p:nvSpPr>
            <p:cNvPr id="1431" name="Google Shape;1431;p32"/>
            <p:cNvSpPr/>
            <p:nvPr/>
          </p:nvSpPr>
          <p:spPr>
            <a:xfrm rot="9432676">
              <a:off x="8129941" y="4008591"/>
              <a:ext cx="1513587" cy="1081190"/>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2" name="Google Shape;1432;p32"/>
            <p:cNvGrpSpPr/>
            <p:nvPr/>
          </p:nvGrpSpPr>
          <p:grpSpPr>
            <a:xfrm>
              <a:off x="6529813" y="4336457"/>
              <a:ext cx="2878771" cy="827500"/>
              <a:chOff x="3098100" y="3849750"/>
              <a:chExt cx="940775" cy="270425"/>
            </a:xfrm>
          </p:grpSpPr>
          <p:sp>
            <p:nvSpPr>
              <p:cNvPr id="1433" name="Google Shape;1433;p32"/>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2"/>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5" name="Google Shape;1435;p32"/>
          <p:cNvGrpSpPr/>
          <p:nvPr/>
        </p:nvGrpSpPr>
        <p:grpSpPr>
          <a:xfrm>
            <a:off x="-1028710" y="3879719"/>
            <a:ext cx="2293560" cy="1480066"/>
            <a:chOff x="-1028710" y="3879719"/>
            <a:chExt cx="2293560" cy="1480066"/>
          </a:xfrm>
        </p:grpSpPr>
        <p:sp>
          <p:nvSpPr>
            <p:cNvPr id="1436" name="Google Shape;1436;p32"/>
            <p:cNvSpPr/>
            <p:nvPr/>
          </p:nvSpPr>
          <p:spPr>
            <a:xfrm rot="9432704">
              <a:off x="-384173" y="4028063"/>
              <a:ext cx="1004493" cy="1183378"/>
            </a:xfrm>
            <a:custGeom>
              <a:avLst/>
              <a:gdLst/>
              <a:ahLst/>
              <a:cxnLst/>
              <a:rect l="l" t="t" r="r" b="b"/>
              <a:pathLst>
                <a:path w="10602" h="11832" extrusionOk="0">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flipH="1">
              <a:off x="-1028710" y="4433100"/>
              <a:ext cx="2293560" cy="786605"/>
            </a:xfrm>
            <a:custGeom>
              <a:avLst/>
              <a:gdLst/>
              <a:ahLst/>
              <a:cxnLst/>
              <a:rect l="l" t="t" r="r" b="b"/>
              <a:pathLst>
                <a:path w="21688" h="6095" extrusionOk="0">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8" name="Google Shape;1438;p32"/>
          <p:cNvSpPr txBox="1">
            <a:spLocks noGrp="1"/>
          </p:cNvSpPr>
          <p:nvPr>
            <p:ph type="title" idx="2" hasCustomPrompt="1"/>
          </p:nvPr>
        </p:nvSpPr>
        <p:spPr>
          <a:xfrm>
            <a:off x="2700408" y="1638393"/>
            <a:ext cx="18807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4800"/>
              <a:buNone/>
              <a:defRPr>
                <a:solidFill>
                  <a:schemeClr val="accent3"/>
                </a:solidFill>
              </a:defRPr>
            </a:lvl1pPr>
            <a:lvl2pPr lvl="1" algn="ctr" rtl="0">
              <a:spcBef>
                <a:spcPts val="0"/>
              </a:spcBef>
              <a:spcAft>
                <a:spcPts val="0"/>
              </a:spcAft>
              <a:buClr>
                <a:schemeClr val="accent3"/>
              </a:buClr>
              <a:buSzPts val="4800"/>
              <a:buNone/>
              <a:defRPr sz="4800" b="1">
                <a:solidFill>
                  <a:schemeClr val="accent3"/>
                </a:solidFill>
              </a:defRPr>
            </a:lvl2pPr>
            <a:lvl3pPr lvl="2" algn="ctr" rtl="0">
              <a:spcBef>
                <a:spcPts val="0"/>
              </a:spcBef>
              <a:spcAft>
                <a:spcPts val="0"/>
              </a:spcAft>
              <a:buClr>
                <a:schemeClr val="accent3"/>
              </a:buClr>
              <a:buSzPts val="4800"/>
              <a:buNone/>
              <a:defRPr sz="4800" b="1">
                <a:solidFill>
                  <a:schemeClr val="accent3"/>
                </a:solidFill>
              </a:defRPr>
            </a:lvl3pPr>
            <a:lvl4pPr lvl="3" algn="ctr" rtl="0">
              <a:spcBef>
                <a:spcPts val="0"/>
              </a:spcBef>
              <a:spcAft>
                <a:spcPts val="0"/>
              </a:spcAft>
              <a:buClr>
                <a:schemeClr val="accent3"/>
              </a:buClr>
              <a:buSzPts val="4800"/>
              <a:buNone/>
              <a:defRPr sz="4800" b="1">
                <a:solidFill>
                  <a:schemeClr val="accent3"/>
                </a:solidFill>
              </a:defRPr>
            </a:lvl4pPr>
            <a:lvl5pPr lvl="4" algn="ctr" rtl="0">
              <a:spcBef>
                <a:spcPts val="0"/>
              </a:spcBef>
              <a:spcAft>
                <a:spcPts val="0"/>
              </a:spcAft>
              <a:buClr>
                <a:schemeClr val="accent3"/>
              </a:buClr>
              <a:buSzPts val="4800"/>
              <a:buNone/>
              <a:defRPr sz="4800" b="1">
                <a:solidFill>
                  <a:schemeClr val="accent3"/>
                </a:solidFill>
              </a:defRPr>
            </a:lvl5pPr>
            <a:lvl6pPr lvl="5" algn="ctr" rtl="0">
              <a:spcBef>
                <a:spcPts val="0"/>
              </a:spcBef>
              <a:spcAft>
                <a:spcPts val="0"/>
              </a:spcAft>
              <a:buClr>
                <a:schemeClr val="accent3"/>
              </a:buClr>
              <a:buSzPts val="4800"/>
              <a:buNone/>
              <a:defRPr sz="4800" b="1">
                <a:solidFill>
                  <a:schemeClr val="accent3"/>
                </a:solidFill>
              </a:defRPr>
            </a:lvl6pPr>
            <a:lvl7pPr lvl="6" algn="ctr" rtl="0">
              <a:spcBef>
                <a:spcPts val="0"/>
              </a:spcBef>
              <a:spcAft>
                <a:spcPts val="0"/>
              </a:spcAft>
              <a:buClr>
                <a:schemeClr val="accent3"/>
              </a:buClr>
              <a:buSzPts val="4800"/>
              <a:buNone/>
              <a:defRPr sz="4800" b="1">
                <a:solidFill>
                  <a:schemeClr val="accent3"/>
                </a:solidFill>
              </a:defRPr>
            </a:lvl7pPr>
            <a:lvl8pPr lvl="7" algn="ctr" rtl="0">
              <a:spcBef>
                <a:spcPts val="0"/>
              </a:spcBef>
              <a:spcAft>
                <a:spcPts val="0"/>
              </a:spcAft>
              <a:buClr>
                <a:schemeClr val="accent3"/>
              </a:buClr>
              <a:buSzPts val="4800"/>
              <a:buNone/>
              <a:defRPr sz="4800" b="1">
                <a:solidFill>
                  <a:schemeClr val="accent3"/>
                </a:solidFill>
              </a:defRPr>
            </a:lvl8pPr>
            <a:lvl9pPr lvl="8" algn="ctr" rtl="0">
              <a:spcBef>
                <a:spcPts val="0"/>
              </a:spcBef>
              <a:spcAft>
                <a:spcPts val="0"/>
              </a:spcAft>
              <a:buClr>
                <a:schemeClr val="accent3"/>
              </a:buClr>
              <a:buSzPts val="4800"/>
              <a:buNone/>
              <a:defRPr sz="4800" b="1">
                <a:solidFill>
                  <a:schemeClr val="accent3"/>
                </a:solidFill>
              </a:defRPr>
            </a:lvl9pPr>
          </a:lstStyle>
          <a:p>
            <a:r>
              <a:t>xx%</a:t>
            </a:r>
          </a:p>
        </p:txBody>
      </p:sp>
      <p:sp>
        <p:nvSpPr>
          <p:cNvPr id="1439" name="Google Shape;1439;p32"/>
          <p:cNvSpPr txBox="1">
            <a:spLocks noGrp="1"/>
          </p:cNvSpPr>
          <p:nvPr>
            <p:ph type="title" idx="3" hasCustomPrompt="1"/>
          </p:nvPr>
        </p:nvSpPr>
        <p:spPr>
          <a:xfrm>
            <a:off x="922135" y="1638393"/>
            <a:ext cx="17769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4800"/>
              <a:buNone/>
              <a:defRPr>
                <a:solidFill>
                  <a:schemeClr val="accent3"/>
                </a:solidFill>
              </a:defRPr>
            </a:lvl1pPr>
            <a:lvl2pPr lvl="1" algn="ctr" rtl="0">
              <a:spcBef>
                <a:spcPts val="0"/>
              </a:spcBef>
              <a:spcAft>
                <a:spcPts val="0"/>
              </a:spcAft>
              <a:buClr>
                <a:schemeClr val="accent3"/>
              </a:buClr>
              <a:buSzPts val="4800"/>
              <a:buNone/>
              <a:defRPr sz="4800" b="1">
                <a:solidFill>
                  <a:schemeClr val="accent3"/>
                </a:solidFill>
              </a:defRPr>
            </a:lvl2pPr>
            <a:lvl3pPr lvl="2" algn="ctr" rtl="0">
              <a:spcBef>
                <a:spcPts val="0"/>
              </a:spcBef>
              <a:spcAft>
                <a:spcPts val="0"/>
              </a:spcAft>
              <a:buClr>
                <a:schemeClr val="accent3"/>
              </a:buClr>
              <a:buSzPts val="4800"/>
              <a:buNone/>
              <a:defRPr sz="4800" b="1">
                <a:solidFill>
                  <a:schemeClr val="accent3"/>
                </a:solidFill>
              </a:defRPr>
            </a:lvl3pPr>
            <a:lvl4pPr lvl="3" algn="ctr" rtl="0">
              <a:spcBef>
                <a:spcPts val="0"/>
              </a:spcBef>
              <a:spcAft>
                <a:spcPts val="0"/>
              </a:spcAft>
              <a:buClr>
                <a:schemeClr val="accent3"/>
              </a:buClr>
              <a:buSzPts val="4800"/>
              <a:buNone/>
              <a:defRPr sz="4800" b="1">
                <a:solidFill>
                  <a:schemeClr val="accent3"/>
                </a:solidFill>
              </a:defRPr>
            </a:lvl4pPr>
            <a:lvl5pPr lvl="4" algn="ctr" rtl="0">
              <a:spcBef>
                <a:spcPts val="0"/>
              </a:spcBef>
              <a:spcAft>
                <a:spcPts val="0"/>
              </a:spcAft>
              <a:buClr>
                <a:schemeClr val="accent3"/>
              </a:buClr>
              <a:buSzPts val="4800"/>
              <a:buNone/>
              <a:defRPr sz="4800" b="1">
                <a:solidFill>
                  <a:schemeClr val="accent3"/>
                </a:solidFill>
              </a:defRPr>
            </a:lvl5pPr>
            <a:lvl6pPr lvl="5" algn="ctr" rtl="0">
              <a:spcBef>
                <a:spcPts val="0"/>
              </a:spcBef>
              <a:spcAft>
                <a:spcPts val="0"/>
              </a:spcAft>
              <a:buClr>
                <a:schemeClr val="accent3"/>
              </a:buClr>
              <a:buSzPts val="4800"/>
              <a:buNone/>
              <a:defRPr sz="4800" b="1">
                <a:solidFill>
                  <a:schemeClr val="accent3"/>
                </a:solidFill>
              </a:defRPr>
            </a:lvl6pPr>
            <a:lvl7pPr lvl="6" algn="ctr" rtl="0">
              <a:spcBef>
                <a:spcPts val="0"/>
              </a:spcBef>
              <a:spcAft>
                <a:spcPts val="0"/>
              </a:spcAft>
              <a:buClr>
                <a:schemeClr val="accent3"/>
              </a:buClr>
              <a:buSzPts val="4800"/>
              <a:buNone/>
              <a:defRPr sz="4800" b="1">
                <a:solidFill>
                  <a:schemeClr val="accent3"/>
                </a:solidFill>
              </a:defRPr>
            </a:lvl7pPr>
            <a:lvl8pPr lvl="7" algn="ctr" rtl="0">
              <a:spcBef>
                <a:spcPts val="0"/>
              </a:spcBef>
              <a:spcAft>
                <a:spcPts val="0"/>
              </a:spcAft>
              <a:buClr>
                <a:schemeClr val="accent3"/>
              </a:buClr>
              <a:buSzPts val="4800"/>
              <a:buNone/>
              <a:defRPr sz="4800" b="1">
                <a:solidFill>
                  <a:schemeClr val="accent3"/>
                </a:solidFill>
              </a:defRPr>
            </a:lvl8pPr>
            <a:lvl9pPr lvl="8" algn="ctr" rtl="0">
              <a:spcBef>
                <a:spcPts val="0"/>
              </a:spcBef>
              <a:spcAft>
                <a:spcPts val="0"/>
              </a:spcAft>
              <a:buClr>
                <a:schemeClr val="accent3"/>
              </a:buClr>
              <a:buSzPts val="4800"/>
              <a:buNone/>
              <a:defRPr sz="4800" b="1">
                <a:solidFill>
                  <a:schemeClr val="accent3"/>
                </a:solidFill>
              </a:defRPr>
            </a:lvl9pPr>
          </a:lstStyle>
          <a:p>
            <a:r>
              <a:t>xx%</a:t>
            </a:r>
          </a:p>
        </p:txBody>
      </p:sp>
      <p:sp>
        <p:nvSpPr>
          <p:cNvPr id="1440" name="Google Shape;1440;p32"/>
          <p:cNvSpPr txBox="1">
            <a:spLocks noGrp="1"/>
          </p:cNvSpPr>
          <p:nvPr>
            <p:ph type="title" idx="4" hasCustomPrompt="1"/>
          </p:nvPr>
        </p:nvSpPr>
        <p:spPr>
          <a:xfrm>
            <a:off x="6441309" y="1638394"/>
            <a:ext cx="17991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4800"/>
              <a:buNone/>
              <a:defRPr>
                <a:solidFill>
                  <a:schemeClr val="accent3"/>
                </a:solidFill>
              </a:defRPr>
            </a:lvl1pPr>
            <a:lvl2pPr lvl="1" algn="ctr" rtl="0">
              <a:spcBef>
                <a:spcPts val="0"/>
              </a:spcBef>
              <a:spcAft>
                <a:spcPts val="0"/>
              </a:spcAft>
              <a:buClr>
                <a:schemeClr val="accent3"/>
              </a:buClr>
              <a:buSzPts val="4800"/>
              <a:buNone/>
              <a:defRPr sz="4800" b="1">
                <a:solidFill>
                  <a:schemeClr val="accent3"/>
                </a:solidFill>
              </a:defRPr>
            </a:lvl2pPr>
            <a:lvl3pPr lvl="2" algn="ctr" rtl="0">
              <a:spcBef>
                <a:spcPts val="0"/>
              </a:spcBef>
              <a:spcAft>
                <a:spcPts val="0"/>
              </a:spcAft>
              <a:buClr>
                <a:schemeClr val="accent3"/>
              </a:buClr>
              <a:buSzPts val="4800"/>
              <a:buNone/>
              <a:defRPr sz="4800" b="1">
                <a:solidFill>
                  <a:schemeClr val="accent3"/>
                </a:solidFill>
              </a:defRPr>
            </a:lvl3pPr>
            <a:lvl4pPr lvl="3" algn="ctr" rtl="0">
              <a:spcBef>
                <a:spcPts val="0"/>
              </a:spcBef>
              <a:spcAft>
                <a:spcPts val="0"/>
              </a:spcAft>
              <a:buClr>
                <a:schemeClr val="accent3"/>
              </a:buClr>
              <a:buSzPts val="4800"/>
              <a:buNone/>
              <a:defRPr sz="4800" b="1">
                <a:solidFill>
                  <a:schemeClr val="accent3"/>
                </a:solidFill>
              </a:defRPr>
            </a:lvl4pPr>
            <a:lvl5pPr lvl="4" algn="ctr" rtl="0">
              <a:spcBef>
                <a:spcPts val="0"/>
              </a:spcBef>
              <a:spcAft>
                <a:spcPts val="0"/>
              </a:spcAft>
              <a:buClr>
                <a:schemeClr val="accent3"/>
              </a:buClr>
              <a:buSzPts val="4800"/>
              <a:buNone/>
              <a:defRPr sz="4800" b="1">
                <a:solidFill>
                  <a:schemeClr val="accent3"/>
                </a:solidFill>
              </a:defRPr>
            </a:lvl5pPr>
            <a:lvl6pPr lvl="5" algn="ctr" rtl="0">
              <a:spcBef>
                <a:spcPts val="0"/>
              </a:spcBef>
              <a:spcAft>
                <a:spcPts val="0"/>
              </a:spcAft>
              <a:buClr>
                <a:schemeClr val="accent3"/>
              </a:buClr>
              <a:buSzPts val="4800"/>
              <a:buNone/>
              <a:defRPr sz="4800" b="1">
                <a:solidFill>
                  <a:schemeClr val="accent3"/>
                </a:solidFill>
              </a:defRPr>
            </a:lvl6pPr>
            <a:lvl7pPr lvl="6" algn="ctr" rtl="0">
              <a:spcBef>
                <a:spcPts val="0"/>
              </a:spcBef>
              <a:spcAft>
                <a:spcPts val="0"/>
              </a:spcAft>
              <a:buClr>
                <a:schemeClr val="accent3"/>
              </a:buClr>
              <a:buSzPts val="4800"/>
              <a:buNone/>
              <a:defRPr sz="4800" b="1">
                <a:solidFill>
                  <a:schemeClr val="accent3"/>
                </a:solidFill>
              </a:defRPr>
            </a:lvl7pPr>
            <a:lvl8pPr lvl="7" algn="ctr" rtl="0">
              <a:spcBef>
                <a:spcPts val="0"/>
              </a:spcBef>
              <a:spcAft>
                <a:spcPts val="0"/>
              </a:spcAft>
              <a:buClr>
                <a:schemeClr val="accent3"/>
              </a:buClr>
              <a:buSzPts val="4800"/>
              <a:buNone/>
              <a:defRPr sz="4800" b="1">
                <a:solidFill>
                  <a:schemeClr val="accent3"/>
                </a:solidFill>
              </a:defRPr>
            </a:lvl8pPr>
            <a:lvl9pPr lvl="8" algn="ctr" rtl="0">
              <a:spcBef>
                <a:spcPts val="0"/>
              </a:spcBef>
              <a:spcAft>
                <a:spcPts val="0"/>
              </a:spcAft>
              <a:buClr>
                <a:schemeClr val="accent3"/>
              </a:buClr>
              <a:buSzPts val="4800"/>
              <a:buNone/>
              <a:defRPr sz="4800" b="1">
                <a:solidFill>
                  <a:schemeClr val="accent3"/>
                </a:solidFill>
              </a:defRPr>
            </a:lvl9pPr>
          </a:lstStyle>
          <a:p>
            <a:r>
              <a:t>xx%</a:t>
            </a:r>
          </a:p>
        </p:txBody>
      </p:sp>
      <p:sp>
        <p:nvSpPr>
          <p:cNvPr id="1441" name="Google Shape;1441;p32"/>
          <p:cNvSpPr txBox="1">
            <a:spLocks noGrp="1"/>
          </p:cNvSpPr>
          <p:nvPr>
            <p:ph type="title" idx="5" hasCustomPrompt="1"/>
          </p:nvPr>
        </p:nvSpPr>
        <p:spPr>
          <a:xfrm>
            <a:off x="4575208" y="1638393"/>
            <a:ext cx="18423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4800"/>
              <a:buNone/>
              <a:defRPr>
                <a:solidFill>
                  <a:schemeClr val="accent3"/>
                </a:solidFill>
              </a:defRPr>
            </a:lvl1pPr>
            <a:lvl2pPr lvl="1" algn="ctr" rtl="0">
              <a:spcBef>
                <a:spcPts val="0"/>
              </a:spcBef>
              <a:spcAft>
                <a:spcPts val="0"/>
              </a:spcAft>
              <a:buClr>
                <a:schemeClr val="accent3"/>
              </a:buClr>
              <a:buSzPts val="4800"/>
              <a:buNone/>
              <a:defRPr sz="4800" b="1">
                <a:solidFill>
                  <a:schemeClr val="accent3"/>
                </a:solidFill>
              </a:defRPr>
            </a:lvl2pPr>
            <a:lvl3pPr lvl="2" algn="ctr" rtl="0">
              <a:spcBef>
                <a:spcPts val="0"/>
              </a:spcBef>
              <a:spcAft>
                <a:spcPts val="0"/>
              </a:spcAft>
              <a:buClr>
                <a:schemeClr val="accent3"/>
              </a:buClr>
              <a:buSzPts val="4800"/>
              <a:buNone/>
              <a:defRPr sz="4800" b="1">
                <a:solidFill>
                  <a:schemeClr val="accent3"/>
                </a:solidFill>
              </a:defRPr>
            </a:lvl3pPr>
            <a:lvl4pPr lvl="3" algn="ctr" rtl="0">
              <a:spcBef>
                <a:spcPts val="0"/>
              </a:spcBef>
              <a:spcAft>
                <a:spcPts val="0"/>
              </a:spcAft>
              <a:buClr>
                <a:schemeClr val="accent3"/>
              </a:buClr>
              <a:buSzPts val="4800"/>
              <a:buNone/>
              <a:defRPr sz="4800" b="1">
                <a:solidFill>
                  <a:schemeClr val="accent3"/>
                </a:solidFill>
              </a:defRPr>
            </a:lvl4pPr>
            <a:lvl5pPr lvl="4" algn="ctr" rtl="0">
              <a:spcBef>
                <a:spcPts val="0"/>
              </a:spcBef>
              <a:spcAft>
                <a:spcPts val="0"/>
              </a:spcAft>
              <a:buClr>
                <a:schemeClr val="accent3"/>
              </a:buClr>
              <a:buSzPts val="4800"/>
              <a:buNone/>
              <a:defRPr sz="4800" b="1">
                <a:solidFill>
                  <a:schemeClr val="accent3"/>
                </a:solidFill>
              </a:defRPr>
            </a:lvl5pPr>
            <a:lvl6pPr lvl="5" algn="ctr" rtl="0">
              <a:spcBef>
                <a:spcPts val="0"/>
              </a:spcBef>
              <a:spcAft>
                <a:spcPts val="0"/>
              </a:spcAft>
              <a:buClr>
                <a:schemeClr val="accent3"/>
              </a:buClr>
              <a:buSzPts val="4800"/>
              <a:buNone/>
              <a:defRPr sz="4800" b="1">
                <a:solidFill>
                  <a:schemeClr val="accent3"/>
                </a:solidFill>
              </a:defRPr>
            </a:lvl6pPr>
            <a:lvl7pPr lvl="6" algn="ctr" rtl="0">
              <a:spcBef>
                <a:spcPts val="0"/>
              </a:spcBef>
              <a:spcAft>
                <a:spcPts val="0"/>
              </a:spcAft>
              <a:buClr>
                <a:schemeClr val="accent3"/>
              </a:buClr>
              <a:buSzPts val="4800"/>
              <a:buNone/>
              <a:defRPr sz="4800" b="1">
                <a:solidFill>
                  <a:schemeClr val="accent3"/>
                </a:solidFill>
              </a:defRPr>
            </a:lvl7pPr>
            <a:lvl8pPr lvl="7" algn="ctr" rtl="0">
              <a:spcBef>
                <a:spcPts val="0"/>
              </a:spcBef>
              <a:spcAft>
                <a:spcPts val="0"/>
              </a:spcAft>
              <a:buClr>
                <a:schemeClr val="accent3"/>
              </a:buClr>
              <a:buSzPts val="4800"/>
              <a:buNone/>
              <a:defRPr sz="4800" b="1">
                <a:solidFill>
                  <a:schemeClr val="accent3"/>
                </a:solidFill>
              </a:defRPr>
            </a:lvl8pPr>
            <a:lvl9pPr lvl="8" algn="ctr" rtl="0">
              <a:spcBef>
                <a:spcPts val="0"/>
              </a:spcBef>
              <a:spcAft>
                <a:spcPts val="0"/>
              </a:spcAft>
              <a:buClr>
                <a:schemeClr val="accent3"/>
              </a:buClr>
              <a:buSzPts val="4800"/>
              <a:buNone/>
              <a:defRPr sz="4800" b="1">
                <a:solidFill>
                  <a:schemeClr val="accent3"/>
                </a:solidFill>
              </a:defRPr>
            </a:lvl9pPr>
          </a:lstStyle>
          <a:p>
            <a:r>
              <a:t>xx%</a:t>
            </a:r>
          </a:p>
        </p:txBody>
      </p:sp>
      <p:sp>
        <p:nvSpPr>
          <p:cNvPr id="1442" name="Google Shape;1442;p32"/>
          <p:cNvSpPr txBox="1">
            <a:spLocks noGrp="1"/>
          </p:cNvSpPr>
          <p:nvPr>
            <p:ph type="subTitle" idx="1"/>
          </p:nvPr>
        </p:nvSpPr>
        <p:spPr>
          <a:xfrm>
            <a:off x="896185" y="2543910"/>
            <a:ext cx="18288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43" name="Google Shape;1443;p32"/>
          <p:cNvSpPr txBox="1">
            <a:spLocks noGrp="1"/>
          </p:cNvSpPr>
          <p:nvPr>
            <p:ph type="subTitle" idx="6"/>
          </p:nvPr>
        </p:nvSpPr>
        <p:spPr>
          <a:xfrm>
            <a:off x="2739609" y="2543910"/>
            <a:ext cx="18288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44" name="Google Shape;1444;p32"/>
          <p:cNvSpPr txBox="1">
            <a:spLocks noGrp="1"/>
          </p:cNvSpPr>
          <p:nvPr>
            <p:ph type="subTitle" idx="7"/>
          </p:nvPr>
        </p:nvSpPr>
        <p:spPr>
          <a:xfrm>
            <a:off x="4583034" y="2543910"/>
            <a:ext cx="18288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45" name="Google Shape;1445;p32"/>
          <p:cNvSpPr txBox="1">
            <a:spLocks noGrp="1"/>
          </p:cNvSpPr>
          <p:nvPr>
            <p:ph type="subTitle" idx="8"/>
          </p:nvPr>
        </p:nvSpPr>
        <p:spPr>
          <a:xfrm>
            <a:off x="6426459" y="2543910"/>
            <a:ext cx="18288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algn="ctr" rtl="0">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algn="ctr" rtl="0">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a:endParaRPr/>
          </a:p>
        </p:txBody>
      </p:sp>
      <p:sp>
        <p:nvSpPr>
          <p:cNvPr id="1446" name="Google Shape;1446;p32"/>
          <p:cNvSpPr txBox="1">
            <a:spLocks noGrp="1"/>
          </p:cNvSpPr>
          <p:nvPr>
            <p:ph type="subTitle" idx="9"/>
          </p:nvPr>
        </p:nvSpPr>
        <p:spPr>
          <a:xfrm>
            <a:off x="941935" y="2910668"/>
            <a:ext cx="17373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1600"/>
              </a:spcBef>
              <a:spcAft>
                <a:spcPts val="0"/>
              </a:spcAft>
              <a:buNone/>
              <a:defRPr>
                <a:solidFill>
                  <a:schemeClr val="accent3"/>
                </a:solidFill>
              </a:defRPr>
            </a:lvl2pPr>
            <a:lvl3pPr lvl="2" algn="ctr" rtl="0">
              <a:lnSpc>
                <a:spcPct val="100000"/>
              </a:lnSpc>
              <a:spcBef>
                <a:spcPts val="1600"/>
              </a:spcBef>
              <a:spcAft>
                <a:spcPts val="0"/>
              </a:spcAft>
              <a:buNone/>
              <a:defRPr>
                <a:solidFill>
                  <a:schemeClr val="accent3"/>
                </a:solidFill>
              </a:defRPr>
            </a:lvl3pPr>
            <a:lvl4pPr lvl="3" algn="ctr" rtl="0">
              <a:lnSpc>
                <a:spcPct val="100000"/>
              </a:lnSpc>
              <a:spcBef>
                <a:spcPts val="1600"/>
              </a:spcBef>
              <a:spcAft>
                <a:spcPts val="0"/>
              </a:spcAft>
              <a:buNone/>
              <a:defRPr>
                <a:solidFill>
                  <a:schemeClr val="accent3"/>
                </a:solidFill>
              </a:defRPr>
            </a:lvl4pPr>
            <a:lvl5pPr lvl="4" algn="ctr" rtl="0">
              <a:lnSpc>
                <a:spcPct val="100000"/>
              </a:lnSpc>
              <a:spcBef>
                <a:spcPts val="1600"/>
              </a:spcBef>
              <a:spcAft>
                <a:spcPts val="0"/>
              </a:spcAft>
              <a:buNone/>
              <a:defRPr>
                <a:solidFill>
                  <a:schemeClr val="accent3"/>
                </a:solidFill>
              </a:defRPr>
            </a:lvl5pPr>
            <a:lvl6pPr lvl="5" algn="ctr" rtl="0">
              <a:lnSpc>
                <a:spcPct val="100000"/>
              </a:lnSpc>
              <a:spcBef>
                <a:spcPts val="1600"/>
              </a:spcBef>
              <a:spcAft>
                <a:spcPts val="0"/>
              </a:spcAft>
              <a:buNone/>
              <a:defRPr>
                <a:solidFill>
                  <a:schemeClr val="accent3"/>
                </a:solidFill>
              </a:defRPr>
            </a:lvl6pPr>
            <a:lvl7pPr lvl="6" algn="ctr" rtl="0">
              <a:lnSpc>
                <a:spcPct val="100000"/>
              </a:lnSpc>
              <a:spcBef>
                <a:spcPts val="1600"/>
              </a:spcBef>
              <a:spcAft>
                <a:spcPts val="0"/>
              </a:spcAft>
              <a:buNone/>
              <a:defRPr>
                <a:solidFill>
                  <a:schemeClr val="accent3"/>
                </a:solidFill>
              </a:defRPr>
            </a:lvl7pPr>
            <a:lvl8pPr lvl="7" algn="ctr" rtl="0">
              <a:lnSpc>
                <a:spcPct val="100000"/>
              </a:lnSpc>
              <a:spcBef>
                <a:spcPts val="1600"/>
              </a:spcBef>
              <a:spcAft>
                <a:spcPts val="0"/>
              </a:spcAft>
              <a:buNone/>
              <a:defRPr>
                <a:solidFill>
                  <a:schemeClr val="accent3"/>
                </a:solidFill>
              </a:defRPr>
            </a:lvl8pPr>
            <a:lvl9pPr lvl="8" algn="ctr" rtl="0">
              <a:lnSpc>
                <a:spcPct val="100000"/>
              </a:lnSpc>
              <a:spcBef>
                <a:spcPts val="1600"/>
              </a:spcBef>
              <a:spcAft>
                <a:spcPts val="1600"/>
              </a:spcAft>
              <a:buNone/>
              <a:defRPr>
                <a:solidFill>
                  <a:schemeClr val="accent3"/>
                </a:solidFill>
              </a:defRPr>
            </a:lvl9pPr>
          </a:lstStyle>
          <a:p>
            <a:endParaRPr/>
          </a:p>
        </p:txBody>
      </p:sp>
      <p:sp>
        <p:nvSpPr>
          <p:cNvPr id="1447" name="Google Shape;1447;p32"/>
          <p:cNvSpPr txBox="1">
            <a:spLocks noGrp="1"/>
          </p:cNvSpPr>
          <p:nvPr>
            <p:ph type="subTitle" idx="13"/>
          </p:nvPr>
        </p:nvSpPr>
        <p:spPr>
          <a:xfrm>
            <a:off x="2785359" y="2921193"/>
            <a:ext cx="17373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0"/>
              </a:spcBef>
              <a:spcAft>
                <a:spcPts val="0"/>
              </a:spcAft>
              <a:buNone/>
              <a:defRPr>
                <a:solidFill>
                  <a:schemeClr val="accent3"/>
                </a:solidFill>
              </a:defRPr>
            </a:lvl2pPr>
            <a:lvl3pPr lvl="2" algn="ctr" rtl="0">
              <a:lnSpc>
                <a:spcPct val="100000"/>
              </a:lnSpc>
              <a:spcBef>
                <a:spcPts val="0"/>
              </a:spcBef>
              <a:spcAft>
                <a:spcPts val="0"/>
              </a:spcAft>
              <a:buNone/>
              <a:defRPr>
                <a:solidFill>
                  <a:schemeClr val="accent3"/>
                </a:solidFill>
              </a:defRPr>
            </a:lvl3pPr>
            <a:lvl4pPr lvl="3" algn="ctr" rtl="0">
              <a:lnSpc>
                <a:spcPct val="100000"/>
              </a:lnSpc>
              <a:spcBef>
                <a:spcPts val="0"/>
              </a:spcBef>
              <a:spcAft>
                <a:spcPts val="0"/>
              </a:spcAft>
              <a:buNone/>
              <a:defRPr>
                <a:solidFill>
                  <a:schemeClr val="accent3"/>
                </a:solidFill>
              </a:defRPr>
            </a:lvl4pPr>
            <a:lvl5pPr lvl="4" algn="ctr" rtl="0">
              <a:lnSpc>
                <a:spcPct val="100000"/>
              </a:lnSpc>
              <a:spcBef>
                <a:spcPts val="0"/>
              </a:spcBef>
              <a:spcAft>
                <a:spcPts val="0"/>
              </a:spcAft>
              <a:buNone/>
              <a:defRPr>
                <a:solidFill>
                  <a:schemeClr val="accent3"/>
                </a:solidFill>
              </a:defRPr>
            </a:lvl5pPr>
            <a:lvl6pPr lvl="5" algn="ctr" rtl="0">
              <a:lnSpc>
                <a:spcPct val="100000"/>
              </a:lnSpc>
              <a:spcBef>
                <a:spcPts val="0"/>
              </a:spcBef>
              <a:spcAft>
                <a:spcPts val="0"/>
              </a:spcAft>
              <a:buNone/>
              <a:defRPr>
                <a:solidFill>
                  <a:schemeClr val="accent3"/>
                </a:solidFill>
              </a:defRPr>
            </a:lvl6pPr>
            <a:lvl7pPr lvl="6" algn="ctr" rtl="0">
              <a:lnSpc>
                <a:spcPct val="100000"/>
              </a:lnSpc>
              <a:spcBef>
                <a:spcPts val="0"/>
              </a:spcBef>
              <a:spcAft>
                <a:spcPts val="0"/>
              </a:spcAft>
              <a:buNone/>
              <a:defRPr>
                <a:solidFill>
                  <a:schemeClr val="accent3"/>
                </a:solidFill>
              </a:defRPr>
            </a:lvl7pPr>
            <a:lvl8pPr lvl="7" algn="ctr" rtl="0">
              <a:lnSpc>
                <a:spcPct val="100000"/>
              </a:lnSpc>
              <a:spcBef>
                <a:spcPts val="0"/>
              </a:spcBef>
              <a:spcAft>
                <a:spcPts val="0"/>
              </a:spcAft>
              <a:buNone/>
              <a:defRPr>
                <a:solidFill>
                  <a:schemeClr val="accent3"/>
                </a:solidFill>
              </a:defRPr>
            </a:lvl8pPr>
            <a:lvl9pPr lvl="8" algn="ctr" rtl="0">
              <a:lnSpc>
                <a:spcPct val="100000"/>
              </a:lnSpc>
              <a:spcBef>
                <a:spcPts val="0"/>
              </a:spcBef>
              <a:spcAft>
                <a:spcPts val="0"/>
              </a:spcAft>
              <a:buNone/>
              <a:defRPr>
                <a:solidFill>
                  <a:schemeClr val="accent3"/>
                </a:solidFill>
              </a:defRPr>
            </a:lvl9pPr>
          </a:lstStyle>
          <a:p>
            <a:endParaRPr/>
          </a:p>
        </p:txBody>
      </p:sp>
      <p:sp>
        <p:nvSpPr>
          <p:cNvPr id="1448" name="Google Shape;1448;p32"/>
          <p:cNvSpPr txBox="1">
            <a:spLocks noGrp="1"/>
          </p:cNvSpPr>
          <p:nvPr>
            <p:ph type="subTitle" idx="14"/>
          </p:nvPr>
        </p:nvSpPr>
        <p:spPr>
          <a:xfrm>
            <a:off x="4628784" y="2921193"/>
            <a:ext cx="17373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0"/>
              </a:spcBef>
              <a:spcAft>
                <a:spcPts val="0"/>
              </a:spcAft>
              <a:buNone/>
              <a:defRPr>
                <a:solidFill>
                  <a:schemeClr val="accent3"/>
                </a:solidFill>
              </a:defRPr>
            </a:lvl2pPr>
            <a:lvl3pPr lvl="2" algn="ctr" rtl="0">
              <a:lnSpc>
                <a:spcPct val="100000"/>
              </a:lnSpc>
              <a:spcBef>
                <a:spcPts val="0"/>
              </a:spcBef>
              <a:spcAft>
                <a:spcPts val="0"/>
              </a:spcAft>
              <a:buNone/>
              <a:defRPr>
                <a:solidFill>
                  <a:schemeClr val="accent3"/>
                </a:solidFill>
              </a:defRPr>
            </a:lvl3pPr>
            <a:lvl4pPr lvl="3" algn="ctr" rtl="0">
              <a:lnSpc>
                <a:spcPct val="100000"/>
              </a:lnSpc>
              <a:spcBef>
                <a:spcPts val="0"/>
              </a:spcBef>
              <a:spcAft>
                <a:spcPts val="0"/>
              </a:spcAft>
              <a:buNone/>
              <a:defRPr>
                <a:solidFill>
                  <a:schemeClr val="accent3"/>
                </a:solidFill>
              </a:defRPr>
            </a:lvl4pPr>
            <a:lvl5pPr lvl="4" algn="ctr" rtl="0">
              <a:lnSpc>
                <a:spcPct val="100000"/>
              </a:lnSpc>
              <a:spcBef>
                <a:spcPts val="0"/>
              </a:spcBef>
              <a:spcAft>
                <a:spcPts val="0"/>
              </a:spcAft>
              <a:buNone/>
              <a:defRPr>
                <a:solidFill>
                  <a:schemeClr val="accent3"/>
                </a:solidFill>
              </a:defRPr>
            </a:lvl5pPr>
            <a:lvl6pPr lvl="5" algn="ctr" rtl="0">
              <a:lnSpc>
                <a:spcPct val="100000"/>
              </a:lnSpc>
              <a:spcBef>
                <a:spcPts val="0"/>
              </a:spcBef>
              <a:spcAft>
                <a:spcPts val="0"/>
              </a:spcAft>
              <a:buNone/>
              <a:defRPr>
                <a:solidFill>
                  <a:schemeClr val="accent3"/>
                </a:solidFill>
              </a:defRPr>
            </a:lvl6pPr>
            <a:lvl7pPr lvl="6" algn="ctr" rtl="0">
              <a:lnSpc>
                <a:spcPct val="100000"/>
              </a:lnSpc>
              <a:spcBef>
                <a:spcPts val="0"/>
              </a:spcBef>
              <a:spcAft>
                <a:spcPts val="0"/>
              </a:spcAft>
              <a:buNone/>
              <a:defRPr>
                <a:solidFill>
                  <a:schemeClr val="accent3"/>
                </a:solidFill>
              </a:defRPr>
            </a:lvl7pPr>
            <a:lvl8pPr lvl="7" algn="ctr" rtl="0">
              <a:lnSpc>
                <a:spcPct val="100000"/>
              </a:lnSpc>
              <a:spcBef>
                <a:spcPts val="0"/>
              </a:spcBef>
              <a:spcAft>
                <a:spcPts val="0"/>
              </a:spcAft>
              <a:buNone/>
              <a:defRPr>
                <a:solidFill>
                  <a:schemeClr val="accent3"/>
                </a:solidFill>
              </a:defRPr>
            </a:lvl8pPr>
            <a:lvl9pPr lvl="8" algn="ctr" rtl="0">
              <a:lnSpc>
                <a:spcPct val="100000"/>
              </a:lnSpc>
              <a:spcBef>
                <a:spcPts val="0"/>
              </a:spcBef>
              <a:spcAft>
                <a:spcPts val="0"/>
              </a:spcAft>
              <a:buNone/>
              <a:defRPr>
                <a:solidFill>
                  <a:schemeClr val="accent3"/>
                </a:solidFill>
              </a:defRPr>
            </a:lvl9pPr>
          </a:lstStyle>
          <a:p>
            <a:endParaRPr/>
          </a:p>
        </p:txBody>
      </p:sp>
      <p:sp>
        <p:nvSpPr>
          <p:cNvPr id="1449" name="Google Shape;1449;p32"/>
          <p:cNvSpPr txBox="1">
            <a:spLocks noGrp="1"/>
          </p:cNvSpPr>
          <p:nvPr>
            <p:ph type="subTitle" idx="15"/>
          </p:nvPr>
        </p:nvSpPr>
        <p:spPr>
          <a:xfrm>
            <a:off x="6472209" y="2921193"/>
            <a:ext cx="17373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defRPr>
            </a:lvl1pPr>
            <a:lvl2pPr lvl="1" algn="ctr" rtl="0">
              <a:lnSpc>
                <a:spcPct val="100000"/>
              </a:lnSpc>
              <a:spcBef>
                <a:spcPts val="1600"/>
              </a:spcBef>
              <a:spcAft>
                <a:spcPts val="0"/>
              </a:spcAft>
              <a:buNone/>
              <a:defRPr>
                <a:solidFill>
                  <a:schemeClr val="accent3"/>
                </a:solidFill>
              </a:defRPr>
            </a:lvl2pPr>
            <a:lvl3pPr lvl="2" algn="ctr" rtl="0">
              <a:lnSpc>
                <a:spcPct val="100000"/>
              </a:lnSpc>
              <a:spcBef>
                <a:spcPts val="1600"/>
              </a:spcBef>
              <a:spcAft>
                <a:spcPts val="0"/>
              </a:spcAft>
              <a:buNone/>
              <a:defRPr>
                <a:solidFill>
                  <a:schemeClr val="accent3"/>
                </a:solidFill>
              </a:defRPr>
            </a:lvl3pPr>
            <a:lvl4pPr lvl="3" algn="ctr" rtl="0">
              <a:lnSpc>
                <a:spcPct val="100000"/>
              </a:lnSpc>
              <a:spcBef>
                <a:spcPts val="1600"/>
              </a:spcBef>
              <a:spcAft>
                <a:spcPts val="0"/>
              </a:spcAft>
              <a:buNone/>
              <a:defRPr>
                <a:solidFill>
                  <a:schemeClr val="accent3"/>
                </a:solidFill>
              </a:defRPr>
            </a:lvl4pPr>
            <a:lvl5pPr lvl="4" algn="ctr" rtl="0">
              <a:lnSpc>
                <a:spcPct val="100000"/>
              </a:lnSpc>
              <a:spcBef>
                <a:spcPts val="1600"/>
              </a:spcBef>
              <a:spcAft>
                <a:spcPts val="0"/>
              </a:spcAft>
              <a:buNone/>
              <a:defRPr>
                <a:solidFill>
                  <a:schemeClr val="accent3"/>
                </a:solidFill>
              </a:defRPr>
            </a:lvl5pPr>
            <a:lvl6pPr lvl="5" algn="ctr" rtl="0">
              <a:lnSpc>
                <a:spcPct val="100000"/>
              </a:lnSpc>
              <a:spcBef>
                <a:spcPts val="1600"/>
              </a:spcBef>
              <a:spcAft>
                <a:spcPts val="0"/>
              </a:spcAft>
              <a:buNone/>
              <a:defRPr>
                <a:solidFill>
                  <a:schemeClr val="accent3"/>
                </a:solidFill>
              </a:defRPr>
            </a:lvl6pPr>
            <a:lvl7pPr lvl="6" algn="ctr" rtl="0">
              <a:lnSpc>
                <a:spcPct val="100000"/>
              </a:lnSpc>
              <a:spcBef>
                <a:spcPts val="1600"/>
              </a:spcBef>
              <a:spcAft>
                <a:spcPts val="0"/>
              </a:spcAft>
              <a:buNone/>
              <a:defRPr>
                <a:solidFill>
                  <a:schemeClr val="accent3"/>
                </a:solidFill>
              </a:defRPr>
            </a:lvl7pPr>
            <a:lvl8pPr lvl="7" algn="ctr" rtl="0">
              <a:lnSpc>
                <a:spcPct val="100000"/>
              </a:lnSpc>
              <a:spcBef>
                <a:spcPts val="1600"/>
              </a:spcBef>
              <a:spcAft>
                <a:spcPts val="0"/>
              </a:spcAft>
              <a:buNone/>
              <a:defRPr>
                <a:solidFill>
                  <a:schemeClr val="accent3"/>
                </a:solidFill>
              </a:defRPr>
            </a:lvl8pPr>
            <a:lvl9pPr lvl="8" algn="ctr" rtl="0">
              <a:lnSpc>
                <a:spcPct val="100000"/>
              </a:lnSpc>
              <a:spcBef>
                <a:spcPts val="1600"/>
              </a:spcBef>
              <a:spcAft>
                <a:spcPts val="1600"/>
              </a:spcAft>
              <a:buNone/>
              <a:defRPr>
                <a:solidFill>
                  <a:schemeClr val="accent3"/>
                </a:solidFill>
              </a:defRPr>
            </a:lvl9pPr>
          </a:lstStyle>
          <a:p>
            <a:endParaRPr/>
          </a:p>
        </p:txBody>
      </p:sp>
      <p:pic>
        <p:nvPicPr>
          <p:cNvPr id="1450" name="Google Shape;1450;p32"/>
          <p:cNvPicPr preferRelativeResize="0"/>
          <p:nvPr/>
        </p:nvPicPr>
        <p:blipFill>
          <a:blip r:embed="rId2">
            <a:alphaModFix/>
          </a:blip>
          <a:stretch>
            <a:fillRect/>
          </a:stretch>
        </p:blipFill>
        <p:spPr>
          <a:xfrm>
            <a:off x="7421050" y="-317876"/>
            <a:ext cx="1964802" cy="150842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2">
  <p:cSld name="ONE_COLUMN_TEXT_2_2">
    <p:spTree>
      <p:nvGrpSpPr>
        <p:cNvPr id="1" name="Shape 1451"/>
        <p:cNvGrpSpPr/>
        <p:nvPr/>
      </p:nvGrpSpPr>
      <p:grpSpPr>
        <a:xfrm>
          <a:off x="0" y="0"/>
          <a:ext cx="0" cy="0"/>
          <a:chOff x="0" y="0"/>
          <a:chExt cx="0" cy="0"/>
        </a:xfrm>
      </p:grpSpPr>
      <p:sp>
        <p:nvSpPr>
          <p:cNvPr id="1452" name="Google Shape;1452;p33"/>
          <p:cNvSpPr txBox="1">
            <a:spLocks noGrp="1"/>
          </p:cNvSpPr>
          <p:nvPr>
            <p:ph type="title"/>
          </p:nvPr>
        </p:nvSpPr>
        <p:spPr>
          <a:xfrm>
            <a:off x="4579962" y="1665460"/>
            <a:ext cx="3657600" cy="9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53" name="Google Shape;1453;p33"/>
          <p:cNvSpPr txBox="1">
            <a:spLocks noGrp="1"/>
          </p:cNvSpPr>
          <p:nvPr>
            <p:ph type="subTitle" idx="1"/>
          </p:nvPr>
        </p:nvSpPr>
        <p:spPr>
          <a:xfrm>
            <a:off x="4572000" y="2587749"/>
            <a:ext cx="3657600" cy="182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accent3"/>
                </a:solidFill>
                <a:latin typeface="Lato"/>
                <a:ea typeface="Lato"/>
                <a:cs typeface="Lato"/>
                <a:sym typeface="Lato"/>
              </a:defRPr>
            </a:lvl1pPr>
            <a:lvl2pPr lvl="1" algn="r" rtl="0">
              <a:lnSpc>
                <a:spcPct val="100000"/>
              </a:lnSpc>
              <a:spcBef>
                <a:spcPts val="160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1454" name="Google Shape;1454;p33"/>
          <p:cNvGrpSpPr/>
          <p:nvPr/>
        </p:nvGrpSpPr>
        <p:grpSpPr>
          <a:xfrm>
            <a:off x="6912145" y="4433249"/>
            <a:ext cx="4477807" cy="839588"/>
            <a:chOff x="3098100" y="3849750"/>
            <a:chExt cx="940775" cy="270425"/>
          </a:xfrm>
        </p:grpSpPr>
        <p:sp>
          <p:nvSpPr>
            <p:cNvPr id="1455" name="Google Shape;1455;p33"/>
            <p:cNvSpPr/>
            <p:nvPr/>
          </p:nvSpPr>
          <p:spPr>
            <a:xfrm>
              <a:off x="3304800" y="3882975"/>
              <a:ext cx="665525" cy="237200"/>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3"/>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3"/>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8" name="Google Shape;1458;p33"/>
          <p:cNvGrpSpPr/>
          <p:nvPr/>
        </p:nvGrpSpPr>
        <p:grpSpPr>
          <a:xfrm>
            <a:off x="-731964" y="-152400"/>
            <a:ext cx="4770701" cy="5600699"/>
            <a:chOff x="-731964" y="-152400"/>
            <a:chExt cx="4770701" cy="5600699"/>
          </a:xfrm>
        </p:grpSpPr>
        <p:sp>
          <p:nvSpPr>
            <p:cNvPr id="1459" name="Google Shape;1459;p33"/>
            <p:cNvSpPr/>
            <p:nvPr/>
          </p:nvSpPr>
          <p:spPr>
            <a:xfrm rot="10800000">
              <a:off x="-731964" y="4332446"/>
              <a:ext cx="2888" cy="3337"/>
            </a:xfrm>
            <a:custGeom>
              <a:avLst/>
              <a:gdLst/>
              <a:ahLst/>
              <a:cxnLst/>
              <a:rect l="l" t="t" r="r" b="b"/>
              <a:pathLst>
                <a:path w="38" h="39" extrusionOk="0">
                  <a:moveTo>
                    <a:pt x="38" y="39"/>
                  </a:moveTo>
                  <a:lnTo>
                    <a:pt x="38" y="39"/>
                  </a:lnTo>
                  <a:lnTo>
                    <a:pt x="0" y="0"/>
                  </a:lnTo>
                  <a:lnTo>
                    <a:pt x="0" y="0"/>
                  </a:ln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3"/>
            <p:cNvSpPr/>
            <p:nvPr/>
          </p:nvSpPr>
          <p:spPr>
            <a:xfrm rot="10800000">
              <a:off x="-729152" y="4335697"/>
              <a:ext cx="2888" cy="3337"/>
            </a:xfrm>
            <a:custGeom>
              <a:avLst/>
              <a:gdLst/>
              <a:ahLst/>
              <a:cxnLst/>
              <a:rect l="l" t="t" r="r" b="b"/>
              <a:pathLst>
                <a:path w="38" h="39" extrusionOk="0">
                  <a:moveTo>
                    <a:pt x="37" y="38"/>
                  </a:moveTo>
                  <a:lnTo>
                    <a:pt x="0" y="1"/>
                  </a:lnTo>
                  <a:close/>
                </a:path>
              </a:pathLst>
            </a:custGeom>
            <a:solidFill>
              <a:srgbClr val="231F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1" name="Google Shape;1461;p33"/>
            <p:cNvGrpSpPr/>
            <p:nvPr/>
          </p:nvGrpSpPr>
          <p:grpSpPr>
            <a:xfrm flipH="1">
              <a:off x="-597508" y="-49993"/>
              <a:ext cx="4636245" cy="5256773"/>
              <a:chOff x="3268325" y="3013975"/>
              <a:chExt cx="1443800" cy="1106200"/>
            </a:xfrm>
          </p:grpSpPr>
          <p:sp>
            <p:nvSpPr>
              <p:cNvPr id="1462" name="Google Shape;1462;p33"/>
              <p:cNvSpPr/>
              <p:nvPr/>
            </p:nvSpPr>
            <p:spPr>
              <a:xfrm>
                <a:off x="3268325" y="3013975"/>
                <a:ext cx="274950" cy="149575"/>
              </a:xfrm>
              <a:custGeom>
                <a:avLst/>
                <a:gdLst/>
                <a:ahLst/>
                <a:cxnLst/>
                <a:rect l="l" t="t" r="r" b="b"/>
                <a:pathLst>
                  <a:path w="10998" h="5983" extrusionOk="0">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3"/>
              <p:cNvSpPr/>
              <p:nvPr/>
            </p:nvSpPr>
            <p:spPr>
              <a:xfrm>
                <a:off x="3543250" y="3013975"/>
                <a:ext cx="893200" cy="1018300"/>
              </a:xfrm>
              <a:custGeom>
                <a:avLst/>
                <a:gdLst/>
                <a:ahLst/>
                <a:cxnLst/>
                <a:rect l="l" t="t" r="r" b="b"/>
                <a:pathLst>
                  <a:path w="35728" h="40732" extrusionOk="0">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3"/>
              <p:cNvSpPr/>
              <p:nvPr/>
            </p:nvSpPr>
            <p:spPr>
              <a:xfrm>
                <a:off x="3532950" y="3013975"/>
                <a:ext cx="491525" cy="178275"/>
              </a:xfrm>
              <a:custGeom>
                <a:avLst/>
                <a:gdLst/>
                <a:ahLst/>
                <a:cxnLst/>
                <a:rect l="l" t="t" r="r" b="b"/>
                <a:pathLst>
                  <a:path w="19661" h="7131" extrusionOk="0">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3"/>
              <p:cNvSpPr/>
              <p:nvPr/>
            </p:nvSpPr>
            <p:spPr>
              <a:xfrm>
                <a:off x="4244025" y="3013975"/>
                <a:ext cx="468100" cy="1042100"/>
              </a:xfrm>
              <a:custGeom>
                <a:avLst/>
                <a:gdLst/>
                <a:ahLst/>
                <a:cxnLst/>
                <a:rect l="l" t="t" r="r" b="b"/>
                <a:pathLst>
                  <a:path w="18724" h="41684" extrusionOk="0">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3"/>
              <p:cNvSpPr/>
              <p:nvPr/>
            </p:nvSpPr>
            <p:spPr>
              <a:xfrm>
                <a:off x="4201350" y="3929300"/>
                <a:ext cx="510775" cy="190875"/>
              </a:xfrm>
              <a:custGeom>
                <a:avLst/>
                <a:gdLst/>
                <a:ahLst/>
                <a:cxnLst/>
                <a:rect l="l" t="t" r="r" b="b"/>
                <a:pathLst>
                  <a:path w="20431" h="7635" extrusionOk="0">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3"/>
              <p:cNvSpPr/>
              <p:nvPr/>
            </p:nvSpPr>
            <p:spPr>
              <a:xfrm>
                <a:off x="4057600" y="3658800"/>
                <a:ext cx="265050" cy="295800"/>
              </a:xfrm>
              <a:custGeom>
                <a:avLst/>
                <a:gdLst/>
                <a:ahLst/>
                <a:cxnLst/>
                <a:rect l="l" t="t" r="r" b="b"/>
                <a:pathLst>
                  <a:path w="10602" h="11832" extrusionOk="0">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68" name="Google Shape;1468;p33"/>
            <p:cNvPicPr preferRelativeResize="0"/>
            <p:nvPr/>
          </p:nvPicPr>
          <p:blipFill rotWithShape="1">
            <a:blip r:embed="rId2">
              <a:alphaModFix/>
            </a:blip>
            <a:srcRect r="41660"/>
            <a:stretch/>
          </p:blipFill>
          <p:spPr>
            <a:xfrm>
              <a:off x="-627150" y="-152400"/>
              <a:ext cx="2884579" cy="2781302"/>
            </a:xfrm>
            <a:prstGeom prst="rect">
              <a:avLst/>
            </a:prstGeom>
            <a:noFill/>
            <a:ln>
              <a:noFill/>
            </a:ln>
          </p:spPr>
        </p:pic>
        <p:pic>
          <p:nvPicPr>
            <p:cNvPr id="1469" name="Google Shape;1469;p33"/>
            <p:cNvPicPr preferRelativeResize="0"/>
            <p:nvPr/>
          </p:nvPicPr>
          <p:blipFill rotWithShape="1">
            <a:blip r:embed="rId3">
              <a:alphaModFix/>
            </a:blip>
            <a:srcRect l="49480"/>
            <a:stretch/>
          </p:blipFill>
          <p:spPr>
            <a:xfrm>
              <a:off x="-587773" y="3690950"/>
              <a:ext cx="1578374" cy="1757349"/>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3">
  <p:cSld name="ONE_COLUMN_TEXT_2_1_1">
    <p:spTree>
      <p:nvGrpSpPr>
        <p:cNvPr id="1" name="Shape 1470"/>
        <p:cNvGrpSpPr/>
        <p:nvPr/>
      </p:nvGrpSpPr>
      <p:grpSpPr>
        <a:xfrm>
          <a:off x="0" y="0"/>
          <a:ext cx="0" cy="0"/>
          <a:chOff x="0" y="0"/>
          <a:chExt cx="0" cy="0"/>
        </a:xfrm>
      </p:grpSpPr>
      <p:sp>
        <p:nvSpPr>
          <p:cNvPr id="1471" name="Google Shape;1471;p34"/>
          <p:cNvSpPr txBox="1">
            <a:spLocks noGrp="1"/>
          </p:cNvSpPr>
          <p:nvPr>
            <p:ph type="title"/>
          </p:nvPr>
        </p:nvSpPr>
        <p:spPr>
          <a:xfrm>
            <a:off x="909458" y="1664014"/>
            <a:ext cx="3657600" cy="914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72" name="Google Shape;1472;p34"/>
          <p:cNvSpPr txBox="1">
            <a:spLocks noGrp="1"/>
          </p:cNvSpPr>
          <p:nvPr>
            <p:ph type="subTitle" idx="1"/>
          </p:nvPr>
        </p:nvSpPr>
        <p:spPr>
          <a:xfrm>
            <a:off x="909138" y="2587749"/>
            <a:ext cx="3657600" cy="182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solidFill>
                  <a:schemeClr val="accent3"/>
                </a:solidFill>
                <a:latin typeface="Lato"/>
                <a:ea typeface="Lato"/>
                <a:cs typeface="Lato"/>
                <a:sym typeface="Lato"/>
              </a:defRPr>
            </a:lvl1pPr>
            <a:lvl2pPr lvl="1" algn="r" rtl="0">
              <a:lnSpc>
                <a:spcPct val="100000"/>
              </a:lnSpc>
              <a:spcBef>
                <a:spcPts val="160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1473" name="Google Shape;1473;p34"/>
          <p:cNvGrpSpPr/>
          <p:nvPr/>
        </p:nvGrpSpPr>
        <p:grpSpPr>
          <a:xfrm>
            <a:off x="-2255105" y="4433249"/>
            <a:ext cx="4477807" cy="839588"/>
            <a:chOff x="3098100" y="3849750"/>
            <a:chExt cx="940775" cy="270425"/>
          </a:xfrm>
        </p:grpSpPr>
        <p:sp>
          <p:nvSpPr>
            <p:cNvPr id="1474" name="Google Shape;1474;p34"/>
            <p:cNvSpPr/>
            <p:nvPr/>
          </p:nvSpPr>
          <p:spPr>
            <a:xfrm>
              <a:off x="3304800" y="3882975"/>
              <a:ext cx="665525" cy="237200"/>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4"/>
            <p:cNvSpPr/>
            <p:nvPr/>
          </p:nvSpPr>
          <p:spPr>
            <a:xfrm>
              <a:off x="3098100" y="3849750"/>
              <a:ext cx="940775" cy="270425"/>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4"/>
            <p:cNvSpPr/>
            <p:nvPr/>
          </p:nvSpPr>
          <p:spPr>
            <a:xfrm>
              <a:off x="3304800" y="3964300"/>
              <a:ext cx="665525" cy="155875"/>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7" name="Google Shape;1477;p34"/>
          <p:cNvGrpSpPr/>
          <p:nvPr/>
        </p:nvGrpSpPr>
        <p:grpSpPr>
          <a:xfrm>
            <a:off x="4038601" y="-137099"/>
            <a:ext cx="5314951" cy="5357097"/>
            <a:chOff x="4038601" y="-137099"/>
            <a:chExt cx="5314951" cy="5357097"/>
          </a:xfrm>
        </p:grpSpPr>
        <p:grpSp>
          <p:nvGrpSpPr>
            <p:cNvPr id="1478" name="Google Shape;1478;p34"/>
            <p:cNvGrpSpPr/>
            <p:nvPr/>
          </p:nvGrpSpPr>
          <p:grpSpPr>
            <a:xfrm>
              <a:off x="5827386" y="-55175"/>
              <a:ext cx="3400978" cy="5274667"/>
              <a:chOff x="5827590" y="0"/>
              <a:chExt cx="3316410" cy="5143508"/>
            </a:xfrm>
          </p:grpSpPr>
          <p:sp>
            <p:nvSpPr>
              <p:cNvPr id="1479" name="Google Shape;1479;p34"/>
              <p:cNvSpPr/>
              <p:nvPr/>
            </p:nvSpPr>
            <p:spPr>
              <a:xfrm flipH="1">
                <a:off x="8348056" y="1053597"/>
                <a:ext cx="795944" cy="1305112"/>
              </a:xfrm>
              <a:custGeom>
                <a:avLst/>
                <a:gdLst/>
                <a:ahLst/>
                <a:cxnLst/>
                <a:rect l="l" t="t" r="r" b="b"/>
                <a:pathLst>
                  <a:path w="5959" h="9771" extrusionOk="0">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4"/>
              <p:cNvSpPr/>
              <p:nvPr/>
            </p:nvSpPr>
            <p:spPr>
              <a:xfrm flipH="1">
                <a:off x="8079981" y="0"/>
                <a:ext cx="1064019" cy="2206710"/>
              </a:xfrm>
              <a:custGeom>
                <a:avLst/>
                <a:gdLst/>
                <a:ahLst/>
                <a:cxnLst/>
                <a:rect l="l" t="t" r="r" b="b"/>
                <a:pathLst>
                  <a:path w="7966" h="16521" extrusionOk="0">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4"/>
              <p:cNvSpPr/>
              <p:nvPr/>
            </p:nvSpPr>
            <p:spPr>
              <a:xfrm flipH="1">
                <a:off x="5827590" y="2206571"/>
                <a:ext cx="3316410" cy="2936937"/>
              </a:xfrm>
              <a:custGeom>
                <a:avLst/>
                <a:gdLst/>
                <a:ahLst/>
                <a:cxnLst/>
                <a:rect l="l" t="t" r="r" b="b"/>
                <a:pathLst>
                  <a:path w="24829" h="21988" extrusionOk="0">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2" name="Google Shape;1482;p34"/>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483" name="Google Shape;1483;p34"/>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ption 2">
  <p:cSld name="CAPTION_ONLY_1">
    <p:bg>
      <p:bgPr>
        <a:noFill/>
        <a:effectLst/>
      </p:bgPr>
    </p:bg>
    <p:spTree>
      <p:nvGrpSpPr>
        <p:cNvPr id="1" name="Shape 1484"/>
        <p:cNvGrpSpPr/>
        <p:nvPr/>
      </p:nvGrpSpPr>
      <p:grpSpPr>
        <a:xfrm>
          <a:off x="0" y="0"/>
          <a:ext cx="0" cy="0"/>
          <a:chOff x="0" y="0"/>
          <a:chExt cx="0" cy="0"/>
        </a:xfrm>
      </p:grpSpPr>
      <p:sp>
        <p:nvSpPr>
          <p:cNvPr id="1485" name="Google Shape;1485;p35"/>
          <p:cNvSpPr/>
          <p:nvPr/>
        </p:nvSpPr>
        <p:spPr>
          <a:xfrm>
            <a:off x="0" y="-94075"/>
            <a:ext cx="5010300" cy="528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5"/>
          <p:cNvSpPr txBox="1">
            <a:spLocks noGrp="1"/>
          </p:cNvSpPr>
          <p:nvPr>
            <p:ph type="title"/>
          </p:nvPr>
        </p:nvSpPr>
        <p:spPr>
          <a:xfrm>
            <a:off x="914400" y="989590"/>
            <a:ext cx="2743200" cy="159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87" name="Google Shape;1487;p35"/>
          <p:cNvSpPr txBox="1">
            <a:spLocks noGrp="1"/>
          </p:cNvSpPr>
          <p:nvPr>
            <p:ph type="subTitle" idx="1"/>
          </p:nvPr>
        </p:nvSpPr>
        <p:spPr>
          <a:xfrm>
            <a:off x="914400" y="2602412"/>
            <a:ext cx="3657600" cy="1861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rgbClr val="FFFFFF"/>
                </a:solidFill>
              </a:defRPr>
            </a:lvl1pPr>
            <a:lvl2pPr lvl="1" rtl="0">
              <a:lnSpc>
                <a:spcPct val="100000"/>
              </a:lnSpc>
              <a:spcBef>
                <a:spcPts val="1600"/>
              </a:spcBef>
              <a:spcAft>
                <a:spcPts val="0"/>
              </a:spcAft>
              <a:buNone/>
              <a:defRPr>
                <a:solidFill>
                  <a:srgbClr val="FFFFFF"/>
                </a:solidFill>
              </a:defRPr>
            </a:lvl2pPr>
            <a:lvl3pPr lvl="2" rtl="0">
              <a:lnSpc>
                <a:spcPct val="100000"/>
              </a:lnSpc>
              <a:spcBef>
                <a:spcPts val="1600"/>
              </a:spcBef>
              <a:spcAft>
                <a:spcPts val="0"/>
              </a:spcAft>
              <a:buNone/>
              <a:defRPr>
                <a:solidFill>
                  <a:srgbClr val="FFFFFF"/>
                </a:solidFill>
              </a:defRPr>
            </a:lvl3pPr>
            <a:lvl4pPr lvl="3" rtl="0">
              <a:lnSpc>
                <a:spcPct val="100000"/>
              </a:lnSpc>
              <a:spcBef>
                <a:spcPts val="1600"/>
              </a:spcBef>
              <a:spcAft>
                <a:spcPts val="0"/>
              </a:spcAft>
              <a:buNone/>
              <a:defRPr>
                <a:solidFill>
                  <a:srgbClr val="FFFFFF"/>
                </a:solidFill>
              </a:defRPr>
            </a:lvl4pPr>
            <a:lvl5pPr lvl="4" rtl="0">
              <a:lnSpc>
                <a:spcPct val="100000"/>
              </a:lnSpc>
              <a:spcBef>
                <a:spcPts val="1600"/>
              </a:spcBef>
              <a:spcAft>
                <a:spcPts val="0"/>
              </a:spcAft>
              <a:buNone/>
              <a:defRPr>
                <a:solidFill>
                  <a:srgbClr val="FFFFFF"/>
                </a:solidFill>
              </a:defRPr>
            </a:lvl5pPr>
            <a:lvl6pPr lvl="5" rtl="0">
              <a:lnSpc>
                <a:spcPct val="100000"/>
              </a:lnSpc>
              <a:spcBef>
                <a:spcPts val="1600"/>
              </a:spcBef>
              <a:spcAft>
                <a:spcPts val="0"/>
              </a:spcAft>
              <a:buNone/>
              <a:defRPr>
                <a:solidFill>
                  <a:srgbClr val="FFFFFF"/>
                </a:solidFill>
              </a:defRPr>
            </a:lvl6pPr>
            <a:lvl7pPr lvl="6" rtl="0">
              <a:lnSpc>
                <a:spcPct val="100000"/>
              </a:lnSpc>
              <a:spcBef>
                <a:spcPts val="1600"/>
              </a:spcBef>
              <a:spcAft>
                <a:spcPts val="0"/>
              </a:spcAft>
              <a:buNone/>
              <a:defRPr>
                <a:solidFill>
                  <a:srgbClr val="FFFFFF"/>
                </a:solidFill>
              </a:defRPr>
            </a:lvl7pPr>
            <a:lvl8pPr lvl="7" rtl="0">
              <a:lnSpc>
                <a:spcPct val="100000"/>
              </a:lnSpc>
              <a:spcBef>
                <a:spcPts val="1600"/>
              </a:spcBef>
              <a:spcAft>
                <a:spcPts val="0"/>
              </a:spcAft>
              <a:buNone/>
              <a:defRPr>
                <a:solidFill>
                  <a:srgbClr val="FFFFFF"/>
                </a:solidFill>
              </a:defRPr>
            </a:lvl8pPr>
            <a:lvl9pPr lvl="8" rtl="0">
              <a:lnSpc>
                <a:spcPct val="100000"/>
              </a:lnSpc>
              <a:spcBef>
                <a:spcPts val="1600"/>
              </a:spcBef>
              <a:spcAft>
                <a:spcPts val="1600"/>
              </a:spcAft>
              <a:buNone/>
              <a:defRPr>
                <a:solidFill>
                  <a:srgbClr val="FFFFFF"/>
                </a:solidFill>
              </a:defRPr>
            </a:lvl9pPr>
          </a:lstStyle>
          <a:p>
            <a:endParaRPr/>
          </a:p>
        </p:txBody>
      </p:sp>
      <p:grpSp>
        <p:nvGrpSpPr>
          <p:cNvPr id="1488" name="Google Shape;1488;p35"/>
          <p:cNvGrpSpPr/>
          <p:nvPr/>
        </p:nvGrpSpPr>
        <p:grpSpPr>
          <a:xfrm>
            <a:off x="-665807" y="3431744"/>
            <a:ext cx="2280393" cy="2280580"/>
            <a:chOff x="-665807" y="3431744"/>
            <a:chExt cx="2280393" cy="2280580"/>
          </a:xfrm>
        </p:grpSpPr>
        <p:sp>
          <p:nvSpPr>
            <p:cNvPr id="1489" name="Google Shape;1489;p35"/>
            <p:cNvSpPr/>
            <p:nvPr/>
          </p:nvSpPr>
          <p:spPr>
            <a:xfrm rot="6847533" flipH="1">
              <a:off x="-356027" y="4216323"/>
              <a:ext cx="1115230" cy="1401371"/>
            </a:xfrm>
            <a:custGeom>
              <a:avLst/>
              <a:gdLst/>
              <a:ahLst/>
              <a:cxnLst/>
              <a:rect l="l" t="t" r="r" b="b"/>
              <a:pathLst>
                <a:path w="14676" h="16379" extrusionOk="0">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0" name="Google Shape;1490;p35"/>
            <p:cNvGrpSpPr/>
            <p:nvPr/>
          </p:nvGrpSpPr>
          <p:grpSpPr>
            <a:xfrm rot="-5400000">
              <a:off x="-171875" y="3453684"/>
              <a:ext cx="1808401" cy="1764522"/>
              <a:chOff x="2024475" y="4433550"/>
              <a:chExt cx="623350" cy="608225"/>
            </a:xfrm>
          </p:grpSpPr>
          <p:sp>
            <p:nvSpPr>
              <p:cNvPr id="1491" name="Google Shape;1491;p35"/>
              <p:cNvSpPr/>
              <p:nvPr/>
            </p:nvSpPr>
            <p:spPr>
              <a:xfrm>
                <a:off x="2637250" y="4451875"/>
                <a:ext cx="7875" cy="4200"/>
              </a:xfrm>
              <a:custGeom>
                <a:avLst/>
                <a:gdLst/>
                <a:ahLst/>
                <a:cxnLst/>
                <a:rect l="l" t="t" r="r" b="b"/>
                <a:pathLst>
                  <a:path w="315" h="168" extrusionOk="0">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5"/>
              <p:cNvSpPr/>
              <p:nvPr/>
            </p:nvSpPr>
            <p:spPr>
              <a:xfrm>
                <a:off x="2619025"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5"/>
              <p:cNvSpPr/>
              <p:nvPr/>
            </p:nvSpPr>
            <p:spPr>
              <a:xfrm>
                <a:off x="2619025"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5"/>
              <p:cNvSpPr/>
              <p:nvPr/>
            </p:nvSpPr>
            <p:spPr>
              <a:xfrm>
                <a:off x="2637000" y="4481350"/>
                <a:ext cx="10825" cy="10850"/>
              </a:xfrm>
              <a:custGeom>
                <a:avLst/>
                <a:gdLst/>
                <a:ahLst/>
                <a:cxnLst/>
                <a:rect l="l" t="t" r="r" b="b"/>
                <a:pathLst>
                  <a:path w="433" h="434" extrusionOk="0">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5"/>
              <p:cNvSpPr/>
              <p:nvPr/>
            </p:nvSpPr>
            <p:spPr>
              <a:xfrm>
                <a:off x="2637000" y="4517375"/>
                <a:ext cx="10825" cy="10850"/>
              </a:xfrm>
              <a:custGeom>
                <a:avLst/>
                <a:gdLst/>
                <a:ahLst/>
                <a:cxnLst/>
                <a:rect l="l" t="t" r="r" b="b"/>
                <a:pathLst>
                  <a:path w="433" h="434" extrusionOk="0">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5"/>
              <p:cNvSpPr/>
              <p:nvPr/>
            </p:nvSpPr>
            <p:spPr>
              <a:xfrm>
                <a:off x="2619025"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5"/>
              <p:cNvSpPr/>
              <p:nvPr/>
            </p:nvSpPr>
            <p:spPr>
              <a:xfrm>
                <a:off x="2619025" y="4571375"/>
                <a:ext cx="7425" cy="8450"/>
              </a:xfrm>
              <a:custGeom>
                <a:avLst/>
                <a:gdLst/>
                <a:ahLst/>
                <a:cxnLst/>
                <a:rect l="l" t="t" r="r" b="b"/>
                <a:pathLst>
                  <a:path w="297" h="338" extrusionOk="0">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5"/>
              <p:cNvSpPr/>
              <p:nvPr/>
            </p:nvSpPr>
            <p:spPr>
              <a:xfrm>
                <a:off x="2600975" y="4450775"/>
                <a:ext cx="10750" cy="5300"/>
              </a:xfrm>
              <a:custGeom>
                <a:avLst/>
                <a:gdLst/>
                <a:ahLst/>
                <a:cxnLst/>
                <a:rect l="l" t="t" r="r" b="b"/>
                <a:pathLst>
                  <a:path w="430" h="212" extrusionOk="0">
                    <a:moveTo>
                      <a:pt x="0" y="0"/>
                    </a:moveTo>
                    <a:lnTo>
                      <a:pt x="0" y="0"/>
                    </a:lnTo>
                    <a:cubicBezTo>
                      <a:pt x="3" y="120"/>
                      <a:pt x="99" y="211"/>
                      <a:pt x="218" y="211"/>
                    </a:cubicBezTo>
                    <a:cubicBezTo>
                      <a:pt x="330" y="211"/>
                      <a:pt x="419" y="123"/>
                      <a:pt x="429" y="14"/>
                    </a:cubicBezTo>
                    <a:lnTo>
                      <a:pt x="218" y="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5"/>
              <p:cNvSpPr/>
              <p:nvPr/>
            </p:nvSpPr>
            <p:spPr>
              <a:xfrm>
                <a:off x="2583000" y="4463300"/>
                <a:ext cx="10750" cy="10850"/>
              </a:xfrm>
              <a:custGeom>
                <a:avLst/>
                <a:gdLst/>
                <a:ahLst/>
                <a:cxnLst/>
                <a:rect l="l" t="t" r="r" b="b"/>
                <a:pathLst>
                  <a:path w="430" h="434" extrusionOk="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5"/>
              <p:cNvSpPr/>
              <p:nvPr/>
            </p:nvSpPr>
            <p:spPr>
              <a:xfrm>
                <a:off x="2600975" y="4481350"/>
                <a:ext cx="10825" cy="10850"/>
              </a:xfrm>
              <a:custGeom>
                <a:avLst/>
                <a:gdLst/>
                <a:ahLst/>
                <a:cxnLst/>
                <a:rect l="l" t="t" r="r" b="b"/>
                <a:pathLst>
                  <a:path w="433" h="434" extrusionOk="0">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5"/>
              <p:cNvSpPr/>
              <p:nvPr/>
            </p:nvSpPr>
            <p:spPr>
              <a:xfrm>
                <a:off x="2583000" y="4499325"/>
                <a:ext cx="10750" cy="10825"/>
              </a:xfrm>
              <a:custGeom>
                <a:avLst/>
                <a:gdLst/>
                <a:ahLst/>
                <a:cxnLst/>
                <a:rect l="l" t="t" r="r" b="b"/>
                <a:pathLst>
                  <a:path w="430" h="433" extrusionOk="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5"/>
              <p:cNvSpPr/>
              <p:nvPr/>
            </p:nvSpPr>
            <p:spPr>
              <a:xfrm>
                <a:off x="2583000" y="4535350"/>
                <a:ext cx="10750" cy="10850"/>
              </a:xfrm>
              <a:custGeom>
                <a:avLst/>
                <a:gdLst/>
                <a:ahLst/>
                <a:cxnLst/>
                <a:rect l="l" t="t" r="r" b="b"/>
                <a:pathLst>
                  <a:path w="430" h="434" extrusionOk="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5"/>
              <p:cNvSpPr/>
              <p:nvPr/>
            </p:nvSpPr>
            <p:spPr>
              <a:xfrm>
                <a:off x="2600975" y="4517375"/>
                <a:ext cx="10825" cy="10850"/>
              </a:xfrm>
              <a:custGeom>
                <a:avLst/>
                <a:gdLst/>
                <a:ahLst/>
                <a:cxnLst/>
                <a:rect l="l" t="t" r="r" b="b"/>
                <a:pathLst>
                  <a:path w="433" h="434" extrusionOk="0">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5"/>
              <p:cNvSpPr/>
              <p:nvPr/>
            </p:nvSpPr>
            <p:spPr>
              <a:xfrm>
                <a:off x="2600975" y="4553400"/>
                <a:ext cx="10825" cy="10850"/>
              </a:xfrm>
              <a:custGeom>
                <a:avLst/>
                <a:gdLst/>
                <a:ahLst/>
                <a:cxnLst/>
                <a:rect l="l" t="t" r="r" b="b"/>
                <a:pathLst>
                  <a:path w="433" h="434" extrusionOk="0">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5"/>
              <p:cNvSpPr/>
              <p:nvPr/>
            </p:nvSpPr>
            <p:spPr>
              <a:xfrm>
                <a:off x="2583000" y="4571375"/>
                <a:ext cx="10750" cy="10825"/>
              </a:xfrm>
              <a:custGeom>
                <a:avLst/>
                <a:gdLst/>
                <a:ahLst/>
                <a:cxnLst/>
                <a:rect l="l" t="t" r="r" b="b"/>
                <a:pathLst>
                  <a:path w="430" h="433" extrusionOk="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5"/>
              <p:cNvSpPr/>
              <p:nvPr/>
            </p:nvSpPr>
            <p:spPr>
              <a:xfrm>
                <a:off x="2600975" y="4589425"/>
                <a:ext cx="8525" cy="7875"/>
              </a:xfrm>
              <a:custGeom>
                <a:avLst/>
                <a:gdLst/>
                <a:ahLst/>
                <a:cxnLst/>
                <a:rect l="l" t="t" r="r" b="b"/>
                <a:pathLst>
                  <a:path w="341" h="315" extrusionOk="0">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5"/>
              <p:cNvSpPr/>
              <p:nvPr/>
            </p:nvSpPr>
            <p:spPr>
              <a:xfrm>
                <a:off x="2584275" y="4607650"/>
                <a:ext cx="3000" cy="1825"/>
              </a:xfrm>
              <a:custGeom>
                <a:avLst/>
                <a:gdLst/>
                <a:ahLst/>
                <a:cxnLst/>
                <a:rect l="l" t="t" r="r" b="b"/>
                <a:pathLst>
                  <a:path w="120" h="73" extrusionOk="0">
                    <a:moveTo>
                      <a:pt x="119" y="1"/>
                    </a:moveTo>
                    <a:lnTo>
                      <a:pt x="119" y="1"/>
                    </a:lnTo>
                    <a:cubicBezTo>
                      <a:pt x="72" y="11"/>
                      <a:pt x="31" y="35"/>
                      <a:pt x="1" y="72"/>
                    </a:cubicBezTo>
                    <a:cubicBezTo>
                      <a:pt x="38" y="48"/>
                      <a:pt x="83" y="24"/>
                      <a:pt x="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5"/>
              <p:cNvSpPr/>
              <p:nvPr/>
            </p:nvSpPr>
            <p:spPr>
              <a:xfrm>
                <a:off x="254687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5"/>
              <p:cNvSpPr/>
              <p:nvPr/>
            </p:nvSpPr>
            <p:spPr>
              <a:xfrm>
                <a:off x="2564950" y="4449675"/>
                <a:ext cx="10825" cy="6400"/>
              </a:xfrm>
              <a:custGeom>
                <a:avLst/>
                <a:gdLst/>
                <a:ahLst/>
                <a:cxnLst/>
                <a:rect l="l" t="t" r="r" b="b"/>
                <a:pathLst>
                  <a:path w="433" h="256" extrusionOk="0">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5"/>
              <p:cNvSpPr/>
              <p:nvPr/>
            </p:nvSpPr>
            <p:spPr>
              <a:xfrm>
                <a:off x="254687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5"/>
              <p:cNvSpPr/>
              <p:nvPr/>
            </p:nvSpPr>
            <p:spPr>
              <a:xfrm>
                <a:off x="2564950" y="448135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5"/>
              <p:cNvSpPr/>
              <p:nvPr/>
            </p:nvSpPr>
            <p:spPr>
              <a:xfrm>
                <a:off x="254687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5"/>
              <p:cNvSpPr/>
              <p:nvPr/>
            </p:nvSpPr>
            <p:spPr>
              <a:xfrm>
                <a:off x="2564950" y="4517375"/>
                <a:ext cx="10825" cy="10850"/>
              </a:xfrm>
              <a:custGeom>
                <a:avLst/>
                <a:gdLst/>
                <a:ahLst/>
                <a:cxnLst/>
                <a:rect l="l" t="t" r="r" b="b"/>
                <a:pathLst>
                  <a:path w="433" h="434" extrusionOk="0">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5"/>
              <p:cNvSpPr/>
              <p:nvPr/>
            </p:nvSpPr>
            <p:spPr>
              <a:xfrm>
                <a:off x="2564950" y="455340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5"/>
              <p:cNvSpPr/>
              <p:nvPr/>
            </p:nvSpPr>
            <p:spPr>
              <a:xfrm>
                <a:off x="254687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5"/>
              <p:cNvSpPr/>
              <p:nvPr/>
            </p:nvSpPr>
            <p:spPr>
              <a:xfrm>
                <a:off x="254687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5"/>
              <p:cNvSpPr/>
              <p:nvPr/>
            </p:nvSpPr>
            <p:spPr>
              <a:xfrm>
                <a:off x="2564950" y="4589425"/>
                <a:ext cx="10825" cy="10850"/>
              </a:xfrm>
              <a:custGeom>
                <a:avLst/>
                <a:gdLst/>
                <a:ahLst/>
                <a:cxnLst/>
                <a:rect l="l" t="t" r="r" b="b"/>
                <a:pathLst>
                  <a:path w="433" h="434" extrusionOk="0">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5"/>
              <p:cNvSpPr/>
              <p:nvPr/>
            </p:nvSpPr>
            <p:spPr>
              <a:xfrm>
                <a:off x="2528900" y="4448575"/>
                <a:ext cx="10850" cy="7500"/>
              </a:xfrm>
              <a:custGeom>
                <a:avLst/>
                <a:gdLst/>
                <a:ahLst/>
                <a:cxnLst/>
                <a:rect l="l" t="t" r="r" b="b"/>
                <a:pathLst>
                  <a:path w="434" h="300" extrusionOk="0">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5"/>
              <p:cNvSpPr/>
              <p:nvPr/>
            </p:nvSpPr>
            <p:spPr>
              <a:xfrm>
                <a:off x="2510875" y="446330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5"/>
              <p:cNvSpPr/>
              <p:nvPr/>
            </p:nvSpPr>
            <p:spPr>
              <a:xfrm>
                <a:off x="2528900" y="448135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5"/>
              <p:cNvSpPr/>
              <p:nvPr/>
            </p:nvSpPr>
            <p:spPr>
              <a:xfrm>
                <a:off x="2510875" y="4499325"/>
                <a:ext cx="10825" cy="10825"/>
              </a:xfrm>
              <a:custGeom>
                <a:avLst/>
                <a:gdLst/>
                <a:ahLst/>
                <a:cxnLst/>
                <a:rect l="l" t="t" r="r" b="b"/>
                <a:pathLst>
                  <a:path w="433" h="433" extrusionOk="0">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5"/>
              <p:cNvSpPr/>
              <p:nvPr/>
            </p:nvSpPr>
            <p:spPr>
              <a:xfrm>
                <a:off x="2528900" y="4517375"/>
                <a:ext cx="10850" cy="10850"/>
              </a:xfrm>
              <a:custGeom>
                <a:avLst/>
                <a:gdLst/>
                <a:ahLst/>
                <a:cxnLst/>
                <a:rect l="l" t="t" r="r" b="b"/>
                <a:pathLst>
                  <a:path w="434" h="434" extrusionOk="0">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5"/>
              <p:cNvSpPr/>
              <p:nvPr/>
            </p:nvSpPr>
            <p:spPr>
              <a:xfrm>
                <a:off x="2510875" y="453535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5"/>
              <p:cNvSpPr/>
              <p:nvPr/>
            </p:nvSpPr>
            <p:spPr>
              <a:xfrm>
                <a:off x="2510875" y="4571375"/>
                <a:ext cx="10825" cy="10825"/>
              </a:xfrm>
              <a:custGeom>
                <a:avLst/>
                <a:gdLst/>
                <a:ahLst/>
                <a:cxnLst/>
                <a:rect l="l" t="t" r="r" b="b"/>
                <a:pathLst>
                  <a:path w="433" h="433" extrusionOk="0">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5"/>
              <p:cNvSpPr/>
              <p:nvPr/>
            </p:nvSpPr>
            <p:spPr>
              <a:xfrm>
                <a:off x="2528900" y="455340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5"/>
              <p:cNvSpPr/>
              <p:nvPr/>
            </p:nvSpPr>
            <p:spPr>
              <a:xfrm>
                <a:off x="2528900" y="4589425"/>
                <a:ext cx="10850" cy="10850"/>
              </a:xfrm>
              <a:custGeom>
                <a:avLst/>
                <a:gdLst/>
                <a:ahLst/>
                <a:cxnLst/>
                <a:rect l="l" t="t" r="r" b="b"/>
                <a:pathLst>
                  <a:path w="434" h="434" extrusionOk="0">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5"/>
              <p:cNvSpPr/>
              <p:nvPr/>
            </p:nvSpPr>
            <p:spPr>
              <a:xfrm>
                <a:off x="2510875" y="4607400"/>
                <a:ext cx="10825" cy="10850"/>
              </a:xfrm>
              <a:custGeom>
                <a:avLst/>
                <a:gdLst/>
                <a:ahLst/>
                <a:cxnLst/>
                <a:rect l="l" t="t" r="r" b="b"/>
                <a:pathLst>
                  <a:path w="433" h="434" extrusionOk="0">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5"/>
              <p:cNvSpPr/>
              <p:nvPr/>
            </p:nvSpPr>
            <p:spPr>
              <a:xfrm>
                <a:off x="2528900" y="4625450"/>
                <a:ext cx="10525" cy="6500"/>
              </a:xfrm>
              <a:custGeom>
                <a:avLst/>
                <a:gdLst/>
                <a:ahLst/>
                <a:cxnLst/>
                <a:rect l="l" t="t" r="r" b="b"/>
                <a:pathLst>
                  <a:path w="421" h="260" extrusionOk="0">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5"/>
              <p:cNvSpPr/>
              <p:nvPr/>
            </p:nvSpPr>
            <p:spPr>
              <a:xfrm>
                <a:off x="247482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5"/>
              <p:cNvSpPr/>
              <p:nvPr/>
            </p:nvSpPr>
            <p:spPr>
              <a:xfrm>
                <a:off x="2492900" y="4447450"/>
                <a:ext cx="10825" cy="8625"/>
              </a:xfrm>
              <a:custGeom>
                <a:avLst/>
                <a:gdLst/>
                <a:ahLst/>
                <a:cxnLst/>
                <a:rect l="l" t="t" r="r" b="b"/>
                <a:pathLst>
                  <a:path w="433" h="345" extrusionOk="0">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5"/>
              <p:cNvSpPr/>
              <p:nvPr/>
            </p:nvSpPr>
            <p:spPr>
              <a:xfrm>
                <a:off x="2492900" y="448135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5"/>
              <p:cNvSpPr/>
              <p:nvPr/>
            </p:nvSpPr>
            <p:spPr>
              <a:xfrm>
                <a:off x="247482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5"/>
              <p:cNvSpPr/>
              <p:nvPr/>
            </p:nvSpPr>
            <p:spPr>
              <a:xfrm>
                <a:off x="247482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5"/>
              <p:cNvSpPr/>
              <p:nvPr/>
            </p:nvSpPr>
            <p:spPr>
              <a:xfrm>
                <a:off x="2492900" y="4517375"/>
                <a:ext cx="10825" cy="10850"/>
              </a:xfrm>
              <a:custGeom>
                <a:avLst/>
                <a:gdLst/>
                <a:ahLst/>
                <a:cxnLst/>
                <a:rect l="l" t="t" r="r" b="b"/>
                <a:pathLst>
                  <a:path w="433" h="434" extrusionOk="0">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5"/>
              <p:cNvSpPr/>
              <p:nvPr/>
            </p:nvSpPr>
            <p:spPr>
              <a:xfrm>
                <a:off x="247482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5"/>
              <p:cNvSpPr/>
              <p:nvPr/>
            </p:nvSpPr>
            <p:spPr>
              <a:xfrm>
                <a:off x="2492900" y="4553400"/>
                <a:ext cx="10825" cy="10850"/>
              </a:xfrm>
              <a:custGeom>
                <a:avLst/>
                <a:gdLst/>
                <a:ahLst/>
                <a:cxnLst/>
                <a:rect l="l" t="t" r="r" b="b"/>
                <a:pathLst>
                  <a:path w="433" h="434" extrusionOk="0">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5"/>
              <p:cNvSpPr/>
              <p:nvPr/>
            </p:nvSpPr>
            <p:spPr>
              <a:xfrm>
                <a:off x="247482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5"/>
              <p:cNvSpPr/>
              <p:nvPr/>
            </p:nvSpPr>
            <p:spPr>
              <a:xfrm>
                <a:off x="2492900" y="4589425"/>
                <a:ext cx="10825" cy="10850"/>
              </a:xfrm>
              <a:custGeom>
                <a:avLst/>
                <a:gdLst/>
                <a:ahLst/>
                <a:cxnLst/>
                <a:rect l="l" t="t" r="r" b="b"/>
                <a:pathLst>
                  <a:path w="433" h="434" extrusionOk="0">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5"/>
              <p:cNvSpPr/>
              <p:nvPr/>
            </p:nvSpPr>
            <p:spPr>
              <a:xfrm>
                <a:off x="2492900" y="4625450"/>
                <a:ext cx="10825" cy="10850"/>
              </a:xfrm>
              <a:custGeom>
                <a:avLst/>
                <a:gdLst/>
                <a:ahLst/>
                <a:cxnLst/>
                <a:rect l="l" t="t" r="r" b="b"/>
                <a:pathLst>
                  <a:path w="433" h="434" extrusionOk="0">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5"/>
              <p:cNvSpPr/>
              <p:nvPr/>
            </p:nvSpPr>
            <p:spPr>
              <a:xfrm>
                <a:off x="2456850" y="4446450"/>
                <a:ext cx="10850" cy="9625"/>
              </a:xfrm>
              <a:custGeom>
                <a:avLst/>
                <a:gdLst/>
                <a:ahLst/>
                <a:cxnLst/>
                <a:rect l="l" t="t" r="r" b="b"/>
                <a:pathLst>
                  <a:path w="434" h="385" extrusionOk="0">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5"/>
              <p:cNvSpPr/>
              <p:nvPr/>
            </p:nvSpPr>
            <p:spPr>
              <a:xfrm>
                <a:off x="2438800"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5"/>
              <p:cNvSpPr/>
              <p:nvPr/>
            </p:nvSpPr>
            <p:spPr>
              <a:xfrm>
                <a:off x="2438800"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5"/>
              <p:cNvSpPr/>
              <p:nvPr/>
            </p:nvSpPr>
            <p:spPr>
              <a:xfrm>
                <a:off x="2456850" y="448135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5"/>
              <p:cNvSpPr/>
              <p:nvPr/>
            </p:nvSpPr>
            <p:spPr>
              <a:xfrm>
                <a:off x="2438800"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5"/>
              <p:cNvSpPr/>
              <p:nvPr/>
            </p:nvSpPr>
            <p:spPr>
              <a:xfrm>
                <a:off x="2456850" y="4517375"/>
                <a:ext cx="10850" cy="10850"/>
              </a:xfrm>
              <a:custGeom>
                <a:avLst/>
                <a:gdLst/>
                <a:ahLst/>
                <a:cxnLst/>
                <a:rect l="l" t="t" r="r" b="b"/>
                <a:pathLst>
                  <a:path w="434" h="434" extrusionOk="0">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5"/>
              <p:cNvSpPr/>
              <p:nvPr/>
            </p:nvSpPr>
            <p:spPr>
              <a:xfrm>
                <a:off x="2456850" y="4553400"/>
                <a:ext cx="10850" cy="10850"/>
              </a:xfrm>
              <a:custGeom>
                <a:avLst/>
                <a:gdLst/>
                <a:ahLst/>
                <a:cxnLst/>
                <a:rect l="l" t="t" r="r" b="b"/>
                <a:pathLst>
                  <a:path w="434" h="434" extrusionOk="0">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5"/>
              <p:cNvSpPr/>
              <p:nvPr/>
            </p:nvSpPr>
            <p:spPr>
              <a:xfrm>
                <a:off x="2438800"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5"/>
              <p:cNvSpPr/>
              <p:nvPr/>
            </p:nvSpPr>
            <p:spPr>
              <a:xfrm>
                <a:off x="2456850" y="4589425"/>
                <a:ext cx="10850" cy="10850"/>
              </a:xfrm>
              <a:custGeom>
                <a:avLst/>
                <a:gdLst/>
                <a:ahLst/>
                <a:cxnLst/>
                <a:rect l="l" t="t" r="r" b="b"/>
                <a:pathLst>
                  <a:path w="434" h="434" extrusionOk="0">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5"/>
              <p:cNvSpPr/>
              <p:nvPr/>
            </p:nvSpPr>
            <p:spPr>
              <a:xfrm>
                <a:off x="2438800"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5"/>
              <p:cNvSpPr/>
              <p:nvPr/>
            </p:nvSpPr>
            <p:spPr>
              <a:xfrm>
                <a:off x="2456850" y="4625450"/>
                <a:ext cx="10850" cy="10850"/>
              </a:xfrm>
              <a:custGeom>
                <a:avLst/>
                <a:gdLst/>
                <a:ahLst/>
                <a:cxnLst/>
                <a:rect l="l" t="t" r="r" b="b"/>
                <a:pathLst>
                  <a:path w="434" h="434" extrusionOk="0">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5"/>
              <p:cNvSpPr/>
              <p:nvPr/>
            </p:nvSpPr>
            <p:spPr>
              <a:xfrm>
                <a:off x="2420850" y="4445425"/>
                <a:ext cx="10825" cy="10650"/>
              </a:xfrm>
              <a:custGeom>
                <a:avLst/>
                <a:gdLst/>
                <a:ahLst/>
                <a:cxnLst/>
                <a:rect l="l" t="t" r="r" b="b"/>
                <a:pathLst>
                  <a:path w="433" h="426" extrusionOk="0">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5"/>
              <p:cNvSpPr/>
              <p:nvPr/>
            </p:nvSpPr>
            <p:spPr>
              <a:xfrm>
                <a:off x="2402775" y="4463300"/>
                <a:ext cx="10850" cy="10850"/>
              </a:xfrm>
              <a:custGeom>
                <a:avLst/>
                <a:gdLst/>
                <a:ahLst/>
                <a:cxnLst/>
                <a:rect l="l" t="t" r="r" b="b"/>
                <a:pathLst>
                  <a:path w="434" h="434" extrusionOk="0">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5"/>
              <p:cNvSpPr/>
              <p:nvPr/>
            </p:nvSpPr>
            <p:spPr>
              <a:xfrm>
                <a:off x="2420850" y="4481350"/>
                <a:ext cx="10825" cy="10850"/>
              </a:xfrm>
              <a:custGeom>
                <a:avLst/>
                <a:gdLst/>
                <a:ahLst/>
                <a:cxnLst/>
                <a:rect l="l" t="t" r="r" b="b"/>
                <a:pathLst>
                  <a:path w="433" h="434" extrusionOk="0">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5"/>
              <p:cNvSpPr/>
              <p:nvPr/>
            </p:nvSpPr>
            <p:spPr>
              <a:xfrm>
                <a:off x="2402775" y="4499325"/>
                <a:ext cx="10850" cy="10825"/>
              </a:xfrm>
              <a:custGeom>
                <a:avLst/>
                <a:gdLst/>
                <a:ahLst/>
                <a:cxnLst/>
                <a:rect l="l" t="t" r="r" b="b"/>
                <a:pathLst>
                  <a:path w="434" h="433" extrusionOk="0">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5"/>
              <p:cNvSpPr/>
              <p:nvPr/>
            </p:nvSpPr>
            <p:spPr>
              <a:xfrm>
                <a:off x="2402775" y="4535350"/>
                <a:ext cx="10850" cy="10850"/>
              </a:xfrm>
              <a:custGeom>
                <a:avLst/>
                <a:gdLst/>
                <a:ahLst/>
                <a:cxnLst/>
                <a:rect l="l" t="t" r="r" b="b"/>
                <a:pathLst>
                  <a:path w="434" h="434" extrusionOk="0">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5"/>
              <p:cNvSpPr/>
              <p:nvPr/>
            </p:nvSpPr>
            <p:spPr>
              <a:xfrm>
                <a:off x="2420850" y="4517375"/>
                <a:ext cx="10825" cy="10850"/>
              </a:xfrm>
              <a:custGeom>
                <a:avLst/>
                <a:gdLst/>
                <a:ahLst/>
                <a:cxnLst/>
                <a:rect l="l" t="t" r="r" b="b"/>
                <a:pathLst>
                  <a:path w="433" h="434" extrusionOk="0">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5"/>
              <p:cNvSpPr/>
              <p:nvPr/>
            </p:nvSpPr>
            <p:spPr>
              <a:xfrm>
                <a:off x="2420850" y="4553400"/>
                <a:ext cx="10825" cy="10850"/>
              </a:xfrm>
              <a:custGeom>
                <a:avLst/>
                <a:gdLst/>
                <a:ahLst/>
                <a:cxnLst/>
                <a:rect l="l" t="t" r="r" b="b"/>
                <a:pathLst>
                  <a:path w="433" h="434" extrusionOk="0">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5"/>
              <p:cNvSpPr/>
              <p:nvPr/>
            </p:nvSpPr>
            <p:spPr>
              <a:xfrm>
                <a:off x="2402775" y="4571375"/>
                <a:ext cx="10850" cy="10825"/>
              </a:xfrm>
              <a:custGeom>
                <a:avLst/>
                <a:gdLst/>
                <a:ahLst/>
                <a:cxnLst/>
                <a:rect l="l" t="t" r="r" b="b"/>
                <a:pathLst>
                  <a:path w="434" h="433" extrusionOk="0">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5"/>
              <p:cNvSpPr/>
              <p:nvPr/>
            </p:nvSpPr>
            <p:spPr>
              <a:xfrm>
                <a:off x="2420850" y="4589425"/>
                <a:ext cx="10825" cy="10850"/>
              </a:xfrm>
              <a:custGeom>
                <a:avLst/>
                <a:gdLst/>
                <a:ahLst/>
                <a:cxnLst/>
                <a:rect l="l" t="t" r="r" b="b"/>
                <a:pathLst>
                  <a:path w="433" h="434" extrusionOk="0">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5"/>
              <p:cNvSpPr/>
              <p:nvPr/>
            </p:nvSpPr>
            <p:spPr>
              <a:xfrm>
                <a:off x="2386025" y="4625450"/>
                <a:ext cx="9300" cy="4125"/>
              </a:xfrm>
              <a:custGeom>
                <a:avLst/>
                <a:gdLst/>
                <a:ahLst/>
                <a:cxnLst/>
                <a:rect l="l" t="t" r="r" b="b"/>
                <a:pathLst>
                  <a:path w="372" h="165" extrusionOk="0">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5"/>
              <p:cNvSpPr/>
              <p:nvPr/>
            </p:nvSpPr>
            <p:spPr>
              <a:xfrm>
                <a:off x="2402775" y="4607400"/>
                <a:ext cx="10850" cy="10850"/>
              </a:xfrm>
              <a:custGeom>
                <a:avLst/>
                <a:gdLst/>
                <a:ahLst/>
                <a:cxnLst/>
                <a:rect l="l" t="t" r="r" b="b"/>
                <a:pathLst>
                  <a:path w="434" h="434" extrusionOk="0">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5"/>
              <p:cNvSpPr/>
              <p:nvPr/>
            </p:nvSpPr>
            <p:spPr>
              <a:xfrm>
                <a:off x="2420850" y="4625450"/>
                <a:ext cx="10825" cy="9825"/>
              </a:xfrm>
              <a:custGeom>
                <a:avLst/>
                <a:gdLst/>
                <a:ahLst/>
                <a:cxnLst/>
                <a:rect l="l" t="t" r="r" b="b"/>
                <a:pathLst>
                  <a:path w="433" h="393" extrusionOk="0">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5"/>
              <p:cNvSpPr/>
              <p:nvPr/>
            </p:nvSpPr>
            <p:spPr>
              <a:xfrm>
                <a:off x="2384800" y="4445325"/>
                <a:ext cx="10775" cy="10750"/>
              </a:xfrm>
              <a:custGeom>
                <a:avLst/>
                <a:gdLst/>
                <a:ahLst/>
                <a:cxnLst/>
                <a:rect l="l" t="t" r="r" b="b"/>
                <a:pathLst>
                  <a:path w="431" h="430" extrusionOk="0">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5"/>
              <p:cNvSpPr/>
              <p:nvPr/>
            </p:nvSpPr>
            <p:spPr>
              <a:xfrm>
                <a:off x="2366750" y="4463300"/>
                <a:ext cx="10850" cy="10850"/>
              </a:xfrm>
              <a:custGeom>
                <a:avLst/>
                <a:gdLst/>
                <a:ahLst/>
                <a:cxnLst/>
                <a:rect l="l" t="t" r="r" b="b"/>
                <a:pathLst>
                  <a:path w="434" h="434" extrusionOk="0">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5"/>
              <p:cNvSpPr/>
              <p:nvPr/>
            </p:nvSpPr>
            <p:spPr>
              <a:xfrm>
                <a:off x="2384800" y="4481350"/>
                <a:ext cx="10775" cy="10850"/>
              </a:xfrm>
              <a:custGeom>
                <a:avLst/>
                <a:gdLst/>
                <a:ahLst/>
                <a:cxnLst/>
                <a:rect l="l" t="t" r="r" b="b"/>
                <a:pathLst>
                  <a:path w="431" h="434" extrusionOk="0">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5"/>
              <p:cNvSpPr/>
              <p:nvPr/>
            </p:nvSpPr>
            <p:spPr>
              <a:xfrm>
                <a:off x="2366750" y="4499325"/>
                <a:ext cx="10850" cy="10825"/>
              </a:xfrm>
              <a:custGeom>
                <a:avLst/>
                <a:gdLst/>
                <a:ahLst/>
                <a:cxnLst/>
                <a:rect l="l" t="t" r="r" b="b"/>
                <a:pathLst>
                  <a:path w="434" h="433" extrusionOk="0">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5"/>
              <p:cNvSpPr/>
              <p:nvPr/>
            </p:nvSpPr>
            <p:spPr>
              <a:xfrm>
                <a:off x="2384800" y="4517375"/>
                <a:ext cx="10775" cy="10850"/>
              </a:xfrm>
              <a:custGeom>
                <a:avLst/>
                <a:gdLst/>
                <a:ahLst/>
                <a:cxnLst/>
                <a:rect l="l" t="t" r="r" b="b"/>
                <a:pathLst>
                  <a:path w="431" h="434" extrusionOk="0">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5"/>
              <p:cNvSpPr/>
              <p:nvPr/>
            </p:nvSpPr>
            <p:spPr>
              <a:xfrm>
                <a:off x="2366750" y="4535350"/>
                <a:ext cx="10850" cy="10850"/>
              </a:xfrm>
              <a:custGeom>
                <a:avLst/>
                <a:gdLst/>
                <a:ahLst/>
                <a:cxnLst/>
                <a:rect l="l" t="t" r="r" b="b"/>
                <a:pathLst>
                  <a:path w="434" h="434" extrusionOk="0">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5"/>
              <p:cNvSpPr/>
              <p:nvPr/>
            </p:nvSpPr>
            <p:spPr>
              <a:xfrm>
                <a:off x="2384800" y="4553400"/>
                <a:ext cx="10775" cy="10850"/>
              </a:xfrm>
              <a:custGeom>
                <a:avLst/>
                <a:gdLst/>
                <a:ahLst/>
                <a:cxnLst/>
                <a:rect l="l" t="t" r="r" b="b"/>
                <a:pathLst>
                  <a:path w="431" h="434" extrusionOk="0">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5"/>
              <p:cNvSpPr/>
              <p:nvPr/>
            </p:nvSpPr>
            <p:spPr>
              <a:xfrm>
                <a:off x="2366750" y="4571375"/>
                <a:ext cx="10850" cy="10825"/>
              </a:xfrm>
              <a:custGeom>
                <a:avLst/>
                <a:gdLst/>
                <a:ahLst/>
                <a:cxnLst/>
                <a:rect l="l" t="t" r="r" b="b"/>
                <a:pathLst>
                  <a:path w="434" h="433" extrusionOk="0">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5"/>
              <p:cNvSpPr/>
              <p:nvPr/>
            </p:nvSpPr>
            <p:spPr>
              <a:xfrm>
                <a:off x="2366750" y="4607400"/>
                <a:ext cx="10850" cy="10850"/>
              </a:xfrm>
              <a:custGeom>
                <a:avLst/>
                <a:gdLst/>
                <a:ahLst/>
                <a:cxnLst/>
                <a:rect l="l" t="t" r="r" b="b"/>
                <a:pathLst>
                  <a:path w="434" h="434" extrusionOk="0">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5"/>
              <p:cNvSpPr/>
              <p:nvPr/>
            </p:nvSpPr>
            <p:spPr>
              <a:xfrm>
                <a:off x="2384800" y="4589425"/>
                <a:ext cx="10775" cy="10850"/>
              </a:xfrm>
              <a:custGeom>
                <a:avLst/>
                <a:gdLst/>
                <a:ahLst/>
                <a:cxnLst/>
                <a:rect l="l" t="t" r="r" b="b"/>
                <a:pathLst>
                  <a:path w="431" h="434" extrusionOk="0">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5"/>
              <p:cNvSpPr/>
              <p:nvPr/>
            </p:nvSpPr>
            <p:spPr>
              <a:xfrm>
                <a:off x="234870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5"/>
              <p:cNvSpPr/>
              <p:nvPr/>
            </p:nvSpPr>
            <p:spPr>
              <a:xfrm>
                <a:off x="233072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5"/>
              <p:cNvSpPr/>
              <p:nvPr/>
            </p:nvSpPr>
            <p:spPr>
              <a:xfrm>
                <a:off x="2330725" y="4499325"/>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5"/>
              <p:cNvSpPr/>
              <p:nvPr/>
            </p:nvSpPr>
            <p:spPr>
              <a:xfrm>
                <a:off x="234870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5"/>
              <p:cNvSpPr/>
              <p:nvPr/>
            </p:nvSpPr>
            <p:spPr>
              <a:xfrm>
                <a:off x="234870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5"/>
              <p:cNvSpPr/>
              <p:nvPr/>
            </p:nvSpPr>
            <p:spPr>
              <a:xfrm>
                <a:off x="233072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5"/>
              <p:cNvSpPr/>
              <p:nvPr/>
            </p:nvSpPr>
            <p:spPr>
              <a:xfrm>
                <a:off x="233072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5"/>
              <p:cNvSpPr/>
              <p:nvPr/>
            </p:nvSpPr>
            <p:spPr>
              <a:xfrm>
                <a:off x="234870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5"/>
              <p:cNvSpPr/>
              <p:nvPr/>
            </p:nvSpPr>
            <p:spPr>
              <a:xfrm>
                <a:off x="234870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5"/>
              <p:cNvSpPr/>
              <p:nvPr/>
            </p:nvSpPr>
            <p:spPr>
              <a:xfrm>
                <a:off x="2330725" y="4607400"/>
                <a:ext cx="10850" cy="10500"/>
              </a:xfrm>
              <a:custGeom>
                <a:avLst/>
                <a:gdLst/>
                <a:ahLst/>
                <a:cxnLst/>
                <a:rect l="l" t="t" r="r" b="b"/>
                <a:pathLst>
                  <a:path w="434" h="420" extrusionOk="0">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5"/>
              <p:cNvSpPr/>
              <p:nvPr/>
            </p:nvSpPr>
            <p:spPr>
              <a:xfrm>
                <a:off x="2312675" y="4445325"/>
                <a:ext cx="10825" cy="10750"/>
              </a:xfrm>
              <a:custGeom>
                <a:avLst/>
                <a:gdLst/>
                <a:ahLst/>
                <a:cxnLst/>
                <a:rect l="l" t="t" r="r" b="b"/>
                <a:pathLst>
                  <a:path w="433" h="430" extrusionOk="0">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5"/>
              <p:cNvSpPr/>
              <p:nvPr/>
            </p:nvSpPr>
            <p:spPr>
              <a:xfrm>
                <a:off x="2294700"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5"/>
              <p:cNvSpPr/>
              <p:nvPr/>
            </p:nvSpPr>
            <p:spPr>
              <a:xfrm>
                <a:off x="2312675" y="448135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5"/>
              <p:cNvSpPr/>
              <p:nvPr/>
            </p:nvSpPr>
            <p:spPr>
              <a:xfrm>
                <a:off x="2294700"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5"/>
              <p:cNvSpPr/>
              <p:nvPr/>
            </p:nvSpPr>
            <p:spPr>
              <a:xfrm>
                <a:off x="2312675" y="4517375"/>
                <a:ext cx="10825" cy="10850"/>
              </a:xfrm>
              <a:custGeom>
                <a:avLst/>
                <a:gdLst/>
                <a:ahLst/>
                <a:cxnLst/>
                <a:rect l="l" t="t" r="r" b="b"/>
                <a:pathLst>
                  <a:path w="433" h="434" extrusionOk="0">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5"/>
              <p:cNvSpPr/>
              <p:nvPr/>
            </p:nvSpPr>
            <p:spPr>
              <a:xfrm>
                <a:off x="2294700"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5"/>
              <p:cNvSpPr/>
              <p:nvPr/>
            </p:nvSpPr>
            <p:spPr>
              <a:xfrm>
                <a:off x="2312675" y="455340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5"/>
              <p:cNvSpPr/>
              <p:nvPr/>
            </p:nvSpPr>
            <p:spPr>
              <a:xfrm>
                <a:off x="2294700" y="4571375"/>
                <a:ext cx="10850" cy="10825"/>
              </a:xfrm>
              <a:custGeom>
                <a:avLst/>
                <a:gdLst/>
                <a:ahLst/>
                <a:cxnLst/>
                <a:rect l="l" t="t" r="r" b="b"/>
                <a:pathLst>
                  <a:path w="434" h="433" extrusionOk="0">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5"/>
              <p:cNvSpPr/>
              <p:nvPr/>
            </p:nvSpPr>
            <p:spPr>
              <a:xfrm>
                <a:off x="2294700" y="4607400"/>
                <a:ext cx="10850" cy="6675"/>
              </a:xfrm>
              <a:custGeom>
                <a:avLst/>
                <a:gdLst/>
                <a:ahLst/>
                <a:cxnLst/>
                <a:rect l="l" t="t" r="r" b="b"/>
                <a:pathLst>
                  <a:path w="434" h="267" extrusionOk="0">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5"/>
              <p:cNvSpPr/>
              <p:nvPr/>
            </p:nvSpPr>
            <p:spPr>
              <a:xfrm>
                <a:off x="2312675" y="4589425"/>
                <a:ext cx="10825" cy="10850"/>
              </a:xfrm>
              <a:custGeom>
                <a:avLst/>
                <a:gdLst/>
                <a:ahLst/>
                <a:cxnLst/>
                <a:rect l="l" t="t" r="r" b="b"/>
                <a:pathLst>
                  <a:path w="433" h="434" extrusionOk="0">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5"/>
              <p:cNvSpPr/>
              <p:nvPr/>
            </p:nvSpPr>
            <p:spPr>
              <a:xfrm>
                <a:off x="227665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5"/>
              <p:cNvSpPr/>
              <p:nvPr/>
            </p:nvSpPr>
            <p:spPr>
              <a:xfrm>
                <a:off x="225867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5"/>
              <p:cNvSpPr/>
              <p:nvPr/>
            </p:nvSpPr>
            <p:spPr>
              <a:xfrm>
                <a:off x="2258675" y="4499325"/>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5"/>
              <p:cNvSpPr/>
              <p:nvPr/>
            </p:nvSpPr>
            <p:spPr>
              <a:xfrm>
                <a:off x="227665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5"/>
              <p:cNvSpPr/>
              <p:nvPr/>
            </p:nvSpPr>
            <p:spPr>
              <a:xfrm>
                <a:off x="225867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5"/>
              <p:cNvSpPr/>
              <p:nvPr/>
            </p:nvSpPr>
            <p:spPr>
              <a:xfrm>
                <a:off x="227665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5"/>
              <p:cNvSpPr/>
              <p:nvPr/>
            </p:nvSpPr>
            <p:spPr>
              <a:xfrm>
                <a:off x="225867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5"/>
              <p:cNvSpPr/>
              <p:nvPr/>
            </p:nvSpPr>
            <p:spPr>
              <a:xfrm>
                <a:off x="227665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5"/>
              <p:cNvSpPr/>
              <p:nvPr/>
            </p:nvSpPr>
            <p:spPr>
              <a:xfrm>
                <a:off x="227665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5"/>
              <p:cNvSpPr/>
              <p:nvPr/>
            </p:nvSpPr>
            <p:spPr>
              <a:xfrm>
                <a:off x="2258675" y="4607400"/>
                <a:ext cx="10850" cy="9550"/>
              </a:xfrm>
              <a:custGeom>
                <a:avLst/>
                <a:gdLst/>
                <a:ahLst/>
                <a:cxnLst/>
                <a:rect l="l" t="t" r="r" b="b"/>
                <a:pathLst>
                  <a:path w="434" h="382" extrusionOk="0">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5"/>
              <p:cNvSpPr/>
              <p:nvPr/>
            </p:nvSpPr>
            <p:spPr>
              <a:xfrm>
                <a:off x="2222650" y="446330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5"/>
              <p:cNvSpPr/>
              <p:nvPr/>
            </p:nvSpPr>
            <p:spPr>
              <a:xfrm>
                <a:off x="2240625" y="4445325"/>
                <a:ext cx="10825" cy="10750"/>
              </a:xfrm>
              <a:custGeom>
                <a:avLst/>
                <a:gdLst/>
                <a:ahLst/>
                <a:cxnLst/>
                <a:rect l="l" t="t" r="r" b="b"/>
                <a:pathLst>
                  <a:path w="433" h="430" extrusionOk="0">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5"/>
              <p:cNvSpPr/>
              <p:nvPr/>
            </p:nvSpPr>
            <p:spPr>
              <a:xfrm>
                <a:off x="2222650" y="4499325"/>
                <a:ext cx="10850" cy="10825"/>
              </a:xfrm>
              <a:custGeom>
                <a:avLst/>
                <a:gdLst/>
                <a:ahLst/>
                <a:cxnLst/>
                <a:rect l="l" t="t" r="r" b="b"/>
                <a:pathLst>
                  <a:path w="434" h="433" extrusionOk="0">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5"/>
              <p:cNvSpPr/>
              <p:nvPr/>
            </p:nvSpPr>
            <p:spPr>
              <a:xfrm>
                <a:off x="2240625" y="448135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5"/>
              <p:cNvSpPr/>
              <p:nvPr/>
            </p:nvSpPr>
            <p:spPr>
              <a:xfrm>
                <a:off x="2222650" y="4535350"/>
                <a:ext cx="10850" cy="10850"/>
              </a:xfrm>
              <a:custGeom>
                <a:avLst/>
                <a:gdLst/>
                <a:ahLst/>
                <a:cxnLst/>
                <a:rect l="l" t="t" r="r" b="b"/>
                <a:pathLst>
                  <a:path w="434" h="434" extrusionOk="0">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5"/>
              <p:cNvSpPr/>
              <p:nvPr/>
            </p:nvSpPr>
            <p:spPr>
              <a:xfrm>
                <a:off x="2240625" y="4517375"/>
                <a:ext cx="10825" cy="10850"/>
              </a:xfrm>
              <a:custGeom>
                <a:avLst/>
                <a:gdLst/>
                <a:ahLst/>
                <a:cxnLst/>
                <a:rect l="l" t="t" r="r" b="b"/>
                <a:pathLst>
                  <a:path w="433" h="434" extrusionOk="0">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5"/>
              <p:cNvSpPr/>
              <p:nvPr/>
            </p:nvSpPr>
            <p:spPr>
              <a:xfrm>
                <a:off x="2222650" y="4571375"/>
                <a:ext cx="10850" cy="10825"/>
              </a:xfrm>
              <a:custGeom>
                <a:avLst/>
                <a:gdLst/>
                <a:ahLst/>
                <a:cxnLst/>
                <a:rect l="l" t="t" r="r" b="b"/>
                <a:pathLst>
                  <a:path w="434" h="433" extrusionOk="0">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5"/>
              <p:cNvSpPr/>
              <p:nvPr/>
            </p:nvSpPr>
            <p:spPr>
              <a:xfrm>
                <a:off x="2240625" y="4553400"/>
                <a:ext cx="10825" cy="10850"/>
              </a:xfrm>
              <a:custGeom>
                <a:avLst/>
                <a:gdLst/>
                <a:ahLst/>
                <a:cxnLst/>
                <a:rect l="l" t="t" r="r" b="b"/>
                <a:pathLst>
                  <a:path w="433" h="434" extrusionOk="0">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5"/>
              <p:cNvSpPr/>
              <p:nvPr/>
            </p:nvSpPr>
            <p:spPr>
              <a:xfrm>
                <a:off x="2240625" y="4589425"/>
                <a:ext cx="10825" cy="10850"/>
              </a:xfrm>
              <a:custGeom>
                <a:avLst/>
                <a:gdLst/>
                <a:ahLst/>
                <a:cxnLst/>
                <a:rect l="l" t="t" r="r" b="b"/>
                <a:pathLst>
                  <a:path w="433" h="434" extrusionOk="0">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5"/>
              <p:cNvSpPr/>
              <p:nvPr/>
            </p:nvSpPr>
            <p:spPr>
              <a:xfrm>
                <a:off x="2222650" y="4607400"/>
                <a:ext cx="10850" cy="10850"/>
              </a:xfrm>
              <a:custGeom>
                <a:avLst/>
                <a:gdLst/>
                <a:ahLst/>
                <a:cxnLst/>
                <a:rect l="l" t="t" r="r" b="b"/>
                <a:pathLst>
                  <a:path w="434" h="434" extrusionOk="0">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5"/>
              <p:cNvSpPr/>
              <p:nvPr/>
            </p:nvSpPr>
            <p:spPr>
              <a:xfrm>
                <a:off x="2186625" y="446330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5"/>
              <p:cNvSpPr/>
              <p:nvPr/>
            </p:nvSpPr>
            <p:spPr>
              <a:xfrm>
                <a:off x="2204600" y="4445325"/>
                <a:ext cx="10850" cy="10750"/>
              </a:xfrm>
              <a:custGeom>
                <a:avLst/>
                <a:gdLst/>
                <a:ahLst/>
                <a:cxnLst/>
                <a:rect l="l" t="t" r="r" b="b"/>
                <a:pathLst>
                  <a:path w="434" h="430" extrusionOk="0">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5"/>
              <p:cNvSpPr/>
              <p:nvPr/>
            </p:nvSpPr>
            <p:spPr>
              <a:xfrm>
                <a:off x="2204600" y="448135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5"/>
              <p:cNvSpPr/>
              <p:nvPr/>
            </p:nvSpPr>
            <p:spPr>
              <a:xfrm>
                <a:off x="2204588" y="4481313"/>
                <a:ext cx="10850" cy="10825"/>
              </a:xfrm>
              <a:custGeom>
                <a:avLst/>
                <a:gdLst/>
                <a:ahLst/>
                <a:cxnLst/>
                <a:rect l="l" t="t" r="r" b="b"/>
                <a:pathLst>
                  <a:path w="434" h="433" extrusionOk="0">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5"/>
              <p:cNvSpPr/>
              <p:nvPr/>
            </p:nvSpPr>
            <p:spPr>
              <a:xfrm>
                <a:off x="2186625" y="4535350"/>
                <a:ext cx="10850" cy="10850"/>
              </a:xfrm>
              <a:custGeom>
                <a:avLst/>
                <a:gdLst/>
                <a:ahLst/>
                <a:cxnLst/>
                <a:rect l="l" t="t" r="r" b="b"/>
                <a:pathLst>
                  <a:path w="434" h="434" extrusionOk="0">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5"/>
              <p:cNvSpPr/>
              <p:nvPr/>
            </p:nvSpPr>
            <p:spPr>
              <a:xfrm>
                <a:off x="2204600" y="4517375"/>
                <a:ext cx="10850" cy="10850"/>
              </a:xfrm>
              <a:custGeom>
                <a:avLst/>
                <a:gdLst/>
                <a:ahLst/>
                <a:cxnLst/>
                <a:rect l="l" t="t" r="r" b="b"/>
                <a:pathLst>
                  <a:path w="434" h="434" extrusionOk="0">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5"/>
              <p:cNvSpPr/>
              <p:nvPr/>
            </p:nvSpPr>
            <p:spPr>
              <a:xfrm>
                <a:off x="2204600" y="4553400"/>
                <a:ext cx="10850" cy="10850"/>
              </a:xfrm>
              <a:custGeom>
                <a:avLst/>
                <a:gdLst/>
                <a:ahLst/>
                <a:cxnLst/>
                <a:rect l="l" t="t" r="r" b="b"/>
                <a:pathLst>
                  <a:path w="434" h="434" extrusionOk="0">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5"/>
              <p:cNvSpPr/>
              <p:nvPr/>
            </p:nvSpPr>
            <p:spPr>
              <a:xfrm>
                <a:off x="2186625" y="4571375"/>
                <a:ext cx="10850" cy="10825"/>
              </a:xfrm>
              <a:custGeom>
                <a:avLst/>
                <a:gdLst/>
                <a:ahLst/>
                <a:cxnLst/>
                <a:rect l="l" t="t" r="r" b="b"/>
                <a:pathLst>
                  <a:path w="434" h="433" extrusionOk="0">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5"/>
              <p:cNvSpPr/>
              <p:nvPr/>
            </p:nvSpPr>
            <p:spPr>
              <a:xfrm>
                <a:off x="2204600" y="4589425"/>
                <a:ext cx="10850" cy="10850"/>
              </a:xfrm>
              <a:custGeom>
                <a:avLst/>
                <a:gdLst/>
                <a:ahLst/>
                <a:cxnLst/>
                <a:rect l="l" t="t" r="r" b="b"/>
                <a:pathLst>
                  <a:path w="434" h="434" extrusionOk="0">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5"/>
              <p:cNvSpPr/>
              <p:nvPr/>
            </p:nvSpPr>
            <p:spPr>
              <a:xfrm>
                <a:off x="2186625" y="4607400"/>
                <a:ext cx="10850" cy="10850"/>
              </a:xfrm>
              <a:custGeom>
                <a:avLst/>
                <a:gdLst/>
                <a:ahLst/>
                <a:cxnLst/>
                <a:rect l="l" t="t" r="r" b="b"/>
                <a:pathLst>
                  <a:path w="434" h="434" extrusionOk="0">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5"/>
              <p:cNvSpPr/>
              <p:nvPr/>
            </p:nvSpPr>
            <p:spPr>
              <a:xfrm>
                <a:off x="2204600" y="4625450"/>
                <a:ext cx="10850" cy="10850"/>
              </a:xfrm>
              <a:custGeom>
                <a:avLst/>
                <a:gdLst/>
                <a:ahLst/>
                <a:cxnLst/>
                <a:rect l="l" t="t" r="r" b="b"/>
                <a:pathLst>
                  <a:path w="434" h="434" extrusionOk="0">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5"/>
              <p:cNvSpPr/>
              <p:nvPr/>
            </p:nvSpPr>
            <p:spPr>
              <a:xfrm>
                <a:off x="2186625" y="4643500"/>
                <a:ext cx="10425" cy="10075"/>
              </a:xfrm>
              <a:custGeom>
                <a:avLst/>
                <a:gdLst/>
                <a:ahLst/>
                <a:cxnLst/>
                <a:rect l="l" t="t" r="r" b="b"/>
                <a:pathLst>
                  <a:path w="417" h="403" extrusionOk="0">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5"/>
              <p:cNvSpPr/>
              <p:nvPr/>
            </p:nvSpPr>
            <p:spPr>
              <a:xfrm>
                <a:off x="2152800" y="4436975"/>
                <a:ext cx="6000" cy="1125"/>
              </a:xfrm>
              <a:custGeom>
                <a:avLst/>
                <a:gdLst/>
                <a:ahLst/>
                <a:cxnLst/>
                <a:rect l="l" t="t" r="r" b="b"/>
                <a:pathLst>
                  <a:path w="240" h="45" extrusionOk="0">
                    <a:moveTo>
                      <a:pt x="1" y="0"/>
                    </a:moveTo>
                    <a:lnTo>
                      <a:pt x="1" y="0"/>
                    </a:lnTo>
                    <a:cubicBezTo>
                      <a:pt x="39" y="27"/>
                      <a:pt x="79" y="45"/>
                      <a:pt x="127" y="45"/>
                    </a:cubicBezTo>
                    <a:cubicBezTo>
                      <a:pt x="172" y="45"/>
                      <a:pt x="209" y="27"/>
                      <a:pt x="240" y="7"/>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5"/>
              <p:cNvSpPr/>
              <p:nvPr/>
            </p:nvSpPr>
            <p:spPr>
              <a:xfrm>
                <a:off x="2150600" y="4463300"/>
                <a:ext cx="10750" cy="10850"/>
              </a:xfrm>
              <a:custGeom>
                <a:avLst/>
                <a:gdLst/>
                <a:ahLst/>
                <a:cxnLst/>
                <a:rect l="l" t="t" r="r" b="b"/>
                <a:pathLst>
                  <a:path w="430" h="434" extrusionOk="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5"/>
              <p:cNvSpPr/>
              <p:nvPr/>
            </p:nvSpPr>
            <p:spPr>
              <a:xfrm>
                <a:off x="2168575" y="4445325"/>
                <a:ext cx="10825" cy="10750"/>
              </a:xfrm>
              <a:custGeom>
                <a:avLst/>
                <a:gdLst/>
                <a:ahLst/>
                <a:cxnLst/>
                <a:rect l="l" t="t" r="r" b="b"/>
                <a:pathLst>
                  <a:path w="433" h="430" extrusionOk="0">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5"/>
              <p:cNvSpPr/>
              <p:nvPr/>
            </p:nvSpPr>
            <p:spPr>
              <a:xfrm>
                <a:off x="2168575" y="4481350"/>
                <a:ext cx="10825" cy="10850"/>
              </a:xfrm>
              <a:custGeom>
                <a:avLst/>
                <a:gdLst/>
                <a:ahLst/>
                <a:cxnLst/>
                <a:rect l="l" t="t" r="r" b="b"/>
                <a:pathLst>
                  <a:path w="433" h="434" extrusionOk="0">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5"/>
              <p:cNvSpPr/>
              <p:nvPr/>
            </p:nvSpPr>
            <p:spPr>
              <a:xfrm>
                <a:off x="2150600" y="4499325"/>
                <a:ext cx="10750" cy="10825"/>
              </a:xfrm>
              <a:custGeom>
                <a:avLst/>
                <a:gdLst/>
                <a:ahLst/>
                <a:cxnLst/>
                <a:rect l="l" t="t" r="r" b="b"/>
                <a:pathLst>
                  <a:path w="430" h="433" extrusionOk="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5"/>
              <p:cNvSpPr/>
              <p:nvPr/>
            </p:nvSpPr>
            <p:spPr>
              <a:xfrm>
                <a:off x="2150600" y="4535350"/>
                <a:ext cx="10750" cy="10850"/>
              </a:xfrm>
              <a:custGeom>
                <a:avLst/>
                <a:gdLst/>
                <a:ahLst/>
                <a:cxnLst/>
                <a:rect l="l" t="t" r="r" b="b"/>
                <a:pathLst>
                  <a:path w="430" h="434" extrusionOk="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5"/>
              <p:cNvSpPr/>
              <p:nvPr/>
            </p:nvSpPr>
            <p:spPr>
              <a:xfrm>
                <a:off x="2168575" y="4517375"/>
                <a:ext cx="10825" cy="10850"/>
              </a:xfrm>
              <a:custGeom>
                <a:avLst/>
                <a:gdLst/>
                <a:ahLst/>
                <a:cxnLst/>
                <a:rect l="l" t="t" r="r" b="b"/>
                <a:pathLst>
                  <a:path w="433" h="434" extrusionOk="0">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5"/>
              <p:cNvSpPr/>
              <p:nvPr/>
            </p:nvSpPr>
            <p:spPr>
              <a:xfrm>
                <a:off x="2150600" y="4571375"/>
                <a:ext cx="10750" cy="10825"/>
              </a:xfrm>
              <a:custGeom>
                <a:avLst/>
                <a:gdLst/>
                <a:ahLst/>
                <a:cxnLst/>
                <a:rect l="l" t="t" r="r" b="b"/>
                <a:pathLst>
                  <a:path w="430" h="433" extrusionOk="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5"/>
              <p:cNvSpPr/>
              <p:nvPr/>
            </p:nvSpPr>
            <p:spPr>
              <a:xfrm>
                <a:off x="2168575" y="4553400"/>
                <a:ext cx="10825" cy="10850"/>
              </a:xfrm>
              <a:custGeom>
                <a:avLst/>
                <a:gdLst/>
                <a:ahLst/>
                <a:cxnLst/>
                <a:rect l="l" t="t" r="r" b="b"/>
                <a:pathLst>
                  <a:path w="433" h="434" extrusionOk="0">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5"/>
              <p:cNvSpPr/>
              <p:nvPr/>
            </p:nvSpPr>
            <p:spPr>
              <a:xfrm>
                <a:off x="2150600" y="4607400"/>
                <a:ext cx="10750" cy="10850"/>
              </a:xfrm>
              <a:custGeom>
                <a:avLst/>
                <a:gdLst/>
                <a:ahLst/>
                <a:cxnLst/>
                <a:rect l="l" t="t" r="r" b="b"/>
                <a:pathLst>
                  <a:path w="430" h="434" extrusionOk="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5"/>
              <p:cNvSpPr/>
              <p:nvPr/>
            </p:nvSpPr>
            <p:spPr>
              <a:xfrm>
                <a:off x="2168575" y="4589425"/>
                <a:ext cx="10825" cy="10850"/>
              </a:xfrm>
              <a:custGeom>
                <a:avLst/>
                <a:gdLst/>
                <a:ahLst/>
                <a:cxnLst/>
                <a:rect l="l" t="t" r="r" b="b"/>
                <a:pathLst>
                  <a:path w="433" h="434" extrusionOk="0">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5"/>
              <p:cNvSpPr/>
              <p:nvPr/>
            </p:nvSpPr>
            <p:spPr>
              <a:xfrm>
                <a:off x="2168575" y="4625450"/>
                <a:ext cx="10825" cy="10850"/>
              </a:xfrm>
              <a:custGeom>
                <a:avLst/>
                <a:gdLst/>
                <a:ahLst/>
                <a:cxnLst/>
                <a:rect l="l" t="t" r="r" b="b"/>
                <a:pathLst>
                  <a:path w="433" h="434" extrusionOk="0">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5"/>
              <p:cNvSpPr/>
              <p:nvPr/>
            </p:nvSpPr>
            <p:spPr>
              <a:xfrm>
                <a:off x="2150600" y="4643500"/>
                <a:ext cx="10750" cy="10750"/>
              </a:xfrm>
              <a:custGeom>
                <a:avLst/>
                <a:gdLst/>
                <a:ahLst/>
                <a:cxnLst/>
                <a:rect l="l" t="t" r="r" b="b"/>
                <a:pathLst>
                  <a:path w="430" h="430" extrusionOk="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5"/>
              <p:cNvSpPr/>
              <p:nvPr/>
            </p:nvSpPr>
            <p:spPr>
              <a:xfrm>
                <a:off x="2150600" y="4679550"/>
                <a:ext cx="10750" cy="10825"/>
              </a:xfrm>
              <a:custGeom>
                <a:avLst/>
                <a:gdLst/>
                <a:ahLst/>
                <a:cxnLst/>
                <a:rect l="l" t="t" r="r" b="b"/>
                <a:pathLst>
                  <a:path w="430" h="433" extrusionOk="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5"/>
              <p:cNvSpPr/>
              <p:nvPr/>
            </p:nvSpPr>
            <p:spPr>
              <a:xfrm>
                <a:off x="2168575" y="4661475"/>
                <a:ext cx="10075" cy="10425"/>
              </a:xfrm>
              <a:custGeom>
                <a:avLst/>
                <a:gdLst/>
                <a:ahLst/>
                <a:cxnLst/>
                <a:rect l="l" t="t" r="r" b="b"/>
                <a:pathLst>
                  <a:path w="403" h="417" extrusionOk="0">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5"/>
              <p:cNvSpPr/>
              <p:nvPr/>
            </p:nvSpPr>
            <p:spPr>
              <a:xfrm>
                <a:off x="2150600" y="4896525"/>
                <a:ext cx="3450" cy="9575"/>
              </a:xfrm>
              <a:custGeom>
                <a:avLst/>
                <a:gdLst/>
                <a:ahLst/>
                <a:cxnLst/>
                <a:rect l="l" t="t" r="r" b="b"/>
                <a:pathLst>
                  <a:path w="138" h="383" extrusionOk="0">
                    <a:moveTo>
                      <a:pt x="103" y="1"/>
                    </a:moveTo>
                    <a:cubicBezTo>
                      <a:pt x="42" y="42"/>
                      <a:pt x="1" y="107"/>
                      <a:pt x="1" y="185"/>
                    </a:cubicBezTo>
                    <a:cubicBezTo>
                      <a:pt x="1" y="274"/>
                      <a:pt x="55" y="352"/>
                      <a:pt x="137" y="383"/>
                    </a:cubicBezTo>
                    <a:cubicBezTo>
                      <a:pt x="127" y="257"/>
                      <a:pt x="117" y="131"/>
                      <a:pt x="1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5"/>
              <p:cNvSpPr/>
              <p:nvPr/>
            </p:nvSpPr>
            <p:spPr>
              <a:xfrm>
                <a:off x="2150600" y="4932050"/>
                <a:ext cx="3850" cy="9975"/>
              </a:xfrm>
              <a:custGeom>
                <a:avLst/>
                <a:gdLst/>
                <a:ahLst/>
                <a:cxnLst/>
                <a:rect l="l" t="t" r="r" b="b"/>
                <a:pathLst>
                  <a:path w="154" h="399" extrusionOk="0">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5"/>
              <p:cNvSpPr/>
              <p:nvPr/>
            </p:nvSpPr>
            <p:spPr>
              <a:xfrm>
                <a:off x="2115700" y="4435800"/>
                <a:ext cx="8350" cy="2300"/>
              </a:xfrm>
              <a:custGeom>
                <a:avLst/>
                <a:gdLst/>
                <a:ahLst/>
                <a:cxnLst/>
                <a:rect l="l" t="t" r="r" b="b"/>
                <a:pathLst>
                  <a:path w="334" h="92" extrusionOk="0">
                    <a:moveTo>
                      <a:pt x="0" y="0"/>
                    </a:moveTo>
                    <a:cubicBezTo>
                      <a:pt x="37" y="54"/>
                      <a:pt x="98" y="92"/>
                      <a:pt x="170" y="92"/>
                    </a:cubicBezTo>
                    <a:cubicBezTo>
                      <a:pt x="238" y="92"/>
                      <a:pt x="293" y="58"/>
                      <a:pt x="334" y="10"/>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5"/>
              <p:cNvSpPr/>
              <p:nvPr/>
            </p:nvSpPr>
            <p:spPr>
              <a:xfrm>
                <a:off x="211447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5"/>
              <p:cNvSpPr/>
              <p:nvPr/>
            </p:nvSpPr>
            <p:spPr>
              <a:xfrm>
                <a:off x="2132550" y="4445325"/>
                <a:ext cx="10850" cy="10750"/>
              </a:xfrm>
              <a:custGeom>
                <a:avLst/>
                <a:gdLst/>
                <a:ahLst/>
                <a:cxnLst/>
                <a:rect l="l" t="t" r="r" b="b"/>
                <a:pathLst>
                  <a:path w="434" h="430" extrusionOk="0">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5"/>
              <p:cNvSpPr/>
              <p:nvPr/>
            </p:nvSpPr>
            <p:spPr>
              <a:xfrm>
                <a:off x="211447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5"/>
              <p:cNvSpPr/>
              <p:nvPr/>
            </p:nvSpPr>
            <p:spPr>
              <a:xfrm>
                <a:off x="2132550" y="4481350"/>
                <a:ext cx="10850" cy="10850"/>
              </a:xfrm>
              <a:custGeom>
                <a:avLst/>
                <a:gdLst/>
                <a:ahLst/>
                <a:cxnLst/>
                <a:rect l="l" t="t" r="r" b="b"/>
                <a:pathLst>
                  <a:path w="434" h="434" extrusionOk="0">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5"/>
              <p:cNvSpPr/>
              <p:nvPr/>
            </p:nvSpPr>
            <p:spPr>
              <a:xfrm>
                <a:off x="2132550" y="4517375"/>
                <a:ext cx="10850" cy="10850"/>
              </a:xfrm>
              <a:custGeom>
                <a:avLst/>
                <a:gdLst/>
                <a:ahLst/>
                <a:cxnLst/>
                <a:rect l="l" t="t" r="r" b="b"/>
                <a:pathLst>
                  <a:path w="434" h="434" extrusionOk="0">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5"/>
              <p:cNvSpPr/>
              <p:nvPr/>
            </p:nvSpPr>
            <p:spPr>
              <a:xfrm>
                <a:off x="211447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5"/>
              <p:cNvSpPr/>
              <p:nvPr/>
            </p:nvSpPr>
            <p:spPr>
              <a:xfrm>
                <a:off x="2132550" y="4553400"/>
                <a:ext cx="10850" cy="10850"/>
              </a:xfrm>
              <a:custGeom>
                <a:avLst/>
                <a:gdLst/>
                <a:ahLst/>
                <a:cxnLst/>
                <a:rect l="l" t="t" r="r" b="b"/>
                <a:pathLst>
                  <a:path w="434" h="434" extrusionOk="0">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5"/>
              <p:cNvSpPr/>
              <p:nvPr/>
            </p:nvSpPr>
            <p:spPr>
              <a:xfrm>
                <a:off x="211447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5"/>
              <p:cNvSpPr/>
              <p:nvPr/>
            </p:nvSpPr>
            <p:spPr>
              <a:xfrm>
                <a:off x="2132550" y="4589425"/>
                <a:ext cx="10850" cy="10850"/>
              </a:xfrm>
              <a:custGeom>
                <a:avLst/>
                <a:gdLst/>
                <a:ahLst/>
                <a:cxnLst/>
                <a:rect l="l" t="t" r="r" b="b"/>
                <a:pathLst>
                  <a:path w="434" h="434" extrusionOk="0">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5"/>
              <p:cNvSpPr/>
              <p:nvPr/>
            </p:nvSpPr>
            <p:spPr>
              <a:xfrm>
                <a:off x="211447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5"/>
              <p:cNvSpPr/>
              <p:nvPr/>
            </p:nvSpPr>
            <p:spPr>
              <a:xfrm>
                <a:off x="2114475" y="4643500"/>
                <a:ext cx="10850" cy="10750"/>
              </a:xfrm>
              <a:custGeom>
                <a:avLst/>
                <a:gdLst/>
                <a:ahLst/>
                <a:cxnLst/>
                <a:rect l="l" t="t" r="r" b="b"/>
                <a:pathLst>
                  <a:path w="434" h="430" extrusionOk="0">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5"/>
              <p:cNvSpPr/>
              <p:nvPr/>
            </p:nvSpPr>
            <p:spPr>
              <a:xfrm>
                <a:off x="2132550" y="4625450"/>
                <a:ext cx="10850" cy="10850"/>
              </a:xfrm>
              <a:custGeom>
                <a:avLst/>
                <a:gdLst/>
                <a:ahLst/>
                <a:cxnLst/>
                <a:rect l="l" t="t" r="r" b="b"/>
                <a:pathLst>
                  <a:path w="434" h="434" extrusionOk="0">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5"/>
              <p:cNvSpPr/>
              <p:nvPr/>
            </p:nvSpPr>
            <p:spPr>
              <a:xfrm>
                <a:off x="2132550" y="4661475"/>
                <a:ext cx="10850" cy="10850"/>
              </a:xfrm>
              <a:custGeom>
                <a:avLst/>
                <a:gdLst/>
                <a:ahLst/>
                <a:cxnLst/>
                <a:rect l="l" t="t" r="r" b="b"/>
                <a:pathLst>
                  <a:path w="434" h="434" extrusionOk="0">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5"/>
              <p:cNvSpPr/>
              <p:nvPr/>
            </p:nvSpPr>
            <p:spPr>
              <a:xfrm>
                <a:off x="2114475" y="467955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5"/>
              <p:cNvSpPr/>
              <p:nvPr/>
            </p:nvSpPr>
            <p:spPr>
              <a:xfrm>
                <a:off x="2114475" y="471555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5"/>
              <p:cNvSpPr/>
              <p:nvPr/>
            </p:nvSpPr>
            <p:spPr>
              <a:xfrm>
                <a:off x="2132550" y="4697500"/>
                <a:ext cx="10850" cy="10850"/>
              </a:xfrm>
              <a:custGeom>
                <a:avLst/>
                <a:gdLst/>
                <a:ahLst/>
                <a:cxnLst/>
                <a:rect l="l" t="t" r="r" b="b"/>
                <a:pathLst>
                  <a:path w="434" h="434" extrusionOk="0">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5"/>
              <p:cNvSpPr/>
              <p:nvPr/>
            </p:nvSpPr>
            <p:spPr>
              <a:xfrm>
                <a:off x="2114475" y="475160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5"/>
              <p:cNvSpPr/>
              <p:nvPr/>
            </p:nvSpPr>
            <p:spPr>
              <a:xfrm>
                <a:off x="2132550" y="4733525"/>
                <a:ext cx="8725" cy="10850"/>
              </a:xfrm>
              <a:custGeom>
                <a:avLst/>
                <a:gdLst/>
                <a:ahLst/>
                <a:cxnLst/>
                <a:rect l="l" t="t" r="r" b="b"/>
                <a:pathLst>
                  <a:path w="349" h="434" extrusionOk="0">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5"/>
              <p:cNvSpPr/>
              <p:nvPr/>
            </p:nvSpPr>
            <p:spPr>
              <a:xfrm>
                <a:off x="2114475" y="478760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5"/>
              <p:cNvSpPr/>
              <p:nvPr/>
            </p:nvSpPr>
            <p:spPr>
              <a:xfrm>
                <a:off x="2132550" y="4769725"/>
                <a:ext cx="5050" cy="10600"/>
              </a:xfrm>
              <a:custGeom>
                <a:avLst/>
                <a:gdLst/>
                <a:ahLst/>
                <a:cxnLst/>
                <a:rect l="l" t="t" r="r" b="b"/>
                <a:pathLst>
                  <a:path w="202" h="424" extrusionOk="0">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5"/>
              <p:cNvSpPr/>
              <p:nvPr/>
            </p:nvSpPr>
            <p:spPr>
              <a:xfrm>
                <a:off x="2132550" y="4805575"/>
                <a:ext cx="8300" cy="10850"/>
              </a:xfrm>
              <a:custGeom>
                <a:avLst/>
                <a:gdLst/>
                <a:ahLst/>
                <a:cxnLst/>
                <a:rect l="l" t="t" r="r" b="b"/>
                <a:pathLst>
                  <a:path w="332" h="434" extrusionOk="0">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5"/>
              <p:cNvSpPr/>
              <p:nvPr/>
            </p:nvSpPr>
            <p:spPr>
              <a:xfrm>
                <a:off x="2114475" y="4823650"/>
                <a:ext cx="10850" cy="10825"/>
              </a:xfrm>
              <a:custGeom>
                <a:avLst/>
                <a:gdLst/>
                <a:ahLst/>
                <a:cxnLst/>
                <a:rect l="l" t="t" r="r" b="b"/>
                <a:pathLst>
                  <a:path w="434" h="433" extrusionOk="0">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5"/>
              <p:cNvSpPr/>
              <p:nvPr/>
            </p:nvSpPr>
            <p:spPr>
              <a:xfrm>
                <a:off x="2132550" y="4841700"/>
                <a:ext cx="10850" cy="10750"/>
              </a:xfrm>
              <a:custGeom>
                <a:avLst/>
                <a:gdLst/>
                <a:ahLst/>
                <a:cxnLst/>
                <a:rect l="l" t="t" r="r" b="b"/>
                <a:pathLst>
                  <a:path w="434" h="430" extrusionOk="0">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5"/>
              <p:cNvSpPr/>
              <p:nvPr/>
            </p:nvSpPr>
            <p:spPr>
              <a:xfrm>
                <a:off x="2114475" y="4859650"/>
                <a:ext cx="10850" cy="10850"/>
              </a:xfrm>
              <a:custGeom>
                <a:avLst/>
                <a:gdLst/>
                <a:ahLst/>
                <a:cxnLst/>
                <a:rect l="l" t="t" r="r" b="b"/>
                <a:pathLst>
                  <a:path w="434" h="434" extrusionOk="0">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5"/>
              <p:cNvSpPr/>
              <p:nvPr/>
            </p:nvSpPr>
            <p:spPr>
              <a:xfrm>
                <a:off x="2114475" y="489570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5"/>
              <p:cNvSpPr/>
              <p:nvPr/>
            </p:nvSpPr>
            <p:spPr>
              <a:xfrm>
                <a:off x="2132550" y="4877725"/>
                <a:ext cx="10850" cy="10850"/>
              </a:xfrm>
              <a:custGeom>
                <a:avLst/>
                <a:gdLst/>
                <a:ahLst/>
                <a:cxnLst/>
                <a:rect l="l" t="t" r="r" b="b"/>
                <a:pathLst>
                  <a:path w="434" h="434" extrusionOk="0">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5"/>
              <p:cNvSpPr/>
              <p:nvPr/>
            </p:nvSpPr>
            <p:spPr>
              <a:xfrm>
                <a:off x="2114475" y="493170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5"/>
              <p:cNvSpPr/>
              <p:nvPr/>
            </p:nvSpPr>
            <p:spPr>
              <a:xfrm>
                <a:off x="2132550" y="4913750"/>
                <a:ext cx="10850" cy="10825"/>
              </a:xfrm>
              <a:custGeom>
                <a:avLst/>
                <a:gdLst/>
                <a:ahLst/>
                <a:cxnLst/>
                <a:rect l="l" t="t" r="r" b="b"/>
                <a:pathLst>
                  <a:path w="434" h="433" extrusionOk="0">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5"/>
              <p:cNvSpPr/>
              <p:nvPr/>
            </p:nvSpPr>
            <p:spPr>
              <a:xfrm>
                <a:off x="2114475" y="496775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5"/>
              <p:cNvSpPr/>
              <p:nvPr/>
            </p:nvSpPr>
            <p:spPr>
              <a:xfrm>
                <a:off x="2132550" y="4949775"/>
                <a:ext cx="10850" cy="10850"/>
              </a:xfrm>
              <a:custGeom>
                <a:avLst/>
                <a:gdLst/>
                <a:ahLst/>
                <a:cxnLst/>
                <a:rect l="l" t="t" r="r" b="b"/>
                <a:pathLst>
                  <a:path w="434" h="434" extrusionOk="0">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5"/>
              <p:cNvSpPr/>
              <p:nvPr/>
            </p:nvSpPr>
            <p:spPr>
              <a:xfrm>
                <a:off x="2132550" y="4985800"/>
                <a:ext cx="9400" cy="10750"/>
              </a:xfrm>
              <a:custGeom>
                <a:avLst/>
                <a:gdLst/>
                <a:ahLst/>
                <a:cxnLst/>
                <a:rect l="l" t="t" r="r" b="b"/>
                <a:pathLst>
                  <a:path w="376" h="430" extrusionOk="0">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5"/>
              <p:cNvSpPr/>
              <p:nvPr/>
            </p:nvSpPr>
            <p:spPr>
              <a:xfrm>
                <a:off x="2114475" y="500375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5"/>
              <p:cNvSpPr/>
              <p:nvPr/>
            </p:nvSpPr>
            <p:spPr>
              <a:xfrm>
                <a:off x="2078900" y="4434675"/>
                <a:ext cx="9900" cy="3425"/>
              </a:xfrm>
              <a:custGeom>
                <a:avLst/>
                <a:gdLst/>
                <a:ahLst/>
                <a:cxnLst/>
                <a:rect l="l" t="t" r="r" b="b"/>
                <a:pathLst>
                  <a:path w="396" h="137" extrusionOk="0">
                    <a:moveTo>
                      <a:pt x="0" y="1"/>
                    </a:moveTo>
                    <a:lnTo>
                      <a:pt x="0" y="1"/>
                    </a:lnTo>
                    <a:cubicBezTo>
                      <a:pt x="34" y="79"/>
                      <a:pt x="109" y="137"/>
                      <a:pt x="201" y="137"/>
                    </a:cubicBezTo>
                    <a:cubicBezTo>
                      <a:pt x="287" y="137"/>
                      <a:pt x="358" y="86"/>
                      <a:pt x="395" y="14"/>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5"/>
              <p:cNvSpPr/>
              <p:nvPr/>
            </p:nvSpPr>
            <p:spPr>
              <a:xfrm>
                <a:off x="2078475" y="446330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5"/>
              <p:cNvSpPr/>
              <p:nvPr/>
            </p:nvSpPr>
            <p:spPr>
              <a:xfrm>
                <a:off x="2096525" y="4445325"/>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5"/>
              <p:cNvSpPr/>
              <p:nvPr/>
            </p:nvSpPr>
            <p:spPr>
              <a:xfrm>
                <a:off x="2078475" y="4499325"/>
                <a:ext cx="10825" cy="10825"/>
              </a:xfrm>
              <a:custGeom>
                <a:avLst/>
                <a:gdLst/>
                <a:ahLst/>
                <a:cxnLst/>
                <a:rect l="l" t="t" r="r" b="b"/>
                <a:pathLst>
                  <a:path w="433" h="433" extrusionOk="0">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5"/>
              <p:cNvSpPr/>
              <p:nvPr/>
            </p:nvSpPr>
            <p:spPr>
              <a:xfrm>
                <a:off x="2096525" y="448135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5"/>
              <p:cNvSpPr/>
              <p:nvPr/>
            </p:nvSpPr>
            <p:spPr>
              <a:xfrm>
                <a:off x="2096525" y="4517375"/>
                <a:ext cx="10825" cy="10850"/>
              </a:xfrm>
              <a:custGeom>
                <a:avLst/>
                <a:gdLst/>
                <a:ahLst/>
                <a:cxnLst/>
                <a:rect l="l" t="t" r="r" b="b"/>
                <a:pathLst>
                  <a:path w="433" h="434" extrusionOk="0">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5"/>
              <p:cNvSpPr/>
              <p:nvPr/>
            </p:nvSpPr>
            <p:spPr>
              <a:xfrm>
                <a:off x="2078475" y="4535350"/>
                <a:ext cx="10825" cy="10850"/>
              </a:xfrm>
              <a:custGeom>
                <a:avLst/>
                <a:gdLst/>
                <a:ahLst/>
                <a:cxnLst/>
                <a:rect l="l" t="t" r="r" b="b"/>
                <a:pathLst>
                  <a:path w="433" h="434" extrusionOk="0">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5"/>
              <p:cNvSpPr/>
              <p:nvPr/>
            </p:nvSpPr>
            <p:spPr>
              <a:xfrm>
                <a:off x="2078475" y="4571375"/>
                <a:ext cx="10825" cy="10825"/>
              </a:xfrm>
              <a:custGeom>
                <a:avLst/>
                <a:gdLst/>
                <a:ahLst/>
                <a:cxnLst/>
                <a:rect l="l" t="t" r="r" b="b"/>
                <a:pathLst>
                  <a:path w="433" h="433" extrusionOk="0">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5"/>
              <p:cNvSpPr/>
              <p:nvPr/>
            </p:nvSpPr>
            <p:spPr>
              <a:xfrm>
                <a:off x="2096525" y="455340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5"/>
              <p:cNvSpPr/>
              <p:nvPr/>
            </p:nvSpPr>
            <p:spPr>
              <a:xfrm>
                <a:off x="2078475" y="4607400"/>
                <a:ext cx="10825" cy="10850"/>
              </a:xfrm>
              <a:custGeom>
                <a:avLst/>
                <a:gdLst/>
                <a:ahLst/>
                <a:cxnLst/>
                <a:rect l="l" t="t" r="r" b="b"/>
                <a:pathLst>
                  <a:path w="433" h="434" extrusionOk="0">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5"/>
              <p:cNvSpPr/>
              <p:nvPr/>
            </p:nvSpPr>
            <p:spPr>
              <a:xfrm>
                <a:off x="2096525" y="4589425"/>
                <a:ext cx="10825" cy="10850"/>
              </a:xfrm>
              <a:custGeom>
                <a:avLst/>
                <a:gdLst/>
                <a:ahLst/>
                <a:cxnLst/>
                <a:rect l="l" t="t" r="r" b="b"/>
                <a:pathLst>
                  <a:path w="433" h="434" extrusionOk="0">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5"/>
              <p:cNvSpPr/>
              <p:nvPr/>
            </p:nvSpPr>
            <p:spPr>
              <a:xfrm>
                <a:off x="2096525" y="4625450"/>
                <a:ext cx="10825" cy="10850"/>
              </a:xfrm>
              <a:custGeom>
                <a:avLst/>
                <a:gdLst/>
                <a:ahLst/>
                <a:cxnLst/>
                <a:rect l="l" t="t" r="r" b="b"/>
                <a:pathLst>
                  <a:path w="433" h="434" extrusionOk="0">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5"/>
              <p:cNvSpPr/>
              <p:nvPr/>
            </p:nvSpPr>
            <p:spPr>
              <a:xfrm>
                <a:off x="2078475" y="4643500"/>
                <a:ext cx="10825" cy="10750"/>
              </a:xfrm>
              <a:custGeom>
                <a:avLst/>
                <a:gdLst/>
                <a:ahLst/>
                <a:cxnLst/>
                <a:rect l="l" t="t" r="r" b="b"/>
                <a:pathLst>
                  <a:path w="433" h="430" extrusionOk="0">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5"/>
              <p:cNvSpPr/>
              <p:nvPr/>
            </p:nvSpPr>
            <p:spPr>
              <a:xfrm>
                <a:off x="2078475" y="4679550"/>
                <a:ext cx="10825" cy="10825"/>
              </a:xfrm>
              <a:custGeom>
                <a:avLst/>
                <a:gdLst/>
                <a:ahLst/>
                <a:cxnLst/>
                <a:rect l="l" t="t" r="r" b="b"/>
                <a:pathLst>
                  <a:path w="433" h="433" extrusionOk="0">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5"/>
              <p:cNvSpPr/>
              <p:nvPr/>
            </p:nvSpPr>
            <p:spPr>
              <a:xfrm>
                <a:off x="2096525" y="4661475"/>
                <a:ext cx="10825" cy="10850"/>
              </a:xfrm>
              <a:custGeom>
                <a:avLst/>
                <a:gdLst/>
                <a:ahLst/>
                <a:cxnLst/>
                <a:rect l="l" t="t" r="r" b="b"/>
                <a:pathLst>
                  <a:path w="433" h="434" extrusionOk="0">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5"/>
              <p:cNvSpPr/>
              <p:nvPr/>
            </p:nvSpPr>
            <p:spPr>
              <a:xfrm>
                <a:off x="2096525" y="4697500"/>
                <a:ext cx="10825" cy="10850"/>
              </a:xfrm>
              <a:custGeom>
                <a:avLst/>
                <a:gdLst/>
                <a:ahLst/>
                <a:cxnLst/>
                <a:rect l="l" t="t" r="r" b="b"/>
                <a:pathLst>
                  <a:path w="433" h="434" extrusionOk="0">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5"/>
              <p:cNvSpPr/>
              <p:nvPr/>
            </p:nvSpPr>
            <p:spPr>
              <a:xfrm>
                <a:off x="2078475" y="4715550"/>
                <a:ext cx="10825" cy="10850"/>
              </a:xfrm>
              <a:custGeom>
                <a:avLst/>
                <a:gdLst/>
                <a:ahLst/>
                <a:cxnLst/>
                <a:rect l="l" t="t" r="r" b="b"/>
                <a:pathLst>
                  <a:path w="433" h="434" extrusionOk="0">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2078475" y="4751600"/>
                <a:ext cx="10825" cy="10825"/>
              </a:xfrm>
              <a:custGeom>
                <a:avLst/>
                <a:gdLst/>
                <a:ahLst/>
                <a:cxnLst/>
                <a:rect l="l" t="t" r="r" b="b"/>
                <a:pathLst>
                  <a:path w="433" h="433" extrusionOk="0">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2096525" y="4733525"/>
                <a:ext cx="10825" cy="10850"/>
              </a:xfrm>
              <a:custGeom>
                <a:avLst/>
                <a:gdLst/>
                <a:ahLst/>
                <a:cxnLst/>
                <a:rect l="l" t="t" r="r" b="b"/>
                <a:pathLst>
                  <a:path w="433" h="434" extrusionOk="0">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096525" y="4769550"/>
                <a:ext cx="10825" cy="10850"/>
              </a:xfrm>
              <a:custGeom>
                <a:avLst/>
                <a:gdLst/>
                <a:ahLst/>
                <a:cxnLst/>
                <a:rect l="l" t="t" r="r" b="b"/>
                <a:pathLst>
                  <a:path w="433" h="434" extrusionOk="0">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078475" y="4787600"/>
                <a:ext cx="10825" cy="10850"/>
              </a:xfrm>
              <a:custGeom>
                <a:avLst/>
                <a:gdLst/>
                <a:ahLst/>
                <a:cxnLst/>
                <a:rect l="l" t="t" r="r" b="b"/>
                <a:pathLst>
                  <a:path w="433" h="434" extrusionOk="0">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2096525" y="4805575"/>
                <a:ext cx="10825" cy="10850"/>
              </a:xfrm>
              <a:custGeom>
                <a:avLst/>
                <a:gdLst/>
                <a:ahLst/>
                <a:cxnLst/>
                <a:rect l="l" t="t" r="r" b="b"/>
                <a:pathLst>
                  <a:path w="433" h="434" extrusionOk="0">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2078475" y="4823650"/>
                <a:ext cx="10825" cy="10825"/>
              </a:xfrm>
              <a:custGeom>
                <a:avLst/>
                <a:gdLst/>
                <a:ahLst/>
                <a:cxnLst/>
                <a:rect l="l" t="t" r="r" b="b"/>
                <a:pathLst>
                  <a:path w="433" h="433" extrusionOk="0">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2096525" y="4841700"/>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2078475" y="4859650"/>
                <a:ext cx="10825" cy="10850"/>
              </a:xfrm>
              <a:custGeom>
                <a:avLst/>
                <a:gdLst/>
                <a:ahLst/>
                <a:cxnLst/>
                <a:rect l="l" t="t" r="r" b="b"/>
                <a:pathLst>
                  <a:path w="433" h="434" extrusionOk="0">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2096525" y="4877725"/>
                <a:ext cx="10825" cy="10850"/>
              </a:xfrm>
              <a:custGeom>
                <a:avLst/>
                <a:gdLst/>
                <a:ahLst/>
                <a:cxnLst/>
                <a:rect l="l" t="t" r="r" b="b"/>
                <a:pathLst>
                  <a:path w="433" h="434" extrusionOk="0">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2078475" y="4895700"/>
                <a:ext cx="10825" cy="10825"/>
              </a:xfrm>
              <a:custGeom>
                <a:avLst/>
                <a:gdLst/>
                <a:ahLst/>
                <a:cxnLst/>
                <a:rect l="l" t="t" r="r" b="b"/>
                <a:pathLst>
                  <a:path w="433" h="433" extrusionOk="0">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2096525" y="4913750"/>
                <a:ext cx="10825" cy="10825"/>
              </a:xfrm>
              <a:custGeom>
                <a:avLst/>
                <a:gdLst/>
                <a:ahLst/>
                <a:cxnLst/>
                <a:rect l="l" t="t" r="r" b="b"/>
                <a:pathLst>
                  <a:path w="433" h="433" extrusionOk="0">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2078475" y="4931700"/>
                <a:ext cx="10825" cy="10850"/>
              </a:xfrm>
              <a:custGeom>
                <a:avLst/>
                <a:gdLst/>
                <a:ahLst/>
                <a:cxnLst/>
                <a:rect l="l" t="t" r="r" b="b"/>
                <a:pathLst>
                  <a:path w="433" h="434" extrusionOk="0">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2096525" y="4949775"/>
                <a:ext cx="10825" cy="10850"/>
              </a:xfrm>
              <a:custGeom>
                <a:avLst/>
                <a:gdLst/>
                <a:ahLst/>
                <a:cxnLst/>
                <a:rect l="l" t="t" r="r" b="b"/>
                <a:pathLst>
                  <a:path w="433" h="434" extrusionOk="0">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2078475" y="4967750"/>
                <a:ext cx="10825" cy="10825"/>
              </a:xfrm>
              <a:custGeom>
                <a:avLst/>
                <a:gdLst/>
                <a:ahLst/>
                <a:cxnLst/>
                <a:rect l="l" t="t" r="r" b="b"/>
                <a:pathLst>
                  <a:path w="433" h="433" extrusionOk="0">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2096525" y="4985800"/>
                <a:ext cx="10825" cy="10825"/>
              </a:xfrm>
              <a:custGeom>
                <a:avLst/>
                <a:gdLst/>
                <a:ahLst/>
                <a:cxnLst/>
                <a:rect l="l" t="t" r="r" b="b"/>
                <a:pathLst>
                  <a:path w="433" h="433" extrusionOk="0">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2078475" y="5003750"/>
                <a:ext cx="10825" cy="10850"/>
              </a:xfrm>
              <a:custGeom>
                <a:avLst/>
                <a:gdLst/>
                <a:ahLst/>
                <a:cxnLst/>
                <a:rect l="l" t="t" r="r" b="b"/>
                <a:pathLst>
                  <a:path w="433" h="434" extrusionOk="0">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2080950" y="5039875"/>
                <a:ext cx="3500" cy="975"/>
              </a:xfrm>
              <a:custGeom>
                <a:avLst/>
                <a:gdLst/>
                <a:ahLst/>
                <a:cxnLst/>
                <a:rect l="l" t="t" r="r" b="b"/>
                <a:pathLst>
                  <a:path w="140" h="39" extrusionOk="0">
                    <a:moveTo>
                      <a:pt x="119" y="1"/>
                    </a:moveTo>
                    <a:cubicBezTo>
                      <a:pt x="75" y="1"/>
                      <a:pt x="34" y="15"/>
                      <a:pt x="0" y="38"/>
                    </a:cubicBezTo>
                    <a:cubicBezTo>
                      <a:pt x="48" y="28"/>
                      <a:pt x="92" y="15"/>
                      <a:pt x="139" y="4"/>
                    </a:cubicBezTo>
                    <a:cubicBezTo>
                      <a:pt x="133" y="1"/>
                      <a:pt x="126" y="1"/>
                      <a:pt x="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2096525" y="5021825"/>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2042625" y="4433550"/>
                <a:ext cx="10400" cy="4550"/>
              </a:xfrm>
              <a:custGeom>
                <a:avLst/>
                <a:gdLst/>
                <a:ahLst/>
                <a:cxnLst/>
                <a:rect l="l" t="t" r="r" b="b"/>
                <a:pathLst>
                  <a:path w="416" h="182" extrusionOk="0">
                    <a:moveTo>
                      <a:pt x="0" y="1"/>
                    </a:moveTo>
                    <a:cubicBezTo>
                      <a:pt x="21" y="103"/>
                      <a:pt x="102" y="182"/>
                      <a:pt x="211" y="182"/>
                    </a:cubicBezTo>
                    <a:cubicBezTo>
                      <a:pt x="313" y="182"/>
                      <a:pt x="395" y="110"/>
                      <a:pt x="416" y="15"/>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2042425" y="446330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2060500" y="4445325"/>
                <a:ext cx="10850" cy="10750"/>
              </a:xfrm>
              <a:custGeom>
                <a:avLst/>
                <a:gdLst/>
                <a:ahLst/>
                <a:cxnLst/>
                <a:rect l="l" t="t" r="r" b="b"/>
                <a:pathLst>
                  <a:path w="434" h="430" extrusionOk="0">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2042425" y="4499325"/>
                <a:ext cx="10850" cy="10825"/>
              </a:xfrm>
              <a:custGeom>
                <a:avLst/>
                <a:gdLst/>
                <a:ahLst/>
                <a:cxnLst/>
                <a:rect l="l" t="t" r="r" b="b"/>
                <a:pathLst>
                  <a:path w="434" h="433" extrusionOk="0">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2060500" y="4481350"/>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2042425" y="4535350"/>
                <a:ext cx="10850" cy="10850"/>
              </a:xfrm>
              <a:custGeom>
                <a:avLst/>
                <a:gdLst/>
                <a:ahLst/>
                <a:cxnLst/>
                <a:rect l="l" t="t" r="r" b="b"/>
                <a:pathLst>
                  <a:path w="434" h="434" extrusionOk="0">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2060500" y="4517375"/>
                <a:ext cx="10850" cy="10850"/>
              </a:xfrm>
              <a:custGeom>
                <a:avLst/>
                <a:gdLst/>
                <a:ahLst/>
                <a:cxnLst/>
                <a:rect l="l" t="t" r="r" b="b"/>
                <a:pathLst>
                  <a:path w="434" h="434" extrusionOk="0">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2060500" y="4553400"/>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2024725" y="4589425"/>
                <a:ext cx="10575" cy="10850"/>
              </a:xfrm>
              <a:custGeom>
                <a:avLst/>
                <a:gdLst/>
                <a:ahLst/>
                <a:cxnLst/>
                <a:rect l="l" t="t" r="r" b="b"/>
                <a:pathLst>
                  <a:path w="423" h="434" extrusionOk="0">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2042425" y="4571375"/>
                <a:ext cx="10850" cy="10825"/>
              </a:xfrm>
              <a:custGeom>
                <a:avLst/>
                <a:gdLst/>
                <a:ahLst/>
                <a:cxnLst/>
                <a:rect l="l" t="t" r="r" b="b"/>
                <a:pathLst>
                  <a:path w="434" h="433" extrusionOk="0">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2042425" y="4607400"/>
                <a:ext cx="10850" cy="10850"/>
              </a:xfrm>
              <a:custGeom>
                <a:avLst/>
                <a:gdLst/>
                <a:ahLst/>
                <a:cxnLst/>
                <a:rect l="l" t="t" r="r" b="b"/>
                <a:pathLst>
                  <a:path w="434" h="434" extrusionOk="0">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2060500" y="4589425"/>
                <a:ext cx="10850" cy="10850"/>
              </a:xfrm>
              <a:custGeom>
                <a:avLst/>
                <a:gdLst/>
                <a:ahLst/>
                <a:cxnLst/>
                <a:rect l="l" t="t" r="r" b="b"/>
                <a:pathLst>
                  <a:path w="434" h="434" extrusionOk="0">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2025050" y="4625450"/>
                <a:ext cx="10250" cy="10850"/>
              </a:xfrm>
              <a:custGeom>
                <a:avLst/>
                <a:gdLst/>
                <a:ahLst/>
                <a:cxnLst/>
                <a:rect l="l" t="t" r="r" b="b"/>
                <a:pathLst>
                  <a:path w="410" h="434" extrusionOk="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2042425" y="4643500"/>
                <a:ext cx="10850" cy="10750"/>
              </a:xfrm>
              <a:custGeom>
                <a:avLst/>
                <a:gdLst/>
                <a:ahLst/>
                <a:cxnLst/>
                <a:rect l="l" t="t" r="r" b="b"/>
                <a:pathLst>
                  <a:path w="434" h="430" extrusionOk="0">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2060500" y="4625450"/>
                <a:ext cx="10850" cy="10850"/>
              </a:xfrm>
              <a:custGeom>
                <a:avLst/>
                <a:gdLst/>
                <a:ahLst/>
                <a:cxnLst/>
                <a:rect l="l" t="t" r="r" b="b"/>
                <a:pathLst>
                  <a:path w="434" h="434" extrusionOk="0">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2025325" y="4661475"/>
                <a:ext cx="9975" cy="10850"/>
              </a:xfrm>
              <a:custGeom>
                <a:avLst/>
                <a:gdLst/>
                <a:ahLst/>
                <a:cxnLst/>
                <a:rect l="l" t="t" r="r" b="b"/>
                <a:pathLst>
                  <a:path w="399" h="434" extrusionOk="0">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2060500" y="4661475"/>
                <a:ext cx="10850" cy="10850"/>
              </a:xfrm>
              <a:custGeom>
                <a:avLst/>
                <a:gdLst/>
                <a:ahLst/>
                <a:cxnLst/>
                <a:rect l="l" t="t" r="r" b="b"/>
                <a:pathLst>
                  <a:path w="434" h="434" extrusionOk="0">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2025650" y="4697500"/>
                <a:ext cx="9650" cy="10850"/>
              </a:xfrm>
              <a:custGeom>
                <a:avLst/>
                <a:gdLst/>
                <a:ahLst/>
                <a:cxnLst/>
                <a:rect l="l" t="t" r="r" b="b"/>
                <a:pathLst>
                  <a:path w="386" h="434" extrusionOk="0">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2042425" y="467955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2060500" y="4697500"/>
                <a:ext cx="10850" cy="10850"/>
              </a:xfrm>
              <a:custGeom>
                <a:avLst/>
                <a:gdLst/>
                <a:ahLst/>
                <a:cxnLst/>
                <a:rect l="l" t="t" r="r" b="b"/>
                <a:pathLst>
                  <a:path w="434" h="434" extrusionOk="0">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2026000" y="4733525"/>
                <a:ext cx="9300" cy="10850"/>
              </a:xfrm>
              <a:custGeom>
                <a:avLst/>
                <a:gdLst/>
                <a:ahLst/>
                <a:cxnLst/>
                <a:rect l="l" t="t" r="r" b="b"/>
                <a:pathLst>
                  <a:path w="372" h="434" extrusionOk="0">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2042425" y="471555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2042425" y="4751600"/>
                <a:ext cx="10850" cy="10825"/>
              </a:xfrm>
              <a:custGeom>
                <a:avLst/>
                <a:gdLst/>
                <a:ahLst/>
                <a:cxnLst/>
                <a:rect l="l" t="t" r="r" b="b"/>
                <a:pathLst>
                  <a:path w="434" h="433" extrusionOk="0">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2026275" y="4769550"/>
                <a:ext cx="9025" cy="10850"/>
              </a:xfrm>
              <a:custGeom>
                <a:avLst/>
                <a:gdLst/>
                <a:ahLst/>
                <a:cxnLst/>
                <a:rect l="l" t="t" r="r" b="b"/>
                <a:pathLst>
                  <a:path w="361" h="434" extrusionOk="0">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2060500" y="4733525"/>
                <a:ext cx="10850" cy="10850"/>
              </a:xfrm>
              <a:custGeom>
                <a:avLst/>
                <a:gdLst/>
                <a:ahLst/>
                <a:cxnLst/>
                <a:rect l="l" t="t" r="r" b="b"/>
                <a:pathLst>
                  <a:path w="434" h="434" extrusionOk="0">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2042425" y="4787600"/>
                <a:ext cx="10850" cy="10850"/>
              </a:xfrm>
              <a:custGeom>
                <a:avLst/>
                <a:gdLst/>
                <a:ahLst/>
                <a:cxnLst/>
                <a:rect l="l" t="t" r="r" b="b"/>
                <a:pathLst>
                  <a:path w="434" h="434" extrusionOk="0">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2060500" y="4769550"/>
                <a:ext cx="10850" cy="10850"/>
              </a:xfrm>
              <a:custGeom>
                <a:avLst/>
                <a:gdLst/>
                <a:ahLst/>
                <a:cxnLst/>
                <a:rect l="l" t="t" r="r" b="b"/>
                <a:pathLst>
                  <a:path w="434" h="434" extrusionOk="0">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2026600" y="4805575"/>
                <a:ext cx="8700" cy="10850"/>
              </a:xfrm>
              <a:custGeom>
                <a:avLst/>
                <a:gdLst/>
                <a:ahLst/>
                <a:cxnLst/>
                <a:rect l="l" t="t" r="r" b="b"/>
                <a:pathLst>
                  <a:path w="348" h="434" extrusionOk="0">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2060500" y="4805575"/>
                <a:ext cx="10850" cy="10850"/>
              </a:xfrm>
              <a:custGeom>
                <a:avLst/>
                <a:gdLst/>
                <a:ahLst/>
                <a:cxnLst/>
                <a:rect l="l" t="t" r="r" b="b"/>
                <a:pathLst>
                  <a:path w="434" h="434" extrusionOk="0">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2026850" y="4841700"/>
                <a:ext cx="8450" cy="10750"/>
              </a:xfrm>
              <a:custGeom>
                <a:avLst/>
                <a:gdLst/>
                <a:ahLst/>
                <a:cxnLst/>
                <a:rect l="l" t="t" r="r" b="b"/>
                <a:pathLst>
                  <a:path w="338" h="430" extrusionOk="0">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2042425" y="4823650"/>
                <a:ext cx="10850" cy="10825"/>
              </a:xfrm>
              <a:custGeom>
                <a:avLst/>
                <a:gdLst/>
                <a:ahLst/>
                <a:cxnLst/>
                <a:rect l="l" t="t" r="r" b="b"/>
                <a:pathLst>
                  <a:path w="434" h="433" extrusionOk="0">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2027175" y="4877725"/>
                <a:ext cx="8125" cy="10850"/>
              </a:xfrm>
              <a:custGeom>
                <a:avLst/>
                <a:gdLst/>
                <a:ahLst/>
                <a:cxnLst/>
                <a:rect l="l" t="t" r="r" b="b"/>
                <a:pathLst>
                  <a:path w="325" h="434" extrusionOk="0">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2042425" y="4859650"/>
                <a:ext cx="10850" cy="10850"/>
              </a:xfrm>
              <a:custGeom>
                <a:avLst/>
                <a:gdLst/>
                <a:ahLst/>
                <a:cxnLst/>
                <a:rect l="l" t="t" r="r" b="b"/>
                <a:pathLst>
                  <a:path w="434" h="434" extrusionOk="0">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2060500" y="4841700"/>
                <a:ext cx="10850" cy="10750"/>
              </a:xfrm>
              <a:custGeom>
                <a:avLst/>
                <a:gdLst/>
                <a:ahLst/>
                <a:cxnLst/>
                <a:rect l="l" t="t" r="r" b="b"/>
                <a:pathLst>
                  <a:path w="434" h="430" extrusionOk="0">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2060500" y="4877725"/>
                <a:ext cx="10850" cy="10850"/>
              </a:xfrm>
              <a:custGeom>
                <a:avLst/>
                <a:gdLst/>
                <a:ahLst/>
                <a:cxnLst/>
                <a:rect l="l" t="t" r="r" b="b"/>
                <a:pathLst>
                  <a:path w="434" h="434" extrusionOk="0">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2027525" y="4913750"/>
                <a:ext cx="7775" cy="10825"/>
              </a:xfrm>
              <a:custGeom>
                <a:avLst/>
                <a:gdLst/>
                <a:ahLst/>
                <a:cxnLst/>
                <a:rect l="l" t="t" r="r" b="b"/>
                <a:pathLst>
                  <a:path w="311" h="433" extrusionOk="0">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2042425" y="489570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2027800" y="4949775"/>
                <a:ext cx="7500" cy="10850"/>
              </a:xfrm>
              <a:custGeom>
                <a:avLst/>
                <a:gdLst/>
                <a:ahLst/>
                <a:cxnLst/>
                <a:rect l="l" t="t" r="r" b="b"/>
                <a:pathLst>
                  <a:path w="300" h="434" extrusionOk="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2042425" y="493170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2060500" y="4913750"/>
                <a:ext cx="10850" cy="10825"/>
              </a:xfrm>
              <a:custGeom>
                <a:avLst/>
                <a:gdLst/>
                <a:ahLst/>
                <a:cxnLst/>
                <a:rect l="l" t="t" r="r" b="b"/>
                <a:pathLst>
                  <a:path w="434" h="433" extrusionOk="0">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2028125" y="4985800"/>
                <a:ext cx="7175" cy="10825"/>
              </a:xfrm>
              <a:custGeom>
                <a:avLst/>
                <a:gdLst/>
                <a:ahLst/>
                <a:cxnLst/>
                <a:rect l="l" t="t" r="r" b="b"/>
                <a:pathLst>
                  <a:path w="287" h="433" extrusionOk="0">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2060500" y="4949775"/>
                <a:ext cx="10850" cy="10850"/>
              </a:xfrm>
              <a:custGeom>
                <a:avLst/>
                <a:gdLst/>
                <a:ahLst/>
                <a:cxnLst/>
                <a:rect l="l" t="t" r="r" b="b"/>
                <a:pathLst>
                  <a:path w="434" h="434" extrusionOk="0">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2042425" y="4967750"/>
                <a:ext cx="10850" cy="10825"/>
              </a:xfrm>
              <a:custGeom>
                <a:avLst/>
                <a:gdLst/>
                <a:ahLst/>
                <a:cxnLst/>
                <a:rect l="l" t="t" r="r" b="b"/>
                <a:pathLst>
                  <a:path w="434" h="433" extrusionOk="0">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2028475" y="5021825"/>
                <a:ext cx="6825" cy="10850"/>
              </a:xfrm>
              <a:custGeom>
                <a:avLst/>
                <a:gdLst/>
                <a:ahLst/>
                <a:cxnLst/>
                <a:rect l="l" t="t" r="r" b="b"/>
                <a:pathLst>
                  <a:path w="273" h="434" extrusionOk="0">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2042425" y="5003750"/>
                <a:ext cx="10850" cy="10850"/>
              </a:xfrm>
              <a:custGeom>
                <a:avLst/>
                <a:gdLst/>
                <a:ahLst/>
                <a:cxnLst/>
                <a:rect l="l" t="t" r="r" b="b"/>
                <a:pathLst>
                  <a:path w="434" h="434" extrusionOk="0">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2060500" y="4985800"/>
                <a:ext cx="10850" cy="10825"/>
              </a:xfrm>
              <a:custGeom>
                <a:avLst/>
                <a:gdLst/>
                <a:ahLst/>
                <a:cxnLst/>
                <a:rect l="l" t="t" r="r" b="b"/>
                <a:pathLst>
                  <a:path w="434" h="433" extrusionOk="0">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2045675" y="5039875"/>
                <a:ext cx="6250" cy="1900"/>
              </a:xfrm>
              <a:custGeom>
                <a:avLst/>
                <a:gdLst/>
                <a:ahLst/>
                <a:cxnLst/>
                <a:rect l="l" t="t" r="r" b="b"/>
                <a:pathLst>
                  <a:path w="250" h="76" extrusionOk="0">
                    <a:moveTo>
                      <a:pt x="89" y="1"/>
                    </a:moveTo>
                    <a:cubicBezTo>
                      <a:pt x="55" y="1"/>
                      <a:pt x="28" y="7"/>
                      <a:pt x="1" y="18"/>
                    </a:cubicBezTo>
                    <a:cubicBezTo>
                      <a:pt x="83" y="42"/>
                      <a:pt x="164" y="62"/>
                      <a:pt x="249" y="76"/>
                    </a:cubicBezTo>
                    <a:cubicBezTo>
                      <a:pt x="212" y="28"/>
                      <a:pt x="154" y="1"/>
                      <a:pt x="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2060500" y="5021825"/>
                <a:ext cx="10850" cy="10850"/>
              </a:xfrm>
              <a:custGeom>
                <a:avLst/>
                <a:gdLst/>
                <a:ahLst/>
                <a:cxnLst/>
                <a:rect l="l" t="t" r="r" b="b"/>
                <a:pathLst>
                  <a:path w="434" h="434" extrusionOk="0">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2024475" y="4445325"/>
                <a:ext cx="10825" cy="10750"/>
              </a:xfrm>
              <a:custGeom>
                <a:avLst/>
                <a:gdLst/>
                <a:ahLst/>
                <a:cxnLst/>
                <a:rect l="l" t="t" r="r" b="b"/>
                <a:pathLst>
                  <a:path w="433" h="430" extrusionOk="0">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2024475" y="448135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2024475" y="4517375"/>
                <a:ext cx="10825" cy="10850"/>
              </a:xfrm>
              <a:custGeom>
                <a:avLst/>
                <a:gdLst/>
                <a:ahLst/>
                <a:cxnLst/>
                <a:rect l="l" t="t" r="r" b="b"/>
                <a:pathLst>
                  <a:path w="433" h="434" extrusionOk="0">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2024475" y="4553400"/>
                <a:ext cx="10825" cy="10850"/>
              </a:xfrm>
              <a:custGeom>
                <a:avLst/>
                <a:gdLst/>
                <a:ahLst/>
                <a:cxnLst/>
                <a:rect l="l" t="t" r="r" b="b"/>
                <a:pathLst>
                  <a:path w="433" h="434" extrusionOk="0">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62" name="Google Shape;1762;p35"/>
          <p:cNvSpPr/>
          <p:nvPr/>
        </p:nvSpPr>
        <p:spPr>
          <a:xfrm rot="-4421961">
            <a:off x="2756334" y="1581448"/>
            <a:ext cx="5541644" cy="2735785"/>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3" name="Google Shape;1763;p35"/>
          <p:cNvGrpSpPr/>
          <p:nvPr/>
        </p:nvGrpSpPr>
        <p:grpSpPr>
          <a:xfrm>
            <a:off x="6539446" y="-344139"/>
            <a:ext cx="2878067" cy="5824284"/>
            <a:chOff x="5883539" y="-344156"/>
            <a:chExt cx="3534407" cy="5824284"/>
          </a:xfrm>
        </p:grpSpPr>
        <p:sp>
          <p:nvSpPr>
            <p:cNvPr id="1764" name="Google Shape;1764;p35"/>
            <p:cNvSpPr/>
            <p:nvPr/>
          </p:nvSpPr>
          <p:spPr>
            <a:xfrm rot="5400000">
              <a:off x="6900504" y="863896"/>
              <a:ext cx="3234092" cy="1383201"/>
            </a:xfrm>
            <a:custGeom>
              <a:avLst/>
              <a:gdLst/>
              <a:ahLst/>
              <a:cxnLst/>
              <a:rect l="l" t="t" r="r" b="b"/>
              <a:pathLst>
                <a:path w="40411" h="17354" extrusionOk="0">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rot="5400000">
              <a:off x="4775506" y="1046483"/>
              <a:ext cx="5541677" cy="3325611"/>
            </a:xfrm>
            <a:custGeom>
              <a:avLst/>
              <a:gdLst/>
              <a:ahLst/>
              <a:cxnLst/>
              <a:rect l="l" t="t" r="r" b="b"/>
              <a:pathLst>
                <a:path w="69245" h="41724" extrusionOk="0">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rot="5400000">
              <a:off x="8150941" y="3716902"/>
              <a:ext cx="789976" cy="451130"/>
            </a:xfrm>
            <a:custGeom>
              <a:avLst/>
              <a:gdLst/>
              <a:ahLst/>
              <a:cxnLst/>
              <a:rect l="l" t="t" r="r" b="b"/>
              <a:pathLst>
                <a:path w="9871" h="5660" extrusionOk="0">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rot="5400000">
              <a:off x="8024895" y="1980397"/>
              <a:ext cx="1785149" cy="530118"/>
            </a:xfrm>
            <a:custGeom>
              <a:avLst/>
              <a:gdLst/>
              <a:ahLst/>
              <a:cxnLst/>
              <a:rect l="l" t="t" r="r" b="b"/>
              <a:pathLst>
                <a:path w="22306" h="6651" extrusionOk="0">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rot="5400000">
              <a:off x="7621400" y="2799386"/>
              <a:ext cx="2407783" cy="714476"/>
            </a:xfrm>
            <a:custGeom>
              <a:avLst/>
              <a:gdLst/>
              <a:ahLst/>
              <a:cxnLst/>
              <a:rect l="l" t="t" r="r" b="b"/>
              <a:pathLst>
                <a:path w="30086" h="8964" extrusionOk="0">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9" name="Google Shape;1769;p35"/>
            <p:cNvGrpSpPr/>
            <p:nvPr/>
          </p:nvGrpSpPr>
          <p:grpSpPr>
            <a:xfrm flipH="1">
              <a:off x="6930507" y="-344156"/>
              <a:ext cx="2487438" cy="2254471"/>
              <a:chOff x="4895725" y="2485200"/>
              <a:chExt cx="464525" cy="744050"/>
            </a:xfrm>
          </p:grpSpPr>
          <p:sp>
            <p:nvSpPr>
              <p:cNvPr id="1770" name="Google Shape;1770;p35"/>
              <p:cNvSpPr/>
              <p:nvPr/>
            </p:nvSpPr>
            <p:spPr>
              <a:xfrm>
                <a:off x="4896150" y="2564650"/>
                <a:ext cx="407475" cy="415225"/>
              </a:xfrm>
              <a:custGeom>
                <a:avLst/>
                <a:gdLst/>
                <a:ahLst/>
                <a:cxnLst/>
                <a:rect l="l" t="t" r="r" b="b"/>
                <a:pathLst>
                  <a:path w="16299" h="16609" extrusionOk="0">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896675" y="2643100"/>
                <a:ext cx="398000" cy="404125"/>
              </a:xfrm>
              <a:custGeom>
                <a:avLst/>
                <a:gdLst/>
                <a:ahLst/>
                <a:cxnLst/>
                <a:rect l="l" t="t" r="r" b="b"/>
                <a:pathLst>
                  <a:path w="15920" h="16165" extrusionOk="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896400" y="2603925"/>
                <a:ext cx="405100" cy="411800"/>
              </a:xfrm>
              <a:custGeom>
                <a:avLst/>
                <a:gdLst/>
                <a:ahLst/>
                <a:cxnLst/>
                <a:rect l="l" t="t" r="r" b="b"/>
                <a:pathLst>
                  <a:path w="16204" h="16472" extrusionOk="0">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898950" y="3035450"/>
                <a:ext cx="189175" cy="190300"/>
              </a:xfrm>
              <a:custGeom>
                <a:avLst/>
                <a:gdLst/>
                <a:ahLst/>
                <a:cxnLst/>
                <a:rect l="l" t="t" r="r" b="b"/>
                <a:pathLst>
                  <a:path w="7567" h="7612" extrusionOk="0">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898025" y="2878500"/>
                <a:ext cx="300475" cy="303725"/>
              </a:xfrm>
              <a:custGeom>
                <a:avLst/>
                <a:gdLst/>
                <a:ahLst/>
                <a:cxnLst/>
                <a:rect l="l" t="t" r="r" b="b"/>
                <a:pathLst>
                  <a:path w="12019" h="12149" extrusionOk="0">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897600" y="2800050"/>
                <a:ext cx="341900" cy="345975"/>
              </a:xfrm>
              <a:custGeom>
                <a:avLst/>
                <a:gdLst/>
                <a:ahLst/>
                <a:cxnLst/>
                <a:rect l="l" t="t" r="r" b="b"/>
                <a:pathLst>
                  <a:path w="13676" h="13839" extrusionOk="0">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897100" y="2721600"/>
                <a:ext cx="374750" cy="379700"/>
              </a:xfrm>
              <a:custGeom>
                <a:avLst/>
                <a:gdLst/>
                <a:ahLst/>
                <a:cxnLst/>
                <a:rect l="l" t="t" r="r" b="b"/>
                <a:pathLst>
                  <a:path w="14990" h="15188" extrusionOk="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898700" y="2996200"/>
                <a:ext cx="220950" cy="222650"/>
              </a:xfrm>
              <a:custGeom>
                <a:avLst/>
                <a:gdLst/>
                <a:ahLst/>
                <a:cxnLst/>
                <a:rect l="l" t="t" r="r" b="b"/>
                <a:pathLst>
                  <a:path w="8838" h="8906" extrusionOk="0">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4898275" y="2917750"/>
                <a:ext cx="276400" cy="279050"/>
              </a:xfrm>
              <a:custGeom>
                <a:avLst/>
                <a:gdLst/>
                <a:ahLst/>
                <a:cxnLst/>
                <a:rect l="l" t="t" r="r" b="b"/>
                <a:pathLst>
                  <a:path w="11056" h="11162" extrusionOk="0">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4897775" y="2839325"/>
                <a:ext cx="322375" cy="325950"/>
              </a:xfrm>
              <a:custGeom>
                <a:avLst/>
                <a:gdLst/>
                <a:ahLst/>
                <a:cxnLst/>
                <a:rect l="l" t="t" r="r" b="b"/>
                <a:pathLst>
                  <a:path w="12895" h="13038" extrusionOk="0">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97350" y="2760800"/>
                <a:ext cx="359425" cy="363925"/>
              </a:xfrm>
              <a:custGeom>
                <a:avLst/>
                <a:gdLst/>
                <a:ahLst/>
                <a:cxnLst/>
                <a:rect l="l" t="t" r="r" b="b"/>
                <a:pathLst>
                  <a:path w="14377" h="14557" extrusionOk="0">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4899375" y="3113900"/>
                <a:ext cx="115000" cy="115000"/>
              </a:xfrm>
              <a:custGeom>
                <a:avLst/>
                <a:gdLst/>
                <a:ahLst/>
                <a:cxnLst/>
                <a:rect l="l" t="t" r="r" b="b"/>
                <a:pathLst>
                  <a:path w="4600" h="4600" extrusionOk="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4899225" y="3074625"/>
                <a:ext cx="154075" cy="154625"/>
              </a:xfrm>
              <a:custGeom>
                <a:avLst/>
                <a:gdLst/>
                <a:ahLst/>
                <a:cxnLst/>
                <a:rect l="l" t="t" r="r" b="b"/>
                <a:pathLst>
                  <a:path w="6163" h="6185" extrusionOk="0">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5198925" y="2485200"/>
                <a:ext cx="135175" cy="131750"/>
              </a:xfrm>
              <a:custGeom>
                <a:avLst/>
                <a:gdLst/>
                <a:ahLst/>
                <a:cxnLst/>
                <a:rect l="l" t="t" r="r" b="b"/>
                <a:pathLst>
                  <a:path w="5407" h="5270" extrusionOk="0">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5159925" y="2485200"/>
                <a:ext cx="156300" cy="152550"/>
              </a:xfrm>
              <a:custGeom>
                <a:avLst/>
                <a:gdLst/>
                <a:ahLst/>
                <a:cxnLst/>
                <a:rect l="l" t="t" r="r" b="b"/>
                <a:pathLst>
                  <a:path w="6252" h="6102" extrusionOk="0">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5003900" y="2485200"/>
                <a:ext cx="246225" cy="244175"/>
              </a:xfrm>
              <a:custGeom>
                <a:avLst/>
                <a:gdLst/>
                <a:ahLst/>
                <a:cxnLst/>
                <a:rect l="l" t="t" r="r" b="b"/>
                <a:pathLst>
                  <a:path w="9849" h="9767" extrusionOk="0">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898450" y="2956950"/>
                <a:ext cx="249900" cy="252175"/>
              </a:xfrm>
              <a:custGeom>
                <a:avLst/>
                <a:gdLst/>
                <a:ahLst/>
                <a:cxnLst/>
                <a:rect l="l" t="t" r="r" b="b"/>
                <a:pathLst>
                  <a:path w="9996" h="10087" extrusionOk="0">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896825" y="2682350"/>
                <a:ext cx="387800" cy="393175"/>
              </a:xfrm>
              <a:custGeom>
                <a:avLst/>
                <a:gdLst/>
                <a:ahLst/>
                <a:cxnLst/>
                <a:rect l="l" t="t" r="r" b="b"/>
                <a:pathLst>
                  <a:path w="15512" h="15727" extrusionOk="0">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4899900" y="3192325"/>
                <a:ext cx="14925" cy="15025"/>
              </a:xfrm>
              <a:custGeom>
                <a:avLst/>
                <a:gdLst/>
                <a:ahLst/>
                <a:cxnLst/>
                <a:rect l="l" t="t" r="r" b="b"/>
                <a:pathLst>
                  <a:path w="597" h="601" extrusionOk="0">
                    <a:moveTo>
                      <a:pt x="0" y="1"/>
                    </a:moveTo>
                    <a:lnTo>
                      <a:pt x="0" y="315"/>
                    </a:lnTo>
                    <a:lnTo>
                      <a:pt x="65" y="382"/>
                    </a:lnTo>
                    <a:cubicBezTo>
                      <a:pt x="242" y="458"/>
                      <a:pt x="420" y="532"/>
                      <a:pt x="596" y="601"/>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4899650" y="3153175"/>
                <a:ext cx="70125" cy="70100"/>
              </a:xfrm>
              <a:custGeom>
                <a:avLst/>
                <a:gdLst/>
                <a:ahLst/>
                <a:cxnLst/>
                <a:rect l="l" t="t" r="r" b="b"/>
                <a:pathLst>
                  <a:path w="2805" h="2804" extrusionOk="0">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276925" y="2485200"/>
                <a:ext cx="83325" cy="81775"/>
              </a:xfrm>
              <a:custGeom>
                <a:avLst/>
                <a:gdLst/>
                <a:ahLst/>
                <a:cxnLst/>
                <a:rect l="l" t="t" r="r" b="b"/>
                <a:pathLst>
                  <a:path w="3333" h="3271" extrusionOk="0">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237925" y="2485200"/>
                <a:ext cx="111600" cy="108875"/>
              </a:xfrm>
              <a:custGeom>
                <a:avLst/>
                <a:gdLst/>
                <a:ahLst/>
                <a:cxnLst/>
                <a:rect l="l" t="t" r="r" b="b"/>
                <a:pathLst>
                  <a:path w="4464" h="4355" extrusionOk="0">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5120925" y="2485200"/>
                <a:ext cx="176475" cy="172750"/>
              </a:xfrm>
              <a:custGeom>
                <a:avLst/>
                <a:gdLst/>
                <a:ahLst/>
                <a:cxnLst/>
                <a:rect l="l" t="t" r="r" b="b"/>
                <a:pathLst>
                  <a:path w="7059" h="6910" extrusionOk="0">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964875" y="2485200"/>
                <a:ext cx="279450" cy="279450"/>
              </a:xfrm>
              <a:custGeom>
                <a:avLst/>
                <a:gdLst/>
                <a:ahLst/>
                <a:cxnLst/>
                <a:rect l="l" t="t" r="r" b="b"/>
                <a:pathLst>
                  <a:path w="11178" h="11178" extrusionOk="0">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5042900" y="2485200"/>
                <a:ext cx="219750" cy="216850"/>
              </a:xfrm>
              <a:custGeom>
                <a:avLst/>
                <a:gdLst/>
                <a:ahLst/>
                <a:cxnLst/>
                <a:rect l="l" t="t" r="r" b="b"/>
                <a:pathLst>
                  <a:path w="8790" h="8674" extrusionOk="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895975" y="2525375"/>
                <a:ext cx="403625" cy="411475"/>
              </a:xfrm>
              <a:custGeom>
                <a:avLst/>
                <a:gdLst/>
                <a:ahLst/>
                <a:cxnLst/>
                <a:rect l="l" t="t" r="r" b="b"/>
                <a:pathLst>
                  <a:path w="16145" h="16459" extrusionOk="0">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5081900" y="2485200"/>
                <a:ext cx="197175" cy="193700"/>
              </a:xfrm>
              <a:custGeom>
                <a:avLst/>
                <a:gdLst/>
                <a:ahLst/>
                <a:cxnLst/>
                <a:rect l="l" t="t" r="r" b="b"/>
                <a:pathLst>
                  <a:path w="7887" h="7748" extrusionOk="0">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895725" y="2486225"/>
                <a:ext cx="384475" cy="392300"/>
              </a:xfrm>
              <a:custGeom>
                <a:avLst/>
                <a:gdLst/>
                <a:ahLst/>
                <a:cxnLst/>
                <a:rect l="l" t="t" r="r" b="b"/>
                <a:pathLst>
                  <a:path w="15379" h="15692" extrusionOk="0">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925875" y="2485200"/>
                <a:ext cx="327650" cy="327575"/>
              </a:xfrm>
              <a:custGeom>
                <a:avLst/>
                <a:gdLst/>
                <a:ahLst/>
                <a:cxnLst/>
                <a:rect l="l" t="t" r="r" b="b"/>
                <a:pathLst>
                  <a:path w="13106" h="13103" extrusionOk="0">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99" name="Google Shape;1799;p35"/>
          <p:cNvGrpSpPr/>
          <p:nvPr/>
        </p:nvGrpSpPr>
        <p:grpSpPr>
          <a:xfrm>
            <a:off x="4340703" y="4855367"/>
            <a:ext cx="2740195" cy="335138"/>
            <a:chOff x="3731103" y="4808559"/>
            <a:chExt cx="2740195" cy="335138"/>
          </a:xfrm>
        </p:grpSpPr>
        <p:sp>
          <p:nvSpPr>
            <p:cNvPr id="1800" name="Google Shape;1800;p35"/>
            <p:cNvSpPr/>
            <p:nvPr/>
          </p:nvSpPr>
          <p:spPr>
            <a:xfrm>
              <a:off x="4333158" y="4849734"/>
              <a:ext cx="1938475" cy="293962"/>
            </a:xfrm>
            <a:custGeom>
              <a:avLst/>
              <a:gdLst/>
              <a:ahLst/>
              <a:cxnLst/>
              <a:rect l="l" t="t" r="r" b="b"/>
              <a:pathLst>
                <a:path w="26621" h="9488" extrusionOk="0">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731103" y="4808559"/>
              <a:ext cx="2740195" cy="335138"/>
            </a:xfrm>
            <a:custGeom>
              <a:avLst/>
              <a:gdLst/>
              <a:ahLst/>
              <a:cxnLst/>
              <a:rect l="l" t="t" r="r" b="b"/>
              <a:pathLst>
                <a:path w="37631" h="10817" extrusionOk="0">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4333158" y="4950520"/>
              <a:ext cx="1938475" cy="193176"/>
            </a:xfrm>
            <a:custGeom>
              <a:avLst/>
              <a:gdLst/>
              <a:ahLst/>
              <a:cxnLst/>
              <a:rect l="l" t="t" r="r" b="b"/>
              <a:pathLst>
                <a:path w="26621" h="6235" extrusionOk="0">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7F8F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1pPr>
            <a:lvl2pPr lvl="1">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2pPr>
            <a:lvl3pPr lvl="2">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3pPr>
            <a:lvl4pPr lvl="3">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4pPr>
            <a:lvl5pPr lvl="4">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5pPr>
            <a:lvl6pPr lvl="5">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6pPr>
            <a:lvl7pPr lvl="6">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7pPr>
            <a:lvl8pPr lvl="7">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8pPr>
            <a:lvl9pPr lvl="8">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accent3"/>
              </a:buClr>
              <a:buSzPts val="1400"/>
              <a:buFont typeface="Lato"/>
              <a:buChar char="●"/>
              <a:defRPr>
                <a:solidFill>
                  <a:schemeClr val="accent3"/>
                </a:solidFill>
                <a:latin typeface="Lato"/>
                <a:ea typeface="Lato"/>
                <a:cs typeface="Lato"/>
                <a:sym typeface="Lato"/>
              </a:defRPr>
            </a:lvl1pPr>
            <a:lvl2pPr marL="914400" lvl="1"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2pPr>
            <a:lvl3pPr marL="1371600" lvl="2"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3pPr>
            <a:lvl4pPr marL="1828800" lvl="3"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4pPr>
            <a:lvl5pPr marL="2286000" lvl="4"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5pPr>
            <a:lvl6pPr marL="2743200" lvl="5"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6pPr>
            <a:lvl7pPr marL="3200400" lvl="6"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7pPr>
            <a:lvl8pPr marL="3657600" lvl="7" indent="-3175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8pPr>
            <a:lvl9pPr marL="4114800" lvl="8" indent="-317500">
              <a:lnSpc>
                <a:spcPct val="115000"/>
              </a:lnSpc>
              <a:spcBef>
                <a:spcPts val="1600"/>
              </a:spcBef>
              <a:spcAft>
                <a:spcPts val="1600"/>
              </a:spcAft>
              <a:buClr>
                <a:schemeClr val="accent3"/>
              </a:buClr>
              <a:buSzPts val="1400"/>
              <a:buFont typeface="Lato"/>
              <a:buChar char="■"/>
              <a:defRPr>
                <a:solidFill>
                  <a:schemeClr val="accent3"/>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803"/>
        <p:cNvGrpSpPr/>
        <p:nvPr/>
      </p:nvGrpSpPr>
      <p:grpSpPr>
        <a:xfrm>
          <a:off x="0" y="0"/>
          <a:ext cx="0" cy="0"/>
          <a:chOff x="0" y="0"/>
          <a:chExt cx="0" cy="0"/>
        </a:xfrm>
      </p:grpSpPr>
      <p:sp>
        <p:nvSpPr>
          <p:cNvPr id="1804" name="Google Shape;1804;p3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05" name="Google Shape;1805;p3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scanvas.id/" TargetMode="External"/><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50.png"/></Relationships>
</file>

<file path=ppt/slides/_rels/slide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55.png"/><Relationship Id="rId7"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0.png"/><Relationship Id="rId11" Type="http://schemas.openxmlformats.org/officeDocument/2006/relationships/image" Target="../media/image59.png"/><Relationship Id="rId5" Type="http://schemas.openxmlformats.org/officeDocument/2006/relationships/image" Target="../media/image56.png"/><Relationship Id="rId10" Type="http://schemas.openxmlformats.org/officeDocument/2006/relationships/image" Target="../media/image58.png"/><Relationship Id="rId4" Type="http://schemas.openxmlformats.org/officeDocument/2006/relationships/image" Target="../media/image49.png"/><Relationship Id="rId9" Type="http://schemas.openxmlformats.org/officeDocument/2006/relationships/image" Target="../media/image57.png"/></Relationships>
</file>

<file path=ppt/slides/_rels/slide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6.xml"/><Relationship Id="rId5" Type="http://schemas.openxmlformats.org/officeDocument/2006/relationships/image" Target="../media/image62.png"/><Relationship Id="rId4" Type="http://schemas.openxmlformats.org/officeDocument/2006/relationships/image" Target="../media/image61.png"/></Relationships>
</file>

<file path=ppt/slides/_rels/slide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69.png"/><Relationship Id="rId5" Type="http://schemas.openxmlformats.org/officeDocument/2006/relationships/image" Target="../media/image46.png"/><Relationship Id="rId4" Type="http://schemas.openxmlformats.org/officeDocument/2006/relationships/image" Target="../media/image68.png"/></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30.xml"/><Relationship Id="rId6" Type="http://schemas.openxmlformats.org/officeDocument/2006/relationships/image" Target="../media/image71.png"/><Relationship Id="rId5" Type="http://schemas.openxmlformats.org/officeDocument/2006/relationships/image" Target="../media/image57.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46.png"/><Relationship Id="rId7"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27.xml"/><Relationship Id="rId6" Type="http://schemas.openxmlformats.org/officeDocument/2006/relationships/image" Target="../media/image41.png"/><Relationship Id="rId5" Type="http://schemas.openxmlformats.org/officeDocument/2006/relationships/image" Target="../media/image72.png"/><Relationship Id="rId4" Type="http://schemas.openxmlformats.org/officeDocument/2006/relationships/image" Target="../media/image62.png"/></Relationships>
</file>

<file path=ppt/slides/_rels/slide1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25.xml"/><Relationship Id="rId6" Type="http://schemas.openxmlformats.org/officeDocument/2006/relationships/image" Target="../media/image40.png"/><Relationship Id="rId5" Type="http://schemas.openxmlformats.org/officeDocument/2006/relationships/image" Target="../media/image76.png"/><Relationship Id="rId4" Type="http://schemas.openxmlformats.org/officeDocument/2006/relationships/image" Target="../media/image75.png"/></Relationships>
</file>

<file path=ppt/slides/_rels/slide14.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79.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52.png"/><Relationship Id="rId5" Type="http://schemas.openxmlformats.org/officeDocument/2006/relationships/image" Target="../media/image78.png"/><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0352" y="1371600"/>
            <a:ext cx="3657600" cy="731520"/>
          </a:xfrm>
        </p:spPr>
        <p:txBody>
          <a:bodyPr wrap="square" lIns="0" tIns="0" rIns="0" bIns="0" anchor="t">
            <a:noAutofit/>
          </a:bodyPr>
          <a:lstStyle/>
          <a:p>
            <a:pPr algn="l">
              <a:lnSpc>
                <a:spcPct val="95000"/>
              </a:lnSpc>
            </a:pPr>
            <a:r>
              <a:rPr sz="4800" b="1" i="0">
                <a:solidFill>
                  <a:srgbClr val="172033"/>
                </a:solidFill>
                <a:latin typeface="Fredoka"/>
              </a:rPr>
              <a:t>SCANVAS</a:t>
            </a:r>
          </a:p>
        </p:txBody>
      </p:sp>
      <p:pic>
        <p:nvPicPr>
          <p:cNvPr id="3" name="Picture 2" descr="Scanvas logo"/>
          <p:cNvPicPr>
            <a:picLocks noChangeAspect="1"/>
          </p:cNvPicPr>
          <p:nvPr/>
        </p:nvPicPr>
        <p:blipFill>
          <a:blip r:embed="rId3"/>
          <a:stretch>
            <a:fillRect/>
          </a:stretch>
        </p:blipFill>
        <p:spPr>
          <a:xfrm>
            <a:off x="548640" y="713232"/>
            <a:ext cx="561290" cy="566928"/>
          </a:xfrm>
          <a:prstGeom prst="rect">
            <a:avLst/>
          </a:prstGeom>
        </p:spPr>
      </p:pic>
      <p:sp>
        <p:nvSpPr>
          <p:cNvPr id="4" name="TextBox 3"/>
          <p:cNvSpPr txBox="1"/>
          <p:nvPr/>
        </p:nvSpPr>
        <p:spPr>
          <a:xfrm>
            <a:off x="548640" y="2121408"/>
            <a:ext cx="3108960" cy="731520"/>
          </a:xfrm>
          <a:prstGeom prst="rect">
            <a:avLst/>
          </a:prstGeom>
          <a:noFill/>
        </p:spPr>
        <p:txBody>
          <a:bodyPr wrap="square" lIns="0" tIns="0" rIns="0" bIns="0" anchor="t">
            <a:noAutofit/>
          </a:bodyPr>
          <a:lstStyle/>
          <a:p>
            <a:pPr algn="l">
              <a:lnSpc>
                <a:spcPct val="95000"/>
              </a:lnSpc>
            </a:pPr>
            <a:r>
              <a:rPr sz="1900" b="1" i="0">
                <a:solidFill>
                  <a:srgbClr val="7C3AED"/>
                </a:solidFill>
                <a:latin typeface="Fredoka"/>
              </a:rPr>
              <a:t>Where Children’s Creativity Comes Alive</a:t>
            </a:r>
          </a:p>
        </p:txBody>
      </p:sp>
      <p:sp>
        <p:nvSpPr>
          <p:cNvPr id="5" name="TextBox 4"/>
          <p:cNvSpPr txBox="1"/>
          <p:nvPr/>
        </p:nvSpPr>
        <p:spPr>
          <a:xfrm>
            <a:off x="548640" y="2944368"/>
            <a:ext cx="2788920" cy="822960"/>
          </a:xfrm>
          <a:prstGeom prst="rect">
            <a:avLst/>
          </a:prstGeom>
          <a:noFill/>
        </p:spPr>
        <p:txBody>
          <a:bodyPr wrap="square" lIns="0" tIns="0" rIns="0" bIns="0" anchor="t">
            <a:noAutofit/>
          </a:bodyPr>
          <a:lstStyle/>
          <a:p>
            <a:pPr algn="l">
              <a:lnSpc>
                <a:spcPct val="115000"/>
              </a:lnSpc>
            </a:pPr>
            <a:r>
              <a:rPr sz="1100" b="0" i="0">
                <a:solidFill>
                  <a:srgbClr val="172033"/>
                </a:solidFill>
                <a:latin typeface="Varela Round"/>
              </a:rPr>
              <a:t>An interactive educational toy that turns children’s coloring into a living learning experience.</a:t>
            </a:r>
          </a:p>
        </p:txBody>
      </p:sp>
      <p:sp>
        <p:nvSpPr>
          <p:cNvPr id="6" name="Rounded Rectangle 5"/>
          <p:cNvSpPr/>
          <p:nvPr/>
        </p:nvSpPr>
        <p:spPr>
          <a:xfrm>
            <a:off x="548640" y="3913632"/>
            <a:ext cx="194335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323697" tIns="0" bIns="0" rtlCol="0" anchor="ctr">
            <a:noAutofit/>
          </a:bodyPr>
          <a:lstStyle/>
          <a:p>
            <a:pPr algn="l"/>
            <a:r>
              <a:rPr sz="850" b="0" i="0">
                <a:solidFill>
                  <a:srgbClr val="5B21B6"/>
                </a:solidFill>
                <a:latin typeface="Fredoka SemiBold"/>
              </a:rPr>
              <a:t>Category: Education</a:t>
            </a:r>
          </a:p>
        </p:txBody>
      </p:sp>
      <p:pic>
        <p:nvPicPr>
          <p:cNvPr id="7" name="Picture 6" descr="palette_purple.png"/>
          <p:cNvPicPr>
            <a:picLocks noChangeAspect="1"/>
          </p:cNvPicPr>
          <p:nvPr/>
        </p:nvPicPr>
        <p:blipFill>
          <a:blip r:embed="rId4"/>
          <a:stretch>
            <a:fillRect/>
          </a:stretch>
        </p:blipFill>
        <p:spPr>
          <a:xfrm>
            <a:off x="658368" y="3965752"/>
            <a:ext cx="170078" cy="170078"/>
          </a:xfrm>
          <a:prstGeom prst="rect">
            <a:avLst/>
          </a:prstGeom>
        </p:spPr>
      </p:pic>
      <p:pic>
        <p:nvPicPr>
          <p:cNvPr id="8" name="Picture 7" descr="Child-colored Scanvas whale sheet"/>
          <p:cNvPicPr>
            <a:picLocks noChangeAspect="1"/>
          </p:cNvPicPr>
          <p:nvPr/>
        </p:nvPicPr>
        <p:blipFill>
          <a:blip r:embed="rId5"/>
          <a:stretch>
            <a:fillRect/>
          </a:stretch>
        </p:blipFill>
        <p:spPr>
          <a:xfrm>
            <a:off x="3511296" y="0"/>
            <a:ext cx="2514600" cy="2471030"/>
          </a:xfrm>
          <a:prstGeom prst="rect">
            <a:avLst/>
          </a:prstGeom>
        </p:spPr>
      </p:pic>
      <p:pic>
        <p:nvPicPr>
          <p:cNvPr id="9" name="Picture 8" descr="The same whale scanned and alive in Scanvas"/>
          <p:cNvPicPr>
            <a:picLocks noChangeAspect="1"/>
          </p:cNvPicPr>
          <p:nvPr/>
        </p:nvPicPr>
        <p:blipFill>
          <a:blip r:embed="rId6"/>
          <a:stretch>
            <a:fillRect/>
          </a:stretch>
        </p:blipFill>
        <p:spPr>
          <a:xfrm>
            <a:off x="4846320" y="1481328"/>
            <a:ext cx="4069080" cy="2496935"/>
          </a:xfrm>
          <a:prstGeom prst="rect">
            <a:avLst/>
          </a:prstGeom>
        </p:spPr>
      </p:pic>
      <p:sp>
        <p:nvSpPr>
          <p:cNvPr id="10" name="Rounded Rectangle 9"/>
          <p:cNvSpPr/>
          <p:nvPr/>
        </p:nvSpPr>
        <p:spPr>
          <a:xfrm>
            <a:off x="4041648" y="3108960"/>
            <a:ext cx="1655064" cy="1627632"/>
          </a:xfrm>
          <a:prstGeom prst="roundRect">
            <a:avLst>
              <a:gd name="adj" fmla="val 95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R code to scanvas.id"/>
          <p:cNvPicPr>
            <a:picLocks noChangeAspect="1"/>
          </p:cNvPicPr>
          <p:nvPr/>
        </p:nvPicPr>
        <p:blipFill>
          <a:blip r:embed="rId7"/>
          <a:stretch>
            <a:fillRect/>
          </a:stretch>
        </p:blipFill>
        <p:spPr>
          <a:xfrm>
            <a:off x="4142232" y="3227832"/>
            <a:ext cx="1453896" cy="1453896"/>
          </a:xfrm>
          <a:prstGeom prst="rect">
            <a:avLst/>
          </a:prstGeom>
        </p:spPr>
      </p:pic>
      <p:sp>
        <p:nvSpPr>
          <p:cNvPr id="12" name="Rounded Rectangle 11"/>
          <p:cNvSpPr/>
          <p:nvPr/>
        </p:nvSpPr>
        <p:spPr>
          <a:xfrm>
            <a:off x="4041648" y="4809744"/>
            <a:ext cx="1655064" cy="274320"/>
          </a:xfrm>
          <a:prstGeom prst="roundRect">
            <a:avLst>
              <a:gd name="adj" fmla="val 16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u="sng">
                <a:solidFill>
                  <a:srgbClr val="2563EB"/>
                </a:solidFill>
                <a:latin typeface="Fredoka"/>
                <a:hlinkClick r:id="rId8"/>
              </a:rPr>
              <a:t>scanvas.id</a:t>
            </a:r>
          </a:p>
        </p:txBody>
      </p:sp>
      <p:sp>
        <p:nvSpPr>
          <p:cNvPr id="13" name="Rounded Rectangle 12"/>
          <p:cNvSpPr/>
          <p:nvPr/>
        </p:nvSpPr>
        <p:spPr>
          <a:xfrm>
            <a:off x="7415783" y="4206240"/>
            <a:ext cx="1426464" cy="475488"/>
          </a:xfrm>
          <a:prstGeom prst="roundRect">
            <a:avLst>
              <a:gd name="adj" fmla="val 230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15783" y="4224528"/>
            <a:ext cx="1316736" cy="438912"/>
          </a:xfrm>
          <a:prstGeom prst="rect">
            <a:avLst/>
          </a:prstGeom>
          <a:noFill/>
        </p:spPr>
        <p:txBody>
          <a:bodyPr wrap="square" lIns="0" tIns="0" rIns="0" bIns="0" anchor="ctr">
            <a:noAutofit/>
          </a:bodyPr>
          <a:lstStyle/>
          <a:p>
            <a:pPr algn="r"/>
            <a:r>
              <a:rPr sz="950" b="0" i="0">
                <a:solidFill>
                  <a:srgbClr val="172033"/>
                </a:solidFill>
                <a:latin typeface="Fredoka SemiBold"/>
              </a:rPr>
              <a:t>Scanvas Co-Founders</a:t>
            </a:r>
          </a:p>
          <a:p>
            <a:pPr algn="r"/>
            <a:r>
              <a:rPr sz="800" b="0" i="0">
                <a:solidFill>
                  <a:srgbClr val="172033"/>
                </a:solidFill>
                <a:latin typeface="Varela Round"/>
              </a:rPr>
              <a:t>Haikal H. · Salsabila K.</a:t>
            </a:r>
          </a:p>
        </p:txBody>
      </p:sp>
      <p:sp>
        <p:nvSpPr>
          <p:cNvPr id="15" name="TextBox 14"/>
          <p:cNvSpPr txBox="1"/>
          <p:nvPr/>
        </p:nvSpPr>
        <p:spPr>
          <a:xfrm>
            <a:off x="548640" y="4681728"/>
            <a:ext cx="2926080" cy="182880"/>
          </a:xfrm>
          <a:prstGeom prst="rect">
            <a:avLst/>
          </a:prstGeom>
          <a:noFill/>
        </p:spPr>
        <p:txBody>
          <a:bodyPr wrap="square" lIns="0" tIns="0" rIns="0" bIns="0" anchor="ctr">
            <a:noAutofit/>
          </a:bodyPr>
          <a:lstStyle/>
          <a:p>
            <a:pPr algn="l"/>
            <a:r>
              <a:rPr sz="700" b="0" i="0">
                <a:solidFill>
                  <a:srgbClr val="172033"/>
                </a:solidFill>
                <a:latin typeface="Fredoka SemiBold"/>
              </a:rPr>
              <a:t>DSC Season 17 · Founders Arena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804672"/>
            <a:ext cx="3657600" cy="777240"/>
          </a:xfrm>
        </p:spPr>
        <p:txBody>
          <a:bodyPr wrap="square" lIns="0" tIns="0" rIns="0" bIns="0" anchor="t">
            <a:noAutofit/>
          </a:bodyPr>
          <a:lstStyle/>
          <a:p>
            <a:pPr algn="l">
              <a:lnSpc>
                <a:spcPct val="95000"/>
              </a:lnSpc>
            </a:pPr>
            <a:r>
              <a:rPr sz="2100" b="1" i="0">
                <a:solidFill>
                  <a:srgbClr val="172033"/>
                </a:solidFill>
                <a:latin typeface="Fredoka"/>
              </a:rPr>
              <a:t>Physical Creativity Meets</a:t>
            </a:r>
            <a:br/>
            <a:r>
              <a:rPr sz="2100" b="1" i="0">
                <a:solidFill>
                  <a:srgbClr val="172033"/>
                </a:solidFill>
                <a:latin typeface="Fredoka"/>
              </a:rPr>
              <a:t>Digital Learning</a:t>
            </a:r>
          </a:p>
        </p:txBody>
      </p:sp>
      <p:sp>
        <p:nvSpPr>
          <p:cNvPr id="3" name="Rounded Rectangle 2"/>
          <p:cNvSpPr/>
          <p:nvPr/>
        </p:nvSpPr>
        <p:spPr>
          <a:xfrm>
            <a:off x="548640" y="411480"/>
            <a:ext cx="2824225" cy="27432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323697" tIns="0" bIns="0" rtlCol="0" anchor="ctr">
            <a:noAutofit/>
          </a:bodyPr>
          <a:lstStyle/>
          <a:p>
            <a:pPr algn="l"/>
            <a:r>
              <a:rPr sz="850" b="0" i="0">
                <a:solidFill>
                  <a:srgbClr val="15803D"/>
                </a:solidFill>
                <a:latin typeface="Fredoka SemiBold"/>
              </a:rPr>
              <a:t>LIVE · scanvas.id · pre-revenue</a:t>
            </a:r>
          </a:p>
        </p:txBody>
      </p:sp>
      <p:pic>
        <p:nvPicPr>
          <p:cNvPr id="4" name="Picture 3" descr="check_green.png"/>
          <p:cNvPicPr>
            <a:picLocks noChangeAspect="1"/>
          </p:cNvPicPr>
          <p:nvPr/>
        </p:nvPicPr>
        <p:blipFill>
          <a:blip r:embed="rId3"/>
          <a:stretch>
            <a:fillRect/>
          </a:stretch>
        </p:blipFill>
        <p:spPr>
          <a:xfrm>
            <a:off x="658368" y="463600"/>
            <a:ext cx="170078" cy="170078"/>
          </a:xfrm>
          <a:prstGeom prst="rect">
            <a:avLst/>
          </a:prstGeom>
        </p:spPr>
      </p:pic>
      <p:sp>
        <p:nvSpPr>
          <p:cNvPr id="5" name="Oval 4"/>
          <p:cNvSpPr/>
          <p:nvPr/>
        </p:nvSpPr>
        <p:spPr>
          <a:xfrm>
            <a:off x="548640" y="1783080"/>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alette_purple.png"/>
          <p:cNvPicPr>
            <a:picLocks noChangeAspect="1"/>
          </p:cNvPicPr>
          <p:nvPr/>
        </p:nvPicPr>
        <p:blipFill>
          <a:blip r:embed="rId4"/>
          <a:stretch>
            <a:fillRect/>
          </a:stretch>
        </p:blipFill>
        <p:spPr>
          <a:xfrm>
            <a:off x="645200" y="1879640"/>
            <a:ext cx="209214" cy="209214"/>
          </a:xfrm>
          <a:prstGeom prst="rect">
            <a:avLst/>
          </a:prstGeom>
        </p:spPr>
      </p:pic>
      <p:sp>
        <p:nvSpPr>
          <p:cNvPr id="7" name="TextBox 6"/>
          <p:cNvSpPr txBox="1"/>
          <p:nvPr/>
        </p:nvSpPr>
        <p:spPr>
          <a:xfrm>
            <a:off x="1078992" y="1764792"/>
            <a:ext cx="2743200" cy="237744"/>
          </a:xfrm>
          <a:prstGeom prst="rect">
            <a:avLst/>
          </a:prstGeom>
          <a:noFill/>
        </p:spPr>
        <p:txBody>
          <a:bodyPr wrap="square" lIns="0" tIns="0" rIns="0" bIns="0" anchor="t">
            <a:noAutofit/>
          </a:bodyPr>
          <a:lstStyle/>
          <a:p>
            <a:pPr algn="l"/>
            <a:r>
              <a:rPr sz="1150" b="1" i="0">
                <a:solidFill>
                  <a:srgbClr val="172033"/>
                </a:solidFill>
                <a:latin typeface="Fredoka"/>
              </a:rPr>
              <a:t>Product</a:t>
            </a:r>
          </a:p>
        </p:txBody>
      </p:sp>
      <p:sp>
        <p:nvSpPr>
          <p:cNvPr id="8" name="TextBox 7"/>
          <p:cNvSpPr txBox="1"/>
          <p:nvPr/>
        </p:nvSpPr>
        <p:spPr>
          <a:xfrm>
            <a:off x="1078992" y="2020824"/>
            <a:ext cx="2834640" cy="64008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Children color a Scanvas sheet, photograph it in the browser, and the artwork comes alive with motion, sound, and facts.</a:t>
            </a:r>
          </a:p>
        </p:txBody>
      </p:sp>
      <p:sp>
        <p:nvSpPr>
          <p:cNvPr id="9" name="Oval 8"/>
          <p:cNvSpPr/>
          <p:nvPr/>
        </p:nvSpPr>
        <p:spPr>
          <a:xfrm>
            <a:off x="548640" y="2715768"/>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sers_purple.png"/>
          <p:cNvPicPr>
            <a:picLocks noChangeAspect="1"/>
          </p:cNvPicPr>
          <p:nvPr/>
        </p:nvPicPr>
        <p:blipFill>
          <a:blip r:embed="rId5"/>
          <a:stretch>
            <a:fillRect/>
          </a:stretch>
        </p:blipFill>
        <p:spPr>
          <a:xfrm>
            <a:off x="645200" y="2812328"/>
            <a:ext cx="209214" cy="209214"/>
          </a:xfrm>
          <a:prstGeom prst="rect">
            <a:avLst/>
          </a:prstGeom>
        </p:spPr>
      </p:pic>
      <p:sp>
        <p:nvSpPr>
          <p:cNvPr id="11" name="TextBox 10"/>
          <p:cNvSpPr txBox="1"/>
          <p:nvPr/>
        </p:nvSpPr>
        <p:spPr>
          <a:xfrm>
            <a:off x="1078992" y="2697479"/>
            <a:ext cx="2743200" cy="237744"/>
          </a:xfrm>
          <a:prstGeom prst="rect">
            <a:avLst/>
          </a:prstGeom>
          <a:noFill/>
        </p:spPr>
        <p:txBody>
          <a:bodyPr wrap="square" lIns="0" tIns="0" rIns="0" bIns="0" anchor="t">
            <a:noAutofit/>
          </a:bodyPr>
          <a:lstStyle/>
          <a:p>
            <a:pPr algn="l"/>
            <a:r>
              <a:rPr sz="1150" b="1" i="0">
                <a:solidFill>
                  <a:srgbClr val="172033"/>
                </a:solidFill>
                <a:latin typeface="Fredoka"/>
              </a:rPr>
              <a:t>Customers</a:t>
            </a:r>
          </a:p>
        </p:txBody>
      </p:sp>
      <p:sp>
        <p:nvSpPr>
          <p:cNvPr id="12" name="TextBox 11"/>
          <p:cNvSpPr txBox="1"/>
          <p:nvPr/>
        </p:nvSpPr>
        <p:spPr>
          <a:xfrm>
            <a:off x="1078992" y="2953511"/>
            <a:ext cx="2834640" cy="64008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B2C: parents of children aged 3–10. B2B: PAUD/TK, TPA, schools, and children’s activity organizers.</a:t>
            </a:r>
          </a:p>
        </p:txBody>
      </p:sp>
      <p:sp>
        <p:nvSpPr>
          <p:cNvPr id="13" name="Oval 12"/>
          <p:cNvSpPr/>
          <p:nvPr/>
        </p:nvSpPr>
        <p:spPr>
          <a:xfrm>
            <a:off x="548640" y="3648456"/>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wand-sparkles_purple.png"/>
          <p:cNvPicPr>
            <a:picLocks noChangeAspect="1"/>
          </p:cNvPicPr>
          <p:nvPr/>
        </p:nvPicPr>
        <p:blipFill>
          <a:blip r:embed="rId6"/>
          <a:stretch>
            <a:fillRect/>
          </a:stretch>
        </p:blipFill>
        <p:spPr>
          <a:xfrm>
            <a:off x="645200" y="3745016"/>
            <a:ext cx="209214" cy="209214"/>
          </a:xfrm>
          <a:prstGeom prst="rect">
            <a:avLst/>
          </a:prstGeom>
        </p:spPr>
      </p:pic>
      <p:sp>
        <p:nvSpPr>
          <p:cNvPr id="15" name="TextBox 14"/>
          <p:cNvSpPr txBox="1"/>
          <p:nvPr/>
        </p:nvSpPr>
        <p:spPr>
          <a:xfrm>
            <a:off x="1078992" y="3630168"/>
            <a:ext cx="2743200" cy="237744"/>
          </a:xfrm>
          <a:prstGeom prst="rect">
            <a:avLst/>
          </a:prstGeom>
          <a:noFill/>
        </p:spPr>
        <p:txBody>
          <a:bodyPr wrap="square" lIns="0" tIns="0" rIns="0" bIns="0" anchor="t">
            <a:noAutofit/>
          </a:bodyPr>
          <a:lstStyle/>
          <a:p>
            <a:pPr algn="l"/>
            <a:r>
              <a:rPr sz="1150" b="1" i="0">
                <a:solidFill>
                  <a:srgbClr val="172033"/>
                </a:solidFill>
                <a:latin typeface="Fredoka"/>
              </a:rPr>
              <a:t>Value proposition</a:t>
            </a:r>
          </a:p>
        </p:txBody>
      </p:sp>
      <p:sp>
        <p:nvSpPr>
          <p:cNvPr id="16" name="TextBox 15"/>
          <p:cNvSpPr txBox="1"/>
          <p:nvPr/>
        </p:nvSpPr>
        <p:spPr>
          <a:xfrm>
            <a:off x="1078992" y="3886200"/>
            <a:ext cx="2834640" cy="64008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Hands-on creativity stays at the center; technology extends it into interactive learning, with no app to install.</a:t>
            </a:r>
          </a:p>
        </p:txBody>
      </p:sp>
      <p:pic>
        <p:nvPicPr>
          <p:cNvPr id="17" name="Picture 16" descr="Landing page"/>
          <p:cNvPicPr>
            <a:picLocks noChangeAspect="1"/>
          </p:cNvPicPr>
          <p:nvPr/>
        </p:nvPicPr>
        <p:blipFill>
          <a:blip r:embed="rId7"/>
          <a:stretch>
            <a:fillRect/>
          </a:stretch>
        </p:blipFill>
        <p:spPr>
          <a:xfrm>
            <a:off x="4023360" y="685800"/>
            <a:ext cx="1579797" cy="3108960"/>
          </a:xfrm>
          <a:prstGeom prst="rect">
            <a:avLst/>
          </a:prstGeom>
        </p:spPr>
      </p:pic>
      <p:sp>
        <p:nvSpPr>
          <p:cNvPr id="18" name="TextBox 17"/>
          <p:cNvSpPr txBox="1"/>
          <p:nvPr/>
        </p:nvSpPr>
        <p:spPr>
          <a:xfrm>
            <a:off x="4023360" y="3822191"/>
            <a:ext cx="1581912" cy="219456"/>
          </a:xfrm>
          <a:prstGeom prst="rect">
            <a:avLst/>
          </a:prstGeom>
          <a:noFill/>
        </p:spPr>
        <p:txBody>
          <a:bodyPr wrap="square" lIns="0" tIns="0" rIns="0" bIns="0" anchor="t">
            <a:noAutofit/>
          </a:bodyPr>
          <a:lstStyle/>
          <a:p>
            <a:pPr algn="ctr"/>
            <a:r>
              <a:rPr sz="850" b="0" i="0">
                <a:solidFill>
                  <a:srgbClr val="172033"/>
                </a:solidFill>
                <a:latin typeface="Fredoka SemiBold"/>
              </a:rPr>
              <a:t>Landing page</a:t>
            </a:r>
          </a:p>
        </p:txBody>
      </p:sp>
      <p:pic>
        <p:nvPicPr>
          <p:cNvPr id="19" name="Picture 18" descr="Scan / upload"/>
          <p:cNvPicPr>
            <a:picLocks noChangeAspect="1"/>
          </p:cNvPicPr>
          <p:nvPr/>
        </p:nvPicPr>
        <p:blipFill>
          <a:blip r:embed="rId8"/>
          <a:stretch>
            <a:fillRect/>
          </a:stretch>
        </p:blipFill>
        <p:spPr>
          <a:xfrm>
            <a:off x="5614416" y="685800"/>
            <a:ext cx="1579797" cy="3108960"/>
          </a:xfrm>
          <a:prstGeom prst="rect">
            <a:avLst/>
          </a:prstGeom>
        </p:spPr>
      </p:pic>
      <p:sp>
        <p:nvSpPr>
          <p:cNvPr id="20" name="TextBox 19"/>
          <p:cNvSpPr txBox="1"/>
          <p:nvPr/>
        </p:nvSpPr>
        <p:spPr>
          <a:xfrm>
            <a:off x="5614416" y="3822191"/>
            <a:ext cx="1581912" cy="219456"/>
          </a:xfrm>
          <a:prstGeom prst="rect">
            <a:avLst/>
          </a:prstGeom>
          <a:noFill/>
        </p:spPr>
        <p:txBody>
          <a:bodyPr wrap="square" lIns="0" tIns="0" rIns="0" bIns="0" anchor="t">
            <a:noAutofit/>
          </a:bodyPr>
          <a:lstStyle/>
          <a:p>
            <a:pPr algn="ctr"/>
            <a:r>
              <a:rPr sz="850" b="0" i="0">
                <a:solidFill>
                  <a:srgbClr val="172033"/>
                </a:solidFill>
                <a:latin typeface="Fredoka SemiBold"/>
              </a:rPr>
              <a:t>Scan / upload</a:t>
            </a:r>
          </a:p>
        </p:txBody>
      </p:sp>
      <p:pic>
        <p:nvPicPr>
          <p:cNvPr id="21" name="Picture 20" descr="Alive in the world"/>
          <p:cNvPicPr>
            <a:picLocks noChangeAspect="1"/>
          </p:cNvPicPr>
          <p:nvPr/>
        </p:nvPicPr>
        <p:blipFill>
          <a:blip r:embed="rId9"/>
          <a:stretch>
            <a:fillRect/>
          </a:stretch>
        </p:blipFill>
        <p:spPr>
          <a:xfrm>
            <a:off x="7205472" y="685800"/>
            <a:ext cx="1579797" cy="3108960"/>
          </a:xfrm>
          <a:prstGeom prst="rect">
            <a:avLst/>
          </a:prstGeom>
        </p:spPr>
      </p:pic>
      <p:sp>
        <p:nvSpPr>
          <p:cNvPr id="22" name="TextBox 21"/>
          <p:cNvSpPr txBox="1"/>
          <p:nvPr/>
        </p:nvSpPr>
        <p:spPr>
          <a:xfrm>
            <a:off x="7205472" y="3822191"/>
            <a:ext cx="1581912" cy="219456"/>
          </a:xfrm>
          <a:prstGeom prst="rect">
            <a:avLst/>
          </a:prstGeom>
          <a:noFill/>
        </p:spPr>
        <p:txBody>
          <a:bodyPr wrap="square" lIns="0" tIns="0" rIns="0" bIns="0" anchor="t">
            <a:noAutofit/>
          </a:bodyPr>
          <a:lstStyle/>
          <a:p>
            <a:pPr algn="ctr"/>
            <a:r>
              <a:rPr sz="850" b="0" i="0">
                <a:solidFill>
                  <a:srgbClr val="172033"/>
                </a:solidFill>
                <a:latin typeface="Fredoka SemiBold"/>
              </a:rPr>
              <a:t>Alive in the world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7315200" cy="548640"/>
          </a:xfrm>
        </p:spPr>
        <p:txBody>
          <a:bodyPr wrap="square" lIns="0" tIns="0" rIns="0" bIns="0" anchor="t">
            <a:noAutofit/>
          </a:bodyPr>
          <a:lstStyle/>
          <a:p>
            <a:pPr algn="l">
              <a:lnSpc>
                <a:spcPct val="95000"/>
              </a:lnSpc>
            </a:pPr>
            <a:r>
              <a:rPr sz="2800" b="1" i="0">
                <a:solidFill>
                  <a:srgbClr val="172033"/>
                </a:solidFill>
                <a:latin typeface="Fredoka"/>
              </a:rPr>
              <a:t>Creativity Often Stops at the Paper</a:t>
            </a:r>
          </a:p>
        </p:txBody>
      </p:sp>
      <p:sp>
        <p:nvSpPr>
          <p:cNvPr id="3" name="TextBox 2"/>
          <p:cNvSpPr txBox="1"/>
          <p:nvPr/>
        </p:nvSpPr>
        <p:spPr>
          <a:xfrm>
            <a:off x="548640" y="1143000"/>
            <a:ext cx="7498079" cy="502920"/>
          </a:xfrm>
          <a:prstGeom prst="rect">
            <a:avLst/>
          </a:prstGeom>
          <a:noFill/>
        </p:spPr>
        <p:txBody>
          <a:bodyPr wrap="square" lIns="0" tIns="0" rIns="0" bIns="0" anchor="t">
            <a:noAutofit/>
          </a:bodyPr>
          <a:lstStyle/>
          <a:p>
            <a:pPr algn="l">
              <a:lnSpc>
                <a:spcPct val="115000"/>
              </a:lnSpc>
            </a:pPr>
            <a:r>
              <a:rPr sz="1050" b="0" i="0">
                <a:solidFill>
                  <a:srgbClr val="172033"/>
                </a:solidFill>
                <a:latin typeface="Varela Round"/>
              </a:rPr>
              <a:t>Children love drawing and coloring, but once the page is finished, the learning moment ends. Many screen-based activities are designed around watching and swiping rather than creating.</a:t>
            </a:r>
          </a:p>
        </p:txBody>
      </p:sp>
      <p:sp>
        <p:nvSpPr>
          <p:cNvPr id="4" name="Rounded Rectangle 3"/>
          <p:cNvSpPr/>
          <p:nvPr/>
        </p:nvSpPr>
        <p:spPr>
          <a:xfrm>
            <a:off x="5486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hild coloring a Scanvas sheet"/>
          <p:cNvPicPr>
            <a:picLocks noChangeAspect="1"/>
          </p:cNvPicPr>
          <p:nvPr/>
        </p:nvPicPr>
        <p:blipFill>
          <a:blip r:embed="rId3"/>
          <a:stretch>
            <a:fillRect/>
          </a:stretch>
        </p:blipFill>
        <p:spPr>
          <a:xfrm>
            <a:off x="749808" y="2084831"/>
            <a:ext cx="1417320" cy="1233068"/>
          </a:xfrm>
          <a:prstGeom prst="rect">
            <a:avLst/>
          </a:prstGeom>
        </p:spPr>
      </p:pic>
      <p:sp>
        <p:nvSpPr>
          <p:cNvPr id="6" name="TextBox 5"/>
          <p:cNvSpPr txBox="1"/>
          <p:nvPr/>
        </p:nvSpPr>
        <p:spPr>
          <a:xfrm>
            <a:off x="2359152" y="2121408"/>
            <a:ext cx="1965960" cy="320040"/>
          </a:xfrm>
          <a:prstGeom prst="rect">
            <a:avLst/>
          </a:prstGeom>
          <a:noFill/>
        </p:spPr>
        <p:txBody>
          <a:bodyPr wrap="square" lIns="0" tIns="0" rIns="0" bIns="0" anchor="t">
            <a:noAutofit/>
          </a:bodyPr>
          <a:lstStyle/>
          <a:p>
            <a:pPr algn="l"/>
            <a:r>
              <a:rPr sz="1500" b="1" i="0">
                <a:solidFill>
                  <a:srgbClr val="172033"/>
                </a:solidFill>
                <a:latin typeface="Fredoka"/>
              </a:rPr>
              <a:t>On paper</a:t>
            </a:r>
          </a:p>
        </p:txBody>
      </p:sp>
      <p:sp>
        <p:nvSpPr>
          <p:cNvPr id="7" name="TextBox 6"/>
          <p:cNvSpPr txBox="1"/>
          <p:nvPr/>
        </p:nvSpPr>
        <p:spPr>
          <a:xfrm>
            <a:off x="2359152" y="2505456"/>
            <a:ext cx="1920240" cy="822960"/>
          </a:xfrm>
          <a:prstGeom prst="rect">
            <a:avLst/>
          </a:prstGeom>
          <a:noFill/>
        </p:spPr>
        <p:txBody>
          <a:bodyPr wrap="square" lIns="0" tIns="0" rIns="0" bIns="0" anchor="t">
            <a:noAutofit/>
          </a:bodyPr>
          <a:lstStyle/>
          <a:p>
            <a:pPr algn="l">
              <a:lnSpc>
                <a:spcPct val="115000"/>
              </a:lnSpc>
            </a:pPr>
            <a:r>
              <a:rPr sz="1000" b="0" i="0">
                <a:solidFill>
                  <a:srgbClr val="172033"/>
                </a:solidFill>
                <a:latin typeface="Varela Round"/>
              </a:rPr>
              <a:t>Creative and hands-on, but it ends when the page is done.</a:t>
            </a:r>
          </a:p>
        </p:txBody>
      </p:sp>
      <p:sp>
        <p:nvSpPr>
          <p:cNvPr id="8" name="Rounded Rectangle 7"/>
          <p:cNvSpPr/>
          <p:nvPr/>
        </p:nvSpPr>
        <p:spPr>
          <a:xfrm>
            <a:off x="749808" y="3584448"/>
            <a:ext cx="795528"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B21B6"/>
                </a:solidFill>
                <a:latin typeface="Fredoka SemiBold"/>
              </a:rPr>
              <a:t>Create</a:t>
            </a:r>
          </a:p>
        </p:txBody>
      </p:sp>
      <p:pic>
        <p:nvPicPr>
          <p:cNvPr id="9" name="Picture 8" descr="arrow-right_purple.png"/>
          <p:cNvPicPr>
            <a:picLocks noChangeAspect="1"/>
          </p:cNvPicPr>
          <p:nvPr/>
        </p:nvPicPr>
        <p:blipFill>
          <a:blip r:embed="rId4"/>
          <a:stretch>
            <a:fillRect/>
          </a:stretch>
        </p:blipFill>
        <p:spPr>
          <a:xfrm>
            <a:off x="1586484" y="3671315"/>
            <a:ext cx="137160" cy="137160"/>
          </a:xfrm>
          <a:prstGeom prst="rect">
            <a:avLst/>
          </a:prstGeom>
        </p:spPr>
      </p:pic>
      <p:sp>
        <p:nvSpPr>
          <p:cNvPr id="10" name="Rounded Rectangle 9"/>
          <p:cNvSpPr/>
          <p:nvPr/>
        </p:nvSpPr>
        <p:spPr>
          <a:xfrm>
            <a:off x="1764792" y="3584448"/>
            <a:ext cx="950976"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B21B6"/>
                </a:solidFill>
                <a:latin typeface="Fredoka SemiBold"/>
              </a:rPr>
              <a:t>Finished</a:t>
            </a:r>
          </a:p>
        </p:txBody>
      </p:sp>
      <p:pic>
        <p:nvPicPr>
          <p:cNvPr id="11" name="Picture 10" descr="arrow-right_purple.png"/>
          <p:cNvPicPr>
            <a:picLocks noChangeAspect="1"/>
          </p:cNvPicPr>
          <p:nvPr/>
        </p:nvPicPr>
        <p:blipFill>
          <a:blip r:embed="rId4"/>
          <a:stretch>
            <a:fillRect/>
          </a:stretch>
        </p:blipFill>
        <p:spPr>
          <a:xfrm>
            <a:off x="2756915" y="3671315"/>
            <a:ext cx="137160" cy="137160"/>
          </a:xfrm>
          <a:prstGeom prst="rect">
            <a:avLst/>
          </a:prstGeom>
        </p:spPr>
      </p:pic>
      <p:sp>
        <p:nvSpPr>
          <p:cNvPr id="12" name="Rounded Rectangle 11"/>
          <p:cNvSpPr/>
          <p:nvPr/>
        </p:nvSpPr>
        <p:spPr>
          <a:xfrm>
            <a:off x="2935224" y="3584448"/>
            <a:ext cx="640080"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26078"/>
                </a:solidFill>
                <a:latin typeface="Fredoka SemiBold"/>
              </a:rPr>
              <a:t>Stop</a:t>
            </a:r>
          </a:p>
        </p:txBody>
      </p:sp>
      <p:sp>
        <p:nvSpPr>
          <p:cNvPr id="13" name="Rounded Rectangle 12"/>
          <p:cNvSpPr/>
          <p:nvPr/>
        </p:nvSpPr>
        <p:spPr>
          <a:xfrm>
            <a:off x="46634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864607" y="2084831"/>
            <a:ext cx="1417320" cy="1234440"/>
          </a:xfrm>
          <a:prstGeom prst="roundRect">
            <a:avLst>
              <a:gd name="adj" fmla="val 9629"/>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76088" y="2203704"/>
            <a:ext cx="594360" cy="1005840"/>
          </a:xfrm>
          <a:prstGeom prst="roundRect">
            <a:avLst>
              <a:gd name="adj" fmla="val 15384"/>
            </a:avLst>
          </a:prstGeom>
          <a:solidFill>
            <a:srgbClr val="FFFFFF"/>
          </a:solidFill>
          <a:ln w="254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monitor-play_gray.png"/>
          <p:cNvPicPr>
            <a:picLocks noChangeAspect="1"/>
          </p:cNvPicPr>
          <p:nvPr/>
        </p:nvPicPr>
        <p:blipFill>
          <a:blip r:embed="rId5"/>
          <a:stretch>
            <a:fillRect/>
          </a:stretch>
        </p:blipFill>
        <p:spPr>
          <a:xfrm>
            <a:off x="5385816" y="2523744"/>
            <a:ext cx="384048" cy="384048"/>
          </a:xfrm>
          <a:prstGeom prst="rect">
            <a:avLst/>
          </a:prstGeom>
        </p:spPr>
      </p:pic>
      <p:sp>
        <p:nvSpPr>
          <p:cNvPr id="17" name="TextBox 16"/>
          <p:cNvSpPr txBox="1"/>
          <p:nvPr/>
        </p:nvSpPr>
        <p:spPr>
          <a:xfrm>
            <a:off x="6473952" y="2121408"/>
            <a:ext cx="1965960" cy="320040"/>
          </a:xfrm>
          <a:prstGeom prst="rect">
            <a:avLst/>
          </a:prstGeom>
          <a:noFill/>
        </p:spPr>
        <p:txBody>
          <a:bodyPr wrap="square" lIns="0" tIns="0" rIns="0" bIns="0" anchor="t">
            <a:noAutofit/>
          </a:bodyPr>
          <a:lstStyle/>
          <a:p>
            <a:pPr algn="l"/>
            <a:r>
              <a:rPr sz="1500" b="1" i="0">
                <a:solidFill>
                  <a:srgbClr val="172033"/>
                </a:solidFill>
                <a:latin typeface="Fredoka"/>
              </a:rPr>
              <a:t>On screens</a:t>
            </a:r>
          </a:p>
        </p:txBody>
      </p:sp>
      <p:sp>
        <p:nvSpPr>
          <p:cNvPr id="18" name="TextBox 17"/>
          <p:cNvSpPr txBox="1"/>
          <p:nvPr/>
        </p:nvSpPr>
        <p:spPr>
          <a:xfrm>
            <a:off x="6473952" y="2505456"/>
            <a:ext cx="1920240" cy="822960"/>
          </a:xfrm>
          <a:prstGeom prst="rect">
            <a:avLst/>
          </a:prstGeom>
          <a:noFill/>
        </p:spPr>
        <p:txBody>
          <a:bodyPr wrap="square" lIns="0" tIns="0" rIns="0" bIns="0" anchor="t">
            <a:noAutofit/>
          </a:bodyPr>
          <a:lstStyle/>
          <a:p>
            <a:pPr algn="l">
              <a:lnSpc>
                <a:spcPct val="115000"/>
              </a:lnSpc>
            </a:pPr>
            <a:r>
              <a:rPr sz="1000" b="0" i="0">
                <a:solidFill>
                  <a:srgbClr val="172033"/>
                </a:solidFill>
                <a:latin typeface="Varela Round"/>
              </a:rPr>
              <a:t>Engaging, but children mostly watch instead of make.</a:t>
            </a:r>
          </a:p>
        </p:txBody>
      </p:sp>
      <p:sp>
        <p:nvSpPr>
          <p:cNvPr id="19" name="Rounded Rectangle 18"/>
          <p:cNvSpPr/>
          <p:nvPr/>
        </p:nvSpPr>
        <p:spPr>
          <a:xfrm>
            <a:off x="4864607"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26078"/>
                </a:solidFill>
                <a:latin typeface="Fredoka SemiBold"/>
              </a:rPr>
              <a:t>Watch</a:t>
            </a:r>
          </a:p>
        </p:txBody>
      </p:sp>
      <p:pic>
        <p:nvPicPr>
          <p:cNvPr id="20" name="Picture 19" descr="arrow-right_gray.png"/>
          <p:cNvPicPr>
            <a:picLocks noChangeAspect="1"/>
          </p:cNvPicPr>
          <p:nvPr/>
        </p:nvPicPr>
        <p:blipFill>
          <a:blip r:embed="rId6"/>
          <a:stretch>
            <a:fillRect/>
          </a:stretch>
        </p:blipFill>
        <p:spPr>
          <a:xfrm>
            <a:off x="5623559" y="3671315"/>
            <a:ext cx="137160" cy="137160"/>
          </a:xfrm>
          <a:prstGeom prst="rect">
            <a:avLst/>
          </a:prstGeom>
        </p:spPr>
      </p:pic>
      <p:sp>
        <p:nvSpPr>
          <p:cNvPr id="21" name="Rounded Rectangle 20"/>
          <p:cNvSpPr/>
          <p:nvPr/>
        </p:nvSpPr>
        <p:spPr>
          <a:xfrm>
            <a:off x="580186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26078"/>
                </a:solidFill>
                <a:latin typeface="Fredoka SemiBold"/>
              </a:rPr>
              <a:t>Swipe</a:t>
            </a:r>
          </a:p>
        </p:txBody>
      </p:sp>
      <p:pic>
        <p:nvPicPr>
          <p:cNvPr id="22" name="Picture 21" descr="arrow-right_gray.png"/>
          <p:cNvPicPr>
            <a:picLocks noChangeAspect="1"/>
          </p:cNvPicPr>
          <p:nvPr/>
        </p:nvPicPr>
        <p:blipFill>
          <a:blip r:embed="rId6"/>
          <a:stretch>
            <a:fillRect/>
          </a:stretch>
        </p:blipFill>
        <p:spPr>
          <a:xfrm>
            <a:off x="6560820" y="3671315"/>
            <a:ext cx="137160" cy="137160"/>
          </a:xfrm>
          <a:prstGeom prst="rect">
            <a:avLst/>
          </a:prstGeom>
        </p:spPr>
      </p:pic>
      <p:sp>
        <p:nvSpPr>
          <p:cNvPr id="23" name="Rounded Rectangle 22"/>
          <p:cNvSpPr/>
          <p:nvPr/>
        </p:nvSpPr>
        <p:spPr>
          <a:xfrm>
            <a:off x="673912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26078"/>
                </a:solidFill>
                <a:latin typeface="Fredoka SemiBold"/>
              </a:rPr>
              <a:t>Watch</a:t>
            </a:r>
          </a:p>
        </p:txBody>
      </p:sp>
      <p:sp>
        <p:nvSpPr>
          <p:cNvPr id="24" name="TextBox 23"/>
          <p:cNvSpPr txBox="1"/>
          <p:nvPr/>
        </p:nvSpPr>
        <p:spPr>
          <a:xfrm>
            <a:off x="548640" y="4297680"/>
            <a:ext cx="8046720" cy="365760"/>
          </a:xfrm>
          <a:prstGeom prst="rect">
            <a:avLst/>
          </a:prstGeom>
          <a:noFill/>
        </p:spPr>
        <p:txBody>
          <a:bodyPr wrap="square" lIns="0" tIns="0" rIns="0" bIns="0" anchor="t">
            <a:noAutofit/>
          </a:bodyPr>
          <a:lstStyle/>
          <a:p>
            <a:pPr algn="ctr"/>
            <a:r>
              <a:rPr sz="1400" b="1" i="0">
                <a:solidFill>
                  <a:srgbClr val="7C3AED"/>
                </a:solidFill>
                <a:latin typeface="Fredoka"/>
              </a:rPr>
              <a:t>Opportunity: activities that join hands-on creativity, digital play, and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7315200" cy="548640"/>
          </a:xfrm>
        </p:spPr>
        <p:txBody>
          <a:bodyPr wrap="square" lIns="0" tIns="0" rIns="0" bIns="0" anchor="t">
            <a:noAutofit/>
          </a:bodyPr>
          <a:lstStyle/>
          <a:p>
            <a:pPr algn="l">
              <a:lnSpc>
                <a:spcPct val="95000"/>
              </a:lnSpc>
            </a:pPr>
            <a:r>
              <a:rPr sz="2800" b="1" i="0">
                <a:solidFill>
                  <a:srgbClr val="172033"/>
                </a:solidFill>
                <a:latin typeface="Fredoka"/>
              </a:rPr>
              <a:t>Their Creation Becomes the Character</a:t>
            </a:r>
          </a:p>
        </p:txBody>
      </p:sp>
      <p:sp>
        <p:nvSpPr>
          <p:cNvPr id="3" name="TextBox 2"/>
          <p:cNvSpPr txBox="1"/>
          <p:nvPr/>
        </p:nvSpPr>
        <p:spPr>
          <a:xfrm>
            <a:off x="548640" y="1143000"/>
            <a:ext cx="7589520" cy="502920"/>
          </a:xfrm>
          <a:prstGeom prst="rect">
            <a:avLst/>
          </a:prstGeom>
          <a:noFill/>
        </p:spPr>
        <p:txBody>
          <a:bodyPr wrap="square" lIns="0" tIns="0" rIns="0" bIns="0" anchor="t">
            <a:noAutofit/>
          </a:bodyPr>
          <a:lstStyle/>
          <a:p>
            <a:pPr algn="l">
              <a:lnSpc>
                <a:spcPct val="115000"/>
              </a:lnSpc>
            </a:pPr>
            <a:r>
              <a:rPr sz="1050" b="0" i="0">
                <a:solidFill>
                  <a:srgbClr val="172033"/>
                </a:solidFill>
                <a:latin typeface="Varela Round"/>
              </a:rPr>
              <a:t>Children color a printed sheet, scan it through the website, and watch their own artwork become an animated character with sound, motion, and educational content.</a:t>
            </a:r>
          </a:p>
        </p:txBody>
      </p:sp>
      <p:sp>
        <p:nvSpPr>
          <p:cNvPr id="4" name="Rounded Rectangle 3"/>
          <p:cNvSpPr/>
          <p:nvPr/>
        </p:nvSpPr>
        <p:spPr>
          <a:xfrm>
            <a:off x="786384"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lor step"/>
          <p:cNvPicPr>
            <a:picLocks noChangeAspect="1"/>
          </p:cNvPicPr>
          <p:nvPr/>
        </p:nvPicPr>
        <p:blipFill>
          <a:blip r:embed="rId3"/>
          <a:stretch>
            <a:fillRect/>
          </a:stretch>
        </p:blipFill>
        <p:spPr>
          <a:xfrm>
            <a:off x="804672" y="2095430"/>
            <a:ext cx="1335024" cy="1304682"/>
          </a:xfrm>
          <a:prstGeom prst="rect">
            <a:avLst/>
          </a:prstGeom>
        </p:spPr>
      </p:pic>
      <p:sp>
        <p:nvSpPr>
          <p:cNvPr id="6" name="Oval 5"/>
          <p:cNvSpPr/>
          <p:nvPr/>
        </p:nvSpPr>
        <p:spPr>
          <a:xfrm>
            <a:off x="713232"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Fredoka"/>
              </a:rPr>
              <a:t>1</a:t>
            </a:r>
          </a:p>
        </p:txBody>
      </p:sp>
      <p:sp>
        <p:nvSpPr>
          <p:cNvPr id="7" name="TextBox 6"/>
          <p:cNvSpPr txBox="1"/>
          <p:nvPr/>
        </p:nvSpPr>
        <p:spPr>
          <a:xfrm>
            <a:off x="786384" y="3630168"/>
            <a:ext cx="1371600" cy="274320"/>
          </a:xfrm>
          <a:prstGeom prst="rect">
            <a:avLst/>
          </a:prstGeom>
          <a:noFill/>
        </p:spPr>
        <p:txBody>
          <a:bodyPr wrap="square" lIns="0" tIns="0" rIns="0" bIns="0" anchor="t">
            <a:noAutofit/>
          </a:bodyPr>
          <a:lstStyle/>
          <a:p>
            <a:pPr algn="l"/>
            <a:r>
              <a:rPr sz="1300" b="1" i="0">
                <a:solidFill>
                  <a:srgbClr val="172033"/>
                </a:solidFill>
                <a:latin typeface="Fredoka"/>
              </a:rPr>
              <a:t>Color</a:t>
            </a:r>
          </a:p>
        </p:txBody>
      </p:sp>
      <p:sp>
        <p:nvSpPr>
          <p:cNvPr id="8" name="TextBox 7"/>
          <p:cNvSpPr txBox="1"/>
          <p:nvPr/>
        </p:nvSpPr>
        <p:spPr>
          <a:xfrm>
            <a:off x="786384" y="3922776"/>
            <a:ext cx="1371600" cy="45720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Kids color a Scanvas paper sheet</a:t>
            </a:r>
          </a:p>
        </p:txBody>
      </p:sp>
      <p:sp>
        <p:nvSpPr>
          <p:cNvPr id="9" name="Chevron 8"/>
          <p:cNvSpPr/>
          <p:nvPr/>
        </p:nvSpPr>
        <p:spPr>
          <a:xfrm>
            <a:off x="2221991"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95728"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can step"/>
          <p:cNvPicPr>
            <a:picLocks noChangeAspect="1"/>
          </p:cNvPicPr>
          <p:nvPr/>
        </p:nvPicPr>
        <p:blipFill>
          <a:blip r:embed="rId4"/>
          <a:stretch>
            <a:fillRect/>
          </a:stretch>
        </p:blipFill>
        <p:spPr>
          <a:xfrm>
            <a:off x="2693548" y="1984248"/>
            <a:ext cx="775959" cy="1527048"/>
          </a:xfrm>
          <a:prstGeom prst="rect">
            <a:avLst/>
          </a:prstGeom>
        </p:spPr>
      </p:pic>
      <p:sp>
        <p:nvSpPr>
          <p:cNvPr id="12" name="Oval 11"/>
          <p:cNvSpPr/>
          <p:nvPr/>
        </p:nvSpPr>
        <p:spPr>
          <a:xfrm>
            <a:off x="2322576"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Fredoka"/>
              </a:rPr>
              <a:t>2</a:t>
            </a:r>
          </a:p>
        </p:txBody>
      </p:sp>
      <p:sp>
        <p:nvSpPr>
          <p:cNvPr id="13" name="TextBox 12"/>
          <p:cNvSpPr txBox="1"/>
          <p:nvPr/>
        </p:nvSpPr>
        <p:spPr>
          <a:xfrm>
            <a:off x="2395728" y="3630168"/>
            <a:ext cx="1371600" cy="274320"/>
          </a:xfrm>
          <a:prstGeom prst="rect">
            <a:avLst/>
          </a:prstGeom>
          <a:noFill/>
        </p:spPr>
        <p:txBody>
          <a:bodyPr wrap="square" lIns="0" tIns="0" rIns="0" bIns="0" anchor="t">
            <a:noAutofit/>
          </a:bodyPr>
          <a:lstStyle/>
          <a:p>
            <a:pPr algn="l"/>
            <a:r>
              <a:rPr sz="1300" b="1" i="0">
                <a:solidFill>
                  <a:srgbClr val="172033"/>
                </a:solidFill>
                <a:latin typeface="Fredoka"/>
              </a:rPr>
              <a:t>Scan</a:t>
            </a:r>
          </a:p>
        </p:txBody>
      </p:sp>
      <p:sp>
        <p:nvSpPr>
          <p:cNvPr id="14" name="TextBox 13"/>
          <p:cNvSpPr txBox="1"/>
          <p:nvPr/>
        </p:nvSpPr>
        <p:spPr>
          <a:xfrm>
            <a:off x="2395728" y="3922776"/>
            <a:ext cx="1371600" cy="45720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Snap or upload a photo in the browser</a:t>
            </a:r>
          </a:p>
        </p:txBody>
      </p:sp>
      <p:sp>
        <p:nvSpPr>
          <p:cNvPr id="15" name="Chevron 14"/>
          <p:cNvSpPr/>
          <p:nvPr/>
        </p:nvSpPr>
        <p:spPr>
          <a:xfrm>
            <a:off x="3831336"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005072"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ome Alive step"/>
          <p:cNvPicPr>
            <a:picLocks noChangeAspect="1"/>
          </p:cNvPicPr>
          <p:nvPr/>
        </p:nvPicPr>
        <p:blipFill>
          <a:blip r:embed="rId5"/>
          <a:stretch>
            <a:fillRect/>
          </a:stretch>
        </p:blipFill>
        <p:spPr>
          <a:xfrm>
            <a:off x="4023360" y="2367290"/>
            <a:ext cx="1335024" cy="760963"/>
          </a:xfrm>
          <a:prstGeom prst="rect">
            <a:avLst/>
          </a:prstGeom>
        </p:spPr>
      </p:pic>
      <p:sp>
        <p:nvSpPr>
          <p:cNvPr id="18" name="Oval 17"/>
          <p:cNvSpPr/>
          <p:nvPr/>
        </p:nvSpPr>
        <p:spPr>
          <a:xfrm>
            <a:off x="3931920"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Fredoka"/>
              </a:rPr>
              <a:t>3</a:t>
            </a:r>
          </a:p>
        </p:txBody>
      </p:sp>
      <p:sp>
        <p:nvSpPr>
          <p:cNvPr id="19" name="TextBox 18"/>
          <p:cNvSpPr txBox="1"/>
          <p:nvPr/>
        </p:nvSpPr>
        <p:spPr>
          <a:xfrm>
            <a:off x="4005072" y="3630168"/>
            <a:ext cx="1371600" cy="274320"/>
          </a:xfrm>
          <a:prstGeom prst="rect">
            <a:avLst/>
          </a:prstGeom>
          <a:noFill/>
        </p:spPr>
        <p:txBody>
          <a:bodyPr wrap="square" lIns="0" tIns="0" rIns="0" bIns="0" anchor="t">
            <a:noAutofit/>
          </a:bodyPr>
          <a:lstStyle/>
          <a:p>
            <a:pPr algn="l"/>
            <a:r>
              <a:rPr sz="1300" b="1" i="0">
                <a:solidFill>
                  <a:srgbClr val="172033"/>
                </a:solidFill>
                <a:latin typeface="Fredoka"/>
              </a:rPr>
              <a:t>Come Alive</a:t>
            </a:r>
          </a:p>
        </p:txBody>
      </p:sp>
      <p:sp>
        <p:nvSpPr>
          <p:cNvPr id="20" name="TextBox 19"/>
          <p:cNvSpPr txBox="1"/>
          <p:nvPr/>
        </p:nvSpPr>
        <p:spPr>
          <a:xfrm>
            <a:off x="4005072" y="3922776"/>
            <a:ext cx="1371600" cy="45720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The artwork comes alive in seconds</a:t>
            </a:r>
          </a:p>
        </p:txBody>
      </p:sp>
      <p:sp>
        <p:nvSpPr>
          <p:cNvPr id="21" name="Chevron 20"/>
          <p:cNvSpPr/>
          <p:nvPr/>
        </p:nvSpPr>
        <p:spPr>
          <a:xfrm>
            <a:off x="5440680"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14416"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xplore step"/>
          <p:cNvPicPr>
            <a:picLocks noChangeAspect="1"/>
          </p:cNvPicPr>
          <p:nvPr/>
        </p:nvPicPr>
        <p:blipFill>
          <a:blip r:embed="rId6"/>
          <a:stretch>
            <a:fillRect/>
          </a:stretch>
        </p:blipFill>
        <p:spPr>
          <a:xfrm>
            <a:off x="5912236" y="1984248"/>
            <a:ext cx="775959" cy="1527048"/>
          </a:xfrm>
          <a:prstGeom prst="rect">
            <a:avLst/>
          </a:prstGeom>
        </p:spPr>
      </p:pic>
      <p:sp>
        <p:nvSpPr>
          <p:cNvPr id="24" name="Oval 23"/>
          <p:cNvSpPr/>
          <p:nvPr/>
        </p:nvSpPr>
        <p:spPr>
          <a:xfrm>
            <a:off x="5541264"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Fredoka"/>
              </a:rPr>
              <a:t>4</a:t>
            </a:r>
          </a:p>
        </p:txBody>
      </p:sp>
      <p:sp>
        <p:nvSpPr>
          <p:cNvPr id="25" name="TextBox 24"/>
          <p:cNvSpPr txBox="1"/>
          <p:nvPr/>
        </p:nvSpPr>
        <p:spPr>
          <a:xfrm>
            <a:off x="5614416" y="3630168"/>
            <a:ext cx="1371600" cy="274320"/>
          </a:xfrm>
          <a:prstGeom prst="rect">
            <a:avLst/>
          </a:prstGeom>
          <a:noFill/>
        </p:spPr>
        <p:txBody>
          <a:bodyPr wrap="square" lIns="0" tIns="0" rIns="0" bIns="0" anchor="t">
            <a:noAutofit/>
          </a:bodyPr>
          <a:lstStyle/>
          <a:p>
            <a:pPr algn="l"/>
            <a:r>
              <a:rPr sz="1300" b="1" i="0">
                <a:solidFill>
                  <a:srgbClr val="172033"/>
                </a:solidFill>
                <a:latin typeface="Fredoka"/>
              </a:rPr>
              <a:t>Explore</a:t>
            </a:r>
          </a:p>
        </p:txBody>
      </p:sp>
      <p:sp>
        <p:nvSpPr>
          <p:cNvPr id="26" name="TextBox 25"/>
          <p:cNvSpPr txBox="1"/>
          <p:nvPr/>
        </p:nvSpPr>
        <p:spPr>
          <a:xfrm>
            <a:off x="5614416" y="3922776"/>
            <a:ext cx="1371600" cy="45720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It swims inside a living world</a:t>
            </a:r>
          </a:p>
        </p:txBody>
      </p:sp>
      <p:sp>
        <p:nvSpPr>
          <p:cNvPr id="27" name="Chevron 26"/>
          <p:cNvSpPr/>
          <p:nvPr/>
        </p:nvSpPr>
        <p:spPr>
          <a:xfrm>
            <a:off x="7050024"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60"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Learn step"/>
          <p:cNvPicPr>
            <a:picLocks noChangeAspect="1"/>
          </p:cNvPicPr>
          <p:nvPr/>
        </p:nvPicPr>
        <p:blipFill>
          <a:blip r:embed="rId7"/>
          <a:stretch>
            <a:fillRect/>
          </a:stretch>
        </p:blipFill>
        <p:spPr>
          <a:xfrm>
            <a:off x="7242048" y="2338162"/>
            <a:ext cx="1335024" cy="819219"/>
          </a:xfrm>
          <a:prstGeom prst="rect">
            <a:avLst/>
          </a:prstGeom>
        </p:spPr>
      </p:pic>
      <p:sp>
        <p:nvSpPr>
          <p:cNvPr id="30" name="Oval 29"/>
          <p:cNvSpPr/>
          <p:nvPr/>
        </p:nvSpPr>
        <p:spPr>
          <a:xfrm>
            <a:off x="7150608"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FFFFFF"/>
                </a:solidFill>
                <a:latin typeface="Fredoka"/>
              </a:rPr>
              <a:t>5</a:t>
            </a:r>
          </a:p>
        </p:txBody>
      </p:sp>
      <p:sp>
        <p:nvSpPr>
          <p:cNvPr id="31" name="TextBox 30"/>
          <p:cNvSpPr txBox="1"/>
          <p:nvPr/>
        </p:nvSpPr>
        <p:spPr>
          <a:xfrm>
            <a:off x="7223760" y="3630168"/>
            <a:ext cx="1371600" cy="274320"/>
          </a:xfrm>
          <a:prstGeom prst="rect">
            <a:avLst/>
          </a:prstGeom>
          <a:noFill/>
        </p:spPr>
        <p:txBody>
          <a:bodyPr wrap="square" lIns="0" tIns="0" rIns="0" bIns="0" anchor="t">
            <a:noAutofit/>
          </a:bodyPr>
          <a:lstStyle/>
          <a:p>
            <a:pPr algn="l"/>
            <a:r>
              <a:rPr sz="1300" b="1" i="0">
                <a:solidFill>
                  <a:srgbClr val="172033"/>
                </a:solidFill>
                <a:latin typeface="Fredoka"/>
              </a:rPr>
              <a:t>Learn</a:t>
            </a:r>
          </a:p>
        </p:txBody>
      </p:sp>
      <p:sp>
        <p:nvSpPr>
          <p:cNvPr id="32" name="TextBox 31"/>
          <p:cNvSpPr txBox="1"/>
          <p:nvPr/>
        </p:nvSpPr>
        <p:spPr>
          <a:xfrm>
            <a:off x="7223760" y="3922776"/>
            <a:ext cx="1371600" cy="457200"/>
          </a:xfrm>
          <a:prstGeom prst="rect">
            <a:avLst/>
          </a:prstGeom>
          <a:noFill/>
        </p:spPr>
        <p:txBody>
          <a:bodyPr wrap="square" lIns="0" tIns="0" rIns="0" bIns="0" anchor="t">
            <a:noAutofit/>
          </a:bodyPr>
          <a:lstStyle/>
          <a:p>
            <a:pPr algn="l">
              <a:lnSpc>
                <a:spcPct val="110000"/>
              </a:lnSpc>
            </a:pPr>
            <a:r>
              <a:rPr sz="900" b="0" i="0">
                <a:solidFill>
                  <a:srgbClr val="172033"/>
                </a:solidFill>
                <a:latin typeface="Varela Round"/>
              </a:rPr>
              <a:t>A short story, sounds, and facts</a:t>
            </a:r>
          </a:p>
        </p:txBody>
      </p:sp>
      <p:sp>
        <p:nvSpPr>
          <p:cNvPr id="33" name="Rounded Rectangle 32"/>
          <p:cNvSpPr/>
          <p:nvPr/>
        </p:nvSpPr>
        <p:spPr>
          <a:xfrm>
            <a:off x="548640" y="4315968"/>
            <a:ext cx="8046720" cy="475488"/>
          </a:xfrm>
          <a:prstGeom prst="roundRect">
            <a:avLst>
              <a:gd name="adj" fmla="val 2692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wand-sparkles_purple.png"/>
          <p:cNvPicPr>
            <a:picLocks noChangeAspect="1"/>
          </p:cNvPicPr>
          <p:nvPr/>
        </p:nvPicPr>
        <p:blipFill>
          <a:blip r:embed="rId8"/>
          <a:stretch>
            <a:fillRect/>
          </a:stretch>
        </p:blipFill>
        <p:spPr>
          <a:xfrm>
            <a:off x="713232" y="4425696"/>
            <a:ext cx="256032" cy="256032"/>
          </a:xfrm>
          <a:prstGeom prst="rect">
            <a:avLst/>
          </a:prstGeom>
        </p:spPr>
      </p:pic>
      <p:sp>
        <p:nvSpPr>
          <p:cNvPr id="35" name="TextBox 34"/>
          <p:cNvSpPr txBox="1"/>
          <p:nvPr/>
        </p:nvSpPr>
        <p:spPr>
          <a:xfrm>
            <a:off x="1060704" y="4315968"/>
            <a:ext cx="3931920" cy="475488"/>
          </a:xfrm>
          <a:prstGeom prst="rect">
            <a:avLst/>
          </a:prstGeom>
          <a:noFill/>
        </p:spPr>
        <p:txBody>
          <a:bodyPr wrap="square" lIns="0" tIns="0" rIns="0" bIns="0" anchor="ctr">
            <a:noAutofit/>
          </a:bodyPr>
          <a:lstStyle/>
          <a:p>
            <a:pPr algn="l"/>
            <a:r>
              <a:rPr sz="1000" b="0" i="0">
                <a:solidFill>
                  <a:srgbClr val="5B21B6"/>
                </a:solidFill>
                <a:latin typeface="Fredoka SemiBold"/>
              </a:rPr>
              <a:t>Not a generic animation: the child’s own artwork.</a:t>
            </a:r>
          </a:p>
        </p:txBody>
      </p:sp>
      <p:sp>
        <p:nvSpPr>
          <p:cNvPr id="36" name="Rounded Rectangle 35"/>
          <p:cNvSpPr/>
          <p:nvPr/>
        </p:nvSpPr>
        <p:spPr>
          <a:xfrm>
            <a:off x="6894677" y="4407408"/>
            <a:ext cx="1590954"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337962" tIns="0" bIns="0" rtlCol="0" anchor="ctr">
            <a:noAutofit/>
          </a:bodyPr>
          <a:lstStyle/>
          <a:p>
            <a:pPr algn="l"/>
            <a:r>
              <a:rPr sz="850" b="0" i="0">
                <a:solidFill>
                  <a:srgbClr val="5B21B6"/>
                </a:solidFill>
                <a:latin typeface="Fredoka SemiBold"/>
              </a:rPr>
              <a:t>Learning Facts</a:t>
            </a:r>
          </a:p>
        </p:txBody>
      </p:sp>
      <p:pic>
        <p:nvPicPr>
          <p:cNvPr id="37" name="Picture 36" descr="book-open_purple.png"/>
          <p:cNvPicPr>
            <a:picLocks noChangeAspect="1"/>
          </p:cNvPicPr>
          <p:nvPr/>
        </p:nvPicPr>
        <p:blipFill>
          <a:blip r:embed="rId9"/>
          <a:stretch>
            <a:fillRect/>
          </a:stretch>
        </p:blipFill>
        <p:spPr>
          <a:xfrm>
            <a:off x="7004405" y="4463003"/>
            <a:ext cx="181416" cy="181416"/>
          </a:xfrm>
          <a:prstGeom prst="rect">
            <a:avLst/>
          </a:prstGeom>
        </p:spPr>
      </p:pic>
      <p:sp>
        <p:nvSpPr>
          <p:cNvPr id="38" name="Rounded Rectangle 37"/>
          <p:cNvSpPr/>
          <p:nvPr/>
        </p:nvSpPr>
        <p:spPr>
          <a:xfrm>
            <a:off x="5872937" y="4407408"/>
            <a:ext cx="930300"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337962" tIns="0" bIns="0" rtlCol="0" anchor="ctr">
            <a:noAutofit/>
          </a:bodyPr>
          <a:lstStyle/>
          <a:p>
            <a:pPr algn="l"/>
            <a:r>
              <a:rPr sz="850" b="0" i="0">
                <a:solidFill>
                  <a:srgbClr val="5B21B6"/>
                </a:solidFill>
                <a:latin typeface="Fredoka SemiBold"/>
              </a:rPr>
              <a:t>Sound</a:t>
            </a:r>
          </a:p>
        </p:txBody>
      </p:sp>
      <p:pic>
        <p:nvPicPr>
          <p:cNvPr id="39" name="Picture 38" descr="music_purple.png"/>
          <p:cNvPicPr>
            <a:picLocks noChangeAspect="1"/>
          </p:cNvPicPr>
          <p:nvPr/>
        </p:nvPicPr>
        <p:blipFill>
          <a:blip r:embed="rId10"/>
          <a:stretch>
            <a:fillRect/>
          </a:stretch>
        </p:blipFill>
        <p:spPr>
          <a:xfrm>
            <a:off x="5982665" y="4463003"/>
            <a:ext cx="181416" cy="181416"/>
          </a:xfrm>
          <a:prstGeom prst="rect">
            <a:avLst/>
          </a:prstGeom>
        </p:spPr>
      </p:pic>
      <p:sp>
        <p:nvSpPr>
          <p:cNvPr id="40" name="Rounded Rectangle 39"/>
          <p:cNvSpPr/>
          <p:nvPr/>
        </p:nvSpPr>
        <p:spPr>
          <a:xfrm>
            <a:off x="4630978" y="4407408"/>
            <a:ext cx="1150518"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337962" tIns="0" bIns="0" rtlCol="0" anchor="ctr">
            <a:noAutofit/>
          </a:bodyPr>
          <a:lstStyle/>
          <a:p>
            <a:pPr algn="l"/>
            <a:r>
              <a:rPr sz="850" b="0" i="0">
                <a:solidFill>
                  <a:srgbClr val="5B21B6"/>
                </a:solidFill>
                <a:latin typeface="Fredoka SemiBold"/>
              </a:rPr>
              <a:t>Movement</a:t>
            </a:r>
          </a:p>
        </p:txBody>
      </p:sp>
      <p:pic>
        <p:nvPicPr>
          <p:cNvPr id="41" name="Picture 40" descr="move_purple.png"/>
          <p:cNvPicPr>
            <a:picLocks noChangeAspect="1"/>
          </p:cNvPicPr>
          <p:nvPr/>
        </p:nvPicPr>
        <p:blipFill>
          <a:blip r:embed="rId11"/>
          <a:stretch>
            <a:fillRect/>
          </a:stretch>
        </p:blipFill>
        <p:spPr>
          <a:xfrm>
            <a:off x="4740706" y="4463003"/>
            <a:ext cx="181416" cy="181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400800" cy="548640"/>
          </a:xfrm>
        </p:spPr>
        <p:txBody>
          <a:bodyPr wrap="square" lIns="0" tIns="0" rIns="0" bIns="0" anchor="t">
            <a:noAutofit/>
          </a:bodyPr>
          <a:lstStyle/>
          <a:p>
            <a:pPr algn="l">
              <a:lnSpc>
                <a:spcPct val="95000"/>
              </a:lnSpc>
            </a:pPr>
            <a:r>
              <a:rPr sz="2600" b="1" i="0">
                <a:solidFill>
                  <a:srgbClr val="172033"/>
                </a:solidFill>
                <a:latin typeface="Fredoka"/>
              </a:rPr>
              <a:t>Market Size &amp; Target Market</a:t>
            </a:r>
          </a:p>
        </p:txBody>
      </p:sp>
      <p:sp>
        <p:nvSpPr>
          <p:cNvPr id="3" name="Rounded Rectangle 2"/>
          <p:cNvSpPr/>
          <p:nvPr/>
        </p:nvSpPr>
        <p:spPr>
          <a:xfrm>
            <a:off x="548640" y="1234440"/>
            <a:ext cx="3337560" cy="640080"/>
          </a:xfrm>
          <a:prstGeom prst="roundRect">
            <a:avLst>
              <a:gd name="adj" fmla="val 2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94944" y="1362456"/>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er-round_purple.png"/>
          <p:cNvPicPr>
            <a:picLocks noChangeAspect="1"/>
          </p:cNvPicPr>
          <p:nvPr/>
        </p:nvPicPr>
        <p:blipFill>
          <a:blip r:embed="rId3"/>
          <a:stretch>
            <a:fillRect/>
          </a:stretch>
        </p:blipFill>
        <p:spPr>
          <a:xfrm>
            <a:off x="787115" y="1454627"/>
            <a:ext cx="199704" cy="199704"/>
          </a:xfrm>
          <a:prstGeom prst="rect">
            <a:avLst/>
          </a:prstGeom>
        </p:spPr>
      </p:pic>
      <p:sp>
        <p:nvSpPr>
          <p:cNvPr id="6" name="TextBox 5"/>
          <p:cNvSpPr txBox="1"/>
          <p:nvPr/>
        </p:nvSpPr>
        <p:spPr>
          <a:xfrm>
            <a:off x="1188720" y="1307592"/>
            <a:ext cx="2834640" cy="237744"/>
          </a:xfrm>
          <a:prstGeom prst="rect">
            <a:avLst/>
          </a:prstGeom>
          <a:noFill/>
        </p:spPr>
        <p:txBody>
          <a:bodyPr wrap="square" lIns="0" tIns="0" rIns="0" bIns="0" anchor="t">
            <a:noAutofit/>
          </a:bodyPr>
          <a:lstStyle/>
          <a:p>
            <a:pPr algn="l"/>
            <a:r>
              <a:rPr sz="1100" b="1" i="0">
                <a:solidFill>
                  <a:srgbClr val="172033"/>
                </a:solidFill>
                <a:latin typeface="Fredoka"/>
              </a:rPr>
              <a:t>Primary user</a:t>
            </a:r>
          </a:p>
        </p:txBody>
      </p:sp>
      <p:sp>
        <p:nvSpPr>
          <p:cNvPr id="7" name="TextBox 6"/>
          <p:cNvSpPr txBox="1"/>
          <p:nvPr/>
        </p:nvSpPr>
        <p:spPr>
          <a:xfrm>
            <a:off x="1188720" y="1536192"/>
            <a:ext cx="2606040" cy="310896"/>
          </a:xfrm>
          <a:prstGeom prst="rect">
            <a:avLst/>
          </a:prstGeom>
          <a:noFill/>
        </p:spPr>
        <p:txBody>
          <a:bodyPr wrap="square" lIns="0" tIns="0" rIns="0" bIns="0" anchor="t">
            <a:noAutofit/>
          </a:bodyPr>
          <a:lstStyle/>
          <a:p>
            <a:pPr algn="l">
              <a:lnSpc>
                <a:spcPct val="105000"/>
              </a:lnSpc>
            </a:pPr>
            <a:r>
              <a:rPr sz="850" b="0" i="0">
                <a:solidFill>
                  <a:srgbClr val="172033"/>
                </a:solidFill>
                <a:latin typeface="Varela Round"/>
              </a:rPr>
              <a:t>Children aged 3–10 (≈35M in Indonesia*)</a:t>
            </a:r>
          </a:p>
        </p:txBody>
      </p:sp>
      <p:sp>
        <p:nvSpPr>
          <p:cNvPr id="8" name="Rounded Rectangle 7"/>
          <p:cNvSpPr/>
          <p:nvPr/>
        </p:nvSpPr>
        <p:spPr>
          <a:xfrm>
            <a:off x="548640" y="1984248"/>
            <a:ext cx="3337560" cy="640080"/>
          </a:xfrm>
          <a:prstGeom prst="roundRect">
            <a:avLst>
              <a:gd name="adj" fmla="val 2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94944" y="2112264"/>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ouse_purple.png"/>
          <p:cNvPicPr>
            <a:picLocks noChangeAspect="1"/>
          </p:cNvPicPr>
          <p:nvPr/>
        </p:nvPicPr>
        <p:blipFill>
          <a:blip r:embed="rId4"/>
          <a:stretch>
            <a:fillRect/>
          </a:stretch>
        </p:blipFill>
        <p:spPr>
          <a:xfrm>
            <a:off x="787115" y="2204435"/>
            <a:ext cx="199704" cy="199704"/>
          </a:xfrm>
          <a:prstGeom prst="rect">
            <a:avLst/>
          </a:prstGeom>
        </p:spPr>
      </p:pic>
      <p:sp>
        <p:nvSpPr>
          <p:cNvPr id="11" name="TextBox 10"/>
          <p:cNvSpPr txBox="1"/>
          <p:nvPr/>
        </p:nvSpPr>
        <p:spPr>
          <a:xfrm>
            <a:off x="1188720" y="2057400"/>
            <a:ext cx="2834640" cy="237744"/>
          </a:xfrm>
          <a:prstGeom prst="rect">
            <a:avLst/>
          </a:prstGeom>
          <a:noFill/>
        </p:spPr>
        <p:txBody>
          <a:bodyPr wrap="square" lIns="0" tIns="0" rIns="0" bIns="0" anchor="t">
            <a:noAutofit/>
          </a:bodyPr>
          <a:lstStyle/>
          <a:p>
            <a:pPr algn="l"/>
            <a:r>
              <a:rPr sz="1100" b="1" i="0">
                <a:solidFill>
                  <a:srgbClr val="172033"/>
                </a:solidFill>
                <a:latin typeface="Fredoka"/>
              </a:rPr>
              <a:t>B2C buyer</a:t>
            </a:r>
          </a:p>
        </p:txBody>
      </p:sp>
      <p:sp>
        <p:nvSpPr>
          <p:cNvPr id="12" name="TextBox 11"/>
          <p:cNvSpPr txBox="1"/>
          <p:nvPr/>
        </p:nvSpPr>
        <p:spPr>
          <a:xfrm>
            <a:off x="1188720" y="2286000"/>
            <a:ext cx="2606040" cy="310896"/>
          </a:xfrm>
          <a:prstGeom prst="rect">
            <a:avLst/>
          </a:prstGeom>
          <a:noFill/>
        </p:spPr>
        <p:txBody>
          <a:bodyPr wrap="square" lIns="0" tIns="0" rIns="0" bIns="0" anchor="t">
            <a:noAutofit/>
          </a:bodyPr>
          <a:lstStyle/>
          <a:p>
            <a:pPr algn="l">
              <a:lnSpc>
                <a:spcPct val="105000"/>
              </a:lnSpc>
            </a:pPr>
            <a:r>
              <a:rPr sz="850" b="0" i="0">
                <a:solidFill>
                  <a:srgbClr val="172033"/>
                </a:solidFill>
                <a:latin typeface="Varela Round"/>
              </a:rPr>
              <a:t>Parents who want creative, educational activities at home</a:t>
            </a:r>
          </a:p>
        </p:txBody>
      </p:sp>
      <p:sp>
        <p:nvSpPr>
          <p:cNvPr id="13" name="Rounded Rectangle 12"/>
          <p:cNvSpPr/>
          <p:nvPr/>
        </p:nvSpPr>
        <p:spPr>
          <a:xfrm>
            <a:off x="548640" y="2734056"/>
            <a:ext cx="3337560" cy="640080"/>
          </a:xfrm>
          <a:prstGeom prst="roundRect">
            <a:avLst>
              <a:gd name="adj" fmla="val 2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4944" y="2862072"/>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chool_purple.png"/>
          <p:cNvPicPr>
            <a:picLocks noChangeAspect="1"/>
          </p:cNvPicPr>
          <p:nvPr/>
        </p:nvPicPr>
        <p:blipFill>
          <a:blip r:embed="rId5"/>
          <a:stretch>
            <a:fillRect/>
          </a:stretch>
        </p:blipFill>
        <p:spPr>
          <a:xfrm>
            <a:off x="787115" y="2954243"/>
            <a:ext cx="199704" cy="199704"/>
          </a:xfrm>
          <a:prstGeom prst="rect">
            <a:avLst/>
          </a:prstGeom>
        </p:spPr>
      </p:pic>
      <p:sp>
        <p:nvSpPr>
          <p:cNvPr id="16" name="TextBox 15"/>
          <p:cNvSpPr txBox="1"/>
          <p:nvPr/>
        </p:nvSpPr>
        <p:spPr>
          <a:xfrm>
            <a:off x="1188720" y="2807208"/>
            <a:ext cx="2834640" cy="237744"/>
          </a:xfrm>
          <a:prstGeom prst="rect">
            <a:avLst/>
          </a:prstGeom>
          <a:noFill/>
        </p:spPr>
        <p:txBody>
          <a:bodyPr wrap="square" lIns="0" tIns="0" rIns="0" bIns="0" anchor="t">
            <a:noAutofit/>
          </a:bodyPr>
          <a:lstStyle/>
          <a:p>
            <a:pPr algn="l"/>
            <a:r>
              <a:rPr sz="1100" b="1" i="0">
                <a:solidFill>
                  <a:srgbClr val="172033"/>
                </a:solidFill>
                <a:latin typeface="Fredoka"/>
              </a:rPr>
              <a:t>B2B buyer</a:t>
            </a:r>
          </a:p>
        </p:txBody>
      </p:sp>
      <p:sp>
        <p:nvSpPr>
          <p:cNvPr id="17" name="TextBox 16"/>
          <p:cNvSpPr txBox="1"/>
          <p:nvPr/>
        </p:nvSpPr>
        <p:spPr>
          <a:xfrm>
            <a:off x="1188720" y="3035808"/>
            <a:ext cx="2606040" cy="310896"/>
          </a:xfrm>
          <a:prstGeom prst="rect">
            <a:avLst/>
          </a:prstGeom>
          <a:noFill/>
        </p:spPr>
        <p:txBody>
          <a:bodyPr wrap="square" lIns="0" tIns="0" rIns="0" bIns="0" anchor="t">
            <a:noAutofit/>
          </a:bodyPr>
          <a:lstStyle/>
          <a:p>
            <a:pPr algn="l">
              <a:lnSpc>
                <a:spcPct val="105000"/>
              </a:lnSpc>
            </a:pPr>
            <a:r>
              <a:rPr sz="850" b="0" i="0">
                <a:solidFill>
                  <a:srgbClr val="172033"/>
                </a:solidFill>
                <a:latin typeface="Varela Round"/>
              </a:rPr>
              <a:t>PAUD/TK, TPA, primary schools, and children’s activity organizers</a:t>
            </a:r>
          </a:p>
        </p:txBody>
      </p:sp>
      <p:sp>
        <p:nvSpPr>
          <p:cNvPr id="18" name="TextBox 17"/>
          <p:cNvSpPr txBox="1"/>
          <p:nvPr/>
        </p:nvSpPr>
        <p:spPr>
          <a:xfrm>
            <a:off x="548640" y="3529584"/>
            <a:ext cx="3337560" cy="457200"/>
          </a:xfrm>
          <a:prstGeom prst="rect">
            <a:avLst/>
          </a:prstGeom>
          <a:noFill/>
        </p:spPr>
        <p:txBody>
          <a:bodyPr wrap="square" lIns="0" tIns="0" rIns="0" bIns="0" anchor="t">
            <a:noAutofit/>
          </a:bodyPr>
          <a:lstStyle/>
          <a:p>
            <a:pPr algn="l">
              <a:lnSpc>
                <a:spcPct val="110000"/>
              </a:lnSpc>
            </a:pPr>
            <a:r>
              <a:rPr sz="950" b="0" i="0">
                <a:solidFill>
                  <a:srgbClr val="5B21B6"/>
                </a:solidFill>
                <a:latin typeface="Fredoka SemiBold"/>
              </a:rPr>
              <a:t>Why start here: schools buy for many children at once; families validate demand directly.</a:t>
            </a:r>
          </a:p>
        </p:txBody>
      </p:sp>
      <p:sp>
        <p:nvSpPr>
          <p:cNvPr id="19" name="Oval 18"/>
          <p:cNvSpPr/>
          <p:nvPr/>
        </p:nvSpPr>
        <p:spPr>
          <a:xfrm>
            <a:off x="4023360" y="1508760"/>
            <a:ext cx="3017520" cy="301752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74920" y="1746504"/>
            <a:ext cx="914400" cy="274320"/>
          </a:xfrm>
          <a:prstGeom prst="rect">
            <a:avLst/>
          </a:prstGeom>
          <a:noFill/>
        </p:spPr>
        <p:txBody>
          <a:bodyPr wrap="square" lIns="0" tIns="0" rIns="0" bIns="0" anchor="ctr">
            <a:noAutofit/>
          </a:bodyPr>
          <a:lstStyle/>
          <a:p>
            <a:pPr algn="ctr"/>
            <a:r>
              <a:rPr sz="1100" b="1" i="0">
                <a:solidFill>
                  <a:srgbClr val="5B21B6"/>
                </a:solidFill>
                <a:latin typeface="Fredoka"/>
              </a:rPr>
              <a:t>TAM</a:t>
            </a:r>
          </a:p>
        </p:txBody>
      </p:sp>
      <p:sp>
        <p:nvSpPr>
          <p:cNvPr id="21" name="Oval 20"/>
          <p:cNvSpPr/>
          <p:nvPr/>
        </p:nvSpPr>
        <p:spPr>
          <a:xfrm>
            <a:off x="4526279" y="2514600"/>
            <a:ext cx="2011680" cy="2011680"/>
          </a:xfrm>
          <a:prstGeom prst="ellipse">
            <a:avLst/>
          </a:prstGeom>
          <a:solidFill>
            <a:srgbClr val="DDD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74920" y="2697480"/>
            <a:ext cx="914400" cy="274320"/>
          </a:xfrm>
          <a:prstGeom prst="rect">
            <a:avLst/>
          </a:prstGeom>
          <a:noFill/>
        </p:spPr>
        <p:txBody>
          <a:bodyPr wrap="square" lIns="0" tIns="0" rIns="0" bIns="0" anchor="ctr">
            <a:noAutofit/>
          </a:bodyPr>
          <a:lstStyle/>
          <a:p>
            <a:pPr algn="ctr"/>
            <a:r>
              <a:rPr sz="1100" b="1" i="0">
                <a:solidFill>
                  <a:srgbClr val="5B21B6"/>
                </a:solidFill>
                <a:latin typeface="Fredoka"/>
              </a:rPr>
              <a:t>SAM</a:t>
            </a:r>
          </a:p>
        </p:txBody>
      </p:sp>
      <p:sp>
        <p:nvSpPr>
          <p:cNvPr id="23" name="Oval 22"/>
          <p:cNvSpPr/>
          <p:nvPr/>
        </p:nvSpPr>
        <p:spPr>
          <a:xfrm>
            <a:off x="5006340" y="3474720"/>
            <a:ext cx="1051560" cy="10515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74920" y="3730752"/>
            <a:ext cx="914400" cy="274320"/>
          </a:xfrm>
          <a:prstGeom prst="rect">
            <a:avLst/>
          </a:prstGeom>
          <a:noFill/>
        </p:spPr>
        <p:txBody>
          <a:bodyPr wrap="square" lIns="0" tIns="0" rIns="0" bIns="0" anchor="ctr">
            <a:noAutofit/>
          </a:bodyPr>
          <a:lstStyle/>
          <a:p>
            <a:pPr algn="ctr"/>
            <a:r>
              <a:rPr sz="1100" b="1" i="0">
                <a:solidFill>
                  <a:srgbClr val="FFFFFF"/>
                </a:solidFill>
                <a:latin typeface="Fredoka"/>
              </a:rPr>
              <a:t>SOM</a:t>
            </a:r>
          </a:p>
        </p:txBody>
      </p:sp>
      <p:sp>
        <p:nvSpPr>
          <p:cNvPr id="25" name="TextBox 24"/>
          <p:cNvSpPr txBox="1"/>
          <p:nvPr/>
        </p:nvSpPr>
        <p:spPr>
          <a:xfrm>
            <a:off x="7178040" y="1298448"/>
            <a:ext cx="1463040" cy="201168"/>
          </a:xfrm>
          <a:prstGeom prst="rect">
            <a:avLst/>
          </a:prstGeom>
          <a:noFill/>
        </p:spPr>
        <p:txBody>
          <a:bodyPr wrap="square" lIns="0" tIns="0" rIns="0" bIns="0" anchor="t">
            <a:noAutofit/>
          </a:bodyPr>
          <a:lstStyle/>
          <a:p>
            <a:pPr algn="l">
              <a:lnSpc>
                <a:spcPct val="100000"/>
              </a:lnSpc>
            </a:pPr>
            <a:r>
              <a:rPr sz="800" b="0" i="0">
                <a:solidFill>
                  <a:srgbClr val="7C3AED"/>
                </a:solidFill>
                <a:latin typeface="Fredoka SemiBold"/>
              </a:rPr>
              <a:t>TAM · Addressable institutions, Indonesia</a:t>
            </a:r>
          </a:p>
        </p:txBody>
      </p:sp>
      <p:sp>
        <p:nvSpPr>
          <p:cNvPr id="26" name="TextBox 25"/>
          <p:cNvSpPr txBox="1"/>
          <p:nvPr/>
        </p:nvSpPr>
        <p:spPr>
          <a:xfrm>
            <a:off x="7178040" y="1627631"/>
            <a:ext cx="1463040" cy="347472"/>
          </a:xfrm>
          <a:prstGeom prst="rect">
            <a:avLst/>
          </a:prstGeom>
          <a:noFill/>
        </p:spPr>
        <p:txBody>
          <a:bodyPr wrap="square" lIns="0" tIns="0" rIns="0" bIns="0" anchor="t">
            <a:noAutofit/>
          </a:bodyPr>
          <a:lstStyle/>
          <a:p>
            <a:pPr algn="l"/>
            <a:r>
              <a:rPr sz="2000" b="1" i="0">
                <a:solidFill>
                  <a:srgbClr val="172033"/>
                </a:solidFill>
                <a:latin typeface="Fredoka"/>
              </a:rPr>
              <a:t>420,886</a:t>
            </a:r>
          </a:p>
        </p:txBody>
      </p:sp>
      <p:sp>
        <p:nvSpPr>
          <p:cNvPr id="27" name="TextBox 26"/>
          <p:cNvSpPr txBox="1"/>
          <p:nvPr/>
        </p:nvSpPr>
        <p:spPr>
          <a:xfrm>
            <a:off x="7178040" y="1956815"/>
            <a:ext cx="1463040" cy="329184"/>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PAUD &amp; primary schools</a:t>
            </a:r>
          </a:p>
        </p:txBody>
      </p:sp>
      <p:sp>
        <p:nvSpPr>
          <p:cNvPr id="28" name="TextBox 27"/>
          <p:cNvSpPr txBox="1"/>
          <p:nvPr/>
        </p:nvSpPr>
        <p:spPr>
          <a:xfrm>
            <a:off x="7178040" y="2304288"/>
            <a:ext cx="1463040" cy="201168"/>
          </a:xfrm>
          <a:prstGeom prst="rect">
            <a:avLst/>
          </a:prstGeom>
          <a:noFill/>
        </p:spPr>
        <p:txBody>
          <a:bodyPr wrap="square" lIns="0" tIns="0" rIns="0" bIns="0" anchor="t">
            <a:noAutofit/>
          </a:bodyPr>
          <a:lstStyle/>
          <a:p>
            <a:pPr algn="l">
              <a:lnSpc>
                <a:spcPct val="100000"/>
              </a:lnSpc>
            </a:pPr>
            <a:r>
              <a:rPr sz="800" b="0" i="0">
                <a:solidFill>
                  <a:srgbClr val="7C3AED"/>
                </a:solidFill>
                <a:latin typeface="Fredoka SemiBold"/>
              </a:rPr>
              <a:t>SAM · Institutions, Central Java + DIY</a:t>
            </a:r>
          </a:p>
        </p:txBody>
      </p:sp>
      <p:sp>
        <p:nvSpPr>
          <p:cNvPr id="29" name="TextBox 28"/>
          <p:cNvSpPr txBox="1"/>
          <p:nvPr/>
        </p:nvSpPr>
        <p:spPr>
          <a:xfrm>
            <a:off x="7178040" y="2633472"/>
            <a:ext cx="1463040" cy="347472"/>
          </a:xfrm>
          <a:prstGeom prst="rect">
            <a:avLst/>
          </a:prstGeom>
          <a:noFill/>
        </p:spPr>
        <p:txBody>
          <a:bodyPr wrap="square" lIns="0" tIns="0" rIns="0" bIns="0" anchor="t">
            <a:noAutofit/>
          </a:bodyPr>
          <a:lstStyle/>
          <a:p>
            <a:pPr algn="l"/>
            <a:r>
              <a:rPr sz="2000" b="1" i="0">
                <a:solidFill>
                  <a:srgbClr val="172033"/>
                </a:solidFill>
                <a:latin typeface="Fredoka"/>
              </a:rPr>
              <a:t>62,797</a:t>
            </a:r>
          </a:p>
        </p:txBody>
      </p:sp>
      <p:sp>
        <p:nvSpPr>
          <p:cNvPr id="30" name="TextBox 29"/>
          <p:cNvSpPr txBox="1"/>
          <p:nvPr/>
        </p:nvSpPr>
        <p:spPr>
          <a:xfrm>
            <a:off x="7178040" y="2962656"/>
            <a:ext cx="1463040" cy="329184"/>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PAUD &amp; primary schools</a:t>
            </a:r>
          </a:p>
        </p:txBody>
      </p:sp>
      <p:sp>
        <p:nvSpPr>
          <p:cNvPr id="31" name="TextBox 30"/>
          <p:cNvSpPr txBox="1"/>
          <p:nvPr/>
        </p:nvSpPr>
        <p:spPr>
          <a:xfrm>
            <a:off x="7178040" y="3310128"/>
            <a:ext cx="1463040" cy="201168"/>
          </a:xfrm>
          <a:prstGeom prst="rect">
            <a:avLst/>
          </a:prstGeom>
          <a:noFill/>
        </p:spPr>
        <p:txBody>
          <a:bodyPr wrap="square" lIns="0" tIns="0" rIns="0" bIns="0" anchor="t">
            <a:noAutofit/>
          </a:bodyPr>
          <a:lstStyle/>
          <a:p>
            <a:pPr algn="l">
              <a:lnSpc>
                <a:spcPct val="100000"/>
              </a:lnSpc>
            </a:pPr>
            <a:r>
              <a:rPr sz="800" b="0" i="0">
                <a:solidFill>
                  <a:srgbClr val="7C3AED"/>
                </a:solidFill>
                <a:latin typeface="Fredoka SemiBold"/>
              </a:rPr>
              <a:t>SOM · Institutions, DIY (beachhead)</a:t>
            </a:r>
          </a:p>
        </p:txBody>
      </p:sp>
      <p:sp>
        <p:nvSpPr>
          <p:cNvPr id="32" name="TextBox 31"/>
          <p:cNvSpPr txBox="1"/>
          <p:nvPr/>
        </p:nvSpPr>
        <p:spPr>
          <a:xfrm>
            <a:off x="7178040" y="3639312"/>
            <a:ext cx="1463040" cy="347472"/>
          </a:xfrm>
          <a:prstGeom prst="rect">
            <a:avLst/>
          </a:prstGeom>
          <a:noFill/>
        </p:spPr>
        <p:txBody>
          <a:bodyPr wrap="square" lIns="0" tIns="0" rIns="0" bIns="0" anchor="t">
            <a:noAutofit/>
          </a:bodyPr>
          <a:lstStyle/>
          <a:p>
            <a:pPr algn="l"/>
            <a:r>
              <a:rPr sz="2000" b="1" i="0">
                <a:solidFill>
                  <a:srgbClr val="172033"/>
                </a:solidFill>
                <a:latin typeface="Fredoka"/>
              </a:rPr>
              <a:t>7,123</a:t>
            </a:r>
          </a:p>
        </p:txBody>
      </p:sp>
      <p:sp>
        <p:nvSpPr>
          <p:cNvPr id="33" name="TextBox 32"/>
          <p:cNvSpPr txBox="1"/>
          <p:nvPr/>
        </p:nvSpPr>
        <p:spPr>
          <a:xfrm>
            <a:off x="7178040" y="3968496"/>
            <a:ext cx="1463040" cy="329184"/>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PAUD &amp; primary schools</a:t>
            </a:r>
          </a:p>
        </p:txBody>
      </p:sp>
      <p:sp>
        <p:nvSpPr>
          <p:cNvPr id="34" name="TextBox 33"/>
          <p:cNvSpPr txBox="1"/>
          <p:nvPr/>
        </p:nvSpPr>
        <p:spPr>
          <a:xfrm>
            <a:off x="548640" y="4754880"/>
            <a:ext cx="8046720" cy="201168"/>
          </a:xfrm>
          <a:prstGeom prst="rect">
            <a:avLst/>
          </a:prstGeom>
          <a:noFill/>
        </p:spPr>
        <p:txBody>
          <a:bodyPr wrap="square" lIns="0" tIns="0" rIns="0" bIns="0" anchor="t">
            <a:noAutofit/>
          </a:bodyPr>
          <a:lstStyle/>
          <a:p>
            <a:pPr algn="l"/>
            <a:r>
              <a:rPr sz="650" b="0" i="0">
                <a:solidFill>
                  <a:srgbClr val="172033"/>
                </a:solidFill>
                <a:latin typeface="Varela Round"/>
              </a:rPr>
              <a:t>Sources: Kemendikdasmen Data Referensi Pendidikan (PAUD, SD), accessed Sep 2026 · *estimated from BPS population by 5-year age group, 2022.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47472"/>
            <a:ext cx="6400800" cy="502920"/>
          </a:xfrm>
        </p:spPr>
        <p:txBody>
          <a:bodyPr wrap="square" lIns="0" tIns="0" rIns="0" bIns="0" anchor="t">
            <a:noAutofit/>
          </a:bodyPr>
          <a:lstStyle/>
          <a:p>
            <a:pPr algn="l">
              <a:lnSpc>
                <a:spcPct val="95000"/>
              </a:lnSpc>
            </a:pPr>
            <a:r>
              <a:rPr sz="2600" b="1" i="0">
                <a:solidFill>
                  <a:srgbClr val="172033"/>
                </a:solidFill>
                <a:latin typeface="Fredoka"/>
              </a:rPr>
              <a:t>Competitive Landscape</a:t>
            </a:r>
          </a:p>
        </p:txBody>
      </p:sp>
      <p:sp>
        <p:nvSpPr>
          <p:cNvPr id="3" name="TextBox 2"/>
          <p:cNvSpPr txBox="1"/>
          <p:nvPr/>
        </p:nvSpPr>
        <p:spPr>
          <a:xfrm>
            <a:off x="548640" y="868680"/>
            <a:ext cx="6949440" cy="274320"/>
          </a:xfrm>
          <a:prstGeom prst="rect">
            <a:avLst/>
          </a:prstGeom>
          <a:noFill/>
        </p:spPr>
        <p:txBody>
          <a:bodyPr wrap="square" lIns="0" tIns="0" rIns="0" bIns="0" anchor="t">
            <a:noAutofit/>
          </a:bodyPr>
          <a:lstStyle/>
          <a:p>
            <a:pPr algn="l"/>
            <a:r>
              <a:rPr sz="1050" b="0" i="0">
                <a:solidFill>
                  <a:srgbClr val="5B21B6"/>
                </a:solidFill>
                <a:latin typeface="Fredoka SemiBold"/>
              </a:rPr>
              <a:t>A proven category, differentiated by access, shared worlds, and institutional use.</a:t>
            </a:r>
          </a:p>
        </p:txBody>
      </p:sp>
      <p:sp>
        <p:nvSpPr>
          <p:cNvPr id="4" name="Rounded Rectangle 3"/>
          <p:cNvSpPr/>
          <p:nvPr/>
        </p:nvSpPr>
        <p:spPr>
          <a:xfrm>
            <a:off x="548640" y="1234440"/>
            <a:ext cx="8321040" cy="2660904"/>
          </a:xfrm>
          <a:prstGeom prst="roundRect">
            <a:avLst>
              <a:gd name="adj" fmla="val 481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43200" y="1289304"/>
            <a:ext cx="1124712" cy="2551176"/>
          </a:xfrm>
          <a:prstGeom prst="roundRect">
            <a:avLst>
              <a:gd name="adj" fmla="val 813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697480" y="1289304"/>
            <a:ext cx="1216152" cy="402336"/>
          </a:xfrm>
          <a:prstGeom prst="rect">
            <a:avLst/>
          </a:prstGeom>
          <a:noFill/>
        </p:spPr>
        <p:txBody>
          <a:bodyPr wrap="square" lIns="0" tIns="0" rIns="0" bIns="0" anchor="ctr">
            <a:noAutofit/>
          </a:bodyPr>
          <a:lstStyle/>
          <a:p>
            <a:pPr algn="ctr">
              <a:lnSpc>
                <a:spcPct val="95000"/>
              </a:lnSpc>
            </a:pPr>
            <a:r>
              <a:rPr sz="1100" b="1" i="0">
                <a:solidFill>
                  <a:srgbClr val="5B21B6"/>
                </a:solidFill>
                <a:latin typeface="Fredoka"/>
              </a:rPr>
              <a:t>Scanvas</a:t>
            </a:r>
          </a:p>
        </p:txBody>
      </p:sp>
      <p:sp>
        <p:nvSpPr>
          <p:cNvPr id="7" name="TextBox 6"/>
          <p:cNvSpPr txBox="1"/>
          <p:nvPr/>
        </p:nvSpPr>
        <p:spPr>
          <a:xfrm>
            <a:off x="3913632" y="1289304"/>
            <a:ext cx="1216152" cy="402336"/>
          </a:xfrm>
          <a:prstGeom prst="rect">
            <a:avLst/>
          </a:prstGeom>
          <a:noFill/>
        </p:spPr>
        <p:txBody>
          <a:bodyPr wrap="square" lIns="0" tIns="0" rIns="0" bIns="0" anchor="ctr">
            <a:noAutofit/>
          </a:bodyPr>
          <a:lstStyle/>
          <a:p>
            <a:pPr algn="ctr">
              <a:lnSpc>
                <a:spcPct val="95000"/>
              </a:lnSpc>
            </a:pPr>
            <a:r>
              <a:rPr sz="850" b="1" i="0">
                <a:solidFill>
                  <a:srgbClr val="172033"/>
                </a:solidFill>
                <a:latin typeface="Fredoka"/>
              </a:rPr>
              <a:t>Faber-Castell</a:t>
            </a:r>
            <a:br/>
            <a:r>
              <a:rPr sz="850" b="1" i="0">
                <a:solidFill>
                  <a:srgbClr val="172033"/>
                </a:solidFill>
                <a:latin typeface="Fredoka"/>
              </a:rPr>
              <a:t>ARt Alive</a:t>
            </a:r>
          </a:p>
        </p:txBody>
      </p:sp>
      <p:sp>
        <p:nvSpPr>
          <p:cNvPr id="8" name="TextBox 7"/>
          <p:cNvSpPr txBox="1"/>
          <p:nvPr/>
        </p:nvSpPr>
        <p:spPr>
          <a:xfrm>
            <a:off x="5129784" y="1289304"/>
            <a:ext cx="1216152" cy="402336"/>
          </a:xfrm>
          <a:prstGeom prst="rect">
            <a:avLst/>
          </a:prstGeom>
          <a:noFill/>
        </p:spPr>
        <p:txBody>
          <a:bodyPr wrap="square" lIns="0" tIns="0" rIns="0" bIns="0" anchor="ctr">
            <a:noAutofit/>
          </a:bodyPr>
          <a:lstStyle/>
          <a:p>
            <a:pPr algn="ctr">
              <a:lnSpc>
                <a:spcPct val="95000"/>
              </a:lnSpc>
            </a:pPr>
            <a:r>
              <a:rPr sz="850" b="1" i="0">
                <a:solidFill>
                  <a:srgbClr val="172033"/>
                </a:solidFill>
                <a:latin typeface="Fredoka"/>
              </a:rPr>
              <a:t>Quiver</a:t>
            </a:r>
          </a:p>
        </p:txBody>
      </p:sp>
      <p:sp>
        <p:nvSpPr>
          <p:cNvPr id="9" name="TextBox 8"/>
          <p:cNvSpPr txBox="1"/>
          <p:nvPr/>
        </p:nvSpPr>
        <p:spPr>
          <a:xfrm>
            <a:off x="6345936" y="1289304"/>
            <a:ext cx="1216152" cy="402336"/>
          </a:xfrm>
          <a:prstGeom prst="rect">
            <a:avLst/>
          </a:prstGeom>
          <a:noFill/>
        </p:spPr>
        <p:txBody>
          <a:bodyPr wrap="square" lIns="0" tIns="0" rIns="0" bIns="0" anchor="ctr">
            <a:noAutofit/>
          </a:bodyPr>
          <a:lstStyle/>
          <a:p>
            <a:pPr algn="ctr">
              <a:lnSpc>
                <a:spcPct val="95000"/>
              </a:lnSpc>
            </a:pPr>
            <a:r>
              <a:rPr sz="850" b="1" i="0">
                <a:solidFill>
                  <a:srgbClr val="172033"/>
                </a:solidFill>
                <a:latin typeface="Fredoka"/>
              </a:rPr>
              <a:t>WAGZAK</a:t>
            </a:r>
            <a:br/>
            <a:r>
              <a:rPr sz="850" b="1" i="0">
                <a:solidFill>
                  <a:srgbClr val="172033"/>
                </a:solidFill>
                <a:latin typeface="Fredoka"/>
              </a:rPr>
              <a:t>JUMP</a:t>
            </a:r>
          </a:p>
        </p:txBody>
      </p:sp>
      <p:sp>
        <p:nvSpPr>
          <p:cNvPr id="10" name="TextBox 9"/>
          <p:cNvSpPr txBox="1"/>
          <p:nvPr/>
        </p:nvSpPr>
        <p:spPr>
          <a:xfrm>
            <a:off x="7562088" y="1289304"/>
            <a:ext cx="1216152" cy="402336"/>
          </a:xfrm>
          <a:prstGeom prst="rect">
            <a:avLst/>
          </a:prstGeom>
          <a:noFill/>
        </p:spPr>
        <p:txBody>
          <a:bodyPr wrap="square" lIns="0" tIns="0" rIns="0" bIns="0" anchor="ctr">
            <a:noAutofit/>
          </a:bodyPr>
          <a:lstStyle/>
          <a:p>
            <a:pPr algn="ctr">
              <a:lnSpc>
                <a:spcPct val="95000"/>
              </a:lnSpc>
            </a:pPr>
            <a:r>
              <a:rPr sz="850" b="1" i="0">
                <a:solidFill>
                  <a:srgbClr val="172033"/>
                </a:solidFill>
                <a:latin typeface="Fredoka"/>
              </a:rPr>
              <a:t>teamLab Sketch</a:t>
            </a:r>
            <a:br/>
            <a:r>
              <a:rPr sz="850" b="1" i="0">
                <a:solidFill>
                  <a:srgbClr val="172033"/>
                </a:solidFill>
                <a:latin typeface="Fredoka"/>
              </a:rPr>
              <a:t>Aquarium</a:t>
            </a:r>
          </a:p>
        </p:txBody>
      </p:sp>
      <p:sp>
        <p:nvSpPr>
          <p:cNvPr id="11" name="Rectangle 10"/>
          <p:cNvSpPr/>
          <p:nvPr/>
        </p:nvSpPr>
        <p:spPr>
          <a:xfrm>
            <a:off x="685800" y="170992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9928"/>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Paper coloring </a:t>
            </a:r>
            <a:r>
              <a:rPr sz="850" b="0" i="0">
                <a:solidFill>
                  <a:srgbClr val="172033"/>
                </a:solidFill>
                <a:latin typeface="Segoe UI"/>
              </a:rPr>
              <a:t>→</a:t>
            </a:r>
            <a:r>
              <a:rPr sz="850" b="0" i="0">
                <a:solidFill>
                  <a:srgbClr val="172033"/>
                </a:solidFill>
                <a:latin typeface="Fredoka SemiBold"/>
              </a:rPr>
              <a:t> digital</a:t>
            </a:r>
          </a:p>
        </p:txBody>
      </p:sp>
      <p:pic>
        <p:nvPicPr>
          <p:cNvPr id="13" name="Picture 12" descr="check_purple.png"/>
          <p:cNvPicPr>
            <a:picLocks noChangeAspect="1"/>
          </p:cNvPicPr>
          <p:nvPr/>
        </p:nvPicPr>
        <p:blipFill>
          <a:blip r:embed="rId3"/>
          <a:stretch>
            <a:fillRect/>
          </a:stretch>
        </p:blipFill>
        <p:spPr>
          <a:xfrm>
            <a:off x="3214116" y="1769364"/>
            <a:ext cx="182880" cy="182880"/>
          </a:xfrm>
          <a:prstGeom prst="rect">
            <a:avLst/>
          </a:prstGeom>
        </p:spPr>
      </p:pic>
      <p:pic>
        <p:nvPicPr>
          <p:cNvPr id="14" name="Picture 13" descr="check_green.png"/>
          <p:cNvPicPr>
            <a:picLocks noChangeAspect="1"/>
          </p:cNvPicPr>
          <p:nvPr/>
        </p:nvPicPr>
        <p:blipFill>
          <a:blip r:embed="rId4"/>
          <a:stretch>
            <a:fillRect/>
          </a:stretch>
        </p:blipFill>
        <p:spPr>
          <a:xfrm>
            <a:off x="4430268" y="1769364"/>
            <a:ext cx="182880" cy="182880"/>
          </a:xfrm>
          <a:prstGeom prst="rect">
            <a:avLst/>
          </a:prstGeom>
        </p:spPr>
      </p:pic>
      <p:pic>
        <p:nvPicPr>
          <p:cNvPr id="15" name="Picture 14" descr="check_green.png"/>
          <p:cNvPicPr>
            <a:picLocks noChangeAspect="1"/>
          </p:cNvPicPr>
          <p:nvPr/>
        </p:nvPicPr>
        <p:blipFill>
          <a:blip r:embed="rId4"/>
          <a:stretch>
            <a:fillRect/>
          </a:stretch>
        </p:blipFill>
        <p:spPr>
          <a:xfrm>
            <a:off x="5646420" y="1769364"/>
            <a:ext cx="182880" cy="182880"/>
          </a:xfrm>
          <a:prstGeom prst="rect">
            <a:avLst/>
          </a:prstGeom>
        </p:spPr>
      </p:pic>
      <p:pic>
        <p:nvPicPr>
          <p:cNvPr id="16" name="Picture 15" descr="check_green.png"/>
          <p:cNvPicPr>
            <a:picLocks noChangeAspect="1"/>
          </p:cNvPicPr>
          <p:nvPr/>
        </p:nvPicPr>
        <p:blipFill>
          <a:blip r:embed="rId4"/>
          <a:stretch>
            <a:fillRect/>
          </a:stretch>
        </p:blipFill>
        <p:spPr>
          <a:xfrm>
            <a:off x="6862572" y="1769364"/>
            <a:ext cx="182880" cy="182880"/>
          </a:xfrm>
          <a:prstGeom prst="rect">
            <a:avLst/>
          </a:prstGeom>
        </p:spPr>
      </p:pic>
      <p:pic>
        <p:nvPicPr>
          <p:cNvPr id="17" name="Picture 16" descr="check_green.png"/>
          <p:cNvPicPr>
            <a:picLocks noChangeAspect="1"/>
          </p:cNvPicPr>
          <p:nvPr/>
        </p:nvPicPr>
        <p:blipFill>
          <a:blip r:embed="rId4"/>
          <a:stretch>
            <a:fillRect/>
          </a:stretch>
        </p:blipFill>
        <p:spPr>
          <a:xfrm>
            <a:off x="8078723" y="1769364"/>
            <a:ext cx="182880" cy="182880"/>
          </a:xfrm>
          <a:prstGeom prst="rect">
            <a:avLst/>
          </a:prstGeom>
        </p:spPr>
      </p:pic>
      <p:sp>
        <p:nvSpPr>
          <p:cNvPr id="18" name="Rectangle 17"/>
          <p:cNvSpPr/>
          <p:nvPr/>
        </p:nvSpPr>
        <p:spPr>
          <a:xfrm>
            <a:off x="685800" y="201168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2011680"/>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No app required</a:t>
            </a:r>
          </a:p>
        </p:txBody>
      </p:sp>
      <p:pic>
        <p:nvPicPr>
          <p:cNvPr id="20" name="Picture 19" descr="check_purple.png"/>
          <p:cNvPicPr>
            <a:picLocks noChangeAspect="1"/>
          </p:cNvPicPr>
          <p:nvPr/>
        </p:nvPicPr>
        <p:blipFill>
          <a:blip r:embed="rId3"/>
          <a:stretch>
            <a:fillRect/>
          </a:stretch>
        </p:blipFill>
        <p:spPr>
          <a:xfrm>
            <a:off x="3214116" y="2071116"/>
            <a:ext cx="182880" cy="182880"/>
          </a:xfrm>
          <a:prstGeom prst="rect">
            <a:avLst/>
          </a:prstGeom>
        </p:spPr>
      </p:pic>
      <p:sp>
        <p:nvSpPr>
          <p:cNvPr id="21" name="TextBox 20"/>
          <p:cNvSpPr txBox="1"/>
          <p:nvPr/>
        </p:nvSpPr>
        <p:spPr>
          <a:xfrm>
            <a:off x="3913632" y="201168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22" name="TextBox 21"/>
          <p:cNvSpPr txBox="1"/>
          <p:nvPr/>
        </p:nvSpPr>
        <p:spPr>
          <a:xfrm>
            <a:off x="5129784" y="201168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23" name="TextBox 22"/>
          <p:cNvSpPr txBox="1"/>
          <p:nvPr/>
        </p:nvSpPr>
        <p:spPr>
          <a:xfrm>
            <a:off x="6345936" y="201168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24" name="TextBox 23"/>
          <p:cNvSpPr txBox="1"/>
          <p:nvPr/>
        </p:nvSpPr>
        <p:spPr>
          <a:xfrm>
            <a:off x="7562088" y="2011680"/>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Venue only</a:t>
            </a:r>
          </a:p>
        </p:txBody>
      </p:sp>
      <p:sp>
        <p:nvSpPr>
          <p:cNvPr id="25" name="Rectangle 24"/>
          <p:cNvSpPr/>
          <p:nvPr/>
        </p:nvSpPr>
        <p:spPr>
          <a:xfrm>
            <a:off x="685800" y="2313432"/>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2313432"/>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Shared interactive world</a:t>
            </a:r>
          </a:p>
        </p:txBody>
      </p:sp>
      <p:pic>
        <p:nvPicPr>
          <p:cNvPr id="27" name="Picture 26" descr="check_purple.png"/>
          <p:cNvPicPr>
            <a:picLocks noChangeAspect="1"/>
          </p:cNvPicPr>
          <p:nvPr/>
        </p:nvPicPr>
        <p:blipFill>
          <a:blip r:embed="rId3"/>
          <a:stretch>
            <a:fillRect/>
          </a:stretch>
        </p:blipFill>
        <p:spPr>
          <a:xfrm>
            <a:off x="3214116" y="2372868"/>
            <a:ext cx="182880" cy="182880"/>
          </a:xfrm>
          <a:prstGeom prst="rect">
            <a:avLst/>
          </a:prstGeom>
        </p:spPr>
      </p:pic>
      <p:sp>
        <p:nvSpPr>
          <p:cNvPr id="28" name="TextBox 27"/>
          <p:cNvSpPr txBox="1"/>
          <p:nvPr/>
        </p:nvSpPr>
        <p:spPr>
          <a:xfrm>
            <a:off x="3913632" y="2313432"/>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29" name="TextBox 28"/>
          <p:cNvSpPr txBox="1"/>
          <p:nvPr/>
        </p:nvSpPr>
        <p:spPr>
          <a:xfrm>
            <a:off x="5129784" y="2313432"/>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30" name="TextBox 29"/>
          <p:cNvSpPr txBox="1"/>
          <p:nvPr/>
        </p:nvSpPr>
        <p:spPr>
          <a:xfrm>
            <a:off x="6345936" y="2313432"/>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pic>
        <p:nvPicPr>
          <p:cNvPr id="31" name="Picture 30" descr="check_green.png"/>
          <p:cNvPicPr>
            <a:picLocks noChangeAspect="1"/>
          </p:cNvPicPr>
          <p:nvPr/>
        </p:nvPicPr>
        <p:blipFill>
          <a:blip r:embed="rId4"/>
          <a:stretch>
            <a:fillRect/>
          </a:stretch>
        </p:blipFill>
        <p:spPr>
          <a:xfrm>
            <a:off x="8078723" y="2372868"/>
            <a:ext cx="182880" cy="182880"/>
          </a:xfrm>
          <a:prstGeom prst="rect">
            <a:avLst/>
          </a:prstGeom>
        </p:spPr>
      </p:pic>
      <p:sp>
        <p:nvSpPr>
          <p:cNvPr id="32" name="Rectangle 31"/>
          <p:cNvSpPr/>
          <p:nvPr/>
        </p:nvSpPr>
        <p:spPr>
          <a:xfrm>
            <a:off x="685800" y="2615184"/>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3232" y="2615184"/>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Educational content</a:t>
            </a:r>
          </a:p>
        </p:txBody>
      </p:sp>
      <p:pic>
        <p:nvPicPr>
          <p:cNvPr id="34" name="Picture 33" descr="check_purple.png"/>
          <p:cNvPicPr>
            <a:picLocks noChangeAspect="1"/>
          </p:cNvPicPr>
          <p:nvPr/>
        </p:nvPicPr>
        <p:blipFill>
          <a:blip r:embed="rId3"/>
          <a:stretch>
            <a:fillRect/>
          </a:stretch>
        </p:blipFill>
        <p:spPr>
          <a:xfrm>
            <a:off x="3214116" y="2674620"/>
            <a:ext cx="182880" cy="182880"/>
          </a:xfrm>
          <a:prstGeom prst="rect">
            <a:avLst/>
          </a:prstGeom>
        </p:spPr>
      </p:pic>
      <p:sp>
        <p:nvSpPr>
          <p:cNvPr id="35" name="TextBox 34"/>
          <p:cNvSpPr txBox="1"/>
          <p:nvPr/>
        </p:nvSpPr>
        <p:spPr>
          <a:xfrm>
            <a:off x="3913632" y="2615184"/>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Some</a:t>
            </a:r>
          </a:p>
        </p:txBody>
      </p:sp>
      <p:pic>
        <p:nvPicPr>
          <p:cNvPr id="36" name="Picture 35" descr="check_green.png"/>
          <p:cNvPicPr>
            <a:picLocks noChangeAspect="1"/>
          </p:cNvPicPr>
          <p:nvPr/>
        </p:nvPicPr>
        <p:blipFill>
          <a:blip r:embed="rId4"/>
          <a:stretch>
            <a:fillRect/>
          </a:stretch>
        </p:blipFill>
        <p:spPr>
          <a:xfrm>
            <a:off x="5646420" y="2674620"/>
            <a:ext cx="182880" cy="182880"/>
          </a:xfrm>
          <a:prstGeom prst="rect">
            <a:avLst/>
          </a:prstGeom>
        </p:spPr>
      </p:pic>
      <p:pic>
        <p:nvPicPr>
          <p:cNvPr id="37" name="Picture 36" descr="check_green.png"/>
          <p:cNvPicPr>
            <a:picLocks noChangeAspect="1"/>
          </p:cNvPicPr>
          <p:nvPr/>
        </p:nvPicPr>
        <p:blipFill>
          <a:blip r:embed="rId4"/>
          <a:stretch>
            <a:fillRect/>
          </a:stretch>
        </p:blipFill>
        <p:spPr>
          <a:xfrm>
            <a:off x="6862572" y="2674620"/>
            <a:ext cx="182880" cy="182880"/>
          </a:xfrm>
          <a:prstGeom prst="rect">
            <a:avLst/>
          </a:prstGeom>
        </p:spPr>
      </p:pic>
      <p:sp>
        <p:nvSpPr>
          <p:cNvPr id="38" name="TextBox 37"/>
          <p:cNvSpPr txBox="1"/>
          <p:nvPr/>
        </p:nvSpPr>
        <p:spPr>
          <a:xfrm>
            <a:off x="7562088" y="2615184"/>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Some</a:t>
            </a:r>
          </a:p>
        </p:txBody>
      </p:sp>
      <p:sp>
        <p:nvSpPr>
          <p:cNvPr id="39" name="Rectangle 38"/>
          <p:cNvSpPr/>
          <p:nvPr/>
        </p:nvSpPr>
        <p:spPr>
          <a:xfrm>
            <a:off x="685800" y="2916936"/>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3232" y="2916936"/>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Managed school / event session</a:t>
            </a:r>
          </a:p>
        </p:txBody>
      </p:sp>
      <p:sp>
        <p:nvSpPr>
          <p:cNvPr id="41" name="TextBox 40"/>
          <p:cNvSpPr txBox="1"/>
          <p:nvPr/>
        </p:nvSpPr>
        <p:spPr>
          <a:xfrm>
            <a:off x="2697480" y="2916936"/>
            <a:ext cx="1216152" cy="301752"/>
          </a:xfrm>
          <a:prstGeom prst="rect">
            <a:avLst/>
          </a:prstGeom>
          <a:noFill/>
        </p:spPr>
        <p:txBody>
          <a:bodyPr wrap="square" lIns="0" tIns="0" rIns="0" bIns="0" anchor="ctr">
            <a:noAutofit/>
          </a:bodyPr>
          <a:lstStyle/>
          <a:p>
            <a:pPr algn="ctr"/>
            <a:r>
              <a:rPr sz="750" b="0" i="0">
                <a:solidFill>
                  <a:srgbClr val="5B21B6"/>
                </a:solidFill>
                <a:latin typeface="Fredoka SemiBold"/>
              </a:rPr>
              <a:t>Pilot</a:t>
            </a:r>
          </a:p>
        </p:txBody>
      </p:sp>
      <p:sp>
        <p:nvSpPr>
          <p:cNvPr id="42" name="TextBox 41"/>
          <p:cNvSpPr txBox="1"/>
          <p:nvPr/>
        </p:nvSpPr>
        <p:spPr>
          <a:xfrm>
            <a:off x="3913632" y="2916936"/>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43" name="TextBox 42"/>
          <p:cNvSpPr txBox="1"/>
          <p:nvPr/>
        </p:nvSpPr>
        <p:spPr>
          <a:xfrm>
            <a:off x="5129784" y="2916936"/>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44" name="TextBox 43"/>
          <p:cNvSpPr txBox="1"/>
          <p:nvPr/>
        </p:nvSpPr>
        <p:spPr>
          <a:xfrm>
            <a:off x="6345936" y="2916936"/>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45" name="TextBox 44"/>
          <p:cNvSpPr txBox="1"/>
          <p:nvPr/>
        </p:nvSpPr>
        <p:spPr>
          <a:xfrm>
            <a:off x="7562088" y="2916936"/>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Installation</a:t>
            </a:r>
          </a:p>
        </p:txBody>
      </p:sp>
      <p:sp>
        <p:nvSpPr>
          <p:cNvPr id="46" name="Rectangle 45"/>
          <p:cNvSpPr/>
          <p:nvPr/>
        </p:nvSpPr>
        <p:spPr>
          <a:xfrm>
            <a:off x="685800" y="321868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232" y="3218688"/>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Institution workflow</a:t>
            </a:r>
          </a:p>
        </p:txBody>
      </p:sp>
      <p:sp>
        <p:nvSpPr>
          <p:cNvPr id="48" name="TextBox 47"/>
          <p:cNvSpPr txBox="1"/>
          <p:nvPr/>
        </p:nvSpPr>
        <p:spPr>
          <a:xfrm>
            <a:off x="2697480" y="3218688"/>
            <a:ext cx="1216152" cy="301752"/>
          </a:xfrm>
          <a:prstGeom prst="rect">
            <a:avLst/>
          </a:prstGeom>
          <a:noFill/>
        </p:spPr>
        <p:txBody>
          <a:bodyPr wrap="square" lIns="0" tIns="0" rIns="0" bIns="0" anchor="ctr">
            <a:noAutofit/>
          </a:bodyPr>
          <a:lstStyle/>
          <a:p>
            <a:pPr algn="ctr"/>
            <a:r>
              <a:rPr sz="750" b="0" i="0">
                <a:solidFill>
                  <a:srgbClr val="5B21B6"/>
                </a:solidFill>
                <a:latin typeface="Fredoka SemiBold"/>
              </a:rPr>
              <a:t>Building</a:t>
            </a:r>
          </a:p>
        </p:txBody>
      </p:sp>
      <p:sp>
        <p:nvSpPr>
          <p:cNvPr id="49" name="TextBox 48"/>
          <p:cNvSpPr txBox="1"/>
          <p:nvPr/>
        </p:nvSpPr>
        <p:spPr>
          <a:xfrm>
            <a:off x="3913632" y="3218688"/>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50" name="TextBox 49"/>
          <p:cNvSpPr txBox="1"/>
          <p:nvPr/>
        </p:nvSpPr>
        <p:spPr>
          <a:xfrm>
            <a:off x="5129784" y="3218688"/>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Edu dashboard</a:t>
            </a:r>
          </a:p>
        </p:txBody>
      </p:sp>
      <p:sp>
        <p:nvSpPr>
          <p:cNvPr id="51" name="TextBox 50"/>
          <p:cNvSpPr txBox="1"/>
          <p:nvPr/>
        </p:nvSpPr>
        <p:spPr>
          <a:xfrm>
            <a:off x="6345936" y="3218688"/>
            <a:ext cx="1216152" cy="301752"/>
          </a:xfrm>
          <a:prstGeom prst="rect">
            <a:avLst/>
          </a:prstGeom>
          <a:noFill/>
        </p:spPr>
        <p:txBody>
          <a:bodyPr wrap="square" lIns="0" tIns="0" rIns="0" bIns="0" anchor="ctr">
            <a:noAutofit/>
          </a:bodyPr>
          <a:lstStyle/>
          <a:p>
            <a:pPr algn="ctr"/>
            <a:r>
              <a:rPr sz="750" b="0" i="0">
                <a:solidFill>
                  <a:srgbClr val="172033"/>
                </a:solidFill>
                <a:latin typeface="Varela Round"/>
              </a:rPr>
              <a:t>School license</a:t>
            </a:r>
          </a:p>
        </p:txBody>
      </p:sp>
      <p:sp>
        <p:nvSpPr>
          <p:cNvPr id="52" name="TextBox 51"/>
          <p:cNvSpPr txBox="1"/>
          <p:nvPr/>
        </p:nvSpPr>
        <p:spPr>
          <a:xfrm>
            <a:off x="7562088" y="3218688"/>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53" name="Rectangle 52"/>
          <p:cNvSpPr/>
          <p:nvPr/>
        </p:nvSpPr>
        <p:spPr>
          <a:xfrm>
            <a:off x="685800" y="352044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13232" y="3520440"/>
            <a:ext cx="1965960" cy="301752"/>
          </a:xfrm>
          <a:prstGeom prst="rect">
            <a:avLst/>
          </a:prstGeom>
          <a:noFill/>
        </p:spPr>
        <p:txBody>
          <a:bodyPr wrap="square" lIns="0" tIns="0" rIns="0" bIns="0" anchor="ctr">
            <a:noAutofit/>
          </a:bodyPr>
          <a:lstStyle/>
          <a:p>
            <a:pPr algn="l"/>
            <a:r>
              <a:rPr sz="850" b="0" i="0">
                <a:solidFill>
                  <a:srgbClr val="172033"/>
                </a:solidFill>
                <a:latin typeface="Fredoka SemiBold"/>
              </a:rPr>
              <a:t>Indonesia-first pricing</a:t>
            </a:r>
          </a:p>
        </p:txBody>
      </p:sp>
      <p:pic>
        <p:nvPicPr>
          <p:cNvPr id="55" name="Picture 54" descr="check_purple.png"/>
          <p:cNvPicPr>
            <a:picLocks noChangeAspect="1"/>
          </p:cNvPicPr>
          <p:nvPr/>
        </p:nvPicPr>
        <p:blipFill>
          <a:blip r:embed="rId3"/>
          <a:stretch>
            <a:fillRect/>
          </a:stretch>
        </p:blipFill>
        <p:spPr>
          <a:xfrm>
            <a:off x="3214116" y="3579875"/>
            <a:ext cx="182880" cy="182880"/>
          </a:xfrm>
          <a:prstGeom prst="rect">
            <a:avLst/>
          </a:prstGeom>
        </p:spPr>
      </p:pic>
      <p:pic>
        <p:nvPicPr>
          <p:cNvPr id="56" name="Picture 55" descr="check_green.png"/>
          <p:cNvPicPr>
            <a:picLocks noChangeAspect="1"/>
          </p:cNvPicPr>
          <p:nvPr/>
        </p:nvPicPr>
        <p:blipFill>
          <a:blip r:embed="rId4"/>
          <a:stretch>
            <a:fillRect/>
          </a:stretch>
        </p:blipFill>
        <p:spPr>
          <a:xfrm>
            <a:off x="4430268" y="3579875"/>
            <a:ext cx="182880" cy="182880"/>
          </a:xfrm>
          <a:prstGeom prst="rect">
            <a:avLst/>
          </a:prstGeom>
        </p:spPr>
      </p:pic>
      <p:sp>
        <p:nvSpPr>
          <p:cNvPr id="57" name="TextBox 56"/>
          <p:cNvSpPr txBox="1"/>
          <p:nvPr/>
        </p:nvSpPr>
        <p:spPr>
          <a:xfrm>
            <a:off x="5129784" y="352044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58" name="TextBox 57"/>
          <p:cNvSpPr txBox="1"/>
          <p:nvPr/>
        </p:nvSpPr>
        <p:spPr>
          <a:xfrm>
            <a:off x="6345936" y="352044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59" name="TextBox 58"/>
          <p:cNvSpPr txBox="1"/>
          <p:nvPr/>
        </p:nvSpPr>
        <p:spPr>
          <a:xfrm>
            <a:off x="7562088" y="3520440"/>
            <a:ext cx="1216152" cy="301752"/>
          </a:xfrm>
          <a:prstGeom prst="rect">
            <a:avLst/>
          </a:prstGeom>
          <a:noFill/>
        </p:spPr>
        <p:txBody>
          <a:bodyPr wrap="square" lIns="0" tIns="0" rIns="0" bIns="0" anchor="ctr">
            <a:noAutofit/>
          </a:bodyPr>
          <a:lstStyle/>
          <a:p>
            <a:pPr algn="ctr"/>
            <a:r>
              <a:rPr sz="900" b="0" i="0">
                <a:solidFill>
                  <a:srgbClr val="94A3B8"/>
                </a:solidFill>
                <a:latin typeface="Varela Round"/>
              </a:rPr>
              <a:t>—</a:t>
            </a:r>
          </a:p>
        </p:txBody>
      </p:sp>
      <p:sp>
        <p:nvSpPr>
          <p:cNvPr id="60" name="TextBox 59"/>
          <p:cNvSpPr txBox="1"/>
          <p:nvPr/>
        </p:nvSpPr>
        <p:spPr>
          <a:xfrm>
            <a:off x="548640" y="4023360"/>
            <a:ext cx="1188720" cy="256032"/>
          </a:xfrm>
          <a:prstGeom prst="rect">
            <a:avLst/>
          </a:prstGeom>
          <a:noFill/>
        </p:spPr>
        <p:txBody>
          <a:bodyPr wrap="square" lIns="0" tIns="0" rIns="0" bIns="0" anchor="ctr">
            <a:noAutofit/>
          </a:bodyPr>
          <a:lstStyle/>
          <a:p>
            <a:pPr algn="l"/>
            <a:r>
              <a:rPr sz="900" b="1" i="0">
                <a:solidFill>
                  <a:srgbClr val="172033"/>
                </a:solidFill>
                <a:latin typeface="Fredoka"/>
              </a:rPr>
              <a:t>Where they win</a:t>
            </a:r>
          </a:p>
        </p:txBody>
      </p:sp>
      <p:sp>
        <p:nvSpPr>
          <p:cNvPr id="61" name="Rounded Rectangle 60"/>
          <p:cNvSpPr/>
          <p:nvPr/>
        </p:nvSpPr>
        <p:spPr>
          <a:xfrm>
            <a:off x="1645920" y="4023360"/>
            <a:ext cx="1578356" cy="256032"/>
          </a:xfrm>
          <a:prstGeom prst="roundRect">
            <a:avLst>
              <a:gd name="adj" fmla="val 50000"/>
            </a:avLst>
          </a:prstGeom>
          <a:solidFill>
            <a:srgbClr val="FFFFFF"/>
          </a:solidFill>
          <a:ln w="15875">
            <a:solidFill>
              <a:srgbClr val="D9DEEA"/>
            </a:solid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172033"/>
                </a:solidFill>
                <a:latin typeface="Fredoka SemiBold"/>
              </a:rPr>
              <a:t>Faber-Castell: brand &amp; retail</a:t>
            </a:r>
          </a:p>
        </p:txBody>
      </p:sp>
      <p:sp>
        <p:nvSpPr>
          <p:cNvPr id="62" name="Rounded Rectangle 61"/>
          <p:cNvSpPr/>
          <p:nvPr/>
        </p:nvSpPr>
        <p:spPr>
          <a:xfrm>
            <a:off x="3269996" y="4023360"/>
            <a:ext cx="2040635" cy="256032"/>
          </a:xfrm>
          <a:prstGeom prst="roundRect">
            <a:avLst>
              <a:gd name="adj" fmla="val 50000"/>
            </a:avLst>
          </a:prstGeom>
          <a:solidFill>
            <a:srgbClr val="FFFFFF"/>
          </a:solidFill>
          <a:ln w="15875">
            <a:solidFill>
              <a:srgbClr val="D9DEEA"/>
            </a:solid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172033"/>
                </a:solidFill>
                <a:latin typeface="Fredoka SemiBold"/>
              </a:rPr>
              <a:t>Quiver: content library, 26M+ downloads</a:t>
            </a:r>
          </a:p>
        </p:txBody>
      </p:sp>
      <p:sp>
        <p:nvSpPr>
          <p:cNvPr id="63" name="Rounded Rectangle 62"/>
          <p:cNvSpPr/>
          <p:nvPr/>
        </p:nvSpPr>
        <p:spPr>
          <a:xfrm>
            <a:off x="5356352" y="4023360"/>
            <a:ext cx="1717040" cy="256032"/>
          </a:xfrm>
          <a:prstGeom prst="roundRect">
            <a:avLst>
              <a:gd name="adj" fmla="val 50000"/>
            </a:avLst>
          </a:prstGeom>
          <a:solidFill>
            <a:srgbClr val="FFFFFF"/>
          </a:solidFill>
          <a:ln w="15875">
            <a:solidFill>
              <a:srgbClr val="D9DEEA"/>
            </a:solid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172033"/>
                </a:solidFill>
                <a:latin typeface="Fredoka SemiBold"/>
              </a:rPr>
              <a:t>WAGZAK: curriculum, 30 languages</a:t>
            </a:r>
          </a:p>
        </p:txBody>
      </p:sp>
      <p:sp>
        <p:nvSpPr>
          <p:cNvPr id="64" name="Rounded Rectangle 63"/>
          <p:cNvSpPr/>
          <p:nvPr/>
        </p:nvSpPr>
        <p:spPr>
          <a:xfrm>
            <a:off x="7119112" y="4023360"/>
            <a:ext cx="1578356" cy="256032"/>
          </a:xfrm>
          <a:prstGeom prst="roundRect">
            <a:avLst>
              <a:gd name="adj" fmla="val 50000"/>
            </a:avLst>
          </a:prstGeom>
          <a:solidFill>
            <a:srgbClr val="FFFFFF"/>
          </a:solidFill>
          <a:ln w="15875">
            <a:solidFill>
              <a:srgbClr val="D9DEEA"/>
            </a:solid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172033"/>
                </a:solidFill>
                <a:latin typeface="Fredoka SemiBold"/>
              </a:rPr>
              <a:t>teamLab: immersive group play</a:t>
            </a:r>
          </a:p>
        </p:txBody>
      </p:sp>
      <p:sp>
        <p:nvSpPr>
          <p:cNvPr id="65" name="TextBox 64"/>
          <p:cNvSpPr txBox="1"/>
          <p:nvPr/>
        </p:nvSpPr>
        <p:spPr>
          <a:xfrm>
            <a:off x="548640" y="4370832"/>
            <a:ext cx="8046720" cy="329184"/>
          </a:xfrm>
          <a:prstGeom prst="rect">
            <a:avLst/>
          </a:prstGeom>
          <a:noFill/>
        </p:spPr>
        <p:txBody>
          <a:bodyPr wrap="square" lIns="0" tIns="0" rIns="0" bIns="0" anchor="t">
            <a:noAutofit/>
          </a:bodyPr>
          <a:lstStyle/>
          <a:p>
            <a:pPr algn="l">
              <a:lnSpc>
                <a:spcPct val="105000"/>
              </a:lnSpc>
            </a:pPr>
            <a:r>
              <a:rPr sz="950" b="0" i="0">
                <a:solidFill>
                  <a:srgbClr val="5B21B6"/>
                </a:solidFill>
                <a:latin typeface="Fredoka SemiBold"/>
              </a:rPr>
              <a:t>Scanvas: the accessibility of a web product, the shared-world magic of an installation, and the repeatability of an education platform.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949440" cy="548640"/>
          </a:xfrm>
        </p:spPr>
        <p:txBody>
          <a:bodyPr wrap="square" lIns="0" tIns="0" rIns="0" bIns="0" anchor="t">
            <a:noAutofit/>
          </a:bodyPr>
          <a:lstStyle/>
          <a:p>
            <a:pPr algn="l">
              <a:lnSpc>
                <a:spcPct val="95000"/>
              </a:lnSpc>
            </a:pPr>
            <a:r>
              <a:rPr sz="2600" b="1" i="0">
                <a:solidFill>
                  <a:srgbClr val="172033"/>
                </a:solidFill>
                <a:latin typeface="Fredoka"/>
              </a:rPr>
              <a:t>Business Model &amp; Revenue Streams</a:t>
            </a:r>
          </a:p>
        </p:txBody>
      </p:sp>
      <p:sp>
        <p:nvSpPr>
          <p:cNvPr id="3" name="Rounded Rectangle 2"/>
          <p:cNvSpPr/>
          <p:nvPr/>
        </p:nvSpPr>
        <p:spPr>
          <a:xfrm>
            <a:off x="548640"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amilies"/>
          <p:cNvPicPr>
            <a:picLocks noChangeAspect="1"/>
          </p:cNvPicPr>
          <p:nvPr/>
        </p:nvPicPr>
        <p:blipFill>
          <a:blip r:embed="rId3"/>
          <a:stretch>
            <a:fillRect/>
          </a:stretch>
        </p:blipFill>
        <p:spPr>
          <a:xfrm>
            <a:off x="548640" y="1188720"/>
            <a:ext cx="1920240" cy="960120"/>
          </a:xfrm>
          <a:prstGeom prst="rect">
            <a:avLst/>
          </a:prstGeom>
        </p:spPr>
      </p:pic>
      <p:sp>
        <p:nvSpPr>
          <p:cNvPr id="5" name="Rounded Rectangle 4"/>
          <p:cNvSpPr/>
          <p:nvPr/>
        </p:nvSpPr>
        <p:spPr>
          <a:xfrm>
            <a:off x="658368" y="1298448"/>
            <a:ext cx="1115060"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15803D"/>
                </a:solidFill>
                <a:latin typeface="Fredoka SemiBold"/>
              </a:rPr>
              <a:t>AVAILABLE NOW</a:t>
            </a:r>
          </a:p>
        </p:txBody>
      </p:sp>
      <p:sp>
        <p:nvSpPr>
          <p:cNvPr id="6" name="TextBox 5"/>
          <p:cNvSpPr txBox="1"/>
          <p:nvPr/>
        </p:nvSpPr>
        <p:spPr>
          <a:xfrm>
            <a:off x="694944" y="2249424"/>
            <a:ext cx="1645920" cy="201168"/>
          </a:xfrm>
          <a:prstGeom prst="rect">
            <a:avLst/>
          </a:prstGeom>
          <a:noFill/>
        </p:spPr>
        <p:txBody>
          <a:bodyPr wrap="square" lIns="0" tIns="0" rIns="0" bIns="0" anchor="t">
            <a:noAutofit/>
          </a:bodyPr>
          <a:lstStyle/>
          <a:p>
            <a:pPr algn="l"/>
            <a:r>
              <a:rPr sz="750" b="0" i="0">
                <a:solidFill>
                  <a:srgbClr val="7C3AED"/>
                </a:solidFill>
                <a:latin typeface="Fredoka SemiBold"/>
              </a:rPr>
              <a:t>B2C · PHYSICAL PACKS</a:t>
            </a:r>
          </a:p>
        </p:txBody>
      </p:sp>
      <p:sp>
        <p:nvSpPr>
          <p:cNvPr id="7" name="TextBox 6"/>
          <p:cNvSpPr txBox="1"/>
          <p:nvPr/>
        </p:nvSpPr>
        <p:spPr>
          <a:xfrm>
            <a:off x="694944" y="2450592"/>
            <a:ext cx="1645920" cy="457200"/>
          </a:xfrm>
          <a:prstGeom prst="rect">
            <a:avLst/>
          </a:prstGeom>
          <a:noFill/>
        </p:spPr>
        <p:txBody>
          <a:bodyPr wrap="square" lIns="0" tIns="0" rIns="0" bIns="0" anchor="t">
            <a:noAutofit/>
          </a:bodyPr>
          <a:lstStyle/>
          <a:p>
            <a:pPr algn="l">
              <a:lnSpc>
                <a:spcPct val="95000"/>
              </a:lnSpc>
            </a:pPr>
            <a:r>
              <a:rPr sz="1200" b="1" i="0">
                <a:solidFill>
                  <a:srgbClr val="172033"/>
                </a:solidFill>
                <a:latin typeface="Fredoka"/>
              </a:rPr>
              <a:t>Families</a:t>
            </a:r>
          </a:p>
        </p:txBody>
      </p:sp>
      <p:sp>
        <p:nvSpPr>
          <p:cNvPr id="8" name="TextBox 7"/>
          <p:cNvSpPr txBox="1"/>
          <p:nvPr/>
        </p:nvSpPr>
        <p:spPr>
          <a:xfrm>
            <a:off x="694944" y="2926080"/>
            <a:ext cx="1645920" cy="73152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10 A5 coloring sheets per world. Repeat purchase through new worlds.</a:t>
            </a:r>
          </a:p>
        </p:txBody>
      </p:sp>
      <p:sp>
        <p:nvSpPr>
          <p:cNvPr id="9" name="Rounded Rectangle 8"/>
          <p:cNvSpPr/>
          <p:nvPr/>
        </p:nvSpPr>
        <p:spPr>
          <a:xfrm>
            <a:off x="658368"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776472"/>
            <a:ext cx="1517904" cy="402336"/>
          </a:xfrm>
          <a:prstGeom prst="rect">
            <a:avLst/>
          </a:prstGeom>
          <a:noFill/>
        </p:spPr>
        <p:txBody>
          <a:bodyPr wrap="square" lIns="0" tIns="0" rIns="0" bIns="0" anchor="ctr">
            <a:noAutofit/>
          </a:bodyPr>
          <a:lstStyle/>
          <a:p>
            <a:pPr algn="l">
              <a:lnSpc>
                <a:spcPct val="95000"/>
              </a:lnSpc>
            </a:pPr>
            <a:r>
              <a:rPr sz="1050" b="1" i="0">
                <a:solidFill>
                  <a:srgbClr val="5B21B6"/>
                </a:solidFill>
                <a:latin typeface="Fredoka"/>
              </a:rPr>
              <a:t>Rp49,000 / pack</a:t>
            </a:r>
          </a:p>
        </p:txBody>
      </p:sp>
      <p:sp>
        <p:nvSpPr>
          <p:cNvPr id="11" name="TextBox 10"/>
          <p:cNvSpPr txBox="1"/>
          <p:nvPr/>
        </p:nvSpPr>
        <p:spPr>
          <a:xfrm>
            <a:off x="749808" y="4169663"/>
            <a:ext cx="1517904" cy="402336"/>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Order via website </a:t>
            </a:r>
            <a:r>
              <a:rPr sz="750" b="0" i="0">
                <a:solidFill>
                  <a:srgbClr val="172033"/>
                </a:solidFill>
                <a:latin typeface="Segoe UI"/>
              </a:rPr>
              <a:t>→</a:t>
            </a:r>
            <a:r>
              <a:rPr sz="750" b="0" i="0">
                <a:solidFill>
                  <a:srgbClr val="172033"/>
                </a:solidFill>
                <a:latin typeface="Varela Round"/>
              </a:rPr>
              <a:t> WhatsApp · transfer or QRIS</a:t>
            </a:r>
          </a:p>
        </p:txBody>
      </p:sp>
      <p:sp>
        <p:nvSpPr>
          <p:cNvPr id="12" name="Rounded Rectangle 11"/>
          <p:cNvSpPr/>
          <p:nvPr/>
        </p:nvSpPr>
        <p:spPr>
          <a:xfrm>
            <a:off x="2587752"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chools &amp; Events"/>
          <p:cNvPicPr>
            <a:picLocks noChangeAspect="1"/>
          </p:cNvPicPr>
          <p:nvPr/>
        </p:nvPicPr>
        <p:blipFill>
          <a:blip r:embed="rId4"/>
          <a:stretch>
            <a:fillRect/>
          </a:stretch>
        </p:blipFill>
        <p:spPr>
          <a:xfrm>
            <a:off x="2587752" y="1188720"/>
            <a:ext cx="1920240" cy="960120"/>
          </a:xfrm>
          <a:prstGeom prst="rect">
            <a:avLst/>
          </a:prstGeom>
        </p:spPr>
      </p:pic>
      <p:sp>
        <p:nvSpPr>
          <p:cNvPr id="14" name="Rounded Rectangle 13"/>
          <p:cNvSpPr/>
          <p:nvPr/>
        </p:nvSpPr>
        <p:spPr>
          <a:xfrm>
            <a:off x="2697480" y="1298448"/>
            <a:ext cx="933704" cy="21945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92400E"/>
                </a:solidFill>
                <a:latin typeface="Fredoka SemiBold"/>
              </a:rPr>
              <a:t>VALIDATING</a:t>
            </a:r>
          </a:p>
        </p:txBody>
      </p:sp>
      <p:sp>
        <p:nvSpPr>
          <p:cNvPr id="15" name="TextBox 14"/>
          <p:cNvSpPr txBox="1"/>
          <p:nvPr/>
        </p:nvSpPr>
        <p:spPr>
          <a:xfrm>
            <a:off x="2734056" y="2249424"/>
            <a:ext cx="1645920" cy="201168"/>
          </a:xfrm>
          <a:prstGeom prst="rect">
            <a:avLst/>
          </a:prstGeom>
          <a:noFill/>
        </p:spPr>
        <p:txBody>
          <a:bodyPr wrap="square" lIns="0" tIns="0" rIns="0" bIns="0" anchor="t">
            <a:noAutofit/>
          </a:bodyPr>
          <a:lstStyle/>
          <a:p>
            <a:pPr algn="l"/>
            <a:r>
              <a:rPr sz="750" b="0" i="0">
                <a:solidFill>
                  <a:srgbClr val="7C3AED"/>
                </a:solidFill>
                <a:latin typeface="Fredoka SemiBold"/>
              </a:rPr>
              <a:t>B2B · MANAGED SESSIONS</a:t>
            </a:r>
          </a:p>
        </p:txBody>
      </p:sp>
      <p:sp>
        <p:nvSpPr>
          <p:cNvPr id="16" name="TextBox 15"/>
          <p:cNvSpPr txBox="1"/>
          <p:nvPr/>
        </p:nvSpPr>
        <p:spPr>
          <a:xfrm>
            <a:off x="2734056" y="2450592"/>
            <a:ext cx="1645920" cy="457200"/>
          </a:xfrm>
          <a:prstGeom prst="rect">
            <a:avLst/>
          </a:prstGeom>
          <a:noFill/>
        </p:spPr>
        <p:txBody>
          <a:bodyPr wrap="square" lIns="0" tIns="0" rIns="0" bIns="0" anchor="t">
            <a:noAutofit/>
          </a:bodyPr>
          <a:lstStyle/>
          <a:p>
            <a:pPr algn="l">
              <a:lnSpc>
                <a:spcPct val="95000"/>
              </a:lnSpc>
            </a:pPr>
            <a:r>
              <a:rPr sz="1200" b="1" i="0">
                <a:solidFill>
                  <a:srgbClr val="172033"/>
                </a:solidFill>
                <a:latin typeface="Fredoka"/>
              </a:rPr>
              <a:t>Schools &amp; Events</a:t>
            </a:r>
          </a:p>
        </p:txBody>
      </p:sp>
      <p:sp>
        <p:nvSpPr>
          <p:cNvPr id="17" name="TextBox 16"/>
          <p:cNvSpPr txBox="1"/>
          <p:nvPr/>
        </p:nvSpPr>
        <p:spPr>
          <a:xfrm>
            <a:off x="2734056" y="2926080"/>
            <a:ext cx="1645920" cy="73152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A complete Scanvas activity run by our team for classrooms and events.</a:t>
            </a:r>
          </a:p>
        </p:txBody>
      </p:sp>
      <p:sp>
        <p:nvSpPr>
          <p:cNvPr id="18" name="Rounded Rectangle 17"/>
          <p:cNvSpPr/>
          <p:nvPr/>
        </p:nvSpPr>
        <p:spPr>
          <a:xfrm>
            <a:off x="2697480"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88920" y="3776472"/>
            <a:ext cx="1517904" cy="402336"/>
          </a:xfrm>
          <a:prstGeom prst="rect">
            <a:avLst/>
          </a:prstGeom>
          <a:noFill/>
        </p:spPr>
        <p:txBody>
          <a:bodyPr wrap="square" lIns="0" tIns="0" rIns="0" bIns="0" anchor="ctr">
            <a:noAutofit/>
          </a:bodyPr>
          <a:lstStyle/>
          <a:p>
            <a:pPr algn="l">
              <a:lnSpc>
                <a:spcPct val="95000"/>
              </a:lnSpc>
            </a:pPr>
            <a:r>
              <a:rPr sz="1050" b="1" i="0">
                <a:solidFill>
                  <a:srgbClr val="5B21B6"/>
                </a:solidFill>
                <a:latin typeface="Fredoka"/>
              </a:rPr>
              <a:t>From Rp1,000,000 / session</a:t>
            </a:r>
          </a:p>
        </p:txBody>
      </p:sp>
      <p:sp>
        <p:nvSpPr>
          <p:cNvPr id="20" name="TextBox 19"/>
          <p:cNvSpPr txBox="1"/>
          <p:nvPr/>
        </p:nvSpPr>
        <p:spPr>
          <a:xfrm>
            <a:off x="2788920" y="4169663"/>
            <a:ext cx="1517904" cy="402336"/>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Up to 30 children · pilot pricing may vary</a:t>
            </a:r>
          </a:p>
        </p:txBody>
      </p:sp>
      <p:sp>
        <p:nvSpPr>
          <p:cNvPr id="21" name="Rounded Rectangle 20"/>
          <p:cNvSpPr/>
          <p:nvPr/>
        </p:nvSpPr>
        <p:spPr>
          <a:xfrm>
            <a:off x="4626864"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elf-Operated Institutions"/>
          <p:cNvPicPr>
            <a:picLocks noChangeAspect="1"/>
          </p:cNvPicPr>
          <p:nvPr/>
        </p:nvPicPr>
        <p:blipFill>
          <a:blip r:embed="rId5"/>
          <a:stretch>
            <a:fillRect/>
          </a:stretch>
        </p:blipFill>
        <p:spPr>
          <a:xfrm>
            <a:off x="4626864" y="1188720"/>
            <a:ext cx="1920240" cy="960120"/>
          </a:xfrm>
          <a:prstGeom prst="rect">
            <a:avLst/>
          </a:prstGeom>
        </p:spPr>
      </p:pic>
      <p:sp>
        <p:nvSpPr>
          <p:cNvPr id="23" name="Rounded Rectangle 22"/>
          <p:cNvSpPr/>
          <p:nvPr/>
        </p:nvSpPr>
        <p:spPr>
          <a:xfrm>
            <a:off x="4736592" y="1298448"/>
            <a:ext cx="1175512" cy="21945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FFFFFF"/>
                </a:solidFill>
                <a:latin typeface="Fredoka SemiBold"/>
              </a:rPr>
              <a:t>IN DEVELOPMENT</a:t>
            </a:r>
          </a:p>
        </p:txBody>
      </p:sp>
      <p:sp>
        <p:nvSpPr>
          <p:cNvPr id="24" name="TextBox 23"/>
          <p:cNvSpPr txBox="1"/>
          <p:nvPr/>
        </p:nvSpPr>
        <p:spPr>
          <a:xfrm>
            <a:off x="4773168" y="2249424"/>
            <a:ext cx="1645920" cy="201168"/>
          </a:xfrm>
          <a:prstGeom prst="rect">
            <a:avLst/>
          </a:prstGeom>
          <a:noFill/>
        </p:spPr>
        <p:txBody>
          <a:bodyPr wrap="square" lIns="0" tIns="0" rIns="0" bIns="0" anchor="t">
            <a:noAutofit/>
          </a:bodyPr>
          <a:lstStyle/>
          <a:p>
            <a:pPr algn="l"/>
            <a:r>
              <a:rPr sz="750" b="0" i="0">
                <a:solidFill>
                  <a:srgbClr val="7C3AED"/>
                </a:solidFill>
                <a:latin typeface="Fredoka SemiBold"/>
              </a:rPr>
              <a:t>B2B · PLATFORM</a:t>
            </a:r>
          </a:p>
        </p:txBody>
      </p:sp>
      <p:sp>
        <p:nvSpPr>
          <p:cNvPr id="25" name="TextBox 24"/>
          <p:cNvSpPr txBox="1"/>
          <p:nvPr/>
        </p:nvSpPr>
        <p:spPr>
          <a:xfrm>
            <a:off x="4773168" y="2450592"/>
            <a:ext cx="1645920" cy="457200"/>
          </a:xfrm>
          <a:prstGeom prst="rect">
            <a:avLst/>
          </a:prstGeom>
          <a:noFill/>
        </p:spPr>
        <p:txBody>
          <a:bodyPr wrap="square" lIns="0" tIns="0" rIns="0" bIns="0" anchor="t">
            <a:noAutofit/>
          </a:bodyPr>
          <a:lstStyle/>
          <a:p>
            <a:pPr algn="l">
              <a:lnSpc>
                <a:spcPct val="95000"/>
              </a:lnSpc>
            </a:pPr>
            <a:r>
              <a:rPr sz="1200" b="1" i="0">
                <a:solidFill>
                  <a:srgbClr val="172033"/>
                </a:solidFill>
                <a:latin typeface="Fredoka"/>
              </a:rPr>
              <a:t>Self-Operated Institutions</a:t>
            </a:r>
          </a:p>
        </p:txBody>
      </p:sp>
      <p:sp>
        <p:nvSpPr>
          <p:cNvPr id="26" name="TextBox 25"/>
          <p:cNvSpPr txBox="1"/>
          <p:nvPr/>
        </p:nvSpPr>
        <p:spPr>
          <a:xfrm>
            <a:off x="4773168" y="2926080"/>
            <a:ext cx="1645920" cy="73152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Bulk drawing processing through Scanvas Studio; the institution runs the activity.</a:t>
            </a:r>
          </a:p>
        </p:txBody>
      </p:sp>
      <p:sp>
        <p:nvSpPr>
          <p:cNvPr id="27" name="Rounded Rectangle 26"/>
          <p:cNvSpPr/>
          <p:nvPr/>
        </p:nvSpPr>
        <p:spPr>
          <a:xfrm>
            <a:off x="4736592"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28031" y="3776472"/>
            <a:ext cx="1517904" cy="402336"/>
          </a:xfrm>
          <a:prstGeom prst="rect">
            <a:avLst/>
          </a:prstGeom>
          <a:noFill/>
        </p:spPr>
        <p:txBody>
          <a:bodyPr wrap="square" lIns="0" tIns="0" rIns="0" bIns="0" anchor="ctr">
            <a:noAutofit/>
          </a:bodyPr>
          <a:lstStyle/>
          <a:p>
            <a:pPr algn="l">
              <a:lnSpc>
                <a:spcPct val="95000"/>
              </a:lnSpc>
            </a:pPr>
            <a:r>
              <a:rPr sz="1050" b="1" i="0">
                <a:solidFill>
                  <a:srgbClr val="5B21B6"/>
                </a:solidFill>
                <a:latin typeface="Fredoka"/>
              </a:rPr>
              <a:t>Rp2,000–3,000 / drawing</a:t>
            </a:r>
          </a:p>
        </p:txBody>
      </p:sp>
      <p:sp>
        <p:nvSpPr>
          <p:cNvPr id="29" name="TextBox 28"/>
          <p:cNvSpPr txBox="1"/>
          <p:nvPr/>
        </p:nvSpPr>
        <p:spPr>
          <a:xfrm>
            <a:off x="4828031" y="4169663"/>
            <a:ext cx="1517904" cy="402336"/>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Rp3,000 (25+) · Rp2,500 (50+) · Rp2,000 (1,000+)</a:t>
            </a:r>
          </a:p>
        </p:txBody>
      </p:sp>
      <p:sp>
        <p:nvSpPr>
          <p:cNvPr id="30" name="Rounded Rectangle 29"/>
          <p:cNvSpPr/>
          <p:nvPr/>
        </p:nvSpPr>
        <p:spPr>
          <a:xfrm>
            <a:off x="6665975"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Learning Content"/>
          <p:cNvPicPr>
            <a:picLocks noChangeAspect="1"/>
          </p:cNvPicPr>
          <p:nvPr/>
        </p:nvPicPr>
        <p:blipFill>
          <a:blip r:embed="rId6"/>
          <a:stretch>
            <a:fillRect/>
          </a:stretch>
        </p:blipFill>
        <p:spPr>
          <a:xfrm>
            <a:off x="6665975" y="1188720"/>
            <a:ext cx="1920240" cy="960120"/>
          </a:xfrm>
          <a:prstGeom prst="rect">
            <a:avLst/>
          </a:prstGeom>
        </p:spPr>
      </p:pic>
      <p:sp>
        <p:nvSpPr>
          <p:cNvPr id="32" name="Rounded Rectangle 31"/>
          <p:cNvSpPr/>
          <p:nvPr/>
        </p:nvSpPr>
        <p:spPr>
          <a:xfrm>
            <a:off x="6775703" y="1298448"/>
            <a:ext cx="691896" cy="219456"/>
          </a:xfrm>
          <a:prstGeom prst="roundRect">
            <a:avLst>
              <a:gd name="adj" fmla="val 50000"/>
            </a:avLst>
          </a:prstGeom>
          <a:solidFill>
            <a:srgbClr val="FFFFFF"/>
          </a:solidFill>
          <a:ln w="15875">
            <a:solidFill>
              <a:srgbClr val="5B21B6"/>
            </a:solid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00" b="0" i="0">
                <a:solidFill>
                  <a:srgbClr val="5B21B6"/>
                </a:solidFill>
                <a:latin typeface="Fredoka SemiBold"/>
              </a:rPr>
              <a:t>FUTURE</a:t>
            </a:r>
          </a:p>
        </p:txBody>
      </p:sp>
      <p:sp>
        <p:nvSpPr>
          <p:cNvPr id="33" name="TextBox 32"/>
          <p:cNvSpPr txBox="1"/>
          <p:nvPr/>
        </p:nvSpPr>
        <p:spPr>
          <a:xfrm>
            <a:off x="6812279" y="2249424"/>
            <a:ext cx="1645920" cy="201168"/>
          </a:xfrm>
          <a:prstGeom prst="rect">
            <a:avLst/>
          </a:prstGeom>
          <a:noFill/>
        </p:spPr>
        <p:txBody>
          <a:bodyPr wrap="square" lIns="0" tIns="0" rIns="0" bIns="0" anchor="t">
            <a:noAutofit/>
          </a:bodyPr>
          <a:lstStyle/>
          <a:p>
            <a:pPr algn="l"/>
            <a:r>
              <a:rPr sz="750" b="0" i="0">
                <a:solidFill>
                  <a:srgbClr val="7C3AED"/>
                </a:solidFill>
                <a:latin typeface="Fredoka SemiBold"/>
              </a:rPr>
              <a:t>FUTURE · CONTENT</a:t>
            </a:r>
          </a:p>
        </p:txBody>
      </p:sp>
      <p:sp>
        <p:nvSpPr>
          <p:cNvPr id="34" name="TextBox 33"/>
          <p:cNvSpPr txBox="1"/>
          <p:nvPr/>
        </p:nvSpPr>
        <p:spPr>
          <a:xfrm>
            <a:off x="6812279" y="2450592"/>
            <a:ext cx="1645920" cy="457200"/>
          </a:xfrm>
          <a:prstGeom prst="rect">
            <a:avLst/>
          </a:prstGeom>
          <a:noFill/>
        </p:spPr>
        <p:txBody>
          <a:bodyPr wrap="square" lIns="0" tIns="0" rIns="0" bIns="0" anchor="t">
            <a:noAutofit/>
          </a:bodyPr>
          <a:lstStyle/>
          <a:p>
            <a:pPr algn="l">
              <a:lnSpc>
                <a:spcPct val="95000"/>
              </a:lnSpc>
            </a:pPr>
            <a:r>
              <a:rPr sz="1200" b="1" i="0">
                <a:solidFill>
                  <a:srgbClr val="172033"/>
                </a:solidFill>
                <a:latin typeface="Fredoka"/>
              </a:rPr>
              <a:t>Learning Content</a:t>
            </a:r>
          </a:p>
        </p:txBody>
      </p:sp>
      <p:sp>
        <p:nvSpPr>
          <p:cNvPr id="35" name="TextBox 34"/>
          <p:cNvSpPr txBox="1"/>
          <p:nvPr/>
        </p:nvSpPr>
        <p:spPr>
          <a:xfrm>
            <a:off x="6812279" y="2926080"/>
            <a:ext cx="1645920" cy="73152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New worlds, creative classes, and learning add-ons on the same engine.</a:t>
            </a:r>
          </a:p>
        </p:txBody>
      </p:sp>
      <p:sp>
        <p:nvSpPr>
          <p:cNvPr id="36" name="Rounded Rectangle 35"/>
          <p:cNvSpPr/>
          <p:nvPr/>
        </p:nvSpPr>
        <p:spPr>
          <a:xfrm>
            <a:off x="6775703"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67143" y="3776472"/>
            <a:ext cx="1517904" cy="402336"/>
          </a:xfrm>
          <a:prstGeom prst="rect">
            <a:avLst/>
          </a:prstGeom>
          <a:noFill/>
        </p:spPr>
        <p:txBody>
          <a:bodyPr wrap="square" lIns="0" tIns="0" rIns="0" bIns="0" anchor="ctr">
            <a:noAutofit/>
          </a:bodyPr>
          <a:lstStyle/>
          <a:p>
            <a:pPr algn="l">
              <a:lnSpc>
                <a:spcPct val="95000"/>
              </a:lnSpc>
            </a:pPr>
            <a:r>
              <a:rPr sz="1050" b="1" i="0">
                <a:solidFill>
                  <a:srgbClr val="5B21B6"/>
                </a:solidFill>
                <a:latin typeface="Fredoka"/>
              </a:rPr>
              <a:t>Subscriptions &amp; add-ons</a:t>
            </a:r>
          </a:p>
        </p:txBody>
      </p:sp>
      <p:sp>
        <p:nvSpPr>
          <p:cNvPr id="38" name="TextBox 37"/>
          <p:cNvSpPr txBox="1"/>
          <p:nvPr/>
        </p:nvSpPr>
        <p:spPr>
          <a:xfrm>
            <a:off x="6867143" y="4169663"/>
            <a:ext cx="1517904" cy="402336"/>
          </a:xfrm>
          <a:prstGeom prst="rect">
            <a:avLst/>
          </a:prstGeom>
          <a:noFill/>
        </p:spPr>
        <p:txBody>
          <a:bodyPr wrap="square" lIns="0" tIns="0" rIns="0" bIns="0" anchor="t">
            <a:noAutofit/>
          </a:bodyPr>
          <a:lstStyle/>
          <a:p>
            <a:pPr algn="l">
              <a:lnSpc>
                <a:spcPct val="100000"/>
              </a:lnSpc>
            </a:pPr>
            <a:r>
              <a:rPr sz="750" b="0" i="0">
                <a:solidFill>
                  <a:srgbClr val="172033"/>
                </a:solidFill>
                <a:latin typeface="Varela Round"/>
              </a:rPr>
              <a:t>Priced after B2C and B2B validation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5486400" cy="548640"/>
          </a:xfrm>
        </p:spPr>
        <p:txBody>
          <a:bodyPr wrap="square" lIns="0" tIns="0" rIns="0" bIns="0" anchor="t">
            <a:noAutofit/>
          </a:bodyPr>
          <a:lstStyle/>
          <a:p>
            <a:pPr algn="l">
              <a:lnSpc>
                <a:spcPct val="95000"/>
              </a:lnSpc>
            </a:pPr>
            <a:r>
              <a:rPr sz="2600" b="1" i="0">
                <a:solidFill>
                  <a:srgbClr val="172033"/>
                </a:solidFill>
                <a:latin typeface="Fredoka"/>
              </a:rPr>
              <a:t>Traction &amp; Validation</a:t>
            </a:r>
          </a:p>
        </p:txBody>
      </p:sp>
      <p:sp>
        <p:nvSpPr>
          <p:cNvPr id="3" name="Rounded Rectangle 2"/>
          <p:cNvSpPr/>
          <p:nvPr/>
        </p:nvSpPr>
        <p:spPr>
          <a:xfrm>
            <a:off x="548640" y="1097280"/>
            <a:ext cx="312816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337962" tIns="0" bIns="0" rtlCol="0" anchor="ctr">
            <a:noAutofit/>
          </a:bodyPr>
          <a:lstStyle/>
          <a:p>
            <a:pPr algn="l"/>
            <a:r>
              <a:rPr sz="900" b="0" i="0">
                <a:solidFill>
                  <a:srgbClr val="5B21B6"/>
                </a:solidFill>
                <a:latin typeface="Fredoka SemiBold"/>
              </a:rPr>
              <a:t>Stage: live product · pre-revenue</a:t>
            </a:r>
          </a:p>
        </p:txBody>
      </p:sp>
      <p:pic>
        <p:nvPicPr>
          <p:cNvPr id="4" name="Picture 3" descr="check_purple.png"/>
          <p:cNvPicPr>
            <a:picLocks noChangeAspect="1"/>
          </p:cNvPicPr>
          <p:nvPr/>
        </p:nvPicPr>
        <p:blipFill>
          <a:blip r:embed="rId3"/>
          <a:stretch>
            <a:fillRect/>
          </a:stretch>
        </p:blipFill>
        <p:spPr>
          <a:xfrm>
            <a:off x="658368" y="1152875"/>
            <a:ext cx="181416" cy="181416"/>
          </a:xfrm>
          <a:prstGeom prst="rect">
            <a:avLst/>
          </a:prstGeom>
        </p:spPr>
      </p:pic>
      <p:sp>
        <p:nvSpPr>
          <p:cNvPr id="5" name="Rounded Rectangle 4"/>
          <p:cNvSpPr/>
          <p:nvPr/>
        </p:nvSpPr>
        <p:spPr>
          <a:xfrm>
            <a:off x="548640" y="1600200"/>
            <a:ext cx="1261872" cy="1188720"/>
          </a:xfrm>
          <a:prstGeom prst="roundRect">
            <a:avLst>
              <a:gd name="adj" fmla="val 1076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91640"/>
            <a:ext cx="1261872" cy="548640"/>
          </a:xfrm>
          <a:prstGeom prst="rect">
            <a:avLst/>
          </a:prstGeom>
          <a:noFill/>
        </p:spPr>
        <p:txBody>
          <a:bodyPr wrap="square" lIns="0" tIns="0" rIns="0" bIns="0" anchor="ctr">
            <a:noAutofit/>
          </a:bodyPr>
          <a:lstStyle/>
          <a:p>
            <a:pPr algn="ctr"/>
            <a:r>
              <a:rPr sz="3000" b="1" i="0">
                <a:solidFill>
                  <a:srgbClr val="5B21B6"/>
                </a:solidFill>
                <a:latin typeface="Fredoka"/>
              </a:rPr>
              <a:t>2</a:t>
            </a:r>
          </a:p>
        </p:txBody>
      </p:sp>
      <p:sp>
        <p:nvSpPr>
          <p:cNvPr id="7" name="TextBox 6"/>
          <p:cNvSpPr txBox="1"/>
          <p:nvPr/>
        </p:nvSpPr>
        <p:spPr>
          <a:xfrm>
            <a:off x="640080" y="2267712"/>
            <a:ext cx="1078992" cy="457200"/>
          </a:xfrm>
          <a:prstGeom prst="rect">
            <a:avLst/>
          </a:prstGeom>
          <a:noFill/>
        </p:spPr>
        <p:txBody>
          <a:bodyPr wrap="square" lIns="0" tIns="0" rIns="0" bIns="0" anchor="t">
            <a:noAutofit/>
          </a:bodyPr>
          <a:lstStyle/>
          <a:p>
            <a:pPr algn="ctr">
              <a:lnSpc>
                <a:spcPct val="100000"/>
              </a:lnSpc>
            </a:pPr>
            <a:r>
              <a:rPr sz="850" b="0" i="0">
                <a:solidFill>
                  <a:srgbClr val="172033"/>
                </a:solidFill>
                <a:latin typeface="Fredoka SemiBold"/>
              </a:rPr>
              <a:t>interactive worlds live</a:t>
            </a:r>
          </a:p>
        </p:txBody>
      </p:sp>
      <p:sp>
        <p:nvSpPr>
          <p:cNvPr id="8" name="Rounded Rectangle 7"/>
          <p:cNvSpPr/>
          <p:nvPr/>
        </p:nvSpPr>
        <p:spPr>
          <a:xfrm>
            <a:off x="1920240" y="1600200"/>
            <a:ext cx="1261872" cy="1188720"/>
          </a:xfrm>
          <a:prstGeom prst="roundRect">
            <a:avLst>
              <a:gd name="adj" fmla="val 1076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20240" y="1691640"/>
            <a:ext cx="1261872" cy="548640"/>
          </a:xfrm>
          <a:prstGeom prst="rect">
            <a:avLst/>
          </a:prstGeom>
          <a:noFill/>
        </p:spPr>
        <p:txBody>
          <a:bodyPr wrap="square" lIns="0" tIns="0" rIns="0" bIns="0" anchor="ctr">
            <a:noAutofit/>
          </a:bodyPr>
          <a:lstStyle/>
          <a:p>
            <a:pPr algn="ctr"/>
            <a:r>
              <a:rPr sz="3000" b="1" i="0">
                <a:solidFill>
                  <a:srgbClr val="5B21B6"/>
                </a:solidFill>
                <a:latin typeface="Fredoka"/>
              </a:rPr>
              <a:t>30</a:t>
            </a:r>
          </a:p>
        </p:txBody>
      </p:sp>
      <p:sp>
        <p:nvSpPr>
          <p:cNvPr id="10" name="TextBox 9"/>
          <p:cNvSpPr txBox="1"/>
          <p:nvPr/>
        </p:nvSpPr>
        <p:spPr>
          <a:xfrm>
            <a:off x="2011680" y="2267712"/>
            <a:ext cx="1078992" cy="457200"/>
          </a:xfrm>
          <a:prstGeom prst="rect">
            <a:avLst/>
          </a:prstGeom>
          <a:noFill/>
        </p:spPr>
        <p:txBody>
          <a:bodyPr wrap="square" lIns="0" tIns="0" rIns="0" bIns="0" anchor="t">
            <a:noAutofit/>
          </a:bodyPr>
          <a:lstStyle/>
          <a:p>
            <a:pPr algn="ctr">
              <a:lnSpc>
                <a:spcPct val="100000"/>
              </a:lnSpc>
            </a:pPr>
            <a:r>
              <a:rPr sz="850" b="0" i="0">
                <a:solidFill>
                  <a:srgbClr val="172033"/>
                </a:solidFill>
                <a:latin typeface="Fredoka SemiBold"/>
              </a:rPr>
              <a:t>children in first TPA pilot</a:t>
            </a:r>
          </a:p>
        </p:txBody>
      </p:sp>
      <p:sp>
        <p:nvSpPr>
          <p:cNvPr id="11" name="Rounded Rectangle 10"/>
          <p:cNvSpPr/>
          <p:nvPr/>
        </p:nvSpPr>
        <p:spPr>
          <a:xfrm>
            <a:off x="3291840" y="1600200"/>
            <a:ext cx="1261872" cy="1188720"/>
          </a:xfrm>
          <a:prstGeom prst="roundRect">
            <a:avLst>
              <a:gd name="adj" fmla="val 1076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691640"/>
            <a:ext cx="1261872" cy="548640"/>
          </a:xfrm>
          <a:prstGeom prst="rect">
            <a:avLst/>
          </a:prstGeom>
          <a:noFill/>
        </p:spPr>
        <p:txBody>
          <a:bodyPr wrap="square" lIns="0" tIns="0" rIns="0" bIns="0" anchor="ctr">
            <a:noAutofit/>
          </a:bodyPr>
          <a:lstStyle/>
          <a:p>
            <a:pPr algn="ctr"/>
            <a:r>
              <a:rPr sz="3000" b="1" i="0">
                <a:solidFill>
                  <a:srgbClr val="5B21B6"/>
                </a:solidFill>
                <a:latin typeface="Fredoka"/>
              </a:rPr>
              <a:t>5</a:t>
            </a:r>
          </a:p>
        </p:txBody>
      </p:sp>
      <p:sp>
        <p:nvSpPr>
          <p:cNvPr id="13" name="TextBox 12"/>
          <p:cNvSpPr txBox="1"/>
          <p:nvPr/>
        </p:nvSpPr>
        <p:spPr>
          <a:xfrm>
            <a:off x="3383280" y="2267712"/>
            <a:ext cx="1078992" cy="457200"/>
          </a:xfrm>
          <a:prstGeom prst="rect">
            <a:avLst/>
          </a:prstGeom>
          <a:noFill/>
        </p:spPr>
        <p:txBody>
          <a:bodyPr wrap="square" lIns="0" tIns="0" rIns="0" bIns="0" anchor="t">
            <a:noAutofit/>
          </a:bodyPr>
          <a:lstStyle/>
          <a:p>
            <a:pPr algn="ctr">
              <a:lnSpc>
                <a:spcPct val="100000"/>
              </a:lnSpc>
            </a:pPr>
            <a:r>
              <a:rPr sz="850" b="0" i="0">
                <a:solidFill>
                  <a:srgbClr val="172033"/>
                </a:solidFill>
                <a:latin typeface="Fredoka SemiBold"/>
              </a:rPr>
              <a:t>improvements from pilot feedback</a:t>
            </a:r>
          </a:p>
        </p:txBody>
      </p:sp>
      <p:sp>
        <p:nvSpPr>
          <p:cNvPr id="14" name="Rounded Rectangle 13"/>
          <p:cNvSpPr/>
          <p:nvPr/>
        </p:nvSpPr>
        <p:spPr>
          <a:xfrm>
            <a:off x="548640" y="3063240"/>
            <a:ext cx="739394"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50" b="0" i="0">
                <a:solidFill>
                  <a:srgbClr val="5B21B6"/>
                </a:solidFill>
                <a:latin typeface="Fredoka SemiBold"/>
              </a:rPr>
              <a:t>Built</a:t>
            </a:r>
          </a:p>
        </p:txBody>
      </p:sp>
      <p:pic>
        <p:nvPicPr>
          <p:cNvPr id="15" name="Picture 14" descr="arrow-right_purple.png"/>
          <p:cNvPicPr>
            <a:picLocks noChangeAspect="1"/>
          </p:cNvPicPr>
          <p:nvPr/>
        </p:nvPicPr>
        <p:blipFill>
          <a:blip r:embed="rId4"/>
          <a:stretch>
            <a:fillRect/>
          </a:stretch>
        </p:blipFill>
        <p:spPr>
          <a:xfrm>
            <a:off x="1329181" y="3150108"/>
            <a:ext cx="137160" cy="137160"/>
          </a:xfrm>
          <a:prstGeom prst="rect">
            <a:avLst/>
          </a:prstGeom>
        </p:spPr>
      </p:pic>
      <p:sp>
        <p:nvSpPr>
          <p:cNvPr id="16" name="Rounded Rectangle 15"/>
          <p:cNvSpPr/>
          <p:nvPr/>
        </p:nvSpPr>
        <p:spPr>
          <a:xfrm>
            <a:off x="1507490" y="3063240"/>
            <a:ext cx="821436"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50" b="0" i="0">
                <a:solidFill>
                  <a:srgbClr val="5B21B6"/>
                </a:solidFill>
                <a:latin typeface="Fredoka SemiBold"/>
              </a:rPr>
              <a:t>Tested</a:t>
            </a:r>
          </a:p>
        </p:txBody>
      </p:sp>
      <p:pic>
        <p:nvPicPr>
          <p:cNvPr id="17" name="Picture 16" descr="arrow-right_purple.png"/>
          <p:cNvPicPr>
            <a:picLocks noChangeAspect="1"/>
          </p:cNvPicPr>
          <p:nvPr/>
        </p:nvPicPr>
        <p:blipFill>
          <a:blip r:embed="rId4"/>
          <a:stretch>
            <a:fillRect/>
          </a:stretch>
        </p:blipFill>
        <p:spPr>
          <a:xfrm>
            <a:off x="2370074" y="3150108"/>
            <a:ext cx="137160" cy="137160"/>
          </a:xfrm>
          <a:prstGeom prst="rect">
            <a:avLst/>
          </a:prstGeom>
        </p:spPr>
      </p:pic>
      <p:sp>
        <p:nvSpPr>
          <p:cNvPr id="18" name="Rounded Rectangle 17"/>
          <p:cNvSpPr/>
          <p:nvPr/>
        </p:nvSpPr>
        <p:spPr>
          <a:xfrm>
            <a:off x="2548382" y="3063240"/>
            <a:ext cx="903478"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50" b="0" i="0">
                <a:solidFill>
                  <a:srgbClr val="5B21B6"/>
                </a:solidFill>
                <a:latin typeface="Fredoka SemiBold"/>
              </a:rPr>
              <a:t>Learned</a:t>
            </a:r>
          </a:p>
        </p:txBody>
      </p:sp>
      <p:pic>
        <p:nvPicPr>
          <p:cNvPr id="19" name="Picture 18" descr="arrow-right_purple.png"/>
          <p:cNvPicPr>
            <a:picLocks noChangeAspect="1"/>
          </p:cNvPicPr>
          <p:nvPr/>
        </p:nvPicPr>
        <p:blipFill>
          <a:blip r:embed="rId4"/>
          <a:stretch>
            <a:fillRect/>
          </a:stretch>
        </p:blipFill>
        <p:spPr>
          <a:xfrm>
            <a:off x="3493008" y="3150108"/>
            <a:ext cx="137160" cy="137160"/>
          </a:xfrm>
          <a:prstGeom prst="rect">
            <a:avLst/>
          </a:prstGeom>
        </p:spPr>
      </p:pic>
      <p:sp>
        <p:nvSpPr>
          <p:cNvPr id="20" name="Rounded Rectangle 19"/>
          <p:cNvSpPr/>
          <p:nvPr/>
        </p:nvSpPr>
        <p:spPr>
          <a:xfrm>
            <a:off x="3671316" y="3063240"/>
            <a:ext cx="903478"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50" b="0" i="0">
                <a:solidFill>
                  <a:srgbClr val="5B21B6"/>
                </a:solidFill>
                <a:latin typeface="Fredoka SemiBold"/>
              </a:rPr>
              <a:t>Shipped</a:t>
            </a:r>
          </a:p>
        </p:txBody>
      </p:sp>
      <p:sp>
        <p:nvSpPr>
          <p:cNvPr id="21" name="TextBox 20"/>
          <p:cNvSpPr txBox="1"/>
          <p:nvPr/>
        </p:nvSpPr>
        <p:spPr>
          <a:xfrm>
            <a:off x="548640" y="3611880"/>
            <a:ext cx="4023360" cy="457200"/>
          </a:xfrm>
          <a:prstGeom prst="rect">
            <a:avLst/>
          </a:prstGeom>
          <a:noFill/>
        </p:spPr>
        <p:txBody>
          <a:bodyPr wrap="square" lIns="0" tIns="0" rIns="0" bIns="0" anchor="t">
            <a:noAutofit/>
          </a:bodyPr>
          <a:lstStyle/>
          <a:p>
            <a:pPr algn="l">
              <a:lnSpc>
                <a:spcPct val="110000"/>
              </a:lnSpc>
            </a:pPr>
            <a:r>
              <a:rPr sz="950" b="0" i="0">
                <a:solidFill>
                  <a:srgbClr val="172033"/>
                </a:solidFill>
                <a:latin typeface="Varela Round"/>
              </a:rPr>
              <a:t>Live at scanvas.id · public digital trial · Ocean &amp; Vehicle worlds</a:t>
            </a:r>
          </a:p>
        </p:txBody>
      </p:sp>
      <p:sp>
        <p:nvSpPr>
          <p:cNvPr id="22" name="Rounded Rectangle 21"/>
          <p:cNvSpPr/>
          <p:nvPr/>
        </p:nvSpPr>
        <p:spPr>
          <a:xfrm>
            <a:off x="4846320" y="1097280"/>
            <a:ext cx="3749039" cy="3520440"/>
          </a:xfrm>
          <a:prstGeom prst="roundRect">
            <a:avLst>
              <a:gd name="adj" fmla="val 4675"/>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47488" y="1261872"/>
            <a:ext cx="3383280" cy="457200"/>
          </a:xfrm>
          <a:prstGeom prst="rect">
            <a:avLst/>
          </a:prstGeom>
          <a:noFill/>
        </p:spPr>
        <p:txBody>
          <a:bodyPr wrap="square" lIns="0" tIns="0" rIns="0" bIns="0" anchor="t">
            <a:noAutofit/>
          </a:bodyPr>
          <a:lstStyle/>
          <a:p>
            <a:pPr algn="l">
              <a:lnSpc>
                <a:spcPct val="100000"/>
              </a:lnSpc>
            </a:pPr>
            <a:r>
              <a:rPr sz="1200" b="1" i="0">
                <a:solidFill>
                  <a:srgbClr val="172033"/>
                </a:solidFill>
                <a:latin typeface="Fredoka"/>
              </a:rPr>
              <a:t>Pilot feedback already changed the product</a:t>
            </a:r>
          </a:p>
        </p:txBody>
      </p:sp>
      <p:sp>
        <p:nvSpPr>
          <p:cNvPr id="24" name="Rounded Rectangle 23"/>
          <p:cNvSpPr/>
          <p:nvPr/>
        </p:nvSpPr>
        <p:spPr>
          <a:xfrm>
            <a:off x="5047488" y="1920240"/>
            <a:ext cx="868680" cy="256032"/>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00" b="0" i="0">
                <a:solidFill>
                  <a:srgbClr val="15803D"/>
                </a:solidFill>
                <a:latin typeface="Fredoka SemiBold"/>
              </a:rPr>
              <a:t>Shipped</a:t>
            </a:r>
          </a:p>
        </p:txBody>
      </p:sp>
      <p:sp>
        <p:nvSpPr>
          <p:cNvPr id="25" name="TextBox 24"/>
          <p:cNvSpPr txBox="1"/>
          <p:nvPr/>
        </p:nvSpPr>
        <p:spPr>
          <a:xfrm>
            <a:off x="6035040" y="1883664"/>
            <a:ext cx="2423160" cy="329184"/>
          </a:xfrm>
          <a:prstGeom prst="rect">
            <a:avLst/>
          </a:prstGeom>
          <a:noFill/>
        </p:spPr>
        <p:txBody>
          <a:bodyPr wrap="square" lIns="0" tIns="0" rIns="0" bIns="0" anchor="ctr">
            <a:noAutofit/>
          </a:bodyPr>
          <a:lstStyle/>
          <a:p>
            <a:pPr algn="l"/>
            <a:r>
              <a:rPr sz="1000" b="0" i="0">
                <a:solidFill>
                  <a:srgbClr val="172033"/>
                </a:solidFill>
                <a:latin typeface="Varela Round"/>
              </a:rPr>
              <a:t>Larger world for more creations</a:t>
            </a:r>
          </a:p>
        </p:txBody>
      </p:sp>
      <p:sp>
        <p:nvSpPr>
          <p:cNvPr id="26" name="Rounded Rectangle 25"/>
          <p:cNvSpPr/>
          <p:nvPr/>
        </p:nvSpPr>
        <p:spPr>
          <a:xfrm>
            <a:off x="5047488" y="2432304"/>
            <a:ext cx="868680" cy="256032"/>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00" b="0" i="0">
                <a:solidFill>
                  <a:srgbClr val="15803D"/>
                </a:solidFill>
                <a:latin typeface="Fredoka SemiBold"/>
              </a:rPr>
              <a:t>Shipped</a:t>
            </a:r>
          </a:p>
        </p:txBody>
      </p:sp>
      <p:sp>
        <p:nvSpPr>
          <p:cNvPr id="27" name="TextBox 26"/>
          <p:cNvSpPr txBox="1"/>
          <p:nvPr/>
        </p:nvSpPr>
        <p:spPr>
          <a:xfrm>
            <a:off x="6035040" y="2395728"/>
            <a:ext cx="2423160" cy="329184"/>
          </a:xfrm>
          <a:prstGeom prst="rect">
            <a:avLst/>
          </a:prstGeom>
          <a:noFill/>
        </p:spPr>
        <p:txBody>
          <a:bodyPr wrap="square" lIns="0" tIns="0" rIns="0" bIns="0" anchor="ctr">
            <a:noAutofit/>
          </a:bodyPr>
          <a:lstStyle/>
          <a:p>
            <a:pPr algn="l"/>
            <a:r>
              <a:rPr sz="1000" b="0" i="0">
                <a:solidFill>
                  <a:srgbClr val="172033"/>
                </a:solidFill>
                <a:latin typeface="Varela Round"/>
              </a:rPr>
              <a:t>Digital trial before purchase</a:t>
            </a:r>
          </a:p>
        </p:txBody>
      </p:sp>
      <p:sp>
        <p:nvSpPr>
          <p:cNvPr id="28" name="Rounded Rectangle 27"/>
          <p:cNvSpPr/>
          <p:nvPr/>
        </p:nvSpPr>
        <p:spPr>
          <a:xfrm>
            <a:off x="5047488" y="2944368"/>
            <a:ext cx="86868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00" b="0" i="0">
                <a:solidFill>
                  <a:srgbClr val="5B21B6"/>
                </a:solidFill>
                <a:latin typeface="Fredoka SemiBold"/>
              </a:rPr>
              <a:t>In progress</a:t>
            </a:r>
          </a:p>
        </p:txBody>
      </p:sp>
      <p:sp>
        <p:nvSpPr>
          <p:cNvPr id="29" name="TextBox 28"/>
          <p:cNvSpPr txBox="1"/>
          <p:nvPr/>
        </p:nvSpPr>
        <p:spPr>
          <a:xfrm>
            <a:off x="6035040" y="2907792"/>
            <a:ext cx="2423160" cy="329184"/>
          </a:xfrm>
          <a:prstGeom prst="rect">
            <a:avLst/>
          </a:prstGeom>
          <a:noFill/>
        </p:spPr>
        <p:txBody>
          <a:bodyPr wrap="square" lIns="0" tIns="0" rIns="0" bIns="0" anchor="ctr">
            <a:noAutofit/>
          </a:bodyPr>
          <a:lstStyle/>
          <a:p>
            <a:pPr algn="l"/>
            <a:r>
              <a:rPr sz="1000" b="0" i="0">
                <a:solidFill>
                  <a:srgbClr val="172033"/>
                </a:solidFill>
                <a:latin typeface="Varela Round"/>
              </a:rPr>
              <a:t>Bulk drawing uploads</a:t>
            </a:r>
          </a:p>
        </p:txBody>
      </p:sp>
      <p:sp>
        <p:nvSpPr>
          <p:cNvPr id="30" name="Rounded Rectangle 29"/>
          <p:cNvSpPr/>
          <p:nvPr/>
        </p:nvSpPr>
        <p:spPr>
          <a:xfrm>
            <a:off x="5047488" y="3456432"/>
            <a:ext cx="86868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00" b="0" i="0">
                <a:solidFill>
                  <a:srgbClr val="5B21B6"/>
                </a:solidFill>
                <a:latin typeface="Fredoka SemiBold"/>
              </a:rPr>
              <a:t>In progress</a:t>
            </a:r>
          </a:p>
        </p:txBody>
      </p:sp>
      <p:sp>
        <p:nvSpPr>
          <p:cNvPr id="31" name="TextBox 30"/>
          <p:cNvSpPr txBox="1"/>
          <p:nvPr/>
        </p:nvSpPr>
        <p:spPr>
          <a:xfrm>
            <a:off x="6035040" y="3419856"/>
            <a:ext cx="2423160" cy="329184"/>
          </a:xfrm>
          <a:prstGeom prst="rect">
            <a:avLst/>
          </a:prstGeom>
          <a:noFill/>
        </p:spPr>
        <p:txBody>
          <a:bodyPr wrap="square" lIns="0" tIns="0" rIns="0" bIns="0" anchor="ctr">
            <a:noAutofit/>
          </a:bodyPr>
          <a:lstStyle/>
          <a:p>
            <a:pPr algn="l"/>
            <a:r>
              <a:rPr sz="1000" b="0" i="0">
                <a:solidFill>
                  <a:srgbClr val="172033"/>
                </a:solidFill>
                <a:latin typeface="Varela Round"/>
              </a:rPr>
              <a:t>Learning space after play</a:t>
            </a:r>
          </a:p>
        </p:txBody>
      </p:sp>
      <p:sp>
        <p:nvSpPr>
          <p:cNvPr id="32" name="Rounded Rectangle 31"/>
          <p:cNvSpPr/>
          <p:nvPr/>
        </p:nvSpPr>
        <p:spPr>
          <a:xfrm>
            <a:off x="5047488" y="3968496"/>
            <a:ext cx="86868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00" b="0" i="0">
                <a:solidFill>
                  <a:srgbClr val="5B21B6"/>
                </a:solidFill>
                <a:latin typeface="Fredoka SemiBold"/>
              </a:rPr>
              <a:t>In progress</a:t>
            </a:r>
          </a:p>
        </p:txBody>
      </p:sp>
      <p:sp>
        <p:nvSpPr>
          <p:cNvPr id="33" name="TextBox 32"/>
          <p:cNvSpPr txBox="1"/>
          <p:nvPr/>
        </p:nvSpPr>
        <p:spPr>
          <a:xfrm>
            <a:off x="6035040" y="3931920"/>
            <a:ext cx="2423160" cy="329184"/>
          </a:xfrm>
          <a:prstGeom prst="rect">
            <a:avLst/>
          </a:prstGeom>
          <a:noFill/>
        </p:spPr>
        <p:txBody>
          <a:bodyPr wrap="square" lIns="0" tIns="0" rIns="0" bIns="0" anchor="ctr">
            <a:noAutofit/>
          </a:bodyPr>
          <a:lstStyle/>
          <a:p>
            <a:pPr algn="l"/>
            <a:r>
              <a:rPr sz="1000" b="0" i="0">
                <a:solidFill>
                  <a:srgbClr val="172033"/>
                </a:solidFill>
                <a:latin typeface="Varela Round"/>
              </a:rPr>
              <a:t>More worlds, e.g. a land version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400800" cy="548640"/>
          </a:xfrm>
        </p:spPr>
        <p:txBody>
          <a:bodyPr wrap="square" lIns="0" tIns="0" rIns="0" bIns="0" anchor="t">
            <a:noAutofit/>
          </a:bodyPr>
          <a:lstStyle/>
          <a:p>
            <a:pPr algn="l">
              <a:lnSpc>
                <a:spcPct val="95000"/>
              </a:lnSpc>
            </a:pPr>
            <a:r>
              <a:rPr sz="2600" b="1" i="0">
                <a:solidFill>
                  <a:srgbClr val="172033"/>
                </a:solidFill>
                <a:latin typeface="Fredoka"/>
              </a:rPr>
              <a:t>Marketing &amp; Go-To-Market</a:t>
            </a:r>
          </a:p>
        </p:txBody>
      </p:sp>
      <p:sp>
        <p:nvSpPr>
          <p:cNvPr id="3" name="Rounded Rectangle 2"/>
          <p:cNvSpPr/>
          <p:nvPr/>
        </p:nvSpPr>
        <p:spPr>
          <a:xfrm>
            <a:off x="548640" y="118872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35024"/>
            <a:ext cx="56692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5B21B6"/>
                </a:solidFill>
                <a:latin typeface="Fredoka SemiBold"/>
              </a:rPr>
              <a:t>B2C</a:t>
            </a:r>
          </a:p>
        </p:txBody>
      </p:sp>
      <p:sp>
        <p:nvSpPr>
          <p:cNvPr id="5" name="TextBox 4"/>
          <p:cNvSpPr txBox="1"/>
          <p:nvPr/>
        </p:nvSpPr>
        <p:spPr>
          <a:xfrm>
            <a:off x="1417320" y="1316736"/>
            <a:ext cx="2743200" cy="310896"/>
          </a:xfrm>
          <a:prstGeom prst="rect">
            <a:avLst/>
          </a:prstGeom>
          <a:noFill/>
        </p:spPr>
        <p:txBody>
          <a:bodyPr wrap="square" lIns="0" tIns="0" rIns="0" bIns="0" anchor="ctr">
            <a:noAutofit/>
          </a:bodyPr>
          <a:lstStyle/>
          <a:p>
            <a:pPr algn="l"/>
            <a:r>
              <a:rPr sz="1300" b="1" i="0">
                <a:solidFill>
                  <a:srgbClr val="172033"/>
                </a:solidFill>
                <a:latin typeface="Fredoka"/>
              </a:rPr>
              <a:t>Families</a:t>
            </a:r>
          </a:p>
        </p:txBody>
      </p:sp>
      <p:sp>
        <p:nvSpPr>
          <p:cNvPr id="6" name="Rounded Rectangle 5"/>
          <p:cNvSpPr/>
          <p:nvPr/>
        </p:nvSpPr>
        <p:spPr>
          <a:xfrm>
            <a:off x="731520" y="1719072"/>
            <a:ext cx="1136650"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Short video</a:t>
            </a:r>
          </a:p>
        </p:txBody>
      </p:sp>
      <p:pic>
        <p:nvPicPr>
          <p:cNvPr id="7" name="Picture 6" descr="arrow-right_purple.png"/>
          <p:cNvPicPr>
            <a:picLocks noChangeAspect="1"/>
          </p:cNvPicPr>
          <p:nvPr/>
        </p:nvPicPr>
        <p:blipFill>
          <a:blip r:embed="rId3"/>
          <a:stretch>
            <a:fillRect/>
          </a:stretch>
        </p:blipFill>
        <p:spPr>
          <a:xfrm>
            <a:off x="1900174" y="1787651"/>
            <a:ext cx="137160" cy="137160"/>
          </a:xfrm>
          <a:prstGeom prst="rect">
            <a:avLst/>
          </a:prstGeom>
        </p:spPr>
      </p:pic>
      <p:sp>
        <p:nvSpPr>
          <p:cNvPr id="8" name="Rounded Rectangle 7"/>
          <p:cNvSpPr/>
          <p:nvPr/>
        </p:nvSpPr>
        <p:spPr>
          <a:xfrm>
            <a:off x="2069338" y="1719072"/>
            <a:ext cx="1283462"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Digital trial</a:t>
            </a:r>
          </a:p>
        </p:txBody>
      </p:sp>
      <p:pic>
        <p:nvPicPr>
          <p:cNvPr id="9" name="Picture 8" descr="arrow-right_purple.png"/>
          <p:cNvPicPr>
            <a:picLocks noChangeAspect="1"/>
          </p:cNvPicPr>
          <p:nvPr/>
        </p:nvPicPr>
        <p:blipFill>
          <a:blip r:embed="rId3"/>
          <a:stretch>
            <a:fillRect/>
          </a:stretch>
        </p:blipFill>
        <p:spPr>
          <a:xfrm>
            <a:off x="3384804" y="1787651"/>
            <a:ext cx="137160" cy="137160"/>
          </a:xfrm>
          <a:prstGeom prst="rect">
            <a:avLst/>
          </a:prstGeom>
        </p:spPr>
      </p:pic>
      <p:sp>
        <p:nvSpPr>
          <p:cNvPr id="10" name="Rounded Rectangle 9"/>
          <p:cNvSpPr/>
          <p:nvPr/>
        </p:nvSpPr>
        <p:spPr>
          <a:xfrm>
            <a:off x="3553968" y="1719072"/>
            <a:ext cx="1283462"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Creative pack</a:t>
            </a:r>
          </a:p>
        </p:txBody>
      </p:sp>
      <p:pic>
        <p:nvPicPr>
          <p:cNvPr id="11" name="Picture 10" descr="arrow-right_purple.png"/>
          <p:cNvPicPr>
            <a:picLocks noChangeAspect="1"/>
          </p:cNvPicPr>
          <p:nvPr/>
        </p:nvPicPr>
        <p:blipFill>
          <a:blip r:embed="rId3"/>
          <a:stretch>
            <a:fillRect/>
          </a:stretch>
        </p:blipFill>
        <p:spPr>
          <a:xfrm>
            <a:off x="4869434" y="1787651"/>
            <a:ext cx="137160" cy="137160"/>
          </a:xfrm>
          <a:prstGeom prst="rect">
            <a:avLst/>
          </a:prstGeom>
        </p:spPr>
      </p:pic>
      <p:sp>
        <p:nvSpPr>
          <p:cNvPr id="12" name="Rounded Rectangle 11"/>
          <p:cNvSpPr/>
          <p:nvPr/>
        </p:nvSpPr>
        <p:spPr>
          <a:xfrm>
            <a:off x="5038598" y="1719072"/>
            <a:ext cx="1356868"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New world pack</a:t>
            </a:r>
          </a:p>
        </p:txBody>
      </p:sp>
      <p:sp>
        <p:nvSpPr>
          <p:cNvPr id="13" name="TextBox 12"/>
          <p:cNvSpPr txBox="1"/>
          <p:nvPr/>
        </p:nvSpPr>
        <p:spPr>
          <a:xfrm>
            <a:off x="4846320" y="1316736"/>
            <a:ext cx="3611880" cy="310896"/>
          </a:xfrm>
          <a:prstGeom prst="rect">
            <a:avLst/>
          </a:prstGeom>
          <a:noFill/>
        </p:spPr>
        <p:txBody>
          <a:bodyPr wrap="square" lIns="0" tIns="0" rIns="0" bIns="0" anchor="ctr">
            <a:noAutofit/>
          </a:bodyPr>
          <a:lstStyle/>
          <a:p>
            <a:pPr algn="r">
              <a:lnSpc>
                <a:spcPct val="100000"/>
              </a:lnSpc>
            </a:pPr>
            <a:r>
              <a:rPr sz="800" b="0" i="0">
                <a:solidFill>
                  <a:srgbClr val="172033"/>
                </a:solidFill>
                <a:latin typeface="Varela Round"/>
              </a:rPr>
              <a:t>Instagram &amp; TikTok · parent communities · referrals · website </a:t>
            </a:r>
            <a:r>
              <a:rPr sz="800" b="0" i="0">
                <a:solidFill>
                  <a:srgbClr val="172033"/>
                </a:solidFill>
                <a:latin typeface="Segoe UI"/>
              </a:rPr>
              <a:t>→</a:t>
            </a:r>
            <a:r>
              <a:rPr sz="800" b="0" i="0">
                <a:solidFill>
                  <a:srgbClr val="172033"/>
                </a:solidFill>
                <a:latin typeface="Varela Round"/>
              </a:rPr>
              <a:t> WhatsApp order</a:t>
            </a:r>
          </a:p>
        </p:txBody>
      </p:sp>
      <p:sp>
        <p:nvSpPr>
          <p:cNvPr id="14" name="Rounded Rectangle 13"/>
          <p:cNvSpPr/>
          <p:nvPr/>
        </p:nvSpPr>
        <p:spPr>
          <a:xfrm>
            <a:off x="548640" y="237744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2523744"/>
            <a:ext cx="566928"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900" b="0" i="0">
                <a:solidFill>
                  <a:srgbClr val="FFFFFF"/>
                </a:solidFill>
                <a:latin typeface="Fredoka SemiBold"/>
              </a:rPr>
              <a:t>B2B</a:t>
            </a:r>
          </a:p>
        </p:txBody>
      </p:sp>
      <p:sp>
        <p:nvSpPr>
          <p:cNvPr id="16" name="TextBox 15"/>
          <p:cNvSpPr txBox="1"/>
          <p:nvPr/>
        </p:nvSpPr>
        <p:spPr>
          <a:xfrm>
            <a:off x="1417320" y="2505456"/>
            <a:ext cx="2743200" cy="310896"/>
          </a:xfrm>
          <a:prstGeom prst="rect">
            <a:avLst/>
          </a:prstGeom>
          <a:noFill/>
        </p:spPr>
        <p:txBody>
          <a:bodyPr wrap="square" lIns="0" tIns="0" rIns="0" bIns="0" anchor="ctr">
            <a:noAutofit/>
          </a:bodyPr>
          <a:lstStyle/>
          <a:p>
            <a:pPr algn="l"/>
            <a:r>
              <a:rPr sz="1300" b="1" i="0">
                <a:solidFill>
                  <a:srgbClr val="172033"/>
                </a:solidFill>
                <a:latin typeface="Fredoka"/>
              </a:rPr>
              <a:t>Schools &amp; events</a:t>
            </a:r>
          </a:p>
        </p:txBody>
      </p:sp>
      <p:sp>
        <p:nvSpPr>
          <p:cNvPr id="17" name="Rounded Rectangle 16"/>
          <p:cNvSpPr/>
          <p:nvPr/>
        </p:nvSpPr>
        <p:spPr>
          <a:xfrm>
            <a:off x="731520" y="2907792"/>
            <a:ext cx="1430273"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Direct outreach</a:t>
            </a:r>
          </a:p>
        </p:txBody>
      </p:sp>
      <p:pic>
        <p:nvPicPr>
          <p:cNvPr id="18" name="Picture 17" descr="arrow-right_purple.png"/>
          <p:cNvPicPr>
            <a:picLocks noChangeAspect="1"/>
          </p:cNvPicPr>
          <p:nvPr/>
        </p:nvPicPr>
        <p:blipFill>
          <a:blip r:embed="rId3"/>
          <a:stretch>
            <a:fillRect/>
          </a:stretch>
        </p:blipFill>
        <p:spPr>
          <a:xfrm>
            <a:off x="2193798" y="2976372"/>
            <a:ext cx="137160" cy="137160"/>
          </a:xfrm>
          <a:prstGeom prst="rect">
            <a:avLst/>
          </a:prstGeom>
        </p:spPr>
      </p:pic>
      <p:sp>
        <p:nvSpPr>
          <p:cNvPr id="19" name="Rounded Rectangle 18"/>
          <p:cNvSpPr/>
          <p:nvPr/>
        </p:nvSpPr>
        <p:spPr>
          <a:xfrm>
            <a:off x="2362962" y="2907792"/>
            <a:ext cx="62280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Demo</a:t>
            </a:r>
          </a:p>
        </p:txBody>
      </p:sp>
      <p:pic>
        <p:nvPicPr>
          <p:cNvPr id="20" name="Picture 19" descr="arrow-right_purple.png"/>
          <p:cNvPicPr>
            <a:picLocks noChangeAspect="1"/>
          </p:cNvPicPr>
          <p:nvPr/>
        </p:nvPicPr>
        <p:blipFill>
          <a:blip r:embed="rId3"/>
          <a:stretch>
            <a:fillRect/>
          </a:stretch>
        </p:blipFill>
        <p:spPr>
          <a:xfrm>
            <a:off x="3017774" y="2976372"/>
            <a:ext cx="137160" cy="137160"/>
          </a:xfrm>
          <a:prstGeom prst="rect">
            <a:avLst/>
          </a:prstGeom>
        </p:spPr>
      </p:pic>
      <p:sp>
        <p:nvSpPr>
          <p:cNvPr id="21" name="Rounded Rectangle 20"/>
          <p:cNvSpPr/>
          <p:nvPr/>
        </p:nvSpPr>
        <p:spPr>
          <a:xfrm>
            <a:off x="3186938" y="2907792"/>
            <a:ext cx="113665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Small pilot</a:t>
            </a:r>
          </a:p>
        </p:txBody>
      </p:sp>
      <p:pic>
        <p:nvPicPr>
          <p:cNvPr id="22" name="Picture 21" descr="arrow-right_purple.png"/>
          <p:cNvPicPr>
            <a:picLocks noChangeAspect="1"/>
          </p:cNvPicPr>
          <p:nvPr/>
        </p:nvPicPr>
        <p:blipFill>
          <a:blip r:embed="rId3"/>
          <a:stretch>
            <a:fillRect/>
          </a:stretch>
        </p:blipFill>
        <p:spPr>
          <a:xfrm>
            <a:off x="4355592" y="2976372"/>
            <a:ext cx="137160" cy="137160"/>
          </a:xfrm>
          <a:prstGeom prst="rect">
            <a:avLst/>
          </a:prstGeom>
        </p:spPr>
      </p:pic>
      <p:sp>
        <p:nvSpPr>
          <p:cNvPr id="23" name="Rounded Rectangle 22"/>
          <p:cNvSpPr/>
          <p:nvPr/>
        </p:nvSpPr>
        <p:spPr>
          <a:xfrm>
            <a:off x="4524756" y="2907792"/>
            <a:ext cx="1210056"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Paid session</a:t>
            </a:r>
          </a:p>
        </p:txBody>
      </p:sp>
      <p:pic>
        <p:nvPicPr>
          <p:cNvPr id="24" name="Picture 23" descr="arrow-right_purple.png"/>
          <p:cNvPicPr>
            <a:picLocks noChangeAspect="1"/>
          </p:cNvPicPr>
          <p:nvPr/>
        </p:nvPicPr>
        <p:blipFill>
          <a:blip r:embed="rId3"/>
          <a:stretch>
            <a:fillRect/>
          </a:stretch>
        </p:blipFill>
        <p:spPr>
          <a:xfrm>
            <a:off x="5766816" y="2976372"/>
            <a:ext cx="137160" cy="137160"/>
          </a:xfrm>
          <a:prstGeom prst="rect">
            <a:avLst/>
          </a:prstGeom>
        </p:spPr>
      </p:pic>
      <p:sp>
        <p:nvSpPr>
          <p:cNvPr id="25" name="Rounded Rectangle 24"/>
          <p:cNvSpPr/>
          <p:nvPr/>
        </p:nvSpPr>
        <p:spPr>
          <a:xfrm>
            <a:off x="5935980" y="2907792"/>
            <a:ext cx="106324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850" b="0" i="0">
                <a:solidFill>
                  <a:srgbClr val="5B21B6"/>
                </a:solidFill>
                <a:latin typeface="Fredoka SemiBold"/>
              </a:rPr>
              <a:t>Repeat use</a:t>
            </a:r>
          </a:p>
        </p:txBody>
      </p:sp>
      <p:sp>
        <p:nvSpPr>
          <p:cNvPr id="26" name="TextBox 25"/>
          <p:cNvSpPr txBox="1"/>
          <p:nvPr/>
        </p:nvSpPr>
        <p:spPr>
          <a:xfrm>
            <a:off x="5669280" y="2505456"/>
            <a:ext cx="2788920" cy="310896"/>
          </a:xfrm>
          <a:prstGeom prst="rect">
            <a:avLst/>
          </a:prstGeom>
          <a:noFill/>
        </p:spPr>
        <p:txBody>
          <a:bodyPr wrap="square" lIns="0" tIns="0" rIns="0" bIns="0" anchor="ctr">
            <a:noAutofit/>
          </a:bodyPr>
          <a:lstStyle/>
          <a:p>
            <a:pPr algn="r">
              <a:lnSpc>
                <a:spcPct val="100000"/>
              </a:lnSpc>
            </a:pPr>
            <a:r>
              <a:rPr sz="800" b="0" i="0">
                <a:solidFill>
                  <a:srgbClr val="172033"/>
                </a:solidFill>
                <a:latin typeface="Varela Round"/>
              </a:rPr>
              <a:t>PAUD/TK &amp; TPA · event organizers · activity centers · partnerships</a:t>
            </a:r>
          </a:p>
        </p:txBody>
      </p:sp>
      <p:sp>
        <p:nvSpPr>
          <p:cNvPr id="27" name="Oval 26"/>
          <p:cNvSpPr/>
          <p:nvPr/>
        </p:nvSpPr>
        <p:spPr>
          <a:xfrm>
            <a:off x="548640"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parkles_purple.png"/>
          <p:cNvPicPr>
            <a:picLocks noChangeAspect="1"/>
          </p:cNvPicPr>
          <p:nvPr/>
        </p:nvPicPr>
        <p:blipFill>
          <a:blip r:embed="rId4"/>
          <a:stretch>
            <a:fillRect/>
          </a:stretch>
        </p:blipFill>
        <p:spPr>
          <a:xfrm>
            <a:off x="640811" y="3749771"/>
            <a:ext cx="199704" cy="199704"/>
          </a:xfrm>
          <a:prstGeom prst="rect">
            <a:avLst/>
          </a:prstGeom>
        </p:spPr>
      </p:pic>
      <p:sp>
        <p:nvSpPr>
          <p:cNvPr id="29" name="TextBox 28"/>
          <p:cNvSpPr txBox="1"/>
          <p:nvPr/>
        </p:nvSpPr>
        <p:spPr>
          <a:xfrm>
            <a:off x="1042416" y="3621024"/>
            <a:ext cx="2103120" cy="237744"/>
          </a:xfrm>
          <a:prstGeom prst="rect">
            <a:avLst/>
          </a:prstGeom>
          <a:noFill/>
        </p:spPr>
        <p:txBody>
          <a:bodyPr wrap="square" lIns="0" tIns="0" rIns="0" bIns="0" anchor="t">
            <a:noAutofit/>
          </a:bodyPr>
          <a:lstStyle/>
          <a:p>
            <a:pPr algn="l"/>
            <a:r>
              <a:rPr sz="1100" b="1" i="0">
                <a:solidFill>
                  <a:srgbClr val="172033"/>
                </a:solidFill>
                <a:latin typeface="Fredoka"/>
              </a:rPr>
              <a:t>Acquisition</a:t>
            </a:r>
          </a:p>
        </p:txBody>
      </p:sp>
      <p:sp>
        <p:nvSpPr>
          <p:cNvPr id="30" name="TextBox 29"/>
          <p:cNvSpPr txBox="1"/>
          <p:nvPr/>
        </p:nvSpPr>
        <p:spPr>
          <a:xfrm>
            <a:off x="1042416" y="3858768"/>
            <a:ext cx="2103120" cy="64008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Show the “color </a:t>
            </a:r>
            <a:r>
              <a:rPr sz="850" b="0" i="0">
                <a:solidFill>
                  <a:srgbClr val="172033"/>
                </a:solidFill>
                <a:latin typeface="Segoe UI"/>
              </a:rPr>
              <a:t>→</a:t>
            </a:r>
            <a:r>
              <a:rPr sz="850" b="0" i="0">
                <a:solidFill>
                  <a:srgbClr val="172033"/>
                </a:solidFill>
                <a:latin typeface="Varela Round"/>
              </a:rPr>
              <a:t> scan </a:t>
            </a:r>
            <a:r>
              <a:rPr sz="850" b="0" i="0">
                <a:solidFill>
                  <a:srgbClr val="172033"/>
                </a:solidFill>
                <a:latin typeface="Segoe UI"/>
              </a:rPr>
              <a:t>→</a:t>
            </a:r>
            <a:r>
              <a:rPr sz="850" b="0" i="0">
                <a:solidFill>
                  <a:srgbClr val="172033"/>
                </a:solidFill>
                <a:latin typeface="Varela Round"/>
              </a:rPr>
              <a:t> alive” moment in short videos and live demos.</a:t>
            </a:r>
          </a:p>
        </p:txBody>
      </p:sp>
      <p:sp>
        <p:nvSpPr>
          <p:cNvPr id="31" name="Oval 30"/>
          <p:cNvSpPr/>
          <p:nvPr/>
        </p:nvSpPr>
        <p:spPr>
          <a:xfrm>
            <a:off x="3264408"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users_purple.png"/>
          <p:cNvPicPr>
            <a:picLocks noChangeAspect="1"/>
          </p:cNvPicPr>
          <p:nvPr/>
        </p:nvPicPr>
        <p:blipFill>
          <a:blip r:embed="rId5"/>
          <a:stretch>
            <a:fillRect/>
          </a:stretch>
        </p:blipFill>
        <p:spPr>
          <a:xfrm>
            <a:off x="3356579" y="3749771"/>
            <a:ext cx="199704" cy="199704"/>
          </a:xfrm>
          <a:prstGeom prst="rect">
            <a:avLst/>
          </a:prstGeom>
        </p:spPr>
      </p:pic>
      <p:sp>
        <p:nvSpPr>
          <p:cNvPr id="33" name="TextBox 32"/>
          <p:cNvSpPr txBox="1"/>
          <p:nvPr/>
        </p:nvSpPr>
        <p:spPr>
          <a:xfrm>
            <a:off x="3758184" y="3621024"/>
            <a:ext cx="2103120" cy="237744"/>
          </a:xfrm>
          <a:prstGeom prst="rect">
            <a:avLst/>
          </a:prstGeom>
          <a:noFill/>
        </p:spPr>
        <p:txBody>
          <a:bodyPr wrap="square" lIns="0" tIns="0" rIns="0" bIns="0" anchor="t">
            <a:noAutofit/>
          </a:bodyPr>
          <a:lstStyle/>
          <a:p>
            <a:pPr algn="l"/>
            <a:r>
              <a:rPr sz="1100" b="1" i="0">
                <a:solidFill>
                  <a:srgbClr val="172033"/>
                </a:solidFill>
                <a:latin typeface="Fredoka"/>
              </a:rPr>
              <a:t>Community</a:t>
            </a:r>
          </a:p>
        </p:txBody>
      </p:sp>
      <p:sp>
        <p:nvSpPr>
          <p:cNvPr id="34" name="TextBox 33"/>
          <p:cNvSpPr txBox="1"/>
          <p:nvPr/>
        </p:nvSpPr>
        <p:spPr>
          <a:xfrm>
            <a:off x="3758184" y="3858768"/>
            <a:ext cx="2103120" cy="64008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Parent groups, teachers, and children’s activity communities.</a:t>
            </a:r>
          </a:p>
        </p:txBody>
      </p:sp>
      <p:sp>
        <p:nvSpPr>
          <p:cNvPr id="35" name="Oval 34"/>
          <p:cNvSpPr/>
          <p:nvPr/>
        </p:nvSpPr>
        <p:spPr>
          <a:xfrm>
            <a:off x="5980176"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repeat_purple.png"/>
          <p:cNvPicPr>
            <a:picLocks noChangeAspect="1"/>
          </p:cNvPicPr>
          <p:nvPr/>
        </p:nvPicPr>
        <p:blipFill>
          <a:blip r:embed="rId6"/>
          <a:stretch>
            <a:fillRect/>
          </a:stretch>
        </p:blipFill>
        <p:spPr>
          <a:xfrm>
            <a:off x="6072347" y="3749771"/>
            <a:ext cx="199704" cy="199704"/>
          </a:xfrm>
          <a:prstGeom prst="rect">
            <a:avLst/>
          </a:prstGeom>
        </p:spPr>
      </p:pic>
      <p:sp>
        <p:nvSpPr>
          <p:cNvPr id="37" name="TextBox 36"/>
          <p:cNvSpPr txBox="1"/>
          <p:nvPr/>
        </p:nvSpPr>
        <p:spPr>
          <a:xfrm>
            <a:off x="6473952" y="3621024"/>
            <a:ext cx="2103120" cy="237744"/>
          </a:xfrm>
          <a:prstGeom prst="rect">
            <a:avLst/>
          </a:prstGeom>
          <a:noFill/>
        </p:spPr>
        <p:txBody>
          <a:bodyPr wrap="square" lIns="0" tIns="0" rIns="0" bIns="0" anchor="t">
            <a:noAutofit/>
          </a:bodyPr>
          <a:lstStyle/>
          <a:p>
            <a:pPr algn="l"/>
            <a:r>
              <a:rPr sz="1100" b="1" i="0">
                <a:solidFill>
                  <a:srgbClr val="172033"/>
                </a:solidFill>
                <a:latin typeface="Fredoka"/>
              </a:rPr>
              <a:t>Retention</a:t>
            </a:r>
          </a:p>
        </p:txBody>
      </p:sp>
      <p:sp>
        <p:nvSpPr>
          <p:cNvPr id="38" name="TextBox 37"/>
          <p:cNvSpPr txBox="1"/>
          <p:nvPr/>
        </p:nvSpPr>
        <p:spPr>
          <a:xfrm>
            <a:off x="6473952" y="3858768"/>
            <a:ext cx="2103120" cy="640080"/>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New worlds and learning content bring children 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4048"/>
            <a:ext cx="6035040" cy="868680"/>
          </a:xfrm>
        </p:spPr>
        <p:txBody>
          <a:bodyPr wrap="square" lIns="0" tIns="0" rIns="0" bIns="0" anchor="t">
            <a:noAutofit/>
          </a:bodyPr>
          <a:lstStyle/>
          <a:p>
            <a:pPr algn="l">
              <a:lnSpc>
                <a:spcPct val="95000"/>
              </a:lnSpc>
            </a:pPr>
            <a:r>
              <a:rPr sz="2200" b="1" i="0">
                <a:solidFill>
                  <a:srgbClr val="172033"/>
                </a:solidFill>
                <a:latin typeface="Fredoka"/>
              </a:rPr>
              <a:t>Impact: Turning Screen Time</a:t>
            </a:r>
            <a:br/>
            <a:r>
              <a:rPr sz="2200" b="1" i="0">
                <a:solidFill>
                  <a:srgbClr val="172033"/>
                </a:solidFill>
                <a:latin typeface="Fredoka"/>
              </a:rPr>
              <a:t>Into Active Creative Learning</a:t>
            </a:r>
          </a:p>
        </p:txBody>
      </p:sp>
      <p:sp>
        <p:nvSpPr>
          <p:cNvPr id="3" name="Rounded Rectangle 2"/>
          <p:cNvSpPr/>
          <p:nvPr/>
        </p:nvSpPr>
        <p:spPr>
          <a:xfrm>
            <a:off x="685800" y="1325880"/>
            <a:ext cx="2628950" cy="31089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352226" tIns="0" bIns="0" rtlCol="0" anchor="ctr">
            <a:noAutofit/>
          </a:bodyPr>
          <a:lstStyle/>
          <a:p>
            <a:pPr algn="l"/>
            <a:r>
              <a:rPr sz="950" b="0" i="0">
                <a:solidFill>
                  <a:srgbClr val="FFFFFF"/>
                </a:solidFill>
                <a:latin typeface="Fredoka SemiBold"/>
              </a:rPr>
              <a:t>SDG 4 · Quality Education</a:t>
            </a:r>
          </a:p>
        </p:txBody>
      </p:sp>
      <p:pic>
        <p:nvPicPr>
          <p:cNvPr id="4" name="Picture 3" descr="graduation-cap_white.png"/>
          <p:cNvPicPr>
            <a:picLocks noChangeAspect="1"/>
          </p:cNvPicPr>
          <p:nvPr/>
        </p:nvPicPr>
        <p:blipFill>
          <a:blip r:embed="rId3"/>
          <a:stretch>
            <a:fillRect/>
          </a:stretch>
        </p:blipFill>
        <p:spPr>
          <a:xfrm>
            <a:off x="795528" y="1384950"/>
            <a:ext cx="192755" cy="192755"/>
          </a:xfrm>
          <a:prstGeom prst="rect">
            <a:avLst/>
          </a:prstGeom>
        </p:spPr>
      </p:pic>
      <p:sp>
        <p:nvSpPr>
          <p:cNvPr id="5" name="Rounded Rectangle 4"/>
          <p:cNvSpPr/>
          <p:nvPr/>
        </p:nvSpPr>
        <p:spPr>
          <a:xfrm>
            <a:off x="68580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39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alette_purple.png"/>
          <p:cNvPicPr>
            <a:picLocks noChangeAspect="1"/>
          </p:cNvPicPr>
          <p:nvPr/>
        </p:nvPicPr>
        <p:blipFill>
          <a:blip r:embed="rId4"/>
          <a:stretch>
            <a:fillRect/>
          </a:stretch>
        </p:blipFill>
        <p:spPr>
          <a:xfrm>
            <a:off x="951341" y="2076053"/>
            <a:ext cx="218724" cy="218724"/>
          </a:xfrm>
          <a:prstGeom prst="rect">
            <a:avLst/>
          </a:prstGeom>
        </p:spPr>
      </p:pic>
      <p:sp>
        <p:nvSpPr>
          <p:cNvPr id="8" name="TextBox 7"/>
          <p:cNvSpPr txBox="1"/>
          <p:nvPr/>
        </p:nvSpPr>
        <p:spPr>
          <a:xfrm>
            <a:off x="850392" y="2487168"/>
            <a:ext cx="1371600" cy="274320"/>
          </a:xfrm>
          <a:prstGeom prst="rect">
            <a:avLst/>
          </a:prstGeom>
          <a:noFill/>
        </p:spPr>
        <p:txBody>
          <a:bodyPr wrap="square" lIns="0" tIns="0" rIns="0" bIns="0" anchor="t">
            <a:noAutofit/>
          </a:bodyPr>
          <a:lstStyle/>
          <a:p>
            <a:pPr algn="l"/>
            <a:r>
              <a:rPr sz="1200" b="1" i="0">
                <a:solidFill>
                  <a:srgbClr val="172033"/>
                </a:solidFill>
                <a:latin typeface="Fredoka"/>
              </a:rPr>
              <a:t>Creativity</a:t>
            </a:r>
          </a:p>
        </p:txBody>
      </p:sp>
      <p:sp>
        <p:nvSpPr>
          <p:cNvPr id="9" name="TextBox 8"/>
          <p:cNvSpPr txBox="1"/>
          <p:nvPr/>
        </p:nvSpPr>
        <p:spPr>
          <a:xfrm>
            <a:off x="850392" y="2779776"/>
            <a:ext cx="1371600" cy="768096"/>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Children create first, before any digital experience.</a:t>
            </a:r>
          </a:p>
        </p:txBody>
      </p:sp>
      <p:sp>
        <p:nvSpPr>
          <p:cNvPr id="10" name="Rounded Rectangle 9"/>
          <p:cNvSpPr/>
          <p:nvPr/>
        </p:nvSpPr>
        <p:spPr>
          <a:xfrm>
            <a:off x="246888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63347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ook-open_purple.png"/>
          <p:cNvPicPr>
            <a:picLocks noChangeAspect="1"/>
          </p:cNvPicPr>
          <p:nvPr/>
        </p:nvPicPr>
        <p:blipFill>
          <a:blip r:embed="rId5"/>
          <a:stretch>
            <a:fillRect/>
          </a:stretch>
        </p:blipFill>
        <p:spPr>
          <a:xfrm>
            <a:off x="2734421" y="2076053"/>
            <a:ext cx="218724" cy="218724"/>
          </a:xfrm>
          <a:prstGeom prst="rect">
            <a:avLst/>
          </a:prstGeom>
        </p:spPr>
      </p:pic>
      <p:sp>
        <p:nvSpPr>
          <p:cNvPr id="13" name="TextBox 12"/>
          <p:cNvSpPr txBox="1"/>
          <p:nvPr/>
        </p:nvSpPr>
        <p:spPr>
          <a:xfrm>
            <a:off x="2633472" y="2487168"/>
            <a:ext cx="1371600" cy="274320"/>
          </a:xfrm>
          <a:prstGeom prst="rect">
            <a:avLst/>
          </a:prstGeom>
          <a:noFill/>
        </p:spPr>
        <p:txBody>
          <a:bodyPr wrap="square" lIns="0" tIns="0" rIns="0" bIns="0" anchor="t">
            <a:noAutofit/>
          </a:bodyPr>
          <a:lstStyle/>
          <a:p>
            <a:pPr algn="l"/>
            <a:r>
              <a:rPr sz="1200" b="1" i="0">
                <a:solidFill>
                  <a:srgbClr val="172033"/>
                </a:solidFill>
                <a:latin typeface="Fredoka"/>
              </a:rPr>
              <a:t>Learning</a:t>
            </a:r>
          </a:p>
        </p:txBody>
      </p:sp>
      <p:sp>
        <p:nvSpPr>
          <p:cNvPr id="14" name="TextBox 13"/>
          <p:cNvSpPr txBox="1"/>
          <p:nvPr/>
        </p:nvSpPr>
        <p:spPr>
          <a:xfrm>
            <a:off x="2633472" y="2779776"/>
            <a:ext cx="1371600" cy="768096"/>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Every creation unlocks sounds, stories, and facts about the object.</a:t>
            </a:r>
          </a:p>
        </p:txBody>
      </p:sp>
      <p:sp>
        <p:nvSpPr>
          <p:cNvPr id="15" name="Rounded Rectangle 14"/>
          <p:cNvSpPr/>
          <p:nvPr/>
        </p:nvSpPr>
        <p:spPr>
          <a:xfrm>
            <a:off x="425196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1655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lobe_purple.png"/>
          <p:cNvPicPr>
            <a:picLocks noChangeAspect="1"/>
          </p:cNvPicPr>
          <p:nvPr/>
        </p:nvPicPr>
        <p:blipFill>
          <a:blip r:embed="rId6"/>
          <a:stretch>
            <a:fillRect/>
          </a:stretch>
        </p:blipFill>
        <p:spPr>
          <a:xfrm>
            <a:off x="4517501" y="2076053"/>
            <a:ext cx="218724" cy="218724"/>
          </a:xfrm>
          <a:prstGeom prst="rect">
            <a:avLst/>
          </a:prstGeom>
        </p:spPr>
      </p:pic>
      <p:sp>
        <p:nvSpPr>
          <p:cNvPr id="18" name="TextBox 17"/>
          <p:cNvSpPr txBox="1"/>
          <p:nvPr/>
        </p:nvSpPr>
        <p:spPr>
          <a:xfrm>
            <a:off x="4416552" y="2487168"/>
            <a:ext cx="1371600" cy="274320"/>
          </a:xfrm>
          <a:prstGeom prst="rect">
            <a:avLst/>
          </a:prstGeom>
          <a:noFill/>
        </p:spPr>
        <p:txBody>
          <a:bodyPr wrap="square" lIns="0" tIns="0" rIns="0" bIns="0" anchor="t">
            <a:noAutofit/>
          </a:bodyPr>
          <a:lstStyle/>
          <a:p>
            <a:pPr algn="l"/>
            <a:r>
              <a:rPr sz="1200" b="1" i="0">
                <a:solidFill>
                  <a:srgbClr val="172033"/>
                </a:solidFill>
                <a:latin typeface="Fredoka"/>
              </a:rPr>
              <a:t>Accessibility</a:t>
            </a:r>
          </a:p>
        </p:txBody>
      </p:sp>
      <p:sp>
        <p:nvSpPr>
          <p:cNvPr id="19" name="TextBox 18"/>
          <p:cNvSpPr txBox="1"/>
          <p:nvPr/>
        </p:nvSpPr>
        <p:spPr>
          <a:xfrm>
            <a:off x="4416552" y="2779776"/>
            <a:ext cx="1371600" cy="768096"/>
          </a:xfrm>
          <a:prstGeom prst="rect">
            <a:avLst/>
          </a:prstGeom>
          <a:noFill/>
        </p:spPr>
        <p:txBody>
          <a:bodyPr wrap="square" lIns="0" tIns="0" rIns="0" bIns="0" anchor="t">
            <a:noAutofit/>
          </a:bodyPr>
          <a:lstStyle/>
          <a:p>
            <a:pPr algn="l">
              <a:lnSpc>
                <a:spcPct val="108000"/>
              </a:lnSpc>
            </a:pPr>
            <a:r>
              <a:rPr sz="850" b="0" i="0">
                <a:solidFill>
                  <a:srgbClr val="172033"/>
                </a:solidFill>
                <a:latin typeface="Varela Round"/>
              </a:rPr>
              <a:t>Browser-based: no special app to install.</a:t>
            </a:r>
          </a:p>
        </p:txBody>
      </p:sp>
      <p:sp>
        <p:nvSpPr>
          <p:cNvPr id="20" name="TextBox 19"/>
          <p:cNvSpPr txBox="1"/>
          <p:nvPr/>
        </p:nvSpPr>
        <p:spPr>
          <a:xfrm>
            <a:off x="685800" y="3730752"/>
            <a:ext cx="5212080" cy="237744"/>
          </a:xfrm>
          <a:prstGeom prst="rect">
            <a:avLst/>
          </a:prstGeom>
          <a:noFill/>
        </p:spPr>
        <p:txBody>
          <a:bodyPr wrap="square" lIns="0" tIns="0" rIns="0" bIns="0" anchor="t">
            <a:noAutofit/>
          </a:bodyPr>
          <a:lstStyle/>
          <a:p>
            <a:pPr algn="l"/>
            <a:r>
              <a:rPr sz="950" b="0" i="0">
                <a:solidFill>
                  <a:srgbClr val="172033"/>
                </a:solidFill>
                <a:latin typeface="Fredoka SemiBold"/>
              </a:rPr>
              <a:t>Beneficiaries: children aged 3–10, parents, teachers, and PAUD/schools</a:t>
            </a:r>
          </a:p>
        </p:txBody>
      </p:sp>
      <p:sp>
        <p:nvSpPr>
          <p:cNvPr id="21" name="TextBox 20"/>
          <p:cNvSpPr txBox="1"/>
          <p:nvPr/>
        </p:nvSpPr>
        <p:spPr>
          <a:xfrm>
            <a:off x="685800" y="3986784"/>
            <a:ext cx="5212080" cy="237744"/>
          </a:xfrm>
          <a:prstGeom prst="rect">
            <a:avLst/>
          </a:prstGeom>
          <a:noFill/>
        </p:spPr>
        <p:txBody>
          <a:bodyPr wrap="square" lIns="0" tIns="0" rIns="0" bIns="0" anchor="t">
            <a:noAutofit/>
          </a:bodyPr>
          <a:lstStyle/>
          <a:p>
            <a:pPr algn="l"/>
            <a:r>
              <a:rPr sz="900" b="0" i="0">
                <a:solidFill>
                  <a:srgbClr val="172033"/>
                </a:solidFill>
                <a:latin typeface="Varela Round"/>
              </a:rPr>
              <a:t>Governance: minimal child data, with consent handled by adults</a:t>
            </a:r>
          </a:p>
        </p:txBody>
      </p:sp>
      <p:sp>
        <p:nvSpPr>
          <p:cNvPr id="22" name="Rounded Rectangle 21"/>
          <p:cNvSpPr/>
          <p:nvPr/>
        </p:nvSpPr>
        <p:spPr>
          <a:xfrm>
            <a:off x="6172200" y="1325880"/>
            <a:ext cx="2423160" cy="3017520"/>
          </a:xfrm>
          <a:prstGeom prst="roundRect">
            <a:avLst>
              <a:gd name="adj" fmla="val 603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1444752"/>
            <a:ext cx="2148840" cy="274320"/>
          </a:xfrm>
          <a:prstGeom prst="rect">
            <a:avLst/>
          </a:prstGeom>
          <a:noFill/>
        </p:spPr>
        <p:txBody>
          <a:bodyPr wrap="square" lIns="0" tIns="0" rIns="0" bIns="0" anchor="t">
            <a:noAutofit/>
          </a:bodyPr>
          <a:lstStyle/>
          <a:p>
            <a:pPr algn="l"/>
            <a:r>
              <a:rPr sz="1100" b="1" i="0">
                <a:solidFill>
                  <a:srgbClr val="172033"/>
                </a:solidFill>
                <a:latin typeface="Fredoka"/>
              </a:rPr>
              <a:t>Impact measurement planned</a:t>
            </a:r>
          </a:p>
        </p:txBody>
      </p:sp>
      <p:pic>
        <p:nvPicPr>
          <p:cNvPr id="24" name="Picture 23" descr="check_purple.png"/>
          <p:cNvPicPr>
            <a:picLocks noChangeAspect="1"/>
          </p:cNvPicPr>
          <p:nvPr/>
        </p:nvPicPr>
        <p:blipFill>
          <a:blip r:embed="rId7"/>
          <a:stretch>
            <a:fillRect/>
          </a:stretch>
        </p:blipFill>
        <p:spPr>
          <a:xfrm>
            <a:off x="6355080" y="1874519"/>
            <a:ext cx="182880" cy="182880"/>
          </a:xfrm>
          <a:prstGeom prst="rect">
            <a:avLst/>
          </a:prstGeom>
        </p:spPr>
      </p:pic>
      <p:sp>
        <p:nvSpPr>
          <p:cNvPr id="25" name="TextBox 24"/>
          <p:cNvSpPr txBox="1"/>
          <p:nvPr/>
        </p:nvSpPr>
        <p:spPr>
          <a:xfrm>
            <a:off x="6629400" y="1828800"/>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Children reached per session</a:t>
            </a:r>
          </a:p>
        </p:txBody>
      </p:sp>
      <p:pic>
        <p:nvPicPr>
          <p:cNvPr id="26" name="Picture 25" descr="check_purple.png"/>
          <p:cNvPicPr>
            <a:picLocks noChangeAspect="1"/>
          </p:cNvPicPr>
          <p:nvPr/>
        </p:nvPicPr>
        <p:blipFill>
          <a:blip r:embed="rId7"/>
          <a:stretch>
            <a:fillRect/>
          </a:stretch>
        </p:blipFill>
        <p:spPr>
          <a:xfrm>
            <a:off x="6355080" y="2276856"/>
            <a:ext cx="182880" cy="182880"/>
          </a:xfrm>
          <a:prstGeom prst="rect">
            <a:avLst/>
          </a:prstGeom>
        </p:spPr>
      </p:pic>
      <p:sp>
        <p:nvSpPr>
          <p:cNvPr id="27" name="TextBox 26"/>
          <p:cNvSpPr txBox="1"/>
          <p:nvPr/>
        </p:nvSpPr>
        <p:spPr>
          <a:xfrm>
            <a:off x="6629400" y="2231136"/>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Completion rate (drawing </a:t>
            </a:r>
            <a:r>
              <a:rPr sz="850" b="0" i="0">
                <a:solidFill>
                  <a:srgbClr val="172033"/>
                </a:solidFill>
                <a:latin typeface="Segoe UI"/>
              </a:rPr>
              <a:t>→</a:t>
            </a:r>
            <a:r>
              <a:rPr sz="850" b="0" i="0">
                <a:solidFill>
                  <a:srgbClr val="172033"/>
                </a:solidFill>
                <a:latin typeface="Varela Round"/>
              </a:rPr>
              <a:t> alive)</a:t>
            </a:r>
          </a:p>
        </p:txBody>
      </p:sp>
      <p:pic>
        <p:nvPicPr>
          <p:cNvPr id="28" name="Picture 27" descr="check_purple.png"/>
          <p:cNvPicPr>
            <a:picLocks noChangeAspect="1"/>
          </p:cNvPicPr>
          <p:nvPr/>
        </p:nvPicPr>
        <p:blipFill>
          <a:blip r:embed="rId7"/>
          <a:stretch>
            <a:fillRect/>
          </a:stretch>
        </p:blipFill>
        <p:spPr>
          <a:xfrm>
            <a:off x="6355080" y="2679191"/>
            <a:ext cx="182880" cy="182880"/>
          </a:xfrm>
          <a:prstGeom prst="rect">
            <a:avLst/>
          </a:prstGeom>
        </p:spPr>
      </p:pic>
      <p:sp>
        <p:nvSpPr>
          <p:cNvPr id="29" name="TextBox 28"/>
          <p:cNvSpPr txBox="1"/>
          <p:nvPr/>
        </p:nvSpPr>
        <p:spPr>
          <a:xfrm>
            <a:off x="6629400" y="2633472"/>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School sessions held</a:t>
            </a:r>
          </a:p>
        </p:txBody>
      </p:sp>
      <p:pic>
        <p:nvPicPr>
          <p:cNvPr id="30" name="Picture 29" descr="check_purple.png"/>
          <p:cNvPicPr>
            <a:picLocks noChangeAspect="1"/>
          </p:cNvPicPr>
          <p:nvPr/>
        </p:nvPicPr>
        <p:blipFill>
          <a:blip r:embed="rId7"/>
          <a:stretch>
            <a:fillRect/>
          </a:stretch>
        </p:blipFill>
        <p:spPr>
          <a:xfrm>
            <a:off x="6355080" y="3081528"/>
            <a:ext cx="182880" cy="182880"/>
          </a:xfrm>
          <a:prstGeom prst="rect">
            <a:avLst/>
          </a:prstGeom>
        </p:spPr>
      </p:pic>
      <p:sp>
        <p:nvSpPr>
          <p:cNvPr id="31" name="TextBox 30"/>
          <p:cNvSpPr txBox="1"/>
          <p:nvPr/>
        </p:nvSpPr>
        <p:spPr>
          <a:xfrm>
            <a:off x="6629400" y="3035808"/>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Repeat participation</a:t>
            </a:r>
          </a:p>
        </p:txBody>
      </p:sp>
      <p:pic>
        <p:nvPicPr>
          <p:cNvPr id="32" name="Picture 31" descr="check_purple.png"/>
          <p:cNvPicPr>
            <a:picLocks noChangeAspect="1"/>
          </p:cNvPicPr>
          <p:nvPr/>
        </p:nvPicPr>
        <p:blipFill>
          <a:blip r:embed="rId7"/>
          <a:stretch>
            <a:fillRect/>
          </a:stretch>
        </p:blipFill>
        <p:spPr>
          <a:xfrm>
            <a:off x="6355080" y="3483863"/>
            <a:ext cx="182880" cy="182880"/>
          </a:xfrm>
          <a:prstGeom prst="rect">
            <a:avLst/>
          </a:prstGeom>
        </p:spPr>
      </p:pic>
      <p:sp>
        <p:nvSpPr>
          <p:cNvPr id="33" name="TextBox 32"/>
          <p:cNvSpPr txBox="1"/>
          <p:nvPr/>
        </p:nvSpPr>
        <p:spPr>
          <a:xfrm>
            <a:off x="6629400" y="3438144"/>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Simple learning recall</a:t>
            </a:r>
          </a:p>
        </p:txBody>
      </p:sp>
      <p:pic>
        <p:nvPicPr>
          <p:cNvPr id="34" name="Picture 33" descr="check_purple.png"/>
          <p:cNvPicPr>
            <a:picLocks noChangeAspect="1"/>
          </p:cNvPicPr>
          <p:nvPr/>
        </p:nvPicPr>
        <p:blipFill>
          <a:blip r:embed="rId7"/>
          <a:stretch>
            <a:fillRect/>
          </a:stretch>
        </p:blipFill>
        <p:spPr>
          <a:xfrm>
            <a:off x="6355080" y="3886200"/>
            <a:ext cx="182880" cy="182880"/>
          </a:xfrm>
          <a:prstGeom prst="rect">
            <a:avLst/>
          </a:prstGeom>
        </p:spPr>
      </p:pic>
      <p:sp>
        <p:nvSpPr>
          <p:cNvPr id="35" name="TextBox 34"/>
          <p:cNvSpPr txBox="1"/>
          <p:nvPr/>
        </p:nvSpPr>
        <p:spPr>
          <a:xfrm>
            <a:off x="6629400" y="3840480"/>
            <a:ext cx="1874519" cy="292608"/>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Teacher &amp; parent satisfaction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5486400" cy="548640"/>
          </a:xfrm>
        </p:spPr>
        <p:txBody>
          <a:bodyPr wrap="square" lIns="0" tIns="0" rIns="0" bIns="0" anchor="t">
            <a:noAutofit/>
          </a:bodyPr>
          <a:lstStyle/>
          <a:p>
            <a:pPr algn="l">
              <a:lnSpc>
                <a:spcPct val="95000"/>
              </a:lnSpc>
            </a:pPr>
            <a:r>
              <a:rPr sz="2600" b="1" i="0">
                <a:solidFill>
                  <a:srgbClr val="172033"/>
                </a:solidFill>
                <a:latin typeface="Fredoka"/>
              </a:rPr>
              <a:t>Financial Overview</a:t>
            </a:r>
          </a:p>
        </p:txBody>
      </p:sp>
      <p:sp>
        <p:nvSpPr>
          <p:cNvPr id="3" name="Rounded Rectangle 2"/>
          <p:cNvSpPr/>
          <p:nvPr/>
        </p:nvSpPr>
        <p:spPr>
          <a:xfrm>
            <a:off x="5486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94944" y="1207008"/>
            <a:ext cx="1463040" cy="219456"/>
          </a:xfrm>
          <a:prstGeom prst="rect">
            <a:avLst/>
          </a:prstGeom>
          <a:noFill/>
        </p:spPr>
        <p:txBody>
          <a:bodyPr wrap="square" lIns="0" tIns="0" rIns="0" bIns="0" anchor="t">
            <a:noAutofit/>
          </a:bodyPr>
          <a:lstStyle/>
          <a:p>
            <a:pPr algn="l"/>
            <a:r>
              <a:rPr sz="800" b="0" i="0">
                <a:solidFill>
                  <a:srgbClr val="7C3AED"/>
                </a:solidFill>
                <a:latin typeface="Fredoka SemiBold"/>
              </a:rPr>
              <a:t>Revenue to date</a:t>
            </a:r>
          </a:p>
        </p:txBody>
      </p:sp>
      <p:sp>
        <p:nvSpPr>
          <p:cNvPr id="5" name="TextBox 4"/>
          <p:cNvSpPr txBox="1"/>
          <p:nvPr/>
        </p:nvSpPr>
        <p:spPr>
          <a:xfrm>
            <a:off x="694944" y="1426464"/>
            <a:ext cx="1463040" cy="420624"/>
          </a:xfrm>
          <a:prstGeom prst="rect">
            <a:avLst/>
          </a:prstGeom>
          <a:noFill/>
        </p:spPr>
        <p:txBody>
          <a:bodyPr wrap="square" lIns="0" tIns="0" rIns="0" bIns="0" anchor="ctr">
            <a:noAutofit/>
          </a:bodyPr>
          <a:lstStyle/>
          <a:p>
            <a:pPr algn="l"/>
            <a:r>
              <a:rPr sz="1800" b="1" i="0">
                <a:solidFill>
                  <a:srgbClr val="172033"/>
                </a:solidFill>
                <a:latin typeface="Fredoka"/>
              </a:rPr>
              <a:t>Rp0</a:t>
            </a:r>
          </a:p>
        </p:txBody>
      </p:sp>
      <p:sp>
        <p:nvSpPr>
          <p:cNvPr id="6" name="Rounded Rectangle 5"/>
          <p:cNvSpPr/>
          <p:nvPr/>
        </p:nvSpPr>
        <p:spPr>
          <a:xfrm>
            <a:off x="23774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23744" y="1207008"/>
            <a:ext cx="1463040" cy="219456"/>
          </a:xfrm>
          <a:prstGeom prst="rect">
            <a:avLst/>
          </a:prstGeom>
          <a:noFill/>
        </p:spPr>
        <p:txBody>
          <a:bodyPr wrap="square" lIns="0" tIns="0" rIns="0" bIns="0" anchor="t">
            <a:noAutofit/>
          </a:bodyPr>
          <a:lstStyle/>
          <a:p>
            <a:pPr algn="l"/>
            <a:r>
              <a:rPr sz="800" b="0" i="0">
                <a:solidFill>
                  <a:srgbClr val="7C3AED"/>
                </a:solidFill>
                <a:latin typeface="Fredoka SemiBold"/>
              </a:rPr>
              <a:t>Stage</a:t>
            </a:r>
          </a:p>
        </p:txBody>
      </p:sp>
      <p:sp>
        <p:nvSpPr>
          <p:cNvPr id="8" name="TextBox 7"/>
          <p:cNvSpPr txBox="1"/>
          <p:nvPr/>
        </p:nvSpPr>
        <p:spPr>
          <a:xfrm>
            <a:off x="2523744" y="1426464"/>
            <a:ext cx="1463040" cy="420624"/>
          </a:xfrm>
          <a:prstGeom prst="rect">
            <a:avLst/>
          </a:prstGeom>
          <a:noFill/>
        </p:spPr>
        <p:txBody>
          <a:bodyPr wrap="square" lIns="0" tIns="0" rIns="0" bIns="0" anchor="ctr">
            <a:noAutofit/>
          </a:bodyPr>
          <a:lstStyle/>
          <a:p>
            <a:pPr algn="l"/>
            <a:r>
              <a:rPr sz="1800" b="1" i="0">
                <a:solidFill>
                  <a:srgbClr val="172033"/>
                </a:solidFill>
                <a:latin typeface="Fredoka"/>
              </a:rPr>
              <a:t>Pre-revenue</a:t>
            </a:r>
          </a:p>
        </p:txBody>
      </p:sp>
      <p:sp>
        <p:nvSpPr>
          <p:cNvPr id="9" name="Rounded Rectangle 8"/>
          <p:cNvSpPr/>
          <p:nvPr/>
        </p:nvSpPr>
        <p:spPr>
          <a:xfrm>
            <a:off x="5486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 y="2139696"/>
            <a:ext cx="1463040" cy="402336"/>
          </a:xfrm>
          <a:prstGeom prst="rect">
            <a:avLst/>
          </a:prstGeom>
          <a:noFill/>
        </p:spPr>
        <p:txBody>
          <a:bodyPr wrap="square" lIns="0" tIns="0" rIns="0" bIns="0" anchor="t">
            <a:noAutofit/>
          </a:bodyPr>
          <a:lstStyle/>
          <a:p>
            <a:pPr algn="l">
              <a:lnSpc>
                <a:spcPct val="95000"/>
              </a:lnSpc>
            </a:pPr>
            <a:r>
              <a:rPr sz="1000" b="1" i="0">
                <a:solidFill>
                  <a:srgbClr val="172033"/>
                </a:solidFill>
                <a:latin typeface="Fredoka"/>
              </a:rPr>
              <a:t>B2C pack</a:t>
            </a:r>
          </a:p>
        </p:txBody>
      </p:sp>
      <p:sp>
        <p:nvSpPr>
          <p:cNvPr id="11" name="TextBox 10"/>
          <p:cNvSpPr txBox="1"/>
          <p:nvPr/>
        </p:nvSpPr>
        <p:spPr>
          <a:xfrm>
            <a:off x="676656" y="2596896"/>
            <a:ext cx="1481328" cy="182880"/>
          </a:xfrm>
          <a:prstGeom prst="rect">
            <a:avLst/>
          </a:prstGeom>
          <a:noFill/>
        </p:spPr>
        <p:txBody>
          <a:bodyPr wrap="square" lIns="0" tIns="0" rIns="0" bIns="0" anchor="t">
            <a:noAutofit/>
          </a:bodyPr>
          <a:lstStyle/>
          <a:p>
            <a:pPr algn="l"/>
            <a:r>
              <a:rPr sz="750" b="0" i="0">
                <a:solidFill>
                  <a:srgbClr val="172033"/>
                </a:solidFill>
                <a:latin typeface="Varela Round"/>
              </a:rPr>
              <a:t>Price</a:t>
            </a:r>
          </a:p>
        </p:txBody>
      </p:sp>
      <p:sp>
        <p:nvSpPr>
          <p:cNvPr id="12" name="TextBox 11"/>
          <p:cNvSpPr txBox="1"/>
          <p:nvPr/>
        </p:nvSpPr>
        <p:spPr>
          <a:xfrm>
            <a:off x="676656" y="2752344"/>
            <a:ext cx="1481328" cy="219456"/>
          </a:xfrm>
          <a:prstGeom prst="rect">
            <a:avLst/>
          </a:prstGeom>
          <a:noFill/>
        </p:spPr>
        <p:txBody>
          <a:bodyPr wrap="square" lIns="0" tIns="0" rIns="0" bIns="0" anchor="t">
            <a:noAutofit/>
          </a:bodyPr>
          <a:lstStyle/>
          <a:p>
            <a:pPr algn="l"/>
            <a:r>
              <a:rPr sz="1100" b="1" i="0">
                <a:solidFill>
                  <a:srgbClr val="172033"/>
                </a:solidFill>
                <a:latin typeface="Fredoka"/>
              </a:rPr>
              <a:t>Rp49K</a:t>
            </a:r>
          </a:p>
        </p:txBody>
      </p:sp>
      <p:sp>
        <p:nvSpPr>
          <p:cNvPr id="13" name="TextBox 12"/>
          <p:cNvSpPr txBox="1"/>
          <p:nvPr/>
        </p:nvSpPr>
        <p:spPr>
          <a:xfrm>
            <a:off x="676656" y="2980944"/>
            <a:ext cx="1481328" cy="182880"/>
          </a:xfrm>
          <a:prstGeom prst="rect">
            <a:avLst/>
          </a:prstGeom>
          <a:noFill/>
        </p:spPr>
        <p:txBody>
          <a:bodyPr wrap="square" lIns="0" tIns="0" rIns="0" bIns="0" anchor="t">
            <a:noAutofit/>
          </a:bodyPr>
          <a:lstStyle/>
          <a:p>
            <a:pPr algn="l"/>
            <a:r>
              <a:rPr sz="750" b="0" i="0">
                <a:solidFill>
                  <a:srgbClr val="172033"/>
                </a:solidFill>
                <a:latin typeface="Varela Round"/>
              </a:rPr>
              <a:t>Direct cost</a:t>
            </a:r>
          </a:p>
        </p:txBody>
      </p:sp>
      <p:sp>
        <p:nvSpPr>
          <p:cNvPr id="14" name="TextBox 13"/>
          <p:cNvSpPr txBox="1"/>
          <p:nvPr/>
        </p:nvSpPr>
        <p:spPr>
          <a:xfrm>
            <a:off x="676656" y="3136391"/>
            <a:ext cx="1481328" cy="219456"/>
          </a:xfrm>
          <a:prstGeom prst="rect">
            <a:avLst/>
          </a:prstGeom>
          <a:noFill/>
        </p:spPr>
        <p:txBody>
          <a:bodyPr wrap="square" lIns="0" tIns="0" rIns="0" bIns="0" anchor="t">
            <a:noAutofit/>
          </a:bodyPr>
          <a:lstStyle/>
          <a:p>
            <a:pPr algn="l"/>
            <a:r>
              <a:rPr sz="1100" b="1" i="0">
                <a:solidFill>
                  <a:srgbClr val="172033"/>
                </a:solidFill>
                <a:latin typeface="Fredoka"/>
              </a:rPr>
              <a:t>Rp20K</a:t>
            </a:r>
          </a:p>
        </p:txBody>
      </p:sp>
      <p:sp>
        <p:nvSpPr>
          <p:cNvPr id="15" name="TextBox 14"/>
          <p:cNvSpPr txBox="1"/>
          <p:nvPr/>
        </p:nvSpPr>
        <p:spPr>
          <a:xfrm>
            <a:off x="676656" y="3364991"/>
            <a:ext cx="1481328" cy="182880"/>
          </a:xfrm>
          <a:prstGeom prst="rect">
            <a:avLst/>
          </a:prstGeom>
          <a:noFill/>
        </p:spPr>
        <p:txBody>
          <a:bodyPr wrap="square" lIns="0" tIns="0" rIns="0" bIns="0" anchor="t">
            <a:noAutofit/>
          </a:bodyPr>
          <a:lstStyle/>
          <a:p>
            <a:pPr algn="l"/>
            <a:r>
              <a:rPr sz="750" b="0" i="0">
                <a:solidFill>
                  <a:srgbClr val="172033"/>
                </a:solidFill>
                <a:latin typeface="Varela Round"/>
              </a:rPr>
              <a:t>Contribution</a:t>
            </a:r>
          </a:p>
        </p:txBody>
      </p:sp>
      <p:sp>
        <p:nvSpPr>
          <p:cNvPr id="16" name="TextBox 15"/>
          <p:cNvSpPr txBox="1"/>
          <p:nvPr/>
        </p:nvSpPr>
        <p:spPr>
          <a:xfrm>
            <a:off x="676656" y="3520439"/>
            <a:ext cx="1481328" cy="219456"/>
          </a:xfrm>
          <a:prstGeom prst="rect">
            <a:avLst/>
          </a:prstGeom>
          <a:noFill/>
        </p:spPr>
        <p:txBody>
          <a:bodyPr wrap="square" lIns="0" tIns="0" rIns="0" bIns="0" anchor="t">
            <a:noAutofit/>
          </a:bodyPr>
          <a:lstStyle/>
          <a:p>
            <a:pPr algn="l"/>
            <a:r>
              <a:rPr sz="1100" b="1" i="0">
                <a:solidFill>
                  <a:srgbClr val="172033"/>
                </a:solidFill>
                <a:latin typeface="Fredoka"/>
              </a:rPr>
              <a:t>Rp29K</a:t>
            </a:r>
          </a:p>
        </p:txBody>
      </p:sp>
      <p:sp>
        <p:nvSpPr>
          <p:cNvPr id="17" name="Rounded Rectangle 16"/>
          <p:cNvSpPr/>
          <p:nvPr/>
        </p:nvSpPr>
        <p:spPr>
          <a:xfrm>
            <a:off x="6766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3822191"/>
            <a:ext cx="1463040" cy="420624"/>
          </a:xfrm>
          <a:prstGeom prst="rect">
            <a:avLst/>
          </a:prstGeom>
          <a:noFill/>
        </p:spPr>
        <p:txBody>
          <a:bodyPr wrap="square" lIns="0" tIns="0" rIns="0" bIns="0" anchor="ctr">
            <a:noAutofit/>
          </a:bodyPr>
          <a:lstStyle/>
          <a:p>
            <a:pPr algn="ctr"/>
            <a:r>
              <a:rPr sz="1100" b="1" i="0">
                <a:solidFill>
                  <a:srgbClr val="5B21B6"/>
                </a:solidFill>
                <a:latin typeface="Fredoka"/>
              </a:rPr>
              <a:t>59% margin</a:t>
            </a:r>
          </a:p>
        </p:txBody>
      </p:sp>
      <p:sp>
        <p:nvSpPr>
          <p:cNvPr id="19" name="Rounded Rectangle 18"/>
          <p:cNvSpPr/>
          <p:nvPr/>
        </p:nvSpPr>
        <p:spPr>
          <a:xfrm>
            <a:off x="23774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05456" y="2139696"/>
            <a:ext cx="1463040" cy="402336"/>
          </a:xfrm>
          <a:prstGeom prst="rect">
            <a:avLst/>
          </a:prstGeom>
          <a:noFill/>
        </p:spPr>
        <p:txBody>
          <a:bodyPr wrap="square" lIns="0" tIns="0" rIns="0" bIns="0" anchor="t">
            <a:noAutofit/>
          </a:bodyPr>
          <a:lstStyle/>
          <a:p>
            <a:pPr algn="l">
              <a:lnSpc>
                <a:spcPct val="95000"/>
              </a:lnSpc>
            </a:pPr>
            <a:r>
              <a:rPr sz="1000" b="1" i="0">
                <a:solidFill>
                  <a:srgbClr val="172033"/>
                </a:solidFill>
                <a:latin typeface="Fredoka"/>
              </a:rPr>
              <a:t>Managed B2B</a:t>
            </a:r>
            <a:br/>
            <a:r>
              <a:rPr sz="1000" b="1" i="0">
                <a:solidFill>
                  <a:srgbClr val="172033"/>
                </a:solidFill>
                <a:latin typeface="Fredoka"/>
              </a:rPr>
              <a:t>session</a:t>
            </a:r>
          </a:p>
        </p:txBody>
      </p:sp>
      <p:sp>
        <p:nvSpPr>
          <p:cNvPr id="21" name="TextBox 20"/>
          <p:cNvSpPr txBox="1"/>
          <p:nvPr/>
        </p:nvSpPr>
        <p:spPr>
          <a:xfrm>
            <a:off x="2505456" y="2596896"/>
            <a:ext cx="1481328" cy="182880"/>
          </a:xfrm>
          <a:prstGeom prst="rect">
            <a:avLst/>
          </a:prstGeom>
          <a:noFill/>
        </p:spPr>
        <p:txBody>
          <a:bodyPr wrap="square" lIns="0" tIns="0" rIns="0" bIns="0" anchor="t">
            <a:noAutofit/>
          </a:bodyPr>
          <a:lstStyle/>
          <a:p>
            <a:pPr algn="l"/>
            <a:r>
              <a:rPr sz="750" b="0" i="0">
                <a:solidFill>
                  <a:srgbClr val="172033"/>
                </a:solidFill>
                <a:latin typeface="Varela Round"/>
              </a:rPr>
              <a:t>Price</a:t>
            </a:r>
          </a:p>
        </p:txBody>
      </p:sp>
      <p:sp>
        <p:nvSpPr>
          <p:cNvPr id="22" name="TextBox 21"/>
          <p:cNvSpPr txBox="1"/>
          <p:nvPr/>
        </p:nvSpPr>
        <p:spPr>
          <a:xfrm>
            <a:off x="2505456" y="2752344"/>
            <a:ext cx="1481328" cy="219456"/>
          </a:xfrm>
          <a:prstGeom prst="rect">
            <a:avLst/>
          </a:prstGeom>
          <a:noFill/>
        </p:spPr>
        <p:txBody>
          <a:bodyPr wrap="square" lIns="0" tIns="0" rIns="0" bIns="0" anchor="t">
            <a:noAutofit/>
          </a:bodyPr>
          <a:lstStyle/>
          <a:p>
            <a:pPr algn="l"/>
            <a:r>
              <a:rPr sz="1100" b="1" i="0">
                <a:solidFill>
                  <a:srgbClr val="172033"/>
                </a:solidFill>
                <a:latin typeface="Fredoka"/>
              </a:rPr>
              <a:t>Rp1M</a:t>
            </a:r>
          </a:p>
        </p:txBody>
      </p:sp>
      <p:sp>
        <p:nvSpPr>
          <p:cNvPr id="23" name="TextBox 22"/>
          <p:cNvSpPr txBox="1"/>
          <p:nvPr/>
        </p:nvSpPr>
        <p:spPr>
          <a:xfrm>
            <a:off x="2505456" y="2980944"/>
            <a:ext cx="1481328" cy="182880"/>
          </a:xfrm>
          <a:prstGeom prst="rect">
            <a:avLst/>
          </a:prstGeom>
          <a:noFill/>
        </p:spPr>
        <p:txBody>
          <a:bodyPr wrap="square" lIns="0" tIns="0" rIns="0" bIns="0" anchor="t">
            <a:noAutofit/>
          </a:bodyPr>
          <a:lstStyle/>
          <a:p>
            <a:pPr algn="l"/>
            <a:r>
              <a:rPr sz="750" b="0" i="0">
                <a:solidFill>
                  <a:srgbClr val="172033"/>
                </a:solidFill>
                <a:latin typeface="Varela Round"/>
              </a:rPr>
              <a:t>Direct cost</a:t>
            </a:r>
          </a:p>
        </p:txBody>
      </p:sp>
      <p:sp>
        <p:nvSpPr>
          <p:cNvPr id="24" name="TextBox 23"/>
          <p:cNvSpPr txBox="1"/>
          <p:nvPr/>
        </p:nvSpPr>
        <p:spPr>
          <a:xfrm>
            <a:off x="2505456" y="3136391"/>
            <a:ext cx="1481328" cy="219456"/>
          </a:xfrm>
          <a:prstGeom prst="rect">
            <a:avLst/>
          </a:prstGeom>
          <a:noFill/>
        </p:spPr>
        <p:txBody>
          <a:bodyPr wrap="square" lIns="0" tIns="0" rIns="0" bIns="0" anchor="t">
            <a:noAutofit/>
          </a:bodyPr>
          <a:lstStyle/>
          <a:p>
            <a:pPr algn="l"/>
            <a:r>
              <a:rPr sz="1100" b="1" i="0">
                <a:solidFill>
                  <a:srgbClr val="172033"/>
                </a:solidFill>
                <a:latin typeface="Fredoka"/>
              </a:rPr>
              <a:t>Rp250K</a:t>
            </a:r>
          </a:p>
        </p:txBody>
      </p:sp>
      <p:sp>
        <p:nvSpPr>
          <p:cNvPr id="25" name="TextBox 24"/>
          <p:cNvSpPr txBox="1"/>
          <p:nvPr/>
        </p:nvSpPr>
        <p:spPr>
          <a:xfrm>
            <a:off x="2505456" y="3364991"/>
            <a:ext cx="1481328" cy="182880"/>
          </a:xfrm>
          <a:prstGeom prst="rect">
            <a:avLst/>
          </a:prstGeom>
          <a:noFill/>
        </p:spPr>
        <p:txBody>
          <a:bodyPr wrap="square" lIns="0" tIns="0" rIns="0" bIns="0" anchor="t">
            <a:noAutofit/>
          </a:bodyPr>
          <a:lstStyle/>
          <a:p>
            <a:pPr algn="l"/>
            <a:r>
              <a:rPr sz="750" b="0" i="0">
                <a:solidFill>
                  <a:srgbClr val="172033"/>
                </a:solidFill>
                <a:latin typeface="Varela Round"/>
              </a:rPr>
              <a:t>Contribution</a:t>
            </a:r>
          </a:p>
        </p:txBody>
      </p:sp>
      <p:sp>
        <p:nvSpPr>
          <p:cNvPr id="26" name="TextBox 25"/>
          <p:cNvSpPr txBox="1"/>
          <p:nvPr/>
        </p:nvSpPr>
        <p:spPr>
          <a:xfrm>
            <a:off x="2505456" y="3520439"/>
            <a:ext cx="1481328" cy="219456"/>
          </a:xfrm>
          <a:prstGeom prst="rect">
            <a:avLst/>
          </a:prstGeom>
          <a:noFill/>
        </p:spPr>
        <p:txBody>
          <a:bodyPr wrap="square" lIns="0" tIns="0" rIns="0" bIns="0" anchor="t">
            <a:noAutofit/>
          </a:bodyPr>
          <a:lstStyle/>
          <a:p>
            <a:pPr algn="l"/>
            <a:r>
              <a:rPr sz="1100" b="1" i="0">
                <a:solidFill>
                  <a:srgbClr val="172033"/>
                </a:solidFill>
                <a:latin typeface="Fredoka"/>
              </a:rPr>
              <a:t>Rp750K</a:t>
            </a:r>
          </a:p>
        </p:txBody>
      </p:sp>
      <p:sp>
        <p:nvSpPr>
          <p:cNvPr id="27" name="Rounded Rectangle 26"/>
          <p:cNvSpPr/>
          <p:nvPr/>
        </p:nvSpPr>
        <p:spPr>
          <a:xfrm>
            <a:off x="25054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05456" y="3822191"/>
            <a:ext cx="1463040" cy="420624"/>
          </a:xfrm>
          <a:prstGeom prst="rect">
            <a:avLst/>
          </a:prstGeom>
          <a:noFill/>
        </p:spPr>
        <p:txBody>
          <a:bodyPr wrap="square" lIns="0" tIns="0" rIns="0" bIns="0" anchor="ctr">
            <a:noAutofit/>
          </a:bodyPr>
          <a:lstStyle/>
          <a:p>
            <a:pPr algn="ctr"/>
            <a:r>
              <a:rPr sz="1100" b="1" i="0">
                <a:solidFill>
                  <a:srgbClr val="5B21B6"/>
                </a:solidFill>
                <a:latin typeface="Fredoka"/>
              </a:rPr>
              <a:t>75% margin</a:t>
            </a:r>
          </a:p>
        </p:txBody>
      </p:sp>
      <p:sp>
        <p:nvSpPr>
          <p:cNvPr id="29" name="TextBox 28"/>
          <p:cNvSpPr txBox="1"/>
          <p:nvPr/>
        </p:nvSpPr>
        <p:spPr>
          <a:xfrm>
            <a:off x="548640" y="4480560"/>
            <a:ext cx="3566160" cy="201168"/>
          </a:xfrm>
          <a:prstGeom prst="rect">
            <a:avLst/>
          </a:prstGeom>
          <a:noFill/>
        </p:spPr>
        <p:txBody>
          <a:bodyPr wrap="square" lIns="0" tIns="0" rIns="0" bIns="0" anchor="t">
            <a:noAutofit/>
          </a:bodyPr>
          <a:lstStyle/>
          <a:p>
            <a:pPr algn="l"/>
            <a:r>
              <a:rPr sz="750" b="0" i="0">
                <a:solidFill>
                  <a:srgbClr val="172033"/>
                </a:solidFill>
                <a:latin typeface="Varela Round"/>
              </a:rPr>
              <a:t>Direct cost: print + packaging Rp10K and DIY delivery Rp10K · session operator, transport, materials.</a:t>
            </a:r>
          </a:p>
        </p:txBody>
      </p:sp>
      <p:sp>
        <p:nvSpPr>
          <p:cNvPr id="30" name="Rounded Rectangle 29"/>
          <p:cNvSpPr/>
          <p:nvPr/>
        </p:nvSpPr>
        <p:spPr>
          <a:xfrm>
            <a:off x="4297680" y="1143000"/>
            <a:ext cx="429768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80560" y="1243584"/>
            <a:ext cx="2194560" cy="274320"/>
          </a:xfrm>
          <a:prstGeom prst="rect">
            <a:avLst/>
          </a:prstGeom>
          <a:noFill/>
        </p:spPr>
        <p:txBody>
          <a:bodyPr wrap="square" lIns="0" tIns="0" rIns="0" bIns="0" anchor="t">
            <a:noAutofit/>
          </a:bodyPr>
          <a:lstStyle/>
          <a:p>
            <a:pPr algn="l"/>
            <a:r>
              <a:rPr sz="1100" b="1" i="0">
                <a:solidFill>
                  <a:srgbClr val="172033"/>
                </a:solidFill>
                <a:latin typeface="Fredoka"/>
              </a:rPr>
              <a:t>12-month projection</a:t>
            </a:r>
          </a:p>
        </p:txBody>
      </p:sp>
      <p:sp>
        <p:nvSpPr>
          <p:cNvPr id="32" name="TextBox 31"/>
          <p:cNvSpPr txBox="1"/>
          <p:nvPr/>
        </p:nvSpPr>
        <p:spPr>
          <a:xfrm>
            <a:off x="6355080" y="1280160"/>
            <a:ext cx="1005840" cy="201168"/>
          </a:xfrm>
          <a:prstGeom prst="rect">
            <a:avLst/>
          </a:prstGeom>
          <a:noFill/>
        </p:spPr>
        <p:txBody>
          <a:bodyPr wrap="square" lIns="0" tIns="0" rIns="0" bIns="0" anchor="t">
            <a:noAutofit/>
          </a:bodyPr>
          <a:lstStyle/>
          <a:p>
            <a:pPr algn="ctr"/>
            <a:r>
              <a:rPr sz="800" b="0" i="0">
                <a:solidFill>
                  <a:srgbClr val="7C3AED"/>
                </a:solidFill>
                <a:latin typeface="Fredoka SemiBold"/>
              </a:rPr>
              <a:t>Conservative</a:t>
            </a:r>
          </a:p>
        </p:txBody>
      </p:sp>
      <p:sp>
        <p:nvSpPr>
          <p:cNvPr id="33" name="TextBox 32"/>
          <p:cNvSpPr txBox="1"/>
          <p:nvPr/>
        </p:nvSpPr>
        <p:spPr>
          <a:xfrm>
            <a:off x="7452360" y="1280160"/>
            <a:ext cx="1005840" cy="201168"/>
          </a:xfrm>
          <a:prstGeom prst="rect">
            <a:avLst/>
          </a:prstGeom>
          <a:noFill/>
        </p:spPr>
        <p:txBody>
          <a:bodyPr wrap="square" lIns="0" tIns="0" rIns="0" bIns="0" anchor="t">
            <a:noAutofit/>
          </a:bodyPr>
          <a:lstStyle/>
          <a:p>
            <a:pPr algn="ctr"/>
            <a:r>
              <a:rPr sz="800" b="0" i="0">
                <a:solidFill>
                  <a:srgbClr val="7C3AED"/>
                </a:solidFill>
                <a:latin typeface="Fredoka SemiBold"/>
              </a:rPr>
              <a:t>Base</a:t>
            </a:r>
          </a:p>
        </p:txBody>
      </p:sp>
      <p:sp>
        <p:nvSpPr>
          <p:cNvPr id="34" name="Rectangle 33"/>
          <p:cNvSpPr/>
          <p:nvPr/>
        </p:nvSpPr>
        <p:spPr>
          <a:xfrm>
            <a:off x="4480560" y="160020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0" y="1645920"/>
            <a:ext cx="1828800" cy="310896"/>
          </a:xfrm>
          <a:prstGeom prst="rect">
            <a:avLst/>
          </a:prstGeom>
          <a:noFill/>
        </p:spPr>
        <p:txBody>
          <a:bodyPr wrap="square" lIns="0" tIns="0" rIns="0" bIns="0" anchor="ctr">
            <a:noAutofit/>
          </a:bodyPr>
          <a:lstStyle/>
          <a:p>
            <a:pPr algn="l"/>
            <a:r>
              <a:rPr sz="900" b="0" i="0">
                <a:solidFill>
                  <a:srgbClr val="172033"/>
                </a:solidFill>
                <a:latin typeface="Varela Round"/>
              </a:rPr>
              <a:t>B2C packs</a:t>
            </a:r>
          </a:p>
        </p:txBody>
      </p:sp>
      <p:sp>
        <p:nvSpPr>
          <p:cNvPr id="36" name="TextBox 35"/>
          <p:cNvSpPr txBox="1"/>
          <p:nvPr/>
        </p:nvSpPr>
        <p:spPr>
          <a:xfrm>
            <a:off x="6355080" y="1645920"/>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300</a:t>
            </a:r>
          </a:p>
        </p:txBody>
      </p:sp>
      <p:sp>
        <p:nvSpPr>
          <p:cNvPr id="37" name="TextBox 36"/>
          <p:cNvSpPr txBox="1"/>
          <p:nvPr/>
        </p:nvSpPr>
        <p:spPr>
          <a:xfrm>
            <a:off x="7452360" y="1645920"/>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600</a:t>
            </a:r>
          </a:p>
        </p:txBody>
      </p:sp>
      <p:sp>
        <p:nvSpPr>
          <p:cNvPr id="38" name="Rectangle 37"/>
          <p:cNvSpPr/>
          <p:nvPr/>
        </p:nvSpPr>
        <p:spPr>
          <a:xfrm>
            <a:off x="4480560" y="1984248"/>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80560" y="2029968"/>
            <a:ext cx="1828800" cy="310896"/>
          </a:xfrm>
          <a:prstGeom prst="rect">
            <a:avLst/>
          </a:prstGeom>
          <a:noFill/>
        </p:spPr>
        <p:txBody>
          <a:bodyPr wrap="square" lIns="0" tIns="0" rIns="0" bIns="0" anchor="ctr">
            <a:noAutofit/>
          </a:bodyPr>
          <a:lstStyle/>
          <a:p>
            <a:pPr algn="l"/>
            <a:r>
              <a:rPr sz="900" b="0" i="0">
                <a:solidFill>
                  <a:srgbClr val="172033"/>
                </a:solidFill>
                <a:latin typeface="Varela Round"/>
              </a:rPr>
              <a:t>Paid sessions</a:t>
            </a:r>
          </a:p>
        </p:txBody>
      </p:sp>
      <p:sp>
        <p:nvSpPr>
          <p:cNvPr id="40" name="TextBox 39"/>
          <p:cNvSpPr txBox="1"/>
          <p:nvPr/>
        </p:nvSpPr>
        <p:spPr>
          <a:xfrm>
            <a:off x="6355080" y="2029968"/>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24</a:t>
            </a:r>
          </a:p>
        </p:txBody>
      </p:sp>
      <p:sp>
        <p:nvSpPr>
          <p:cNvPr id="41" name="TextBox 40"/>
          <p:cNvSpPr txBox="1"/>
          <p:nvPr/>
        </p:nvSpPr>
        <p:spPr>
          <a:xfrm>
            <a:off x="7452360" y="2029968"/>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48</a:t>
            </a:r>
          </a:p>
        </p:txBody>
      </p:sp>
      <p:sp>
        <p:nvSpPr>
          <p:cNvPr id="42" name="Rectangle 41"/>
          <p:cNvSpPr/>
          <p:nvPr/>
        </p:nvSpPr>
        <p:spPr>
          <a:xfrm>
            <a:off x="4480560" y="2368296"/>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80560" y="2414016"/>
            <a:ext cx="1828800" cy="310896"/>
          </a:xfrm>
          <a:prstGeom prst="rect">
            <a:avLst/>
          </a:prstGeom>
          <a:noFill/>
        </p:spPr>
        <p:txBody>
          <a:bodyPr wrap="square" lIns="0" tIns="0" rIns="0" bIns="0" anchor="ctr">
            <a:noAutofit/>
          </a:bodyPr>
          <a:lstStyle/>
          <a:p>
            <a:pPr algn="l"/>
            <a:r>
              <a:rPr sz="900" b="0" i="0">
                <a:solidFill>
                  <a:srgbClr val="172033"/>
                </a:solidFill>
                <a:latin typeface="Fredoka SemiBold"/>
              </a:rPr>
              <a:t>Customer revenue</a:t>
            </a:r>
          </a:p>
        </p:txBody>
      </p:sp>
      <p:sp>
        <p:nvSpPr>
          <p:cNvPr id="44" name="TextBox 43"/>
          <p:cNvSpPr txBox="1"/>
          <p:nvPr/>
        </p:nvSpPr>
        <p:spPr>
          <a:xfrm>
            <a:off x="6355080" y="2414016"/>
            <a:ext cx="1005840" cy="310896"/>
          </a:xfrm>
          <a:prstGeom prst="rect">
            <a:avLst/>
          </a:prstGeom>
          <a:noFill/>
        </p:spPr>
        <p:txBody>
          <a:bodyPr wrap="square" lIns="0" tIns="0" rIns="0" bIns="0" anchor="ctr">
            <a:noAutofit/>
          </a:bodyPr>
          <a:lstStyle/>
          <a:p>
            <a:pPr algn="ctr"/>
            <a:r>
              <a:rPr sz="1100" b="1" i="0">
                <a:solidFill>
                  <a:srgbClr val="5B21B6"/>
                </a:solidFill>
                <a:latin typeface="Fredoka"/>
              </a:rPr>
              <a:t>Rp38.7M</a:t>
            </a:r>
          </a:p>
        </p:txBody>
      </p:sp>
      <p:sp>
        <p:nvSpPr>
          <p:cNvPr id="45" name="TextBox 44"/>
          <p:cNvSpPr txBox="1"/>
          <p:nvPr/>
        </p:nvSpPr>
        <p:spPr>
          <a:xfrm>
            <a:off x="7452360" y="2414016"/>
            <a:ext cx="1005840" cy="310896"/>
          </a:xfrm>
          <a:prstGeom prst="rect">
            <a:avLst/>
          </a:prstGeom>
          <a:noFill/>
        </p:spPr>
        <p:txBody>
          <a:bodyPr wrap="square" lIns="0" tIns="0" rIns="0" bIns="0" anchor="ctr">
            <a:noAutofit/>
          </a:bodyPr>
          <a:lstStyle/>
          <a:p>
            <a:pPr algn="ctr"/>
            <a:r>
              <a:rPr sz="1100" b="1" i="0">
                <a:solidFill>
                  <a:srgbClr val="5B21B6"/>
                </a:solidFill>
                <a:latin typeface="Fredoka"/>
              </a:rPr>
              <a:t>Rp77.4M</a:t>
            </a:r>
          </a:p>
        </p:txBody>
      </p:sp>
      <p:sp>
        <p:nvSpPr>
          <p:cNvPr id="46" name="Rectangle 45"/>
          <p:cNvSpPr/>
          <p:nvPr/>
        </p:nvSpPr>
        <p:spPr>
          <a:xfrm>
            <a:off x="4480560" y="2752344"/>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80560" y="2798064"/>
            <a:ext cx="1828800" cy="310896"/>
          </a:xfrm>
          <a:prstGeom prst="rect">
            <a:avLst/>
          </a:prstGeom>
          <a:noFill/>
        </p:spPr>
        <p:txBody>
          <a:bodyPr wrap="square" lIns="0" tIns="0" rIns="0" bIns="0" anchor="ctr">
            <a:noAutofit/>
          </a:bodyPr>
          <a:lstStyle/>
          <a:p>
            <a:pPr algn="l"/>
            <a:r>
              <a:rPr sz="900" b="0" i="0">
                <a:solidFill>
                  <a:srgbClr val="172033"/>
                </a:solidFill>
                <a:latin typeface="Varela Round"/>
              </a:rPr>
              <a:t>Direct costs</a:t>
            </a:r>
          </a:p>
        </p:txBody>
      </p:sp>
      <p:sp>
        <p:nvSpPr>
          <p:cNvPr id="48" name="TextBox 47"/>
          <p:cNvSpPr txBox="1"/>
          <p:nvPr/>
        </p:nvSpPr>
        <p:spPr>
          <a:xfrm>
            <a:off x="6355080" y="2798064"/>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Rp12.0M</a:t>
            </a:r>
          </a:p>
        </p:txBody>
      </p:sp>
      <p:sp>
        <p:nvSpPr>
          <p:cNvPr id="49" name="TextBox 48"/>
          <p:cNvSpPr txBox="1"/>
          <p:nvPr/>
        </p:nvSpPr>
        <p:spPr>
          <a:xfrm>
            <a:off x="7452360" y="2798064"/>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Rp24.0M</a:t>
            </a:r>
          </a:p>
        </p:txBody>
      </p:sp>
      <p:sp>
        <p:nvSpPr>
          <p:cNvPr id="50" name="Rectangle 49"/>
          <p:cNvSpPr/>
          <p:nvPr/>
        </p:nvSpPr>
        <p:spPr>
          <a:xfrm>
            <a:off x="4480560" y="3136392"/>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80560" y="3182112"/>
            <a:ext cx="1828800" cy="310896"/>
          </a:xfrm>
          <a:prstGeom prst="rect">
            <a:avLst/>
          </a:prstGeom>
          <a:noFill/>
        </p:spPr>
        <p:txBody>
          <a:bodyPr wrap="square" lIns="0" tIns="0" rIns="0" bIns="0" anchor="ctr">
            <a:noAutofit/>
          </a:bodyPr>
          <a:lstStyle/>
          <a:p>
            <a:pPr algn="l"/>
            <a:r>
              <a:rPr sz="900" b="0" i="0">
                <a:solidFill>
                  <a:srgbClr val="172033"/>
                </a:solidFill>
                <a:latin typeface="Fredoka SemiBold"/>
              </a:rPr>
              <a:t>Gross contribution</a:t>
            </a:r>
          </a:p>
        </p:txBody>
      </p:sp>
      <p:sp>
        <p:nvSpPr>
          <p:cNvPr id="52" name="TextBox 51"/>
          <p:cNvSpPr txBox="1"/>
          <p:nvPr/>
        </p:nvSpPr>
        <p:spPr>
          <a:xfrm>
            <a:off x="6355080" y="3182112"/>
            <a:ext cx="1005840" cy="310896"/>
          </a:xfrm>
          <a:prstGeom prst="rect">
            <a:avLst/>
          </a:prstGeom>
          <a:noFill/>
        </p:spPr>
        <p:txBody>
          <a:bodyPr wrap="square" lIns="0" tIns="0" rIns="0" bIns="0" anchor="ctr">
            <a:noAutofit/>
          </a:bodyPr>
          <a:lstStyle/>
          <a:p>
            <a:pPr algn="ctr"/>
            <a:r>
              <a:rPr sz="1100" b="1" i="0">
                <a:solidFill>
                  <a:srgbClr val="5B21B6"/>
                </a:solidFill>
                <a:latin typeface="Fredoka"/>
              </a:rPr>
              <a:t>Rp26.7M</a:t>
            </a:r>
          </a:p>
        </p:txBody>
      </p:sp>
      <p:sp>
        <p:nvSpPr>
          <p:cNvPr id="53" name="TextBox 52"/>
          <p:cNvSpPr txBox="1"/>
          <p:nvPr/>
        </p:nvSpPr>
        <p:spPr>
          <a:xfrm>
            <a:off x="7452360" y="3182112"/>
            <a:ext cx="1005840" cy="310896"/>
          </a:xfrm>
          <a:prstGeom prst="rect">
            <a:avLst/>
          </a:prstGeom>
          <a:noFill/>
        </p:spPr>
        <p:txBody>
          <a:bodyPr wrap="square" lIns="0" tIns="0" rIns="0" bIns="0" anchor="ctr">
            <a:noAutofit/>
          </a:bodyPr>
          <a:lstStyle/>
          <a:p>
            <a:pPr algn="ctr"/>
            <a:r>
              <a:rPr sz="1100" b="1" i="0">
                <a:solidFill>
                  <a:srgbClr val="5B21B6"/>
                </a:solidFill>
                <a:latin typeface="Fredoka"/>
              </a:rPr>
              <a:t>Rp53.4M</a:t>
            </a:r>
          </a:p>
        </p:txBody>
      </p:sp>
      <p:sp>
        <p:nvSpPr>
          <p:cNvPr id="54" name="Rectangle 53"/>
          <p:cNvSpPr/>
          <p:nvPr/>
        </p:nvSpPr>
        <p:spPr>
          <a:xfrm>
            <a:off x="4480560" y="352044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480560" y="3566160"/>
            <a:ext cx="1828800" cy="310896"/>
          </a:xfrm>
          <a:prstGeom prst="rect">
            <a:avLst/>
          </a:prstGeom>
          <a:noFill/>
        </p:spPr>
        <p:txBody>
          <a:bodyPr wrap="square" lIns="0" tIns="0" rIns="0" bIns="0" anchor="ctr">
            <a:noAutofit/>
          </a:bodyPr>
          <a:lstStyle/>
          <a:p>
            <a:pPr algn="l"/>
            <a:r>
              <a:rPr sz="900" b="0" i="0">
                <a:solidFill>
                  <a:srgbClr val="172033"/>
                </a:solidFill>
                <a:latin typeface="Varela Round"/>
              </a:rPr>
              <a:t>Contribution margin</a:t>
            </a:r>
          </a:p>
        </p:txBody>
      </p:sp>
      <p:sp>
        <p:nvSpPr>
          <p:cNvPr id="56" name="TextBox 55"/>
          <p:cNvSpPr txBox="1"/>
          <p:nvPr/>
        </p:nvSpPr>
        <p:spPr>
          <a:xfrm>
            <a:off x="6355080" y="3566160"/>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69%</a:t>
            </a:r>
          </a:p>
        </p:txBody>
      </p:sp>
      <p:sp>
        <p:nvSpPr>
          <p:cNvPr id="57" name="TextBox 56"/>
          <p:cNvSpPr txBox="1"/>
          <p:nvPr/>
        </p:nvSpPr>
        <p:spPr>
          <a:xfrm>
            <a:off x="7452360" y="3566160"/>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69%</a:t>
            </a:r>
          </a:p>
        </p:txBody>
      </p:sp>
      <p:sp>
        <p:nvSpPr>
          <p:cNvPr id="58" name="Rectangle 57"/>
          <p:cNvSpPr/>
          <p:nvPr/>
        </p:nvSpPr>
        <p:spPr>
          <a:xfrm>
            <a:off x="4480560" y="3904488"/>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480560" y="3950208"/>
            <a:ext cx="1828800" cy="310896"/>
          </a:xfrm>
          <a:prstGeom prst="rect">
            <a:avLst/>
          </a:prstGeom>
          <a:noFill/>
        </p:spPr>
        <p:txBody>
          <a:bodyPr wrap="square" lIns="0" tIns="0" rIns="0" bIns="0" anchor="ctr">
            <a:noAutofit/>
          </a:bodyPr>
          <a:lstStyle/>
          <a:p>
            <a:pPr algn="l"/>
            <a:r>
              <a:rPr sz="900" b="0" i="0">
                <a:solidFill>
                  <a:srgbClr val="172033"/>
                </a:solidFill>
                <a:latin typeface="Varela Round"/>
              </a:rPr>
              <a:t>Growth operating expenses</a:t>
            </a:r>
          </a:p>
        </p:txBody>
      </p:sp>
      <p:sp>
        <p:nvSpPr>
          <p:cNvPr id="60" name="TextBox 59"/>
          <p:cNvSpPr txBox="1"/>
          <p:nvPr/>
        </p:nvSpPr>
        <p:spPr>
          <a:xfrm>
            <a:off x="6355080" y="3950208"/>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Rp158M</a:t>
            </a:r>
          </a:p>
        </p:txBody>
      </p:sp>
      <p:sp>
        <p:nvSpPr>
          <p:cNvPr id="61" name="TextBox 60"/>
          <p:cNvSpPr txBox="1"/>
          <p:nvPr/>
        </p:nvSpPr>
        <p:spPr>
          <a:xfrm>
            <a:off x="7452360" y="3950208"/>
            <a:ext cx="1005840" cy="310896"/>
          </a:xfrm>
          <a:prstGeom prst="rect">
            <a:avLst/>
          </a:prstGeom>
          <a:noFill/>
        </p:spPr>
        <p:txBody>
          <a:bodyPr wrap="square" lIns="0" tIns="0" rIns="0" bIns="0" anchor="ctr">
            <a:noAutofit/>
          </a:bodyPr>
          <a:lstStyle/>
          <a:p>
            <a:pPr algn="ctr"/>
            <a:r>
              <a:rPr sz="950" b="0" i="0">
                <a:solidFill>
                  <a:srgbClr val="172033"/>
                </a:solidFill>
                <a:latin typeface="Varela Round"/>
              </a:rPr>
              <a:t>Rp158M</a:t>
            </a:r>
          </a:p>
        </p:txBody>
      </p:sp>
      <p:sp>
        <p:nvSpPr>
          <p:cNvPr id="62" name="TextBox 61"/>
          <p:cNvSpPr txBox="1"/>
          <p:nvPr/>
        </p:nvSpPr>
        <p:spPr>
          <a:xfrm>
            <a:off x="4297680" y="4480560"/>
            <a:ext cx="4297680" cy="329184"/>
          </a:xfrm>
          <a:prstGeom prst="rect">
            <a:avLst/>
          </a:prstGeom>
          <a:noFill/>
        </p:spPr>
        <p:txBody>
          <a:bodyPr wrap="square" lIns="0" tIns="0" rIns="0" bIns="0" anchor="t">
            <a:noAutofit/>
          </a:bodyPr>
          <a:lstStyle/>
          <a:p>
            <a:pPr algn="l">
              <a:lnSpc>
                <a:spcPct val="105000"/>
              </a:lnSpc>
            </a:pPr>
            <a:r>
              <a:rPr sz="750" b="0" i="0">
                <a:solidFill>
                  <a:srgbClr val="172033"/>
                </a:solidFill>
                <a:latin typeface="Fredoka SemiBold"/>
              </a:rPr>
              <a:t>Year 1 prioritizes validation and repeatability over profitability: the planned operating loss is funded by growth capital (full P&amp;L in Appendix 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400800" cy="548640"/>
          </a:xfrm>
        </p:spPr>
        <p:txBody>
          <a:bodyPr wrap="square" lIns="0" tIns="0" rIns="0" bIns="0" anchor="t">
            <a:noAutofit/>
          </a:bodyPr>
          <a:lstStyle/>
          <a:p>
            <a:pPr algn="l">
              <a:lnSpc>
                <a:spcPct val="95000"/>
              </a:lnSpc>
            </a:pPr>
            <a:r>
              <a:rPr sz="2600" b="1" i="0">
                <a:solidFill>
                  <a:srgbClr val="172033"/>
                </a:solidFill>
                <a:latin typeface="Fredoka"/>
              </a:rPr>
              <a:t>Funding Needs &amp; Use of Funds</a:t>
            </a:r>
          </a:p>
        </p:txBody>
      </p:sp>
      <p:sp>
        <p:nvSpPr>
          <p:cNvPr id="3" name="Rounded Rectangle 2"/>
          <p:cNvSpPr/>
          <p:nvPr/>
        </p:nvSpPr>
        <p:spPr>
          <a:xfrm>
            <a:off x="548640" y="1097280"/>
            <a:ext cx="4206240" cy="3611880"/>
          </a:xfrm>
          <a:prstGeom prst="roundRect">
            <a:avLst>
              <a:gd name="adj" fmla="val 455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207008"/>
            <a:ext cx="3840480" cy="219456"/>
          </a:xfrm>
          <a:prstGeom prst="rect">
            <a:avLst/>
          </a:prstGeom>
          <a:noFill/>
        </p:spPr>
        <p:txBody>
          <a:bodyPr wrap="square" lIns="0" tIns="0" rIns="0" bIns="0" anchor="t">
            <a:noAutofit/>
          </a:bodyPr>
          <a:lstStyle/>
          <a:p>
            <a:pPr algn="l"/>
            <a:r>
              <a:rPr sz="900" b="0" i="0">
                <a:solidFill>
                  <a:srgbClr val="7C3AED"/>
                </a:solidFill>
                <a:latin typeface="Fredoka SemiBold"/>
              </a:rPr>
              <a:t>12-month capital requirement</a:t>
            </a:r>
          </a:p>
        </p:txBody>
      </p:sp>
      <p:sp>
        <p:nvSpPr>
          <p:cNvPr id="5" name="Rounded Rectangle 4"/>
          <p:cNvSpPr/>
          <p:nvPr/>
        </p:nvSpPr>
        <p:spPr>
          <a:xfrm>
            <a:off x="749808" y="1444752"/>
            <a:ext cx="1554480" cy="512064"/>
          </a:xfrm>
          <a:prstGeom prst="roundRect">
            <a:avLst>
              <a:gd name="adj" fmla="val 2142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44752"/>
            <a:ext cx="1554480" cy="512064"/>
          </a:xfrm>
          <a:prstGeom prst="rect">
            <a:avLst/>
          </a:prstGeom>
          <a:noFill/>
        </p:spPr>
        <p:txBody>
          <a:bodyPr wrap="square" lIns="0" tIns="0" rIns="0" bIns="0" anchor="ctr">
            <a:noAutofit/>
          </a:bodyPr>
          <a:lstStyle/>
          <a:p>
            <a:pPr algn="ctr"/>
            <a:r>
              <a:rPr sz="2200" b="1" i="0">
                <a:solidFill>
                  <a:srgbClr val="5B21B6"/>
                </a:solidFill>
                <a:latin typeface="Fredoka"/>
              </a:rPr>
              <a:t>Rp200M</a:t>
            </a:r>
          </a:p>
        </p:txBody>
      </p:sp>
      <p:sp>
        <p:nvSpPr>
          <p:cNvPr id="7" name="TextBox 6"/>
          <p:cNvSpPr txBox="1"/>
          <p:nvPr/>
        </p:nvSpPr>
        <p:spPr>
          <a:xfrm>
            <a:off x="2423160" y="1444752"/>
            <a:ext cx="2194560" cy="512064"/>
          </a:xfrm>
          <a:prstGeom prst="rect">
            <a:avLst/>
          </a:prstGeom>
          <a:noFill/>
        </p:spPr>
        <p:txBody>
          <a:bodyPr wrap="square" lIns="0" tIns="0" rIns="0" bIns="0" anchor="ctr">
            <a:noAutofit/>
          </a:bodyPr>
          <a:lstStyle/>
          <a:p>
            <a:pPr algn="l">
              <a:lnSpc>
                <a:spcPct val="105000"/>
              </a:lnSpc>
            </a:pPr>
            <a:r>
              <a:rPr sz="850" b="0" i="0">
                <a:solidFill>
                  <a:srgbClr val="172033"/>
                </a:solidFill>
                <a:latin typeface="Varela Round"/>
              </a:rPr>
              <a:t>Requested support to fund 12 months of product validation and commercial growth.</a:t>
            </a:r>
          </a:p>
        </p:txBody>
      </p:sp>
      <p:sp>
        <p:nvSpPr>
          <p:cNvPr id="8" name="TextBox 7"/>
          <p:cNvSpPr txBox="1"/>
          <p:nvPr/>
        </p:nvSpPr>
        <p:spPr>
          <a:xfrm>
            <a:off x="749808" y="2084831"/>
            <a:ext cx="3657600" cy="237744"/>
          </a:xfrm>
          <a:prstGeom prst="rect">
            <a:avLst/>
          </a:prstGeom>
          <a:noFill/>
        </p:spPr>
        <p:txBody>
          <a:bodyPr wrap="square" lIns="0" tIns="0" rIns="0" bIns="0" anchor="t">
            <a:noAutofit/>
          </a:bodyPr>
          <a:lstStyle/>
          <a:p>
            <a:pPr algn="l"/>
            <a:r>
              <a:rPr sz="1050" b="1" i="0">
                <a:solidFill>
                  <a:srgbClr val="172033"/>
                </a:solidFill>
                <a:latin typeface="Fredoka"/>
              </a:rPr>
              <a:t>Use of funds, in priority order</a:t>
            </a:r>
          </a:p>
        </p:txBody>
      </p:sp>
      <p:sp>
        <p:nvSpPr>
          <p:cNvPr id="9" name="Oval 8"/>
          <p:cNvSpPr/>
          <p:nvPr/>
        </p:nvSpPr>
        <p:spPr>
          <a:xfrm>
            <a:off x="749808" y="2395728"/>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sers_purple.png"/>
          <p:cNvPicPr>
            <a:picLocks noChangeAspect="1"/>
          </p:cNvPicPr>
          <p:nvPr/>
        </p:nvPicPr>
        <p:blipFill>
          <a:blip r:embed="rId3"/>
          <a:stretch>
            <a:fillRect/>
          </a:stretch>
        </p:blipFill>
        <p:spPr>
          <a:xfrm>
            <a:off x="820033" y="2465953"/>
            <a:ext cx="152156" cy="152156"/>
          </a:xfrm>
          <a:prstGeom prst="rect">
            <a:avLst/>
          </a:prstGeom>
        </p:spPr>
      </p:pic>
      <p:sp>
        <p:nvSpPr>
          <p:cNvPr id="11" name="TextBox 10"/>
          <p:cNvSpPr txBox="1"/>
          <p:nvPr/>
        </p:nvSpPr>
        <p:spPr>
          <a:xfrm>
            <a:off x="1133856" y="2359152"/>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Team &amp; Operations</a:t>
            </a:r>
          </a:p>
        </p:txBody>
      </p:sp>
      <p:sp>
        <p:nvSpPr>
          <p:cNvPr id="12" name="TextBox 11"/>
          <p:cNvSpPr txBox="1"/>
          <p:nvPr/>
        </p:nvSpPr>
        <p:spPr>
          <a:xfrm>
            <a:off x="1133856" y="2542032"/>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Rp96M · lean founder &amp; team compensation</a:t>
            </a:r>
          </a:p>
        </p:txBody>
      </p:sp>
      <p:sp>
        <p:nvSpPr>
          <p:cNvPr id="13" name="Rounded Rectangle 12"/>
          <p:cNvSpPr/>
          <p:nvPr/>
        </p:nvSpPr>
        <p:spPr>
          <a:xfrm>
            <a:off x="3931920" y="2414016"/>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31920" y="2414016"/>
            <a:ext cx="658368" cy="256032"/>
          </a:xfrm>
          <a:prstGeom prst="rect">
            <a:avLst/>
          </a:prstGeom>
          <a:noFill/>
        </p:spPr>
        <p:txBody>
          <a:bodyPr wrap="square" lIns="0" tIns="0" rIns="0" bIns="0" anchor="ctr">
            <a:noAutofit/>
          </a:bodyPr>
          <a:lstStyle/>
          <a:p>
            <a:pPr algn="ctr"/>
            <a:r>
              <a:rPr sz="900" b="1" i="0">
                <a:solidFill>
                  <a:srgbClr val="5B21B6"/>
                </a:solidFill>
                <a:latin typeface="Fredoka"/>
              </a:rPr>
              <a:t>48%</a:t>
            </a:r>
          </a:p>
        </p:txBody>
      </p:sp>
      <p:sp>
        <p:nvSpPr>
          <p:cNvPr id="15" name="Oval 14"/>
          <p:cNvSpPr/>
          <p:nvPr/>
        </p:nvSpPr>
        <p:spPr>
          <a:xfrm>
            <a:off x="749808" y="2770632"/>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chool_purple.png"/>
          <p:cNvPicPr>
            <a:picLocks noChangeAspect="1"/>
          </p:cNvPicPr>
          <p:nvPr/>
        </p:nvPicPr>
        <p:blipFill>
          <a:blip r:embed="rId4"/>
          <a:stretch>
            <a:fillRect/>
          </a:stretch>
        </p:blipFill>
        <p:spPr>
          <a:xfrm>
            <a:off x="820033" y="2840857"/>
            <a:ext cx="152156" cy="152156"/>
          </a:xfrm>
          <a:prstGeom prst="rect">
            <a:avLst/>
          </a:prstGeom>
        </p:spPr>
      </p:pic>
      <p:sp>
        <p:nvSpPr>
          <p:cNvPr id="17" name="TextBox 16"/>
          <p:cNvSpPr txBox="1"/>
          <p:nvPr/>
        </p:nvSpPr>
        <p:spPr>
          <a:xfrm>
            <a:off x="1133856" y="2734056"/>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Go-to-Market</a:t>
            </a:r>
          </a:p>
        </p:txBody>
      </p:sp>
      <p:sp>
        <p:nvSpPr>
          <p:cNvPr id="18" name="TextBox 17"/>
          <p:cNvSpPr txBox="1"/>
          <p:nvPr/>
        </p:nvSpPr>
        <p:spPr>
          <a:xfrm>
            <a:off x="1133856" y="2916936"/>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Rp30M · school pilots, demos, community activation</a:t>
            </a:r>
          </a:p>
        </p:txBody>
      </p:sp>
      <p:sp>
        <p:nvSpPr>
          <p:cNvPr id="19" name="Rounded Rectangle 18"/>
          <p:cNvSpPr/>
          <p:nvPr/>
        </p:nvSpPr>
        <p:spPr>
          <a:xfrm>
            <a:off x="3931920" y="2788920"/>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31920" y="2788920"/>
            <a:ext cx="658368" cy="256032"/>
          </a:xfrm>
          <a:prstGeom prst="rect">
            <a:avLst/>
          </a:prstGeom>
          <a:noFill/>
        </p:spPr>
        <p:txBody>
          <a:bodyPr wrap="square" lIns="0" tIns="0" rIns="0" bIns="0" anchor="ctr">
            <a:noAutofit/>
          </a:bodyPr>
          <a:lstStyle/>
          <a:p>
            <a:pPr algn="ctr"/>
            <a:r>
              <a:rPr sz="900" b="1" i="0">
                <a:solidFill>
                  <a:srgbClr val="5B21B6"/>
                </a:solidFill>
                <a:latin typeface="Fredoka"/>
              </a:rPr>
              <a:t>15%</a:t>
            </a:r>
          </a:p>
        </p:txBody>
      </p:sp>
      <p:sp>
        <p:nvSpPr>
          <p:cNvPr id="21" name="Oval 20"/>
          <p:cNvSpPr/>
          <p:nvPr/>
        </p:nvSpPr>
        <p:spPr>
          <a:xfrm>
            <a:off x="749808" y="3145536"/>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can-line_purple.png"/>
          <p:cNvPicPr>
            <a:picLocks noChangeAspect="1"/>
          </p:cNvPicPr>
          <p:nvPr/>
        </p:nvPicPr>
        <p:blipFill>
          <a:blip r:embed="rId5"/>
          <a:stretch>
            <a:fillRect/>
          </a:stretch>
        </p:blipFill>
        <p:spPr>
          <a:xfrm>
            <a:off x="820033" y="3215761"/>
            <a:ext cx="152156" cy="152156"/>
          </a:xfrm>
          <a:prstGeom prst="rect">
            <a:avLst/>
          </a:prstGeom>
        </p:spPr>
      </p:pic>
      <p:sp>
        <p:nvSpPr>
          <p:cNvPr id="23" name="TextBox 22"/>
          <p:cNvSpPr txBox="1"/>
          <p:nvPr/>
        </p:nvSpPr>
        <p:spPr>
          <a:xfrm>
            <a:off x="1133856" y="3108960"/>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Product &amp; Technology</a:t>
            </a:r>
          </a:p>
        </p:txBody>
      </p:sp>
      <p:sp>
        <p:nvSpPr>
          <p:cNvPr id="24" name="TextBox 23"/>
          <p:cNvSpPr txBox="1"/>
          <p:nvPr/>
        </p:nvSpPr>
        <p:spPr>
          <a:xfrm>
            <a:off x="1133856" y="3291840"/>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Rp24M · infrastructure, scan reliability, AI tools</a:t>
            </a:r>
          </a:p>
        </p:txBody>
      </p:sp>
      <p:sp>
        <p:nvSpPr>
          <p:cNvPr id="25" name="Rounded Rectangle 24"/>
          <p:cNvSpPr/>
          <p:nvPr/>
        </p:nvSpPr>
        <p:spPr>
          <a:xfrm>
            <a:off x="3931920" y="3163824"/>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31920" y="3163824"/>
            <a:ext cx="658368" cy="256032"/>
          </a:xfrm>
          <a:prstGeom prst="rect">
            <a:avLst/>
          </a:prstGeom>
          <a:noFill/>
        </p:spPr>
        <p:txBody>
          <a:bodyPr wrap="square" lIns="0" tIns="0" rIns="0" bIns="0" anchor="ctr">
            <a:noAutofit/>
          </a:bodyPr>
          <a:lstStyle/>
          <a:p>
            <a:pPr algn="ctr"/>
            <a:r>
              <a:rPr sz="900" b="1" i="0">
                <a:solidFill>
                  <a:srgbClr val="5B21B6"/>
                </a:solidFill>
                <a:latin typeface="Fredoka"/>
              </a:rPr>
              <a:t>12%</a:t>
            </a:r>
          </a:p>
        </p:txBody>
      </p:sp>
      <p:sp>
        <p:nvSpPr>
          <p:cNvPr id="27" name="Oval 26"/>
          <p:cNvSpPr/>
          <p:nvPr/>
        </p:nvSpPr>
        <p:spPr>
          <a:xfrm>
            <a:off x="749808" y="3520440"/>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palette_purple.png"/>
          <p:cNvPicPr>
            <a:picLocks noChangeAspect="1"/>
          </p:cNvPicPr>
          <p:nvPr/>
        </p:nvPicPr>
        <p:blipFill>
          <a:blip r:embed="rId6"/>
          <a:stretch>
            <a:fillRect/>
          </a:stretch>
        </p:blipFill>
        <p:spPr>
          <a:xfrm>
            <a:off x="820033" y="3590665"/>
            <a:ext cx="152156" cy="152156"/>
          </a:xfrm>
          <a:prstGeom prst="rect">
            <a:avLst/>
          </a:prstGeom>
        </p:spPr>
      </p:pic>
      <p:sp>
        <p:nvSpPr>
          <p:cNvPr id="29" name="TextBox 28"/>
          <p:cNvSpPr txBox="1"/>
          <p:nvPr/>
        </p:nvSpPr>
        <p:spPr>
          <a:xfrm>
            <a:off x="1133856" y="3483864"/>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Production</a:t>
            </a:r>
          </a:p>
        </p:txBody>
      </p:sp>
      <p:sp>
        <p:nvSpPr>
          <p:cNvPr id="30" name="TextBox 29"/>
          <p:cNvSpPr txBox="1"/>
          <p:nvPr/>
        </p:nvSpPr>
        <p:spPr>
          <a:xfrm>
            <a:off x="1133856" y="3666744"/>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Rp20M · inventory, samples, demo materials</a:t>
            </a:r>
          </a:p>
        </p:txBody>
      </p:sp>
      <p:sp>
        <p:nvSpPr>
          <p:cNvPr id="31" name="Rounded Rectangle 30"/>
          <p:cNvSpPr/>
          <p:nvPr/>
        </p:nvSpPr>
        <p:spPr>
          <a:xfrm>
            <a:off x="3931920" y="3538728"/>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31920" y="3538728"/>
            <a:ext cx="658368" cy="256032"/>
          </a:xfrm>
          <a:prstGeom prst="rect">
            <a:avLst/>
          </a:prstGeom>
          <a:noFill/>
        </p:spPr>
        <p:txBody>
          <a:bodyPr wrap="square" lIns="0" tIns="0" rIns="0" bIns="0" anchor="ctr">
            <a:noAutofit/>
          </a:bodyPr>
          <a:lstStyle/>
          <a:p>
            <a:pPr algn="ctr"/>
            <a:r>
              <a:rPr sz="900" b="1" i="0">
                <a:solidFill>
                  <a:srgbClr val="5B21B6"/>
                </a:solidFill>
                <a:latin typeface="Fredoka"/>
              </a:rPr>
              <a:t>10%</a:t>
            </a:r>
          </a:p>
        </p:txBody>
      </p:sp>
      <p:sp>
        <p:nvSpPr>
          <p:cNvPr id="33" name="Oval 32"/>
          <p:cNvSpPr/>
          <p:nvPr/>
        </p:nvSpPr>
        <p:spPr>
          <a:xfrm>
            <a:off x="749808" y="3895344"/>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book-open_purple.png"/>
          <p:cNvPicPr>
            <a:picLocks noChangeAspect="1"/>
          </p:cNvPicPr>
          <p:nvPr/>
        </p:nvPicPr>
        <p:blipFill>
          <a:blip r:embed="rId7"/>
          <a:stretch>
            <a:fillRect/>
          </a:stretch>
        </p:blipFill>
        <p:spPr>
          <a:xfrm>
            <a:off x="820033" y="3965569"/>
            <a:ext cx="152156" cy="152156"/>
          </a:xfrm>
          <a:prstGeom prst="rect">
            <a:avLst/>
          </a:prstGeom>
        </p:spPr>
      </p:pic>
      <p:sp>
        <p:nvSpPr>
          <p:cNvPr id="35" name="TextBox 34"/>
          <p:cNvSpPr txBox="1"/>
          <p:nvPr/>
        </p:nvSpPr>
        <p:spPr>
          <a:xfrm>
            <a:off x="1133856" y="3858768"/>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Learning Content</a:t>
            </a:r>
          </a:p>
        </p:txBody>
      </p:sp>
      <p:sp>
        <p:nvSpPr>
          <p:cNvPr id="36" name="TextBox 35"/>
          <p:cNvSpPr txBox="1"/>
          <p:nvPr/>
        </p:nvSpPr>
        <p:spPr>
          <a:xfrm>
            <a:off x="1133856" y="4041648"/>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Rp20M · 2 </a:t>
            </a:r>
            <a:r>
              <a:rPr sz="750" b="0" i="0">
                <a:solidFill>
                  <a:srgbClr val="172033"/>
                </a:solidFill>
                <a:latin typeface="Segoe UI"/>
              </a:rPr>
              <a:t>→</a:t>
            </a:r>
            <a:r>
              <a:rPr sz="750" b="0" i="0">
                <a:solidFill>
                  <a:srgbClr val="172033"/>
                </a:solidFill>
                <a:latin typeface="Varela Round"/>
              </a:rPr>
              <a:t> 4 worlds: art, sound, facts</a:t>
            </a:r>
          </a:p>
        </p:txBody>
      </p:sp>
      <p:sp>
        <p:nvSpPr>
          <p:cNvPr id="37" name="Rounded Rectangle 36"/>
          <p:cNvSpPr/>
          <p:nvPr/>
        </p:nvSpPr>
        <p:spPr>
          <a:xfrm>
            <a:off x="3931920" y="3913631"/>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931920" y="3913631"/>
            <a:ext cx="658368" cy="256032"/>
          </a:xfrm>
          <a:prstGeom prst="rect">
            <a:avLst/>
          </a:prstGeom>
          <a:noFill/>
        </p:spPr>
        <p:txBody>
          <a:bodyPr wrap="square" lIns="0" tIns="0" rIns="0" bIns="0" anchor="ctr">
            <a:noAutofit/>
          </a:bodyPr>
          <a:lstStyle/>
          <a:p>
            <a:pPr algn="ctr"/>
            <a:r>
              <a:rPr sz="900" b="1" i="0">
                <a:solidFill>
                  <a:srgbClr val="5B21B6"/>
                </a:solidFill>
                <a:latin typeface="Fredoka"/>
              </a:rPr>
              <a:t>10%</a:t>
            </a:r>
          </a:p>
        </p:txBody>
      </p:sp>
      <p:sp>
        <p:nvSpPr>
          <p:cNvPr id="39" name="Oval 38"/>
          <p:cNvSpPr/>
          <p:nvPr/>
        </p:nvSpPr>
        <p:spPr>
          <a:xfrm>
            <a:off x="749808" y="4270248"/>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shield-check_purple.png"/>
          <p:cNvPicPr>
            <a:picLocks noChangeAspect="1"/>
          </p:cNvPicPr>
          <p:nvPr/>
        </p:nvPicPr>
        <p:blipFill>
          <a:blip r:embed="rId8"/>
          <a:stretch>
            <a:fillRect/>
          </a:stretch>
        </p:blipFill>
        <p:spPr>
          <a:xfrm>
            <a:off x="820033" y="4340473"/>
            <a:ext cx="152156" cy="152156"/>
          </a:xfrm>
          <a:prstGeom prst="rect">
            <a:avLst/>
          </a:prstGeom>
        </p:spPr>
      </p:pic>
      <p:sp>
        <p:nvSpPr>
          <p:cNvPr id="41" name="TextBox 40"/>
          <p:cNvSpPr txBox="1"/>
          <p:nvPr/>
        </p:nvSpPr>
        <p:spPr>
          <a:xfrm>
            <a:off x="1133856" y="4233672"/>
            <a:ext cx="2697480" cy="201168"/>
          </a:xfrm>
          <a:prstGeom prst="rect">
            <a:avLst/>
          </a:prstGeom>
          <a:noFill/>
        </p:spPr>
        <p:txBody>
          <a:bodyPr wrap="square" lIns="0" tIns="0" rIns="0" bIns="0" anchor="t">
            <a:noAutofit/>
          </a:bodyPr>
          <a:lstStyle/>
          <a:p>
            <a:pPr algn="l"/>
            <a:r>
              <a:rPr sz="900" b="0" i="0">
                <a:solidFill>
                  <a:srgbClr val="172033"/>
                </a:solidFill>
                <a:latin typeface="Fredoka SemiBold"/>
              </a:rPr>
              <a:t>Legal &amp; Contingency</a:t>
            </a:r>
          </a:p>
        </p:txBody>
      </p:sp>
      <p:sp>
        <p:nvSpPr>
          <p:cNvPr id="42" name="TextBox 41"/>
          <p:cNvSpPr txBox="1"/>
          <p:nvPr/>
        </p:nvSpPr>
        <p:spPr>
          <a:xfrm>
            <a:off x="1133856" y="4416552"/>
            <a:ext cx="2697480" cy="182880"/>
          </a:xfrm>
          <a:prstGeom prst="rect">
            <a:avLst/>
          </a:prstGeom>
          <a:noFill/>
        </p:spPr>
        <p:txBody>
          <a:bodyPr wrap="square" lIns="0" tIns="0" rIns="0" bIns="0" anchor="t">
            <a:noAutofit/>
          </a:bodyPr>
          <a:lstStyle/>
          <a:p>
            <a:pPr algn="l"/>
            <a:r>
              <a:rPr sz="750" b="0" i="0">
                <a:solidFill>
                  <a:srgbClr val="172033"/>
                </a:solidFill>
                <a:latin typeface="Varela Round"/>
              </a:rPr>
              <a:t>Rp10M · administration, accounting, contracts</a:t>
            </a:r>
          </a:p>
        </p:txBody>
      </p:sp>
      <p:sp>
        <p:nvSpPr>
          <p:cNvPr id="43" name="Rounded Rectangle 42"/>
          <p:cNvSpPr/>
          <p:nvPr/>
        </p:nvSpPr>
        <p:spPr>
          <a:xfrm>
            <a:off x="3931920" y="4288536"/>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931920" y="4288536"/>
            <a:ext cx="658368" cy="256032"/>
          </a:xfrm>
          <a:prstGeom prst="rect">
            <a:avLst/>
          </a:prstGeom>
          <a:noFill/>
        </p:spPr>
        <p:txBody>
          <a:bodyPr wrap="square" lIns="0" tIns="0" rIns="0" bIns="0" anchor="ctr">
            <a:noAutofit/>
          </a:bodyPr>
          <a:lstStyle/>
          <a:p>
            <a:pPr algn="ctr"/>
            <a:r>
              <a:rPr sz="900" b="1" i="0">
                <a:solidFill>
                  <a:srgbClr val="5B21B6"/>
                </a:solidFill>
                <a:latin typeface="Fredoka"/>
              </a:rPr>
              <a:t>5%</a:t>
            </a:r>
          </a:p>
        </p:txBody>
      </p:sp>
      <p:sp>
        <p:nvSpPr>
          <p:cNvPr id="45" name="Rounded Rectangle 44"/>
          <p:cNvSpPr/>
          <p:nvPr/>
        </p:nvSpPr>
        <p:spPr>
          <a:xfrm>
            <a:off x="4937760" y="1097280"/>
            <a:ext cx="3657600" cy="3611880"/>
          </a:xfrm>
          <a:prstGeom prst="roundRect">
            <a:avLst>
              <a:gd name="adj" fmla="val 455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138928" y="1207008"/>
            <a:ext cx="3291840" cy="457200"/>
          </a:xfrm>
          <a:prstGeom prst="rect">
            <a:avLst/>
          </a:prstGeom>
          <a:noFill/>
        </p:spPr>
        <p:txBody>
          <a:bodyPr wrap="square" lIns="0" tIns="0" rIns="0" bIns="0" anchor="t">
            <a:noAutofit/>
          </a:bodyPr>
          <a:lstStyle/>
          <a:p>
            <a:pPr algn="l">
              <a:lnSpc>
                <a:spcPct val="100000"/>
              </a:lnSpc>
            </a:pPr>
            <a:r>
              <a:rPr sz="1100" b="1" i="0">
                <a:solidFill>
                  <a:srgbClr val="172033"/>
                </a:solidFill>
                <a:latin typeface="Fredoka"/>
              </a:rPr>
              <a:t>What this funding unlocks in 12 months</a:t>
            </a:r>
          </a:p>
        </p:txBody>
      </p:sp>
      <p:sp>
        <p:nvSpPr>
          <p:cNvPr id="47" name="Oval 46"/>
          <p:cNvSpPr/>
          <p:nvPr/>
        </p:nvSpPr>
        <p:spPr>
          <a:xfrm>
            <a:off x="5138928" y="1737360"/>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1</a:t>
            </a:r>
          </a:p>
        </p:txBody>
      </p:sp>
      <p:sp>
        <p:nvSpPr>
          <p:cNvPr id="48" name="TextBox 47"/>
          <p:cNvSpPr txBox="1"/>
          <p:nvPr/>
        </p:nvSpPr>
        <p:spPr>
          <a:xfrm>
            <a:off x="5532120" y="1700784"/>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48+ paid school/event sessions</a:t>
            </a:r>
          </a:p>
        </p:txBody>
      </p:sp>
      <p:sp>
        <p:nvSpPr>
          <p:cNvPr id="49" name="Oval 48"/>
          <p:cNvSpPr/>
          <p:nvPr/>
        </p:nvSpPr>
        <p:spPr>
          <a:xfrm>
            <a:off x="5138928" y="213969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2</a:t>
            </a:r>
          </a:p>
        </p:txBody>
      </p:sp>
      <p:sp>
        <p:nvSpPr>
          <p:cNvPr id="50" name="TextBox 49"/>
          <p:cNvSpPr txBox="1"/>
          <p:nvPr/>
        </p:nvSpPr>
        <p:spPr>
          <a:xfrm>
            <a:off x="5532120" y="2103120"/>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1,440+ children in paid B2B sessions</a:t>
            </a:r>
          </a:p>
        </p:txBody>
      </p:sp>
      <p:sp>
        <p:nvSpPr>
          <p:cNvPr id="51" name="Oval 50"/>
          <p:cNvSpPr/>
          <p:nvPr/>
        </p:nvSpPr>
        <p:spPr>
          <a:xfrm>
            <a:off x="5138928" y="2542032"/>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3</a:t>
            </a:r>
          </a:p>
        </p:txBody>
      </p:sp>
      <p:sp>
        <p:nvSpPr>
          <p:cNvPr id="52" name="TextBox 51"/>
          <p:cNvSpPr txBox="1"/>
          <p:nvPr/>
        </p:nvSpPr>
        <p:spPr>
          <a:xfrm>
            <a:off x="5532120" y="2505456"/>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600 B2C packs sold</a:t>
            </a:r>
          </a:p>
        </p:txBody>
      </p:sp>
      <p:sp>
        <p:nvSpPr>
          <p:cNvPr id="53" name="Oval 52"/>
          <p:cNvSpPr/>
          <p:nvPr/>
        </p:nvSpPr>
        <p:spPr>
          <a:xfrm>
            <a:off x="5138928" y="29443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4</a:t>
            </a:r>
          </a:p>
        </p:txBody>
      </p:sp>
      <p:sp>
        <p:nvSpPr>
          <p:cNvPr id="54" name="TextBox 53"/>
          <p:cNvSpPr txBox="1"/>
          <p:nvPr/>
        </p:nvSpPr>
        <p:spPr>
          <a:xfrm>
            <a:off x="5532120" y="2907791"/>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4 active learning worlds</a:t>
            </a:r>
          </a:p>
        </p:txBody>
      </p:sp>
      <p:sp>
        <p:nvSpPr>
          <p:cNvPr id="55" name="Oval 54"/>
          <p:cNvSpPr/>
          <p:nvPr/>
        </p:nvSpPr>
        <p:spPr>
          <a:xfrm>
            <a:off x="5138928" y="3346704"/>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5</a:t>
            </a:r>
          </a:p>
        </p:txBody>
      </p:sp>
      <p:sp>
        <p:nvSpPr>
          <p:cNvPr id="56" name="TextBox 55"/>
          <p:cNvSpPr txBox="1"/>
          <p:nvPr/>
        </p:nvSpPr>
        <p:spPr>
          <a:xfrm>
            <a:off x="5532120" y="3310128"/>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Scanvas Studio operational</a:t>
            </a:r>
          </a:p>
        </p:txBody>
      </p:sp>
      <p:sp>
        <p:nvSpPr>
          <p:cNvPr id="57" name="Oval 56"/>
          <p:cNvSpPr/>
          <p:nvPr/>
        </p:nvSpPr>
        <p:spPr>
          <a:xfrm>
            <a:off x="5138928" y="374903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6</a:t>
            </a:r>
          </a:p>
        </p:txBody>
      </p:sp>
      <p:sp>
        <p:nvSpPr>
          <p:cNvPr id="58" name="TextBox 57"/>
          <p:cNvSpPr txBox="1"/>
          <p:nvPr/>
        </p:nvSpPr>
        <p:spPr>
          <a:xfrm>
            <a:off x="5532120" y="3712463"/>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≥20% repeat purchase / institutional rebooking target</a:t>
            </a:r>
          </a:p>
        </p:txBody>
      </p:sp>
      <p:sp>
        <p:nvSpPr>
          <p:cNvPr id="59" name="Oval 58"/>
          <p:cNvSpPr/>
          <p:nvPr/>
        </p:nvSpPr>
        <p:spPr>
          <a:xfrm>
            <a:off x="5138928" y="41513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950" b="1" i="0">
                <a:solidFill>
                  <a:srgbClr val="FFFFFF"/>
                </a:solidFill>
                <a:latin typeface="Fredoka"/>
              </a:rPr>
              <a:t>7</a:t>
            </a:r>
          </a:p>
        </p:txBody>
      </p:sp>
      <p:sp>
        <p:nvSpPr>
          <p:cNvPr id="60" name="TextBox 59"/>
          <p:cNvSpPr txBox="1"/>
          <p:nvPr/>
        </p:nvSpPr>
        <p:spPr>
          <a:xfrm>
            <a:off x="5532120" y="4114800"/>
            <a:ext cx="2926080" cy="365760"/>
          </a:xfrm>
          <a:prstGeom prst="rect">
            <a:avLst/>
          </a:prstGeom>
          <a:noFill/>
        </p:spPr>
        <p:txBody>
          <a:bodyPr wrap="square" lIns="0" tIns="0" rIns="0" bIns="0" anchor="ctr">
            <a:noAutofit/>
          </a:bodyPr>
          <a:lstStyle/>
          <a:p>
            <a:pPr algn="l"/>
            <a:r>
              <a:rPr sz="950" b="0" i="0">
                <a:solidFill>
                  <a:srgbClr val="172033"/>
                </a:solidFill>
                <a:latin typeface="Varela Round"/>
              </a:rPr>
              <a:t>Rp77.4M first-year customer revenue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78BF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8046720" cy="548640"/>
          </a:xfrm>
        </p:spPr>
        <p:txBody>
          <a:bodyPr wrap="square" lIns="0" tIns="0" rIns="0" bIns="0" anchor="t">
            <a:noAutofit/>
          </a:bodyPr>
          <a:lstStyle/>
          <a:p>
            <a:pPr algn="ctr">
              <a:lnSpc>
                <a:spcPct val="95000"/>
              </a:lnSpc>
            </a:pPr>
            <a:r>
              <a:rPr sz="2600" b="1" i="0">
                <a:solidFill>
                  <a:srgbClr val="172033"/>
                </a:solidFill>
                <a:latin typeface="Fredoka"/>
              </a:rPr>
              <a:t>The Team Behind Scanvas</a:t>
            </a:r>
          </a:p>
        </p:txBody>
      </p:sp>
      <p:sp>
        <p:nvSpPr>
          <p:cNvPr id="3" name="Rounded Rectangle 2"/>
          <p:cNvSpPr/>
          <p:nvPr/>
        </p:nvSpPr>
        <p:spPr>
          <a:xfrm>
            <a:off x="548640" y="1188720"/>
            <a:ext cx="3931920" cy="1371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aikal Hilmi"/>
          <p:cNvPicPr>
            <a:picLocks noChangeAspect="1"/>
          </p:cNvPicPr>
          <p:nvPr/>
        </p:nvPicPr>
        <p:blipFill>
          <a:blip r:embed="rId3"/>
          <a:stretch>
            <a:fillRect/>
          </a:stretch>
        </p:blipFill>
        <p:spPr>
          <a:xfrm>
            <a:off x="612647" y="1203350"/>
            <a:ext cx="1261872" cy="1344168"/>
          </a:xfrm>
          <a:prstGeom prst="rect">
            <a:avLst/>
          </a:prstGeom>
        </p:spPr>
      </p:pic>
      <p:sp>
        <p:nvSpPr>
          <p:cNvPr id="5" name="TextBox 4"/>
          <p:cNvSpPr txBox="1"/>
          <p:nvPr/>
        </p:nvSpPr>
        <p:spPr>
          <a:xfrm>
            <a:off x="1874519" y="1344168"/>
            <a:ext cx="2514600" cy="310896"/>
          </a:xfrm>
          <a:prstGeom prst="rect">
            <a:avLst/>
          </a:prstGeom>
          <a:noFill/>
        </p:spPr>
        <p:txBody>
          <a:bodyPr wrap="square" lIns="0" tIns="0" rIns="0" bIns="0" anchor="ctr">
            <a:noAutofit/>
          </a:bodyPr>
          <a:lstStyle/>
          <a:p>
            <a:pPr algn="l"/>
            <a:r>
              <a:rPr sz="1350" b="1" i="0">
                <a:solidFill>
                  <a:srgbClr val="172033"/>
                </a:solidFill>
                <a:latin typeface="Fredoka"/>
              </a:rPr>
              <a:t>Haikal Hilmi</a:t>
            </a:r>
          </a:p>
        </p:txBody>
      </p:sp>
      <p:sp>
        <p:nvSpPr>
          <p:cNvPr id="6" name="TextBox 5"/>
          <p:cNvSpPr txBox="1"/>
          <p:nvPr/>
        </p:nvSpPr>
        <p:spPr>
          <a:xfrm>
            <a:off x="1874519" y="1664208"/>
            <a:ext cx="2514600" cy="237744"/>
          </a:xfrm>
          <a:prstGeom prst="rect">
            <a:avLst/>
          </a:prstGeom>
          <a:noFill/>
        </p:spPr>
        <p:txBody>
          <a:bodyPr wrap="square" lIns="0" tIns="0" rIns="0" bIns="0" anchor="t">
            <a:noAutofit/>
          </a:bodyPr>
          <a:lstStyle/>
          <a:p>
            <a:pPr algn="l"/>
            <a:r>
              <a:rPr sz="1000" b="0" i="0">
                <a:solidFill>
                  <a:srgbClr val="7C3AED"/>
                </a:solidFill>
                <a:latin typeface="Fredoka SemiBold"/>
              </a:rPr>
              <a:t>CEO &amp; Co-Founder</a:t>
            </a:r>
          </a:p>
        </p:txBody>
      </p:sp>
      <p:sp>
        <p:nvSpPr>
          <p:cNvPr id="7" name="TextBox 6"/>
          <p:cNvSpPr txBox="1"/>
          <p:nvPr/>
        </p:nvSpPr>
        <p:spPr>
          <a:xfrm>
            <a:off x="1874519" y="1938528"/>
            <a:ext cx="2468880" cy="548640"/>
          </a:xfrm>
          <a:prstGeom prst="rect">
            <a:avLst/>
          </a:prstGeom>
          <a:noFill/>
        </p:spPr>
        <p:txBody>
          <a:bodyPr wrap="square" lIns="0" tIns="0" rIns="0" bIns="0" anchor="t">
            <a:noAutofit/>
          </a:bodyPr>
          <a:lstStyle/>
          <a:p>
            <a:pPr algn="l">
              <a:lnSpc>
                <a:spcPct val="112000"/>
              </a:lnSpc>
            </a:pPr>
            <a:r>
              <a:rPr sz="850" b="0" i="0">
                <a:solidFill>
                  <a:srgbClr val="172033"/>
                </a:solidFill>
                <a:latin typeface="Varela Round"/>
              </a:rPr>
              <a:t>Technical founder · product &amp; company strategy · partnerships · built the core technology</a:t>
            </a:r>
          </a:p>
        </p:txBody>
      </p:sp>
      <p:sp>
        <p:nvSpPr>
          <p:cNvPr id="8" name="Rounded Rectangle 7"/>
          <p:cNvSpPr/>
          <p:nvPr/>
        </p:nvSpPr>
        <p:spPr>
          <a:xfrm>
            <a:off x="4663440" y="1188720"/>
            <a:ext cx="3931920" cy="1371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alsabila Khoirunnisa"/>
          <p:cNvPicPr>
            <a:picLocks noChangeAspect="1"/>
          </p:cNvPicPr>
          <p:nvPr/>
        </p:nvPicPr>
        <p:blipFill>
          <a:blip r:embed="rId4"/>
          <a:stretch>
            <a:fillRect/>
          </a:stretch>
        </p:blipFill>
        <p:spPr>
          <a:xfrm>
            <a:off x="4790541" y="1220724"/>
            <a:ext cx="1158544" cy="1307592"/>
          </a:xfrm>
          <a:prstGeom prst="rect">
            <a:avLst/>
          </a:prstGeom>
        </p:spPr>
      </p:pic>
      <p:sp>
        <p:nvSpPr>
          <p:cNvPr id="10" name="TextBox 9"/>
          <p:cNvSpPr txBox="1"/>
          <p:nvPr/>
        </p:nvSpPr>
        <p:spPr>
          <a:xfrm>
            <a:off x="5989320" y="1344168"/>
            <a:ext cx="2514600" cy="310896"/>
          </a:xfrm>
          <a:prstGeom prst="rect">
            <a:avLst/>
          </a:prstGeom>
          <a:noFill/>
        </p:spPr>
        <p:txBody>
          <a:bodyPr wrap="square" lIns="0" tIns="0" rIns="0" bIns="0" anchor="ctr">
            <a:noAutofit/>
          </a:bodyPr>
          <a:lstStyle/>
          <a:p>
            <a:pPr algn="l"/>
            <a:r>
              <a:rPr sz="1350" b="1" i="0">
                <a:solidFill>
                  <a:srgbClr val="172033"/>
                </a:solidFill>
                <a:latin typeface="Fredoka"/>
              </a:rPr>
              <a:t>Salsabila Khoirunnisa</a:t>
            </a:r>
          </a:p>
        </p:txBody>
      </p:sp>
      <p:sp>
        <p:nvSpPr>
          <p:cNvPr id="11" name="TextBox 10"/>
          <p:cNvSpPr txBox="1"/>
          <p:nvPr/>
        </p:nvSpPr>
        <p:spPr>
          <a:xfrm>
            <a:off x="5989320" y="1664208"/>
            <a:ext cx="2514600" cy="237744"/>
          </a:xfrm>
          <a:prstGeom prst="rect">
            <a:avLst/>
          </a:prstGeom>
          <a:noFill/>
        </p:spPr>
        <p:txBody>
          <a:bodyPr wrap="square" lIns="0" tIns="0" rIns="0" bIns="0" anchor="t">
            <a:noAutofit/>
          </a:bodyPr>
          <a:lstStyle/>
          <a:p>
            <a:pPr algn="l"/>
            <a:r>
              <a:rPr sz="1000" b="0" i="0">
                <a:solidFill>
                  <a:srgbClr val="7C3AED"/>
                </a:solidFill>
                <a:latin typeface="Fredoka SemiBold"/>
              </a:rPr>
              <a:t>CMO &amp; Co-Founder</a:t>
            </a:r>
          </a:p>
        </p:txBody>
      </p:sp>
      <p:sp>
        <p:nvSpPr>
          <p:cNvPr id="12" name="TextBox 11"/>
          <p:cNvSpPr txBox="1"/>
          <p:nvPr/>
        </p:nvSpPr>
        <p:spPr>
          <a:xfrm>
            <a:off x="5989320" y="1938528"/>
            <a:ext cx="2468880" cy="548640"/>
          </a:xfrm>
          <a:prstGeom prst="rect">
            <a:avLst/>
          </a:prstGeom>
          <a:noFill/>
        </p:spPr>
        <p:txBody>
          <a:bodyPr wrap="square" lIns="0" tIns="0" rIns="0" bIns="0" anchor="t">
            <a:noAutofit/>
          </a:bodyPr>
          <a:lstStyle/>
          <a:p>
            <a:pPr algn="l">
              <a:lnSpc>
                <a:spcPct val="112000"/>
              </a:lnSpc>
            </a:pPr>
            <a:r>
              <a:rPr sz="850" b="0" i="0">
                <a:solidFill>
                  <a:srgbClr val="172033"/>
                </a:solidFill>
                <a:latin typeface="Varela Round"/>
              </a:rPr>
              <a:t>Brand · marketing · customer discovery · community · go-to-market</a:t>
            </a:r>
          </a:p>
        </p:txBody>
      </p:sp>
      <p:pic>
        <p:nvPicPr>
          <p:cNvPr id="13" name="Picture 12" descr="quote_deep.png"/>
          <p:cNvPicPr>
            <a:picLocks noChangeAspect="1"/>
          </p:cNvPicPr>
          <p:nvPr/>
        </p:nvPicPr>
        <p:blipFill>
          <a:blip r:embed="rId5"/>
          <a:stretch>
            <a:fillRect/>
          </a:stretch>
        </p:blipFill>
        <p:spPr>
          <a:xfrm>
            <a:off x="548640" y="2852928"/>
            <a:ext cx="329184" cy="329184"/>
          </a:xfrm>
          <a:prstGeom prst="rect">
            <a:avLst/>
          </a:prstGeom>
        </p:spPr>
      </p:pic>
      <p:sp>
        <p:nvSpPr>
          <p:cNvPr id="14" name="TextBox 13"/>
          <p:cNvSpPr txBox="1"/>
          <p:nvPr/>
        </p:nvSpPr>
        <p:spPr>
          <a:xfrm>
            <a:off x="1005840" y="2788920"/>
            <a:ext cx="7498079" cy="731520"/>
          </a:xfrm>
          <a:prstGeom prst="rect">
            <a:avLst/>
          </a:prstGeom>
          <a:noFill/>
        </p:spPr>
        <p:txBody>
          <a:bodyPr wrap="square" lIns="0" tIns="0" rIns="0" bIns="0" anchor="t">
            <a:noAutofit/>
          </a:bodyPr>
          <a:lstStyle/>
          <a:p>
            <a:pPr algn="l">
              <a:lnSpc>
                <a:spcPct val="110000"/>
              </a:lnSpc>
            </a:pPr>
            <a:r>
              <a:rPr sz="1700" b="0" i="0">
                <a:solidFill>
                  <a:srgbClr val="172033"/>
                </a:solidFill>
                <a:latin typeface="Fredoka SemiBold"/>
              </a:rPr>
              <a:t>A technical CEO who built the core product, and a CMO who brings it to families and schools.</a:t>
            </a:r>
          </a:p>
        </p:txBody>
      </p:sp>
      <p:sp>
        <p:nvSpPr>
          <p:cNvPr id="15" name="TextBox 14"/>
          <p:cNvSpPr txBox="1"/>
          <p:nvPr/>
        </p:nvSpPr>
        <p:spPr>
          <a:xfrm>
            <a:off x="1005840" y="3611880"/>
            <a:ext cx="7498079" cy="365760"/>
          </a:xfrm>
          <a:prstGeom prst="rect">
            <a:avLst/>
          </a:prstGeom>
          <a:noFill/>
        </p:spPr>
        <p:txBody>
          <a:bodyPr wrap="square" lIns="0" tIns="0" rIns="0" bIns="0" anchor="t">
            <a:noAutofit/>
          </a:bodyPr>
          <a:lstStyle/>
          <a:p>
            <a:pPr algn="l"/>
            <a:r>
              <a:rPr sz="1400" b="1" i="0">
                <a:solidFill>
                  <a:srgbClr val="5B21B6"/>
                </a:solidFill>
                <a:latin typeface="Fredoka"/>
              </a:rPr>
              <a:t>We shipped the live product and ran our first pilot.</a:t>
            </a:r>
          </a:p>
        </p:txBody>
      </p:sp>
      <p:sp>
        <p:nvSpPr>
          <p:cNvPr id="16" name="Rounded Rectangle 15"/>
          <p:cNvSpPr/>
          <p:nvPr/>
        </p:nvSpPr>
        <p:spPr>
          <a:xfrm>
            <a:off x="1005840" y="4224528"/>
            <a:ext cx="457200" cy="45720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canvas logo"/>
          <p:cNvPicPr>
            <a:picLocks noChangeAspect="1"/>
          </p:cNvPicPr>
          <p:nvPr/>
        </p:nvPicPr>
        <p:blipFill>
          <a:blip r:embed="rId6"/>
          <a:stretch>
            <a:fillRect/>
          </a:stretch>
        </p:blipFill>
        <p:spPr>
          <a:xfrm>
            <a:off x="1051560" y="4270248"/>
            <a:ext cx="362123" cy="365760"/>
          </a:xfrm>
          <a:prstGeom prst="rect">
            <a:avLst/>
          </a:prstGeom>
        </p:spPr>
      </p:pic>
      <p:sp>
        <p:nvSpPr>
          <p:cNvPr id="18" name="TextBox 17"/>
          <p:cNvSpPr txBox="1"/>
          <p:nvPr/>
        </p:nvSpPr>
        <p:spPr>
          <a:xfrm>
            <a:off x="1572768" y="4224528"/>
            <a:ext cx="1188720" cy="457200"/>
          </a:xfrm>
          <a:prstGeom prst="rect">
            <a:avLst/>
          </a:prstGeom>
          <a:noFill/>
        </p:spPr>
        <p:txBody>
          <a:bodyPr wrap="square" lIns="0" tIns="0" rIns="0" bIns="0" anchor="ctr">
            <a:noAutofit/>
          </a:bodyPr>
          <a:lstStyle/>
          <a:p>
            <a:pPr algn="l"/>
            <a:r>
              <a:rPr sz="1200" b="0" i="0">
                <a:solidFill>
                  <a:srgbClr val="172033"/>
                </a:solidFill>
                <a:latin typeface="Fredoka SemiBold"/>
              </a:rPr>
              <a:t>scanvas.id</a:t>
            </a:r>
          </a:p>
        </p:txBody>
      </p:sp>
      <p:sp>
        <p:nvSpPr>
          <p:cNvPr id="19" name="Oval 18"/>
          <p:cNvSpPr/>
          <p:nvPr/>
        </p:nvSpPr>
        <p:spPr>
          <a:xfrm>
            <a:off x="2788920" y="4425696"/>
            <a:ext cx="54864" cy="54864"/>
          </a:xfrm>
          <a:prstGeom prst="ellipse">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71800" y="4224528"/>
            <a:ext cx="3291840" cy="457200"/>
          </a:xfrm>
          <a:prstGeom prst="rect">
            <a:avLst/>
          </a:prstGeom>
          <a:noFill/>
        </p:spPr>
        <p:txBody>
          <a:bodyPr wrap="square" lIns="0" tIns="0" rIns="0" bIns="0" anchor="ctr">
            <a:noAutofit/>
          </a:bodyPr>
          <a:lstStyle/>
          <a:p>
            <a:pPr algn="l"/>
            <a:r>
              <a:rPr sz="900" b="0" i="0">
                <a:solidFill>
                  <a:srgbClr val="172033"/>
                </a:solidFill>
                <a:latin typeface="Fredoka SemiBold"/>
              </a:rPr>
              <a:t>DSC Season 17 · Founders Arena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48640" y="384048"/>
            <a:ext cx="5486400" cy="548640"/>
          </a:xfrm>
        </p:spPr>
        <p:txBody>
          <a:bodyPr wrap="square" lIns="0" tIns="0" rIns="0" bIns="0" anchor="t">
            <a:noAutofit/>
          </a:bodyPr>
          <a:lstStyle/>
          <a:p>
            <a:pPr algn="l">
              <a:lnSpc>
                <a:spcPct val="95000"/>
              </a:lnSpc>
            </a:pPr>
            <a:r>
              <a:rPr sz="2600" b="1" i="0">
                <a:solidFill>
                  <a:srgbClr val="172033"/>
                </a:solidFill>
                <a:latin typeface="Fredoka"/>
              </a:rPr>
              <a:t>Milestones &amp; Growth Roadmap</a:t>
            </a:r>
          </a:p>
        </p:txBody>
      </p:sp>
      <p:sp>
        <p:nvSpPr>
          <p:cNvPr id="9" name="Rounded Rectangle 8"/>
          <p:cNvSpPr/>
          <p:nvPr/>
        </p:nvSpPr>
        <p:spPr>
          <a:xfrm>
            <a:off x="548640" y="1188720"/>
            <a:ext cx="2560320" cy="2697480"/>
          </a:xfrm>
          <a:prstGeom prst="roundRect">
            <a:avLst>
              <a:gd name="adj" fmla="val 6428"/>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1335024"/>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heck_purple.png"/>
          <p:cNvPicPr>
            <a:picLocks noChangeAspect="1"/>
          </p:cNvPicPr>
          <p:nvPr/>
        </p:nvPicPr>
        <p:blipFill>
          <a:blip r:embed="rId3"/>
          <a:stretch>
            <a:fillRect/>
          </a:stretch>
        </p:blipFill>
        <p:spPr>
          <a:xfrm>
            <a:off x="832469" y="1435973"/>
            <a:ext cx="218724" cy="218724"/>
          </a:xfrm>
          <a:prstGeom prst="rect">
            <a:avLst/>
          </a:prstGeom>
        </p:spPr>
      </p:pic>
      <p:sp>
        <p:nvSpPr>
          <p:cNvPr id="12" name="TextBox 11"/>
          <p:cNvSpPr txBox="1"/>
          <p:nvPr/>
        </p:nvSpPr>
        <p:spPr>
          <a:xfrm>
            <a:off x="1261872" y="1335024"/>
            <a:ext cx="1737360" cy="420624"/>
          </a:xfrm>
          <a:prstGeom prst="rect">
            <a:avLst/>
          </a:prstGeom>
          <a:noFill/>
        </p:spPr>
        <p:txBody>
          <a:bodyPr wrap="square" lIns="0" tIns="0" rIns="0" bIns="0" anchor="ctr">
            <a:noAutofit/>
          </a:bodyPr>
          <a:lstStyle/>
          <a:p>
            <a:pPr algn="l"/>
            <a:r>
              <a:rPr sz="1050" b="1" i="0">
                <a:solidFill>
                  <a:srgbClr val="FFFFFF"/>
                </a:solidFill>
                <a:latin typeface="Fredoka"/>
              </a:rPr>
              <a:t>NOW · ACHIEVED</a:t>
            </a:r>
          </a:p>
        </p:txBody>
      </p:sp>
      <p:pic>
        <p:nvPicPr>
          <p:cNvPr id="13" name="Picture 12" descr="check_white.png"/>
          <p:cNvPicPr>
            <a:picLocks noChangeAspect="1"/>
          </p:cNvPicPr>
          <p:nvPr/>
        </p:nvPicPr>
        <p:blipFill>
          <a:blip r:embed="rId4"/>
          <a:stretch>
            <a:fillRect/>
          </a:stretch>
        </p:blipFill>
        <p:spPr>
          <a:xfrm>
            <a:off x="749808" y="1975104"/>
            <a:ext cx="182880" cy="182880"/>
          </a:xfrm>
          <a:prstGeom prst="rect">
            <a:avLst/>
          </a:prstGeom>
        </p:spPr>
      </p:pic>
      <p:sp>
        <p:nvSpPr>
          <p:cNvPr id="14" name="TextBox 13"/>
          <p:cNvSpPr txBox="1"/>
          <p:nvPr/>
        </p:nvSpPr>
        <p:spPr>
          <a:xfrm>
            <a:off x="1024128" y="1920240"/>
            <a:ext cx="2011680" cy="310896"/>
          </a:xfrm>
          <a:prstGeom prst="rect">
            <a:avLst/>
          </a:prstGeom>
          <a:noFill/>
        </p:spPr>
        <p:txBody>
          <a:bodyPr wrap="square" lIns="0" tIns="0" rIns="0" bIns="0" anchor="ctr">
            <a:noAutofit/>
          </a:bodyPr>
          <a:lstStyle/>
          <a:p>
            <a:pPr algn="l"/>
            <a:r>
              <a:rPr sz="950" b="0" i="0">
                <a:solidFill>
                  <a:srgbClr val="FFFFFF"/>
                </a:solidFill>
                <a:latin typeface="Varela Round"/>
              </a:rPr>
              <a:t>Live product</a:t>
            </a:r>
          </a:p>
        </p:txBody>
      </p:sp>
      <p:pic>
        <p:nvPicPr>
          <p:cNvPr id="15" name="Picture 14" descr="check_white.png"/>
          <p:cNvPicPr>
            <a:picLocks noChangeAspect="1"/>
          </p:cNvPicPr>
          <p:nvPr/>
        </p:nvPicPr>
        <p:blipFill>
          <a:blip r:embed="rId4"/>
          <a:stretch>
            <a:fillRect/>
          </a:stretch>
        </p:blipFill>
        <p:spPr>
          <a:xfrm>
            <a:off x="749808" y="2404872"/>
            <a:ext cx="182880" cy="182880"/>
          </a:xfrm>
          <a:prstGeom prst="rect">
            <a:avLst/>
          </a:prstGeom>
        </p:spPr>
      </p:pic>
      <p:sp>
        <p:nvSpPr>
          <p:cNvPr id="16" name="TextBox 15"/>
          <p:cNvSpPr txBox="1"/>
          <p:nvPr/>
        </p:nvSpPr>
        <p:spPr>
          <a:xfrm>
            <a:off x="1024128" y="2350008"/>
            <a:ext cx="2011680" cy="310896"/>
          </a:xfrm>
          <a:prstGeom prst="rect">
            <a:avLst/>
          </a:prstGeom>
          <a:noFill/>
        </p:spPr>
        <p:txBody>
          <a:bodyPr wrap="square" lIns="0" tIns="0" rIns="0" bIns="0" anchor="ctr">
            <a:noAutofit/>
          </a:bodyPr>
          <a:lstStyle/>
          <a:p>
            <a:pPr algn="l"/>
            <a:r>
              <a:rPr sz="950" b="0" i="0">
                <a:solidFill>
                  <a:srgbClr val="FFFFFF"/>
                </a:solidFill>
                <a:latin typeface="Varela Round"/>
              </a:rPr>
              <a:t>Ocean + Vehicle worlds</a:t>
            </a:r>
          </a:p>
        </p:txBody>
      </p:sp>
      <p:pic>
        <p:nvPicPr>
          <p:cNvPr id="17" name="Picture 16" descr="check_white.png"/>
          <p:cNvPicPr>
            <a:picLocks noChangeAspect="1"/>
          </p:cNvPicPr>
          <p:nvPr/>
        </p:nvPicPr>
        <p:blipFill>
          <a:blip r:embed="rId4"/>
          <a:stretch>
            <a:fillRect/>
          </a:stretch>
        </p:blipFill>
        <p:spPr>
          <a:xfrm>
            <a:off x="749808" y="2834640"/>
            <a:ext cx="182880" cy="182880"/>
          </a:xfrm>
          <a:prstGeom prst="rect">
            <a:avLst/>
          </a:prstGeom>
        </p:spPr>
      </p:pic>
      <p:sp>
        <p:nvSpPr>
          <p:cNvPr id="18" name="TextBox 17"/>
          <p:cNvSpPr txBox="1"/>
          <p:nvPr/>
        </p:nvSpPr>
        <p:spPr>
          <a:xfrm>
            <a:off x="1024128" y="2779776"/>
            <a:ext cx="2011680" cy="310896"/>
          </a:xfrm>
          <a:prstGeom prst="rect">
            <a:avLst/>
          </a:prstGeom>
          <a:noFill/>
        </p:spPr>
        <p:txBody>
          <a:bodyPr wrap="square" lIns="0" tIns="0" rIns="0" bIns="0" anchor="ctr">
            <a:noAutofit/>
          </a:bodyPr>
          <a:lstStyle/>
          <a:p>
            <a:pPr algn="l"/>
            <a:r>
              <a:rPr sz="950" b="0" i="0">
                <a:solidFill>
                  <a:srgbClr val="FFFFFF"/>
                </a:solidFill>
                <a:latin typeface="Varela Round"/>
              </a:rPr>
              <a:t>Public digital trial</a:t>
            </a:r>
          </a:p>
        </p:txBody>
      </p:sp>
      <p:pic>
        <p:nvPicPr>
          <p:cNvPr id="19" name="Picture 18" descr="check_white.png"/>
          <p:cNvPicPr>
            <a:picLocks noChangeAspect="1"/>
          </p:cNvPicPr>
          <p:nvPr/>
        </p:nvPicPr>
        <p:blipFill>
          <a:blip r:embed="rId4"/>
          <a:stretch>
            <a:fillRect/>
          </a:stretch>
        </p:blipFill>
        <p:spPr>
          <a:xfrm>
            <a:off x="749808" y="3264408"/>
            <a:ext cx="182880" cy="182880"/>
          </a:xfrm>
          <a:prstGeom prst="rect">
            <a:avLst/>
          </a:prstGeom>
        </p:spPr>
      </p:pic>
      <p:sp>
        <p:nvSpPr>
          <p:cNvPr id="20" name="TextBox 19"/>
          <p:cNvSpPr txBox="1"/>
          <p:nvPr/>
        </p:nvSpPr>
        <p:spPr>
          <a:xfrm>
            <a:off x="1024128" y="3209544"/>
            <a:ext cx="2011680" cy="310896"/>
          </a:xfrm>
          <a:prstGeom prst="rect">
            <a:avLst/>
          </a:prstGeom>
          <a:noFill/>
        </p:spPr>
        <p:txBody>
          <a:bodyPr wrap="square" lIns="0" tIns="0" rIns="0" bIns="0" anchor="ctr">
            <a:noAutofit/>
          </a:bodyPr>
          <a:lstStyle/>
          <a:p>
            <a:pPr algn="l"/>
            <a:r>
              <a:rPr sz="950" b="0" i="0">
                <a:solidFill>
                  <a:srgbClr val="FFFFFF"/>
                </a:solidFill>
                <a:latin typeface="Varela Round"/>
              </a:rPr>
              <a:t>First 30-child pilot</a:t>
            </a:r>
          </a:p>
        </p:txBody>
      </p:sp>
      <p:sp>
        <p:nvSpPr>
          <p:cNvPr id="21" name="Rounded Rectangle 20"/>
          <p:cNvSpPr/>
          <p:nvPr/>
        </p:nvSpPr>
        <p:spPr>
          <a:xfrm>
            <a:off x="3264408" y="1188720"/>
            <a:ext cx="2560320" cy="2697480"/>
          </a:xfrm>
          <a:prstGeom prst="roundRect">
            <a:avLst>
              <a:gd name="adj" fmla="val 642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447288" y="1335024"/>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rocket_purple.png"/>
          <p:cNvPicPr>
            <a:picLocks noChangeAspect="1"/>
          </p:cNvPicPr>
          <p:nvPr/>
        </p:nvPicPr>
        <p:blipFill>
          <a:blip r:embed="rId5"/>
          <a:stretch>
            <a:fillRect/>
          </a:stretch>
        </p:blipFill>
        <p:spPr>
          <a:xfrm>
            <a:off x="3548237" y="1435973"/>
            <a:ext cx="218724" cy="218724"/>
          </a:xfrm>
          <a:prstGeom prst="rect">
            <a:avLst/>
          </a:prstGeom>
        </p:spPr>
      </p:pic>
      <p:sp>
        <p:nvSpPr>
          <p:cNvPr id="24" name="TextBox 23"/>
          <p:cNvSpPr txBox="1"/>
          <p:nvPr/>
        </p:nvSpPr>
        <p:spPr>
          <a:xfrm>
            <a:off x="3977640" y="1335024"/>
            <a:ext cx="1737360" cy="420624"/>
          </a:xfrm>
          <a:prstGeom prst="rect">
            <a:avLst/>
          </a:prstGeom>
          <a:noFill/>
        </p:spPr>
        <p:txBody>
          <a:bodyPr wrap="square" lIns="0" tIns="0" rIns="0" bIns="0" anchor="ctr">
            <a:noAutofit/>
          </a:bodyPr>
          <a:lstStyle/>
          <a:p>
            <a:pPr algn="l"/>
            <a:r>
              <a:rPr sz="1050" b="1" i="0">
                <a:solidFill>
                  <a:srgbClr val="5B21B6"/>
                </a:solidFill>
                <a:latin typeface="Fredoka"/>
              </a:rPr>
              <a:t>0–6 MONTHS</a:t>
            </a:r>
          </a:p>
        </p:txBody>
      </p:sp>
      <p:pic>
        <p:nvPicPr>
          <p:cNvPr id="25" name="Picture 24" descr="arrow-right_purple.png"/>
          <p:cNvPicPr>
            <a:picLocks noChangeAspect="1"/>
          </p:cNvPicPr>
          <p:nvPr/>
        </p:nvPicPr>
        <p:blipFill>
          <a:blip r:embed="rId6"/>
          <a:stretch>
            <a:fillRect/>
          </a:stretch>
        </p:blipFill>
        <p:spPr>
          <a:xfrm>
            <a:off x="3465576" y="1975104"/>
            <a:ext cx="182880" cy="182880"/>
          </a:xfrm>
          <a:prstGeom prst="rect">
            <a:avLst/>
          </a:prstGeom>
        </p:spPr>
      </p:pic>
      <p:sp>
        <p:nvSpPr>
          <p:cNvPr id="26" name="TextBox 25"/>
          <p:cNvSpPr txBox="1"/>
          <p:nvPr/>
        </p:nvSpPr>
        <p:spPr>
          <a:xfrm>
            <a:off x="3739896" y="192024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Paid institutional pilots</a:t>
            </a:r>
          </a:p>
        </p:txBody>
      </p:sp>
      <p:pic>
        <p:nvPicPr>
          <p:cNvPr id="27" name="Picture 26" descr="arrow-right_purple.png"/>
          <p:cNvPicPr>
            <a:picLocks noChangeAspect="1"/>
          </p:cNvPicPr>
          <p:nvPr/>
        </p:nvPicPr>
        <p:blipFill>
          <a:blip r:embed="rId6"/>
          <a:stretch>
            <a:fillRect/>
          </a:stretch>
        </p:blipFill>
        <p:spPr>
          <a:xfrm>
            <a:off x="3465576" y="2404872"/>
            <a:ext cx="182880" cy="182880"/>
          </a:xfrm>
          <a:prstGeom prst="rect">
            <a:avLst/>
          </a:prstGeom>
        </p:spPr>
      </p:pic>
      <p:sp>
        <p:nvSpPr>
          <p:cNvPr id="28" name="TextBox 27"/>
          <p:cNvSpPr txBox="1"/>
          <p:nvPr/>
        </p:nvSpPr>
        <p:spPr>
          <a:xfrm>
            <a:off x="3739896" y="2350008"/>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Validate B2C &amp; B2B pricing</a:t>
            </a:r>
          </a:p>
        </p:txBody>
      </p:sp>
      <p:pic>
        <p:nvPicPr>
          <p:cNvPr id="29" name="Picture 28" descr="arrow-right_purple.png"/>
          <p:cNvPicPr>
            <a:picLocks noChangeAspect="1"/>
          </p:cNvPicPr>
          <p:nvPr/>
        </p:nvPicPr>
        <p:blipFill>
          <a:blip r:embed="rId6"/>
          <a:stretch>
            <a:fillRect/>
          </a:stretch>
        </p:blipFill>
        <p:spPr>
          <a:xfrm>
            <a:off x="3465576" y="2834640"/>
            <a:ext cx="182880" cy="182880"/>
          </a:xfrm>
          <a:prstGeom prst="rect">
            <a:avLst/>
          </a:prstGeom>
        </p:spPr>
      </p:pic>
      <p:sp>
        <p:nvSpPr>
          <p:cNvPr id="30" name="TextBox 29"/>
          <p:cNvSpPr txBox="1"/>
          <p:nvPr/>
        </p:nvSpPr>
        <p:spPr>
          <a:xfrm>
            <a:off x="3739896" y="2779776"/>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Improve scan reliability</a:t>
            </a:r>
          </a:p>
        </p:txBody>
      </p:sp>
      <p:pic>
        <p:nvPicPr>
          <p:cNvPr id="31" name="Picture 30" descr="arrow-right_purple.png"/>
          <p:cNvPicPr>
            <a:picLocks noChangeAspect="1"/>
          </p:cNvPicPr>
          <p:nvPr/>
        </p:nvPicPr>
        <p:blipFill>
          <a:blip r:embed="rId6"/>
          <a:stretch>
            <a:fillRect/>
          </a:stretch>
        </p:blipFill>
        <p:spPr>
          <a:xfrm>
            <a:off x="3465576" y="3264408"/>
            <a:ext cx="182880" cy="182880"/>
          </a:xfrm>
          <a:prstGeom prst="rect">
            <a:avLst/>
          </a:prstGeom>
        </p:spPr>
      </p:pic>
      <p:sp>
        <p:nvSpPr>
          <p:cNvPr id="32" name="TextBox 31"/>
          <p:cNvSpPr txBox="1"/>
          <p:nvPr/>
        </p:nvSpPr>
        <p:spPr>
          <a:xfrm>
            <a:off x="3739896" y="3209544"/>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Launch Scanvas Studio MVP</a:t>
            </a:r>
          </a:p>
        </p:txBody>
      </p:sp>
      <p:sp>
        <p:nvSpPr>
          <p:cNvPr id="33" name="Rounded Rectangle 32"/>
          <p:cNvSpPr/>
          <p:nvPr/>
        </p:nvSpPr>
        <p:spPr>
          <a:xfrm>
            <a:off x="5980176" y="1188720"/>
            <a:ext cx="2560320" cy="2697480"/>
          </a:xfrm>
          <a:prstGeom prst="roundRect">
            <a:avLst>
              <a:gd name="adj" fmla="val 6428"/>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163056" y="1335024"/>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graduation-cap_purple.png"/>
          <p:cNvPicPr>
            <a:picLocks noChangeAspect="1"/>
          </p:cNvPicPr>
          <p:nvPr/>
        </p:nvPicPr>
        <p:blipFill>
          <a:blip r:embed="rId7"/>
          <a:stretch>
            <a:fillRect/>
          </a:stretch>
        </p:blipFill>
        <p:spPr>
          <a:xfrm>
            <a:off x="6264005" y="1435973"/>
            <a:ext cx="218724" cy="218724"/>
          </a:xfrm>
          <a:prstGeom prst="rect">
            <a:avLst/>
          </a:prstGeom>
        </p:spPr>
      </p:pic>
      <p:sp>
        <p:nvSpPr>
          <p:cNvPr id="36" name="TextBox 35"/>
          <p:cNvSpPr txBox="1"/>
          <p:nvPr/>
        </p:nvSpPr>
        <p:spPr>
          <a:xfrm>
            <a:off x="6693408" y="1335024"/>
            <a:ext cx="1737360" cy="420624"/>
          </a:xfrm>
          <a:prstGeom prst="rect">
            <a:avLst/>
          </a:prstGeom>
          <a:noFill/>
        </p:spPr>
        <p:txBody>
          <a:bodyPr wrap="square" lIns="0" tIns="0" rIns="0" bIns="0" anchor="ctr">
            <a:noAutofit/>
          </a:bodyPr>
          <a:lstStyle/>
          <a:p>
            <a:pPr algn="l"/>
            <a:r>
              <a:rPr sz="1050" b="1" i="0">
                <a:solidFill>
                  <a:srgbClr val="5B21B6"/>
                </a:solidFill>
                <a:latin typeface="Fredoka"/>
              </a:rPr>
              <a:t>6–12 MONTHS</a:t>
            </a:r>
          </a:p>
        </p:txBody>
      </p:sp>
      <p:pic>
        <p:nvPicPr>
          <p:cNvPr id="37" name="Picture 36" descr="arrow-right_purple.png"/>
          <p:cNvPicPr>
            <a:picLocks noChangeAspect="1"/>
          </p:cNvPicPr>
          <p:nvPr/>
        </p:nvPicPr>
        <p:blipFill>
          <a:blip r:embed="rId6"/>
          <a:stretch>
            <a:fillRect/>
          </a:stretch>
        </p:blipFill>
        <p:spPr>
          <a:xfrm>
            <a:off x="6181344" y="1975104"/>
            <a:ext cx="182880" cy="182880"/>
          </a:xfrm>
          <a:prstGeom prst="rect">
            <a:avLst/>
          </a:prstGeom>
        </p:spPr>
      </p:pic>
      <p:sp>
        <p:nvSpPr>
          <p:cNvPr id="38" name="TextBox 37"/>
          <p:cNvSpPr txBox="1"/>
          <p:nvPr/>
        </p:nvSpPr>
        <p:spPr>
          <a:xfrm>
            <a:off x="6455664" y="192024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48 cumulative paid sessions</a:t>
            </a:r>
          </a:p>
        </p:txBody>
      </p:sp>
      <p:pic>
        <p:nvPicPr>
          <p:cNvPr id="39" name="Picture 38" descr="arrow-right_purple.png"/>
          <p:cNvPicPr>
            <a:picLocks noChangeAspect="1"/>
          </p:cNvPicPr>
          <p:nvPr/>
        </p:nvPicPr>
        <p:blipFill>
          <a:blip r:embed="rId6"/>
          <a:stretch>
            <a:fillRect/>
          </a:stretch>
        </p:blipFill>
        <p:spPr>
          <a:xfrm>
            <a:off x="6181344" y="2340864"/>
            <a:ext cx="182880" cy="182880"/>
          </a:xfrm>
          <a:prstGeom prst="rect">
            <a:avLst/>
          </a:prstGeom>
        </p:spPr>
      </p:pic>
      <p:sp>
        <p:nvSpPr>
          <p:cNvPr id="40" name="TextBox 39"/>
          <p:cNvSpPr txBox="1"/>
          <p:nvPr/>
        </p:nvSpPr>
        <p:spPr>
          <a:xfrm>
            <a:off x="6455664" y="228600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600 B2C packs</a:t>
            </a:r>
          </a:p>
        </p:txBody>
      </p:sp>
      <p:pic>
        <p:nvPicPr>
          <p:cNvPr id="41" name="Picture 40" descr="arrow-right_purple.png"/>
          <p:cNvPicPr>
            <a:picLocks noChangeAspect="1"/>
          </p:cNvPicPr>
          <p:nvPr/>
        </p:nvPicPr>
        <p:blipFill>
          <a:blip r:embed="rId6"/>
          <a:stretch>
            <a:fillRect/>
          </a:stretch>
        </p:blipFill>
        <p:spPr>
          <a:xfrm>
            <a:off x="6181344" y="2706624"/>
            <a:ext cx="182880" cy="182880"/>
          </a:xfrm>
          <a:prstGeom prst="rect">
            <a:avLst/>
          </a:prstGeom>
        </p:spPr>
      </p:pic>
      <p:sp>
        <p:nvSpPr>
          <p:cNvPr id="42" name="TextBox 41"/>
          <p:cNvSpPr txBox="1"/>
          <p:nvPr/>
        </p:nvSpPr>
        <p:spPr>
          <a:xfrm>
            <a:off x="6455664" y="265176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4 active worlds</a:t>
            </a:r>
          </a:p>
        </p:txBody>
      </p:sp>
      <p:pic>
        <p:nvPicPr>
          <p:cNvPr id="43" name="Picture 42" descr="arrow-right_purple.png"/>
          <p:cNvPicPr>
            <a:picLocks noChangeAspect="1"/>
          </p:cNvPicPr>
          <p:nvPr/>
        </p:nvPicPr>
        <p:blipFill>
          <a:blip r:embed="rId6"/>
          <a:stretch>
            <a:fillRect/>
          </a:stretch>
        </p:blipFill>
        <p:spPr>
          <a:xfrm>
            <a:off x="6181344" y="3072384"/>
            <a:ext cx="182880" cy="182880"/>
          </a:xfrm>
          <a:prstGeom prst="rect">
            <a:avLst/>
          </a:prstGeom>
        </p:spPr>
      </p:pic>
      <p:sp>
        <p:nvSpPr>
          <p:cNvPr id="44" name="TextBox 43"/>
          <p:cNvSpPr txBox="1"/>
          <p:nvPr/>
        </p:nvSpPr>
        <p:spPr>
          <a:xfrm>
            <a:off x="6455664" y="301752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Repeatable school sales model</a:t>
            </a:r>
          </a:p>
        </p:txBody>
      </p:sp>
      <p:pic>
        <p:nvPicPr>
          <p:cNvPr id="45" name="Picture 44" descr="arrow-right_purple.png"/>
          <p:cNvPicPr>
            <a:picLocks noChangeAspect="1"/>
          </p:cNvPicPr>
          <p:nvPr/>
        </p:nvPicPr>
        <p:blipFill>
          <a:blip r:embed="rId6"/>
          <a:stretch>
            <a:fillRect/>
          </a:stretch>
        </p:blipFill>
        <p:spPr>
          <a:xfrm>
            <a:off x="6181344" y="3438144"/>
            <a:ext cx="182880" cy="182880"/>
          </a:xfrm>
          <a:prstGeom prst="rect">
            <a:avLst/>
          </a:prstGeom>
        </p:spPr>
      </p:pic>
      <p:sp>
        <p:nvSpPr>
          <p:cNvPr id="46" name="TextBox 45"/>
          <p:cNvSpPr txBox="1"/>
          <p:nvPr/>
        </p:nvSpPr>
        <p:spPr>
          <a:xfrm>
            <a:off x="6455664" y="3383280"/>
            <a:ext cx="2011680" cy="310896"/>
          </a:xfrm>
          <a:prstGeom prst="rect">
            <a:avLst/>
          </a:prstGeom>
          <a:noFill/>
        </p:spPr>
        <p:txBody>
          <a:bodyPr wrap="square" lIns="0" tIns="0" rIns="0" bIns="0" anchor="ctr">
            <a:noAutofit/>
          </a:bodyPr>
          <a:lstStyle/>
          <a:p>
            <a:pPr algn="l"/>
            <a:r>
              <a:rPr sz="950" b="0" i="0">
                <a:solidFill>
                  <a:srgbClr val="172033"/>
                </a:solidFill>
                <a:latin typeface="Varela Round"/>
              </a:rPr>
              <a:t>Wider local distribution</a:t>
            </a:r>
          </a:p>
        </p:txBody>
      </p:sp>
      <p:sp>
        <p:nvSpPr>
          <p:cNvPr id="47" name="TextBox 46"/>
          <p:cNvSpPr txBox="1"/>
          <p:nvPr/>
        </p:nvSpPr>
        <p:spPr>
          <a:xfrm>
            <a:off x="548640" y="4069080"/>
            <a:ext cx="1188720" cy="274320"/>
          </a:xfrm>
          <a:prstGeom prst="rect">
            <a:avLst/>
          </a:prstGeom>
          <a:noFill/>
        </p:spPr>
        <p:txBody>
          <a:bodyPr wrap="square" lIns="0" tIns="0" rIns="0" bIns="0" anchor="ctr">
            <a:noAutofit/>
          </a:bodyPr>
          <a:lstStyle/>
          <a:p>
            <a:pPr algn="l"/>
            <a:r>
              <a:rPr sz="1000" b="1" i="0">
                <a:solidFill>
                  <a:srgbClr val="172033"/>
                </a:solidFill>
                <a:latin typeface="Fredoka"/>
              </a:rPr>
              <a:t>12-month KPIs</a:t>
            </a:r>
          </a:p>
        </p:txBody>
      </p:sp>
      <p:sp>
        <p:nvSpPr>
          <p:cNvPr id="48" name="Rounded Rectangle 47"/>
          <p:cNvSpPr/>
          <p:nvPr/>
        </p:nvSpPr>
        <p:spPr>
          <a:xfrm>
            <a:off x="1691640" y="4069080"/>
            <a:ext cx="136550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50" b="0" i="0">
                <a:solidFill>
                  <a:srgbClr val="5B21B6"/>
                </a:solidFill>
                <a:latin typeface="Fredoka SemiBold"/>
              </a:rPr>
              <a:t>48 paid sessions</a:t>
            </a:r>
          </a:p>
        </p:txBody>
      </p:sp>
      <p:sp>
        <p:nvSpPr>
          <p:cNvPr id="49" name="Rounded Rectangle 48"/>
          <p:cNvSpPr/>
          <p:nvPr/>
        </p:nvSpPr>
        <p:spPr>
          <a:xfrm>
            <a:off x="3112008" y="4069080"/>
            <a:ext cx="1430273"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50" b="0" i="0">
                <a:solidFill>
                  <a:srgbClr val="5B21B6"/>
                </a:solidFill>
                <a:latin typeface="Fredoka SemiBold"/>
              </a:rPr>
              <a:t>1.4K participants</a:t>
            </a:r>
          </a:p>
        </p:txBody>
      </p:sp>
      <p:sp>
        <p:nvSpPr>
          <p:cNvPr id="50" name="Rounded Rectangle 49"/>
          <p:cNvSpPr/>
          <p:nvPr/>
        </p:nvSpPr>
        <p:spPr>
          <a:xfrm>
            <a:off x="4597146" y="4069080"/>
            <a:ext cx="104165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50" b="0" i="0">
                <a:solidFill>
                  <a:srgbClr val="5B21B6"/>
                </a:solidFill>
                <a:latin typeface="Fredoka SemiBold"/>
              </a:rPr>
              <a:t>≥20% repeat</a:t>
            </a:r>
          </a:p>
        </p:txBody>
      </p:sp>
      <p:sp>
        <p:nvSpPr>
          <p:cNvPr id="51" name="Rounded Rectangle 50"/>
          <p:cNvSpPr/>
          <p:nvPr/>
        </p:nvSpPr>
        <p:spPr>
          <a:xfrm>
            <a:off x="5693664" y="4069080"/>
            <a:ext cx="130073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50" b="0" i="0">
                <a:solidFill>
                  <a:srgbClr val="5B21B6"/>
                </a:solidFill>
                <a:latin typeface="Fredoka SemiBold"/>
              </a:rPr>
              <a:t>Rp77.4M revenue</a:t>
            </a:r>
          </a:p>
        </p:txBody>
      </p:sp>
      <p:sp>
        <p:nvSpPr>
          <p:cNvPr id="52" name="Rounded Rectangle 51"/>
          <p:cNvSpPr/>
          <p:nvPr/>
        </p:nvSpPr>
        <p:spPr>
          <a:xfrm>
            <a:off x="7049262" y="4069080"/>
            <a:ext cx="1430273"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bIns="0" rtlCol="0" anchor="ctr">
            <a:noAutofit/>
          </a:bodyPr>
          <a:lstStyle/>
          <a:p>
            <a:pPr algn="ctr"/>
            <a:r>
              <a:rPr sz="750" b="0" i="0">
                <a:solidFill>
                  <a:srgbClr val="5B21B6"/>
                </a:solidFill>
                <a:latin typeface="Fredoka SemiBold"/>
              </a:rPr>
              <a:t>≥95% scan success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640080"/>
            <a:ext cx="4663440" cy="1188720"/>
          </a:xfrm>
        </p:spPr>
        <p:txBody>
          <a:bodyPr wrap="square" lIns="0" tIns="0" rIns="0" bIns="0" anchor="t">
            <a:noAutofit/>
          </a:bodyPr>
          <a:lstStyle/>
          <a:p>
            <a:pPr algn="l">
              <a:lnSpc>
                <a:spcPct val="95000"/>
              </a:lnSpc>
            </a:pPr>
            <a:r>
              <a:rPr sz="2300" b="1" i="0">
                <a:solidFill>
                  <a:srgbClr val="172033"/>
                </a:solidFill>
                <a:latin typeface="Fredoka"/>
              </a:rPr>
              <a:t>A child’s creativity shouldn’t end</a:t>
            </a:r>
            <a:br/>
            <a:r>
              <a:rPr sz="2300" b="1" i="0">
                <a:solidFill>
                  <a:srgbClr val="172033"/>
                </a:solidFill>
                <a:latin typeface="Fredoka"/>
              </a:rPr>
              <a:t>when the coloring is finished.</a:t>
            </a:r>
          </a:p>
        </p:txBody>
      </p:sp>
      <p:sp>
        <p:nvSpPr>
          <p:cNvPr id="3" name="TextBox 2"/>
          <p:cNvSpPr txBox="1"/>
          <p:nvPr/>
        </p:nvSpPr>
        <p:spPr>
          <a:xfrm>
            <a:off x="548640" y="1965960"/>
            <a:ext cx="4480560" cy="548640"/>
          </a:xfrm>
          <a:prstGeom prst="rect">
            <a:avLst/>
          </a:prstGeom>
          <a:noFill/>
        </p:spPr>
        <p:txBody>
          <a:bodyPr wrap="square" lIns="0" tIns="0" rIns="0" bIns="0" anchor="t">
            <a:noAutofit/>
          </a:bodyPr>
          <a:lstStyle/>
          <a:p>
            <a:pPr algn="l">
              <a:lnSpc>
                <a:spcPct val="110000"/>
              </a:lnSpc>
            </a:pPr>
            <a:r>
              <a:rPr sz="1300" b="0" i="0">
                <a:solidFill>
                  <a:srgbClr val="5B21B6"/>
                </a:solidFill>
                <a:latin typeface="Fredoka SemiBold"/>
              </a:rPr>
              <a:t>Scanvas turns every creation into another chance to play, explore, and learn.</a:t>
            </a:r>
          </a:p>
        </p:txBody>
      </p:sp>
      <p:sp>
        <p:nvSpPr>
          <p:cNvPr id="4" name="TextBox 3"/>
          <p:cNvSpPr txBox="1"/>
          <p:nvPr/>
        </p:nvSpPr>
        <p:spPr>
          <a:xfrm>
            <a:off x="548640" y="2651760"/>
            <a:ext cx="4480560" cy="274320"/>
          </a:xfrm>
          <a:prstGeom prst="rect">
            <a:avLst/>
          </a:prstGeom>
          <a:noFill/>
        </p:spPr>
        <p:txBody>
          <a:bodyPr wrap="square" lIns="0" tIns="0" rIns="0" bIns="0" anchor="t">
            <a:noAutofit/>
          </a:bodyPr>
          <a:lstStyle/>
          <a:p>
            <a:pPr algn="l"/>
            <a:r>
              <a:rPr sz="1050" b="0" i="0">
                <a:solidFill>
                  <a:srgbClr val="172033"/>
                </a:solidFill>
                <a:latin typeface="Varela Round"/>
              </a:rPr>
              <a:t>From Indonesia, starting with families and classrooms.</a:t>
            </a:r>
          </a:p>
        </p:txBody>
      </p:sp>
      <p:sp>
        <p:nvSpPr>
          <p:cNvPr id="5" name="Rounded Rectangle 4"/>
          <p:cNvSpPr/>
          <p:nvPr/>
        </p:nvSpPr>
        <p:spPr>
          <a:xfrm>
            <a:off x="548640" y="3154680"/>
            <a:ext cx="4480560" cy="566928"/>
          </a:xfrm>
          <a:prstGeom prst="roundRect">
            <a:avLst>
              <a:gd name="adj" fmla="val 2258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154680"/>
            <a:ext cx="4114800" cy="566928"/>
          </a:xfrm>
          <a:prstGeom prst="rect">
            <a:avLst/>
          </a:prstGeom>
          <a:noFill/>
        </p:spPr>
        <p:txBody>
          <a:bodyPr wrap="square" lIns="0" tIns="0" rIns="0" bIns="0" anchor="ctr">
            <a:noAutofit/>
          </a:bodyPr>
          <a:lstStyle/>
          <a:p>
            <a:pPr algn="l">
              <a:lnSpc>
                <a:spcPct val="105000"/>
              </a:lnSpc>
            </a:pPr>
            <a:r>
              <a:rPr sz="1000" b="0" i="0">
                <a:solidFill>
                  <a:srgbClr val="172033"/>
                </a:solidFill>
                <a:latin typeface="Fredoka SemiBold"/>
              </a:rPr>
              <a:t>Support Scanvas to make creative learning repeatable for schools and families.</a:t>
            </a:r>
          </a:p>
        </p:txBody>
      </p:sp>
      <p:pic>
        <p:nvPicPr>
          <p:cNvPr id="7" name="Picture 6" descr="A child’s colored whale on paper"/>
          <p:cNvPicPr>
            <a:picLocks noChangeAspect="1"/>
          </p:cNvPicPr>
          <p:nvPr/>
        </p:nvPicPr>
        <p:blipFill>
          <a:blip r:embed="rId3"/>
          <a:stretch>
            <a:fillRect/>
          </a:stretch>
        </p:blipFill>
        <p:spPr>
          <a:xfrm>
            <a:off x="5669280" y="274320"/>
            <a:ext cx="2103120" cy="2066679"/>
          </a:xfrm>
          <a:prstGeom prst="rect">
            <a:avLst/>
          </a:prstGeom>
        </p:spPr>
      </p:pic>
      <p:pic>
        <p:nvPicPr>
          <p:cNvPr id="8" name="Picture 7" descr="The same whale alive in Scanvas"/>
          <p:cNvPicPr>
            <a:picLocks noChangeAspect="1"/>
          </p:cNvPicPr>
          <p:nvPr/>
        </p:nvPicPr>
        <p:blipFill>
          <a:blip r:embed="rId4"/>
          <a:stretch>
            <a:fillRect/>
          </a:stretch>
        </p:blipFill>
        <p:spPr>
          <a:xfrm>
            <a:off x="5989320" y="1600200"/>
            <a:ext cx="2834640" cy="1739438"/>
          </a:xfrm>
          <a:prstGeom prst="rect">
            <a:avLst/>
          </a:prstGeom>
        </p:spPr>
      </p:pic>
      <p:sp>
        <p:nvSpPr>
          <p:cNvPr id="9" name="Rounded Rectangle 8"/>
          <p:cNvSpPr/>
          <p:nvPr/>
        </p:nvSpPr>
        <p:spPr>
          <a:xfrm>
            <a:off x="548640" y="3977639"/>
            <a:ext cx="868680" cy="868680"/>
          </a:xfrm>
          <a:prstGeom prst="roundRect">
            <a:avLst>
              <a:gd name="adj" fmla="val 1263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QR code to scanvas.id"/>
          <p:cNvPicPr>
            <a:picLocks noChangeAspect="1"/>
          </p:cNvPicPr>
          <p:nvPr/>
        </p:nvPicPr>
        <p:blipFill>
          <a:blip r:embed="rId5"/>
          <a:stretch>
            <a:fillRect/>
          </a:stretch>
        </p:blipFill>
        <p:spPr>
          <a:xfrm>
            <a:off x="603504" y="4032504"/>
            <a:ext cx="758952" cy="758952"/>
          </a:xfrm>
          <a:prstGeom prst="rect">
            <a:avLst/>
          </a:prstGeom>
        </p:spPr>
      </p:pic>
      <p:sp>
        <p:nvSpPr>
          <p:cNvPr id="11" name="TextBox 10"/>
          <p:cNvSpPr txBox="1"/>
          <p:nvPr/>
        </p:nvSpPr>
        <p:spPr>
          <a:xfrm>
            <a:off x="1554480" y="4023360"/>
            <a:ext cx="3200400" cy="365760"/>
          </a:xfrm>
          <a:prstGeom prst="rect">
            <a:avLst/>
          </a:prstGeom>
          <a:noFill/>
        </p:spPr>
        <p:txBody>
          <a:bodyPr wrap="square" lIns="0" tIns="0" rIns="0" bIns="0" anchor="ctr">
            <a:noAutofit/>
          </a:bodyPr>
          <a:lstStyle/>
          <a:p>
            <a:pPr algn="l"/>
            <a:r>
              <a:rPr sz="1800" b="1" i="0">
                <a:solidFill>
                  <a:srgbClr val="172033"/>
                </a:solidFill>
                <a:latin typeface="Fredoka"/>
              </a:rPr>
              <a:t>scanvas.id</a:t>
            </a:r>
          </a:p>
        </p:txBody>
      </p:sp>
      <p:sp>
        <p:nvSpPr>
          <p:cNvPr id="12" name="TextBox 11"/>
          <p:cNvSpPr txBox="1"/>
          <p:nvPr/>
        </p:nvSpPr>
        <p:spPr>
          <a:xfrm>
            <a:off x="1554480" y="4407408"/>
            <a:ext cx="3474720" cy="274320"/>
          </a:xfrm>
          <a:prstGeom prst="rect">
            <a:avLst/>
          </a:prstGeom>
          <a:noFill/>
        </p:spPr>
        <p:txBody>
          <a:bodyPr wrap="square" lIns="0" tIns="0" rIns="0" bIns="0" anchor="ctr">
            <a:noAutofit/>
          </a:bodyPr>
          <a:lstStyle/>
          <a:p>
            <a:pPr algn="l"/>
            <a:r>
              <a:rPr sz="1000" b="0" i="0">
                <a:solidFill>
                  <a:srgbClr val="172033"/>
                </a:solidFill>
                <a:latin typeface="Fredoka SemiBold"/>
              </a:rPr>
              <a:t>Haikal Hilmi · Salsabila Khoirunnisa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4048"/>
            <a:ext cx="6583680" cy="548640"/>
          </a:xfrm>
        </p:spPr>
        <p:txBody>
          <a:bodyPr wrap="square" lIns="0" tIns="0" rIns="0" bIns="0" anchor="t">
            <a:noAutofit/>
          </a:bodyPr>
          <a:lstStyle/>
          <a:p>
            <a:pPr algn="l">
              <a:lnSpc>
                <a:spcPct val="95000"/>
              </a:lnSpc>
            </a:pPr>
            <a:r>
              <a:rPr sz="2200" b="1" i="0">
                <a:solidFill>
                  <a:srgbClr val="172033"/>
                </a:solidFill>
                <a:latin typeface="Fredoka"/>
              </a:rPr>
              <a:t>Appendix A · Technology Edge</a:t>
            </a:r>
          </a:p>
        </p:txBody>
      </p:sp>
      <p:sp>
        <p:nvSpPr>
          <p:cNvPr id="3" name="Oval 2"/>
          <p:cNvSpPr/>
          <p:nvPr/>
        </p:nvSpPr>
        <p:spPr>
          <a:xfrm>
            <a:off x="3337560" y="1325880"/>
            <a:ext cx="2468880" cy="246888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he scanned whale swimming in the Ocean world on a phone"/>
          <p:cNvPicPr>
            <a:picLocks noChangeAspect="1"/>
          </p:cNvPicPr>
          <p:nvPr/>
        </p:nvPicPr>
        <p:blipFill>
          <a:blip r:embed="rId3"/>
          <a:stretch>
            <a:fillRect/>
          </a:stretch>
        </p:blipFill>
        <p:spPr>
          <a:xfrm>
            <a:off x="3657600" y="1024128"/>
            <a:ext cx="1835352" cy="3611880"/>
          </a:xfrm>
          <a:prstGeom prst="rect">
            <a:avLst/>
          </a:prstGeom>
        </p:spPr>
      </p:pic>
      <p:sp>
        <p:nvSpPr>
          <p:cNvPr id="5" name="Rounded Rectangle 4"/>
          <p:cNvSpPr/>
          <p:nvPr/>
        </p:nvSpPr>
        <p:spPr>
          <a:xfrm>
            <a:off x="68580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i="0">
                <a:solidFill>
                  <a:srgbClr val="FFFFFF"/>
                </a:solidFill>
                <a:latin typeface="Fredoka"/>
              </a:rPr>
              <a:t>1</a:t>
            </a:r>
          </a:p>
        </p:txBody>
      </p:sp>
      <p:sp>
        <p:nvSpPr>
          <p:cNvPr id="7" name="TextBox 6"/>
          <p:cNvSpPr txBox="1"/>
          <p:nvPr/>
        </p:nvSpPr>
        <p:spPr>
          <a:xfrm>
            <a:off x="1380744" y="1380744"/>
            <a:ext cx="1874519" cy="457200"/>
          </a:xfrm>
          <a:prstGeom prst="rect">
            <a:avLst/>
          </a:prstGeom>
          <a:noFill/>
        </p:spPr>
        <p:txBody>
          <a:bodyPr wrap="square" lIns="0" tIns="0" rIns="0" bIns="0" anchor="ctr">
            <a:noAutofit/>
          </a:bodyPr>
          <a:lstStyle/>
          <a:p>
            <a:pPr algn="l">
              <a:lnSpc>
                <a:spcPct val="95000"/>
              </a:lnSpc>
            </a:pPr>
            <a:r>
              <a:rPr sz="1250" b="1" i="0">
                <a:solidFill>
                  <a:srgbClr val="172033"/>
                </a:solidFill>
                <a:latin typeface="Fredoka"/>
              </a:rPr>
              <a:t>Computer-Vision Scan</a:t>
            </a:r>
          </a:p>
        </p:txBody>
      </p:sp>
      <p:sp>
        <p:nvSpPr>
          <p:cNvPr id="8" name="TextBox 7"/>
          <p:cNvSpPr txBox="1"/>
          <p:nvPr/>
        </p:nvSpPr>
        <p:spPr>
          <a:xfrm>
            <a:off x="886968" y="1929384"/>
            <a:ext cx="2331720" cy="731520"/>
          </a:xfrm>
          <a:prstGeom prst="rect">
            <a:avLst/>
          </a:prstGeom>
          <a:noFill/>
        </p:spPr>
        <p:txBody>
          <a:bodyPr wrap="square" lIns="0" tIns="0" rIns="0" bIns="0" anchor="t">
            <a:noAutofit/>
          </a:bodyPr>
          <a:lstStyle/>
          <a:p>
            <a:pPr algn="l">
              <a:lnSpc>
                <a:spcPct val="112000"/>
              </a:lnSpc>
            </a:pPr>
            <a:r>
              <a:rPr sz="950" b="0" i="0">
                <a:solidFill>
                  <a:srgbClr val="172033"/>
                </a:solidFill>
                <a:latin typeface="Varela Round"/>
              </a:rPr>
              <a:t>Four printed markers guide perspective correction, cropping, and masking of the photo.</a:t>
            </a:r>
          </a:p>
        </p:txBody>
      </p:sp>
      <p:sp>
        <p:nvSpPr>
          <p:cNvPr id="9" name="Rounded Rectangle 8"/>
          <p:cNvSpPr/>
          <p:nvPr/>
        </p:nvSpPr>
        <p:spPr>
          <a:xfrm>
            <a:off x="576072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96188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i="0">
                <a:solidFill>
                  <a:srgbClr val="FFFFFF"/>
                </a:solidFill>
                <a:latin typeface="Fredoka"/>
              </a:rPr>
              <a:t>2</a:t>
            </a:r>
          </a:p>
        </p:txBody>
      </p:sp>
      <p:sp>
        <p:nvSpPr>
          <p:cNvPr id="11" name="TextBox 10"/>
          <p:cNvSpPr txBox="1"/>
          <p:nvPr/>
        </p:nvSpPr>
        <p:spPr>
          <a:xfrm>
            <a:off x="6455664" y="1380744"/>
            <a:ext cx="1874519" cy="457200"/>
          </a:xfrm>
          <a:prstGeom prst="rect">
            <a:avLst/>
          </a:prstGeom>
          <a:noFill/>
        </p:spPr>
        <p:txBody>
          <a:bodyPr wrap="square" lIns="0" tIns="0" rIns="0" bIns="0" anchor="ctr">
            <a:noAutofit/>
          </a:bodyPr>
          <a:lstStyle/>
          <a:p>
            <a:pPr algn="l">
              <a:lnSpc>
                <a:spcPct val="95000"/>
              </a:lnSpc>
            </a:pPr>
            <a:r>
              <a:rPr sz="1250" b="1" i="0">
                <a:solidFill>
                  <a:srgbClr val="172033"/>
                </a:solidFill>
                <a:latin typeface="Fredoka"/>
              </a:rPr>
              <a:t>Personalized Animation</a:t>
            </a:r>
          </a:p>
        </p:txBody>
      </p:sp>
      <p:sp>
        <p:nvSpPr>
          <p:cNvPr id="12" name="TextBox 11"/>
          <p:cNvSpPr txBox="1"/>
          <p:nvPr/>
        </p:nvSpPr>
        <p:spPr>
          <a:xfrm>
            <a:off x="5961888" y="1929384"/>
            <a:ext cx="2331720" cy="731520"/>
          </a:xfrm>
          <a:prstGeom prst="rect">
            <a:avLst/>
          </a:prstGeom>
          <a:noFill/>
        </p:spPr>
        <p:txBody>
          <a:bodyPr wrap="square" lIns="0" tIns="0" rIns="0" bIns="0" anchor="t">
            <a:noAutofit/>
          </a:bodyPr>
          <a:lstStyle/>
          <a:p>
            <a:pPr algn="l">
              <a:lnSpc>
                <a:spcPct val="112000"/>
              </a:lnSpc>
            </a:pPr>
            <a:r>
              <a:rPr sz="950" b="0" i="0">
                <a:solidFill>
                  <a:srgbClr val="172033"/>
                </a:solidFill>
                <a:latin typeface="Varela Round"/>
              </a:rPr>
              <a:t>The extracted artwork, not a stock character, is animated in the world.</a:t>
            </a:r>
          </a:p>
        </p:txBody>
      </p:sp>
      <p:sp>
        <p:nvSpPr>
          <p:cNvPr id="13" name="Rounded Rectangle 12"/>
          <p:cNvSpPr/>
          <p:nvPr/>
        </p:nvSpPr>
        <p:spPr>
          <a:xfrm>
            <a:off x="68580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696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i="0">
                <a:solidFill>
                  <a:srgbClr val="FFFFFF"/>
                </a:solidFill>
                <a:latin typeface="Fredoka"/>
              </a:rPr>
              <a:t>3</a:t>
            </a:r>
          </a:p>
        </p:txBody>
      </p:sp>
      <p:sp>
        <p:nvSpPr>
          <p:cNvPr id="15" name="TextBox 14"/>
          <p:cNvSpPr txBox="1"/>
          <p:nvPr/>
        </p:nvSpPr>
        <p:spPr>
          <a:xfrm>
            <a:off x="1380744" y="3072384"/>
            <a:ext cx="1874519" cy="457200"/>
          </a:xfrm>
          <a:prstGeom prst="rect">
            <a:avLst/>
          </a:prstGeom>
          <a:noFill/>
        </p:spPr>
        <p:txBody>
          <a:bodyPr wrap="square" lIns="0" tIns="0" rIns="0" bIns="0" anchor="ctr">
            <a:noAutofit/>
          </a:bodyPr>
          <a:lstStyle/>
          <a:p>
            <a:pPr algn="l">
              <a:lnSpc>
                <a:spcPct val="95000"/>
              </a:lnSpc>
            </a:pPr>
            <a:r>
              <a:rPr sz="1250" b="1" i="0">
                <a:solidFill>
                  <a:srgbClr val="172033"/>
                </a:solidFill>
                <a:latin typeface="Fredoka"/>
              </a:rPr>
              <a:t>Code-Linked Sheets</a:t>
            </a:r>
          </a:p>
        </p:txBody>
      </p:sp>
      <p:sp>
        <p:nvSpPr>
          <p:cNvPr id="16" name="TextBox 15"/>
          <p:cNvSpPr txBox="1"/>
          <p:nvPr/>
        </p:nvSpPr>
        <p:spPr>
          <a:xfrm>
            <a:off x="886968" y="3621024"/>
            <a:ext cx="2331720" cy="731520"/>
          </a:xfrm>
          <a:prstGeom prst="rect">
            <a:avLst/>
          </a:prstGeom>
          <a:noFill/>
        </p:spPr>
        <p:txBody>
          <a:bodyPr wrap="square" lIns="0" tIns="0" rIns="0" bIns="0" anchor="t">
            <a:noAutofit/>
          </a:bodyPr>
          <a:lstStyle/>
          <a:p>
            <a:pPr algn="l">
              <a:lnSpc>
                <a:spcPct val="112000"/>
              </a:lnSpc>
            </a:pPr>
            <a:r>
              <a:rPr sz="950" b="0" i="0">
                <a:solidFill>
                  <a:srgbClr val="172033"/>
                </a:solidFill>
                <a:latin typeface="Varela Round"/>
              </a:rPr>
              <a:t>Each printed sheet carries a unique access code tied to its template.</a:t>
            </a:r>
          </a:p>
        </p:txBody>
      </p:sp>
      <p:sp>
        <p:nvSpPr>
          <p:cNvPr id="17" name="Rounded Rectangle 16"/>
          <p:cNvSpPr/>
          <p:nvPr/>
        </p:nvSpPr>
        <p:spPr>
          <a:xfrm>
            <a:off x="576072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96188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i="0">
                <a:solidFill>
                  <a:srgbClr val="FFFFFF"/>
                </a:solidFill>
                <a:latin typeface="Fredoka"/>
              </a:rPr>
              <a:t>4</a:t>
            </a:r>
          </a:p>
        </p:txBody>
      </p:sp>
      <p:sp>
        <p:nvSpPr>
          <p:cNvPr id="19" name="TextBox 18"/>
          <p:cNvSpPr txBox="1"/>
          <p:nvPr/>
        </p:nvSpPr>
        <p:spPr>
          <a:xfrm>
            <a:off x="6455664" y="3072384"/>
            <a:ext cx="1874519" cy="457200"/>
          </a:xfrm>
          <a:prstGeom prst="rect">
            <a:avLst/>
          </a:prstGeom>
          <a:noFill/>
        </p:spPr>
        <p:txBody>
          <a:bodyPr wrap="square" lIns="0" tIns="0" rIns="0" bIns="0" anchor="ctr">
            <a:noAutofit/>
          </a:bodyPr>
          <a:lstStyle/>
          <a:p>
            <a:pPr algn="l">
              <a:lnSpc>
                <a:spcPct val="95000"/>
              </a:lnSpc>
            </a:pPr>
            <a:r>
              <a:rPr sz="1250" b="1" i="0">
                <a:solidFill>
                  <a:srgbClr val="172033"/>
                </a:solidFill>
                <a:latin typeface="Fredoka"/>
              </a:rPr>
              <a:t>Reusable Content Engine</a:t>
            </a:r>
          </a:p>
        </p:txBody>
      </p:sp>
      <p:sp>
        <p:nvSpPr>
          <p:cNvPr id="20" name="TextBox 19"/>
          <p:cNvSpPr txBox="1"/>
          <p:nvPr/>
        </p:nvSpPr>
        <p:spPr>
          <a:xfrm>
            <a:off x="5961888" y="3621024"/>
            <a:ext cx="2331720" cy="731520"/>
          </a:xfrm>
          <a:prstGeom prst="rect">
            <a:avLst/>
          </a:prstGeom>
          <a:noFill/>
        </p:spPr>
        <p:txBody>
          <a:bodyPr wrap="square" lIns="0" tIns="0" rIns="0" bIns="0" anchor="t">
            <a:noAutofit/>
          </a:bodyPr>
          <a:lstStyle/>
          <a:p>
            <a:pPr algn="l">
              <a:lnSpc>
                <a:spcPct val="112000"/>
              </a:lnSpc>
            </a:pPr>
            <a:r>
              <a:rPr sz="950" b="0" i="0">
                <a:solidFill>
                  <a:srgbClr val="172033"/>
                </a:solidFill>
                <a:latin typeface="Varela Round"/>
              </a:rPr>
              <a:t>New worlds are new sheet templates plus world assets on the same pipeline, so content scales without rebuilding the product.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400800" cy="548640"/>
          </a:xfrm>
        </p:spPr>
        <p:txBody>
          <a:bodyPr wrap="square" lIns="0" tIns="0" rIns="0" bIns="0" anchor="t">
            <a:noAutofit/>
          </a:bodyPr>
          <a:lstStyle/>
          <a:p>
            <a:pPr algn="l">
              <a:lnSpc>
                <a:spcPct val="95000"/>
              </a:lnSpc>
            </a:pPr>
            <a:r>
              <a:rPr sz="2400" b="1" i="0">
                <a:solidFill>
                  <a:srgbClr val="172033"/>
                </a:solidFill>
                <a:latin typeface="Fredoka"/>
              </a:rPr>
              <a:t>Appendix B · Market Data</a:t>
            </a:r>
          </a:p>
        </p:txBody>
      </p:sp>
      <p:sp>
        <p:nvSpPr>
          <p:cNvPr id="3" name="Rounded Rectangle 2"/>
          <p:cNvSpPr/>
          <p:nvPr/>
        </p:nvSpPr>
        <p:spPr>
          <a:xfrm>
            <a:off x="548640" y="1143000"/>
            <a:ext cx="804672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61872"/>
            <a:ext cx="2514600" cy="237744"/>
          </a:xfrm>
          <a:prstGeom prst="rect">
            <a:avLst/>
          </a:prstGeom>
          <a:noFill/>
        </p:spPr>
        <p:txBody>
          <a:bodyPr wrap="square" lIns="0" tIns="0" rIns="0" bIns="0" anchor="t">
            <a:noAutofit/>
          </a:bodyPr>
          <a:lstStyle/>
          <a:p>
            <a:pPr algn="l"/>
            <a:r>
              <a:rPr sz="850" b="0" i="0">
                <a:solidFill>
                  <a:srgbClr val="7C3AED"/>
                </a:solidFill>
                <a:latin typeface="Fredoka SemiBold"/>
              </a:rPr>
              <a:t>Figure</a:t>
            </a:r>
          </a:p>
        </p:txBody>
      </p:sp>
      <p:sp>
        <p:nvSpPr>
          <p:cNvPr id="5" name="TextBox 4"/>
          <p:cNvSpPr txBox="1"/>
          <p:nvPr/>
        </p:nvSpPr>
        <p:spPr>
          <a:xfrm>
            <a:off x="3291840" y="1261872"/>
            <a:ext cx="868680" cy="237744"/>
          </a:xfrm>
          <a:prstGeom prst="rect">
            <a:avLst/>
          </a:prstGeom>
          <a:noFill/>
        </p:spPr>
        <p:txBody>
          <a:bodyPr wrap="square" lIns="0" tIns="0" rIns="0" bIns="0" anchor="t">
            <a:noAutofit/>
          </a:bodyPr>
          <a:lstStyle/>
          <a:p>
            <a:pPr algn="l"/>
            <a:r>
              <a:rPr sz="850" b="0" i="0">
                <a:solidFill>
                  <a:srgbClr val="7C3AED"/>
                </a:solidFill>
                <a:latin typeface="Fredoka SemiBold"/>
              </a:rPr>
              <a:t>Value</a:t>
            </a:r>
          </a:p>
        </p:txBody>
      </p:sp>
      <p:sp>
        <p:nvSpPr>
          <p:cNvPr id="6" name="TextBox 5"/>
          <p:cNvSpPr txBox="1"/>
          <p:nvPr/>
        </p:nvSpPr>
        <p:spPr>
          <a:xfrm>
            <a:off x="4251960" y="1261872"/>
            <a:ext cx="4206240" cy="237744"/>
          </a:xfrm>
          <a:prstGeom prst="rect">
            <a:avLst/>
          </a:prstGeom>
          <a:noFill/>
        </p:spPr>
        <p:txBody>
          <a:bodyPr wrap="square" lIns="0" tIns="0" rIns="0" bIns="0" anchor="t">
            <a:noAutofit/>
          </a:bodyPr>
          <a:lstStyle/>
          <a:p>
            <a:pPr algn="l"/>
            <a:r>
              <a:rPr sz="850" b="0" i="0">
                <a:solidFill>
                  <a:srgbClr val="7C3AED"/>
                </a:solidFill>
                <a:latin typeface="Fredoka SemiBold"/>
              </a:rPr>
              <a:t>How it is calculated / source</a:t>
            </a:r>
          </a:p>
        </p:txBody>
      </p:sp>
      <p:sp>
        <p:nvSpPr>
          <p:cNvPr id="7" name="Rectangle 6"/>
          <p:cNvSpPr/>
          <p:nvPr/>
        </p:nvSpPr>
        <p:spPr>
          <a:xfrm>
            <a:off x="731520" y="153619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72768"/>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PAUD units, Indonesia</a:t>
            </a:r>
          </a:p>
        </p:txBody>
      </p:sp>
      <p:sp>
        <p:nvSpPr>
          <p:cNvPr id="9" name="TextBox 8"/>
          <p:cNvSpPr txBox="1"/>
          <p:nvPr/>
        </p:nvSpPr>
        <p:spPr>
          <a:xfrm>
            <a:off x="3291840" y="1572768"/>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243,604</a:t>
            </a:r>
          </a:p>
        </p:txBody>
      </p:sp>
      <p:sp>
        <p:nvSpPr>
          <p:cNvPr id="10" name="TextBox 9"/>
          <p:cNvSpPr txBox="1"/>
          <p:nvPr/>
        </p:nvSpPr>
        <p:spPr>
          <a:xfrm>
            <a:off x="4251960" y="1572768"/>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TK 134,789 + KB 86,429 + TPA 2,684 + SPS 19,702 · Kemendikdasmen</a:t>
            </a:r>
          </a:p>
        </p:txBody>
      </p:sp>
      <p:sp>
        <p:nvSpPr>
          <p:cNvPr id="11" name="Rectangle 10"/>
          <p:cNvSpPr/>
          <p:nvPr/>
        </p:nvSpPr>
        <p:spPr>
          <a:xfrm>
            <a:off x="731520" y="19933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029967"/>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Primary schools (SD sederajat), Indonesia</a:t>
            </a:r>
          </a:p>
        </p:txBody>
      </p:sp>
      <p:sp>
        <p:nvSpPr>
          <p:cNvPr id="13" name="TextBox 12"/>
          <p:cNvSpPr txBox="1"/>
          <p:nvPr/>
        </p:nvSpPr>
        <p:spPr>
          <a:xfrm>
            <a:off x="3291840" y="2029967"/>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177,282</a:t>
            </a:r>
          </a:p>
        </p:txBody>
      </p:sp>
      <p:sp>
        <p:nvSpPr>
          <p:cNvPr id="14" name="TextBox 13"/>
          <p:cNvSpPr txBox="1"/>
          <p:nvPr/>
        </p:nvSpPr>
        <p:spPr>
          <a:xfrm>
            <a:off x="4251960" y="2029967"/>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Kemendikdasmen Data Referensi Pendidikan</a:t>
            </a:r>
          </a:p>
        </p:txBody>
      </p:sp>
      <p:sp>
        <p:nvSpPr>
          <p:cNvPr id="15" name="Rectangle 14"/>
          <p:cNvSpPr/>
          <p:nvPr/>
        </p:nvSpPr>
        <p:spPr>
          <a:xfrm>
            <a:off x="731520" y="24505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487168"/>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TAM: PAUD + SD, Indonesia</a:t>
            </a:r>
          </a:p>
        </p:txBody>
      </p:sp>
      <p:sp>
        <p:nvSpPr>
          <p:cNvPr id="17" name="TextBox 16"/>
          <p:cNvSpPr txBox="1"/>
          <p:nvPr/>
        </p:nvSpPr>
        <p:spPr>
          <a:xfrm>
            <a:off x="3291840" y="2487168"/>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420,886</a:t>
            </a:r>
          </a:p>
        </p:txBody>
      </p:sp>
      <p:sp>
        <p:nvSpPr>
          <p:cNvPr id="18" name="TextBox 17"/>
          <p:cNvSpPr txBox="1"/>
          <p:nvPr/>
        </p:nvSpPr>
        <p:spPr>
          <a:xfrm>
            <a:off x="4251960" y="2487168"/>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243,604 + 177,282</a:t>
            </a:r>
          </a:p>
        </p:txBody>
      </p:sp>
      <p:sp>
        <p:nvSpPr>
          <p:cNvPr id="19" name="Rectangle 18"/>
          <p:cNvSpPr/>
          <p:nvPr/>
        </p:nvSpPr>
        <p:spPr>
          <a:xfrm>
            <a:off x="731520" y="29077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944368"/>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SAM: Central Java + D.I. Yogyakarta</a:t>
            </a:r>
          </a:p>
        </p:txBody>
      </p:sp>
      <p:sp>
        <p:nvSpPr>
          <p:cNvPr id="21" name="TextBox 20"/>
          <p:cNvSpPr txBox="1"/>
          <p:nvPr/>
        </p:nvSpPr>
        <p:spPr>
          <a:xfrm>
            <a:off x="3291840" y="2944368"/>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62,797</a:t>
            </a:r>
          </a:p>
        </p:txBody>
      </p:sp>
      <p:sp>
        <p:nvSpPr>
          <p:cNvPr id="22" name="TextBox 21"/>
          <p:cNvSpPr txBox="1"/>
          <p:nvPr/>
        </p:nvSpPr>
        <p:spPr>
          <a:xfrm>
            <a:off x="4251960" y="2944368"/>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PAUD 32,839 + 5,071 · SD 22,835 + 2,052</a:t>
            </a:r>
          </a:p>
        </p:txBody>
      </p:sp>
      <p:sp>
        <p:nvSpPr>
          <p:cNvPr id="23" name="Rectangle 22"/>
          <p:cNvSpPr/>
          <p:nvPr/>
        </p:nvSpPr>
        <p:spPr>
          <a:xfrm>
            <a:off x="731520" y="33649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401568"/>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SOM: D.I. Yogyakarta</a:t>
            </a:r>
          </a:p>
        </p:txBody>
      </p:sp>
      <p:sp>
        <p:nvSpPr>
          <p:cNvPr id="25" name="TextBox 24"/>
          <p:cNvSpPr txBox="1"/>
          <p:nvPr/>
        </p:nvSpPr>
        <p:spPr>
          <a:xfrm>
            <a:off x="3291840" y="3401568"/>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7,123</a:t>
            </a:r>
          </a:p>
        </p:txBody>
      </p:sp>
      <p:sp>
        <p:nvSpPr>
          <p:cNvPr id="26" name="TextBox 25"/>
          <p:cNvSpPr txBox="1"/>
          <p:nvPr/>
        </p:nvSpPr>
        <p:spPr>
          <a:xfrm>
            <a:off x="4251960" y="3401568"/>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PAUD 5,071 + SD 2,052</a:t>
            </a:r>
          </a:p>
        </p:txBody>
      </p:sp>
      <p:sp>
        <p:nvSpPr>
          <p:cNvPr id="27" name="Rectangle 26"/>
          <p:cNvSpPr/>
          <p:nvPr/>
        </p:nvSpPr>
        <p:spPr>
          <a:xfrm>
            <a:off x="731520" y="38221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3858768"/>
            <a:ext cx="251460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Children aged 3–10, Indonesia</a:t>
            </a:r>
          </a:p>
        </p:txBody>
      </p:sp>
      <p:sp>
        <p:nvSpPr>
          <p:cNvPr id="29" name="TextBox 28"/>
          <p:cNvSpPr txBox="1"/>
          <p:nvPr/>
        </p:nvSpPr>
        <p:spPr>
          <a:xfrm>
            <a:off x="3291840" y="3858768"/>
            <a:ext cx="868680" cy="402336"/>
          </a:xfrm>
          <a:prstGeom prst="rect">
            <a:avLst/>
          </a:prstGeom>
          <a:noFill/>
        </p:spPr>
        <p:txBody>
          <a:bodyPr wrap="square" lIns="0" tIns="0" rIns="0" bIns="0" anchor="ctr">
            <a:noAutofit/>
          </a:bodyPr>
          <a:lstStyle/>
          <a:p>
            <a:pPr algn="l">
              <a:lnSpc>
                <a:spcPct val="100000"/>
              </a:lnSpc>
            </a:pPr>
            <a:r>
              <a:rPr sz="950" b="1" i="0">
                <a:solidFill>
                  <a:srgbClr val="172033"/>
                </a:solidFill>
                <a:latin typeface="Fredoka"/>
              </a:rPr>
              <a:t>≈35.3M</a:t>
            </a:r>
          </a:p>
        </p:txBody>
      </p:sp>
      <p:sp>
        <p:nvSpPr>
          <p:cNvPr id="30" name="TextBox 29"/>
          <p:cNvSpPr txBox="1"/>
          <p:nvPr/>
        </p:nvSpPr>
        <p:spPr>
          <a:xfrm>
            <a:off x="4251960" y="3858768"/>
            <a:ext cx="4206240" cy="402336"/>
          </a:xfrm>
          <a:prstGeom prst="rect">
            <a:avLst/>
          </a:prstGeom>
          <a:noFill/>
        </p:spPr>
        <p:txBody>
          <a:bodyPr wrap="square" lIns="0" tIns="0" rIns="0" bIns="0" anchor="ctr">
            <a:noAutofit/>
          </a:bodyPr>
          <a:lstStyle/>
          <a:p>
            <a:pPr algn="l">
              <a:lnSpc>
                <a:spcPct val="100000"/>
              </a:lnSpc>
            </a:pPr>
            <a:r>
              <a:rPr sz="850" b="0" i="0">
                <a:solidFill>
                  <a:srgbClr val="172033"/>
                </a:solidFill>
                <a:latin typeface="Varela Round"/>
              </a:rPr>
              <a:t>2/5 × 22,094,426 (0–4) + 22,013,768 (5–9) + 1/5 × 22,088,673 (10–14) · BPS 2022</a:t>
            </a:r>
          </a:p>
        </p:txBody>
      </p:sp>
      <p:sp>
        <p:nvSpPr>
          <p:cNvPr id="31" name="TextBox 30"/>
          <p:cNvSpPr txBox="1"/>
          <p:nvPr/>
        </p:nvSpPr>
        <p:spPr>
          <a:xfrm>
            <a:off x="548640" y="4480560"/>
            <a:ext cx="8046720" cy="411480"/>
          </a:xfrm>
          <a:prstGeom prst="rect">
            <a:avLst/>
          </a:prstGeom>
          <a:noFill/>
        </p:spPr>
        <p:txBody>
          <a:bodyPr wrap="square" lIns="0" tIns="0" rIns="0" bIns="0" anchor="t">
            <a:noAutofit/>
          </a:bodyPr>
          <a:lstStyle/>
          <a:p>
            <a:pPr algn="l">
              <a:lnSpc>
                <a:spcPct val="105000"/>
              </a:lnSpc>
            </a:pPr>
            <a:r>
              <a:rPr sz="700" b="0" i="0">
                <a:solidFill>
                  <a:srgbClr val="172033"/>
                </a:solidFill>
                <a:latin typeface="Varela Round"/>
              </a:rPr>
              <a:t>Kemendikdasmen: referensi.data.kemendikdasmen.go.id (PAUD &amp; Dikdas per province), accessed Sep 2026. BPS: Jumlah Penduduk Menurut Kelompok Umur, Long Form SP2020 (2022). TPA in Kemendikdasmen data = Taman Penitipan Anak.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400800" cy="548640"/>
          </a:xfrm>
        </p:spPr>
        <p:txBody>
          <a:bodyPr wrap="square" lIns="0" tIns="0" rIns="0" bIns="0" anchor="t">
            <a:noAutofit/>
          </a:bodyPr>
          <a:lstStyle/>
          <a:p>
            <a:pPr algn="l">
              <a:lnSpc>
                <a:spcPct val="95000"/>
              </a:lnSpc>
            </a:pPr>
            <a:r>
              <a:rPr sz="2400" b="1" i="0">
                <a:solidFill>
                  <a:srgbClr val="172033"/>
                </a:solidFill>
                <a:latin typeface="Fredoka"/>
              </a:rPr>
              <a:t>Appendix C · 12-Month P&amp;L</a:t>
            </a:r>
          </a:p>
        </p:txBody>
      </p:sp>
      <p:sp>
        <p:nvSpPr>
          <p:cNvPr id="3" name="Rounded Rectangle 2"/>
          <p:cNvSpPr/>
          <p:nvPr/>
        </p:nvSpPr>
        <p:spPr>
          <a:xfrm>
            <a:off x="548640" y="1097280"/>
            <a:ext cx="484632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07008"/>
            <a:ext cx="2103120" cy="219456"/>
          </a:xfrm>
          <a:prstGeom prst="rect">
            <a:avLst/>
          </a:prstGeom>
          <a:noFill/>
        </p:spPr>
        <p:txBody>
          <a:bodyPr wrap="square" lIns="0" tIns="0" rIns="0" bIns="0" anchor="t">
            <a:noAutofit/>
          </a:bodyPr>
          <a:lstStyle/>
          <a:p>
            <a:pPr algn="l"/>
            <a:endParaRPr/>
          </a:p>
        </p:txBody>
      </p:sp>
      <p:sp>
        <p:nvSpPr>
          <p:cNvPr id="5" name="TextBox 4"/>
          <p:cNvSpPr txBox="1"/>
          <p:nvPr/>
        </p:nvSpPr>
        <p:spPr>
          <a:xfrm>
            <a:off x="2926080" y="1207008"/>
            <a:ext cx="1097280" cy="219456"/>
          </a:xfrm>
          <a:prstGeom prst="rect">
            <a:avLst/>
          </a:prstGeom>
          <a:noFill/>
        </p:spPr>
        <p:txBody>
          <a:bodyPr wrap="square" lIns="0" tIns="0" rIns="0" bIns="0" anchor="t">
            <a:noAutofit/>
          </a:bodyPr>
          <a:lstStyle/>
          <a:p>
            <a:pPr algn="r"/>
            <a:r>
              <a:rPr sz="850" b="0" i="0">
                <a:solidFill>
                  <a:srgbClr val="7C3AED"/>
                </a:solidFill>
                <a:latin typeface="Fredoka SemiBold"/>
              </a:rPr>
              <a:t>Conservative</a:t>
            </a:r>
          </a:p>
        </p:txBody>
      </p:sp>
      <p:sp>
        <p:nvSpPr>
          <p:cNvPr id="6" name="TextBox 5"/>
          <p:cNvSpPr txBox="1"/>
          <p:nvPr/>
        </p:nvSpPr>
        <p:spPr>
          <a:xfrm>
            <a:off x="4114800" y="1207008"/>
            <a:ext cx="1097280" cy="219456"/>
          </a:xfrm>
          <a:prstGeom prst="rect">
            <a:avLst/>
          </a:prstGeom>
          <a:noFill/>
        </p:spPr>
        <p:txBody>
          <a:bodyPr wrap="square" lIns="0" tIns="0" rIns="0" bIns="0" anchor="t">
            <a:noAutofit/>
          </a:bodyPr>
          <a:lstStyle/>
          <a:p>
            <a:pPr algn="r"/>
            <a:r>
              <a:rPr sz="850" b="0" i="0">
                <a:solidFill>
                  <a:srgbClr val="7C3AED"/>
                </a:solidFill>
                <a:latin typeface="Fredoka SemiBold"/>
              </a:rPr>
              <a:t>Base</a:t>
            </a:r>
          </a:p>
        </p:txBody>
      </p:sp>
      <p:sp>
        <p:nvSpPr>
          <p:cNvPr id="7" name="Rectangle 6"/>
          <p:cNvSpPr/>
          <p:nvPr/>
        </p:nvSpPr>
        <p:spPr>
          <a:xfrm>
            <a:off x="731520" y="1435608"/>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63040"/>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B2C revenue</a:t>
            </a:r>
          </a:p>
        </p:txBody>
      </p:sp>
      <p:sp>
        <p:nvSpPr>
          <p:cNvPr id="9" name="TextBox 8"/>
          <p:cNvSpPr txBox="1"/>
          <p:nvPr/>
        </p:nvSpPr>
        <p:spPr>
          <a:xfrm>
            <a:off x="2926080" y="1463040"/>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Rp14.7M</a:t>
            </a:r>
          </a:p>
        </p:txBody>
      </p:sp>
      <p:sp>
        <p:nvSpPr>
          <p:cNvPr id="10" name="TextBox 9"/>
          <p:cNvSpPr txBox="1"/>
          <p:nvPr/>
        </p:nvSpPr>
        <p:spPr>
          <a:xfrm>
            <a:off x="4114800" y="1463040"/>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Rp29.4M</a:t>
            </a:r>
          </a:p>
        </p:txBody>
      </p:sp>
      <p:sp>
        <p:nvSpPr>
          <p:cNvPr id="11" name="Rectangle 10"/>
          <p:cNvSpPr/>
          <p:nvPr/>
        </p:nvSpPr>
        <p:spPr>
          <a:xfrm>
            <a:off x="731520" y="1719072"/>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746504"/>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B2B managed sessions</a:t>
            </a:r>
          </a:p>
        </p:txBody>
      </p:sp>
      <p:sp>
        <p:nvSpPr>
          <p:cNvPr id="13" name="TextBox 12"/>
          <p:cNvSpPr txBox="1"/>
          <p:nvPr/>
        </p:nvSpPr>
        <p:spPr>
          <a:xfrm>
            <a:off x="2926080" y="1746504"/>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Rp24.0M</a:t>
            </a:r>
          </a:p>
        </p:txBody>
      </p:sp>
      <p:sp>
        <p:nvSpPr>
          <p:cNvPr id="14" name="TextBox 13"/>
          <p:cNvSpPr txBox="1"/>
          <p:nvPr/>
        </p:nvSpPr>
        <p:spPr>
          <a:xfrm>
            <a:off x="4114800" y="1746504"/>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Rp48.0M</a:t>
            </a:r>
          </a:p>
        </p:txBody>
      </p:sp>
      <p:sp>
        <p:nvSpPr>
          <p:cNvPr id="15" name="Rectangle 14"/>
          <p:cNvSpPr/>
          <p:nvPr/>
        </p:nvSpPr>
        <p:spPr>
          <a:xfrm>
            <a:off x="731520" y="2002536"/>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029968"/>
            <a:ext cx="2194560" cy="274320"/>
          </a:xfrm>
          <a:prstGeom prst="rect">
            <a:avLst/>
          </a:prstGeom>
          <a:noFill/>
        </p:spPr>
        <p:txBody>
          <a:bodyPr wrap="square" lIns="0" tIns="0" rIns="0" bIns="0" anchor="ctr">
            <a:noAutofit/>
          </a:bodyPr>
          <a:lstStyle/>
          <a:p>
            <a:pPr algn="l"/>
            <a:r>
              <a:rPr sz="900" b="0" i="0">
                <a:solidFill>
                  <a:srgbClr val="172033"/>
                </a:solidFill>
                <a:latin typeface="Fredoka SemiBold"/>
              </a:rPr>
              <a:t>Customer revenue</a:t>
            </a:r>
          </a:p>
        </p:txBody>
      </p:sp>
      <p:sp>
        <p:nvSpPr>
          <p:cNvPr id="17" name="TextBox 16"/>
          <p:cNvSpPr txBox="1"/>
          <p:nvPr/>
        </p:nvSpPr>
        <p:spPr>
          <a:xfrm>
            <a:off x="2926080" y="2029968"/>
            <a:ext cx="1097280" cy="274320"/>
          </a:xfrm>
          <a:prstGeom prst="rect">
            <a:avLst/>
          </a:prstGeom>
          <a:noFill/>
        </p:spPr>
        <p:txBody>
          <a:bodyPr wrap="square" lIns="0" tIns="0" rIns="0" bIns="0" anchor="ctr">
            <a:noAutofit/>
          </a:bodyPr>
          <a:lstStyle/>
          <a:p>
            <a:pPr algn="r"/>
            <a:r>
              <a:rPr sz="950" b="1" i="0">
                <a:solidFill>
                  <a:srgbClr val="5B21B6"/>
                </a:solidFill>
                <a:latin typeface="Fredoka"/>
              </a:rPr>
              <a:t>Rp38.7M</a:t>
            </a:r>
          </a:p>
        </p:txBody>
      </p:sp>
      <p:sp>
        <p:nvSpPr>
          <p:cNvPr id="18" name="TextBox 17"/>
          <p:cNvSpPr txBox="1"/>
          <p:nvPr/>
        </p:nvSpPr>
        <p:spPr>
          <a:xfrm>
            <a:off x="4114800" y="2029968"/>
            <a:ext cx="1097280" cy="274320"/>
          </a:xfrm>
          <a:prstGeom prst="rect">
            <a:avLst/>
          </a:prstGeom>
          <a:noFill/>
        </p:spPr>
        <p:txBody>
          <a:bodyPr wrap="square" lIns="0" tIns="0" rIns="0" bIns="0" anchor="ctr">
            <a:noAutofit/>
          </a:bodyPr>
          <a:lstStyle/>
          <a:p>
            <a:pPr algn="r"/>
            <a:r>
              <a:rPr sz="950" b="1" i="0">
                <a:solidFill>
                  <a:srgbClr val="5B21B6"/>
                </a:solidFill>
                <a:latin typeface="Fredoka"/>
              </a:rPr>
              <a:t>Rp77.4M</a:t>
            </a:r>
          </a:p>
        </p:txBody>
      </p:sp>
      <p:sp>
        <p:nvSpPr>
          <p:cNvPr id="19" name="Rectangle 18"/>
          <p:cNvSpPr/>
          <p:nvPr/>
        </p:nvSpPr>
        <p:spPr>
          <a:xfrm>
            <a:off x="731520" y="2286000"/>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313432"/>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Direct costs</a:t>
            </a:r>
          </a:p>
        </p:txBody>
      </p:sp>
      <p:sp>
        <p:nvSpPr>
          <p:cNvPr id="21" name="TextBox 20"/>
          <p:cNvSpPr txBox="1"/>
          <p:nvPr/>
        </p:nvSpPr>
        <p:spPr>
          <a:xfrm>
            <a:off x="2926080" y="2313432"/>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−Rp12.0M</a:t>
            </a:r>
          </a:p>
        </p:txBody>
      </p:sp>
      <p:sp>
        <p:nvSpPr>
          <p:cNvPr id="22" name="TextBox 21"/>
          <p:cNvSpPr txBox="1"/>
          <p:nvPr/>
        </p:nvSpPr>
        <p:spPr>
          <a:xfrm>
            <a:off x="4114800" y="2313432"/>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−Rp24.0M</a:t>
            </a:r>
          </a:p>
        </p:txBody>
      </p:sp>
      <p:sp>
        <p:nvSpPr>
          <p:cNvPr id="23" name="Rectangle 22"/>
          <p:cNvSpPr/>
          <p:nvPr/>
        </p:nvSpPr>
        <p:spPr>
          <a:xfrm>
            <a:off x="731520" y="2569464"/>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2596896"/>
            <a:ext cx="2194560" cy="274320"/>
          </a:xfrm>
          <a:prstGeom prst="rect">
            <a:avLst/>
          </a:prstGeom>
          <a:noFill/>
        </p:spPr>
        <p:txBody>
          <a:bodyPr wrap="square" lIns="0" tIns="0" rIns="0" bIns="0" anchor="ctr">
            <a:noAutofit/>
          </a:bodyPr>
          <a:lstStyle/>
          <a:p>
            <a:pPr algn="l"/>
            <a:r>
              <a:rPr sz="900" b="0" i="0">
                <a:solidFill>
                  <a:srgbClr val="172033"/>
                </a:solidFill>
                <a:latin typeface="Fredoka SemiBold"/>
              </a:rPr>
              <a:t>Gross contribution (69%)</a:t>
            </a:r>
          </a:p>
        </p:txBody>
      </p:sp>
      <p:sp>
        <p:nvSpPr>
          <p:cNvPr id="25" name="TextBox 24"/>
          <p:cNvSpPr txBox="1"/>
          <p:nvPr/>
        </p:nvSpPr>
        <p:spPr>
          <a:xfrm>
            <a:off x="2926080" y="2596896"/>
            <a:ext cx="1097280" cy="274320"/>
          </a:xfrm>
          <a:prstGeom prst="rect">
            <a:avLst/>
          </a:prstGeom>
          <a:noFill/>
        </p:spPr>
        <p:txBody>
          <a:bodyPr wrap="square" lIns="0" tIns="0" rIns="0" bIns="0" anchor="ctr">
            <a:noAutofit/>
          </a:bodyPr>
          <a:lstStyle/>
          <a:p>
            <a:pPr algn="r"/>
            <a:r>
              <a:rPr sz="950" b="1" i="0">
                <a:solidFill>
                  <a:srgbClr val="5B21B6"/>
                </a:solidFill>
                <a:latin typeface="Fredoka"/>
              </a:rPr>
              <a:t>Rp26.7M</a:t>
            </a:r>
          </a:p>
        </p:txBody>
      </p:sp>
      <p:sp>
        <p:nvSpPr>
          <p:cNvPr id="26" name="TextBox 25"/>
          <p:cNvSpPr txBox="1"/>
          <p:nvPr/>
        </p:nvSpPr>
        <p:spPr>
          <a:xfrm>
            <a:off x="4114800" y="2596896"/>
            <a:ext cx="1097280" cy="274320"/>
          </a:xfrm>
          <a:prstGeom prst="rect">
            <a:avLst/>
          </a:prstGeom>
          <a:noFill/>
        </p:spPr>
        <p:txBody>
          <a:bodyPr wrap="square" lIns="0" tIns="0" rIns="0" bIns="0" anchor="ctr">
            <a:noAutofit/>
          </a:bodyPr>
          <a:lstStyle/>
          <a:p>
            <a:pPr algn="r"/>
            <a:r>
              <a:rPr sz="950" b="1" i="0">
                <a:solidFill>
                  <a:srgbClr val="5B21B6"/>
                </a:solidFill>
                <a:latin typeface="Fredoka"/>
              </a:rPr>
              <a:t>Rp53.4M</a:t>
            </a:r>
          </a:p>
        </p:txBody>
      </p:sp>
      <p:sp>
        <p:nvSpPr>
          <p:cNvPr id="27" name="Rectangle 26"/>
          <p:cNvSpPr/>
          <p:nvPr/>
        </p:nvSpPr>
        <p:spPr>
          <a:xfrm>
            <a:off x="731520" y="2852928"/>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2880360"/>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Team compensation</a:t>
            </a:r>
          </a:p>
        </p:txBody>
      </p:sp>
      <p:sp>
        <p:nvSpPr>
          <p:cNvPr id="29" name="TextBox 28"/>
          <p:cNvSpPr txBox="1"/>
          <p:nvPr/>
        </p:nvSpPr>
        <p:spPr>
          <a:xfrm>
            <a:off x="2926080" y="2880360"/>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−Rp96.0M</a:t>
            </a:r>
          </a:p>
        </p:txBody>
      </p:sp>
      <p:sp>
        <p:nvSpPr>
          <p:cNvPr id="30" name="TextBox 29"/>
          <p:cNvSpPr txBox="1"/>
          <p:nvPr/>
        </p:nvSpPr>
        <p:spPr>
          <a:xfrm>
            <a:off x="4114800" y="2880360"/>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−Rp96.0M</a:t>
            </a:r>
          </a:p>
        </p:txBody>
      </p:sp>
      <p:sp>
        <p:nvSpPr>
          <p:cNvPr id="31" name="Rectangle 30"/>
          <p:cNvSpPr/>
          <p:nvPr/>
        </p:nvSpPr>
        <p:spPr>
          <a:xfrm>
            <a:off x="731520" y="3136392"/>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3163824"/>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Go-to-market</a:t>
            </a:r>
          </a:p>
        </p:txBody>
      </p:sp>
      <p:sp>
        <p:nvSpPr>
          <p:cNvPr id="33" name="TextBox 32"/>
          <p:cNvSpPr txBox="1"/>
          <p:nvPr/>
        </p:nvSpPr>
        <p:spPr>
          <a:xfrm>
            <a:off x="2926080" y="3163824"/>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−Rp24.0M</a:t>
            </a:r>
          </a:p>
        </p:txBody>
      </p:sp>
      <p:sp>
        <p:nvSpPr>
          <p:cNvPr id="34" name="TextBox 33"/>
          <p:cNvSpPr txBox="1"/>
          <p:nvPr/>
        </p:nvSpPr>
        <p:spPr>
          <a:xfrm>
            <a:off x="4114800" y="3163824"/>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−Rp24.0M</a:t>
            </a:r>
          </a:p>
        </p:txBody>
      </p:sp>
      <p:sp>
        <p:nvSpPr>
          <p:cNvPr id="35" name="Rectangle 34"/>
          <p:cNvSpPr/>
          <p:nvPr/>
        </p:nvSpPr>
        <p:spPr>
          <a:xfrm>
            <a:off x="731520" y="3419856"/>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3447288"/>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Product, infra &amp; tools</a:t>
            </a:r>
          </a:p>
        </p:txBody>
      </p:sp>
      <p:sp>
        <p:nvSpPr>
          <p:cNvPr id="37" name="TextBox 36"/>
          <p:cNvSpPr txBox="1"/>
          <p:nvPr/>
        </p:nvSpPr>
        <p:spPr>
          <a:xfrm>
            <a:off x="2926080" y="3447288"/>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−Rp18.0M</a:t>
            </a:r>
          </a:p>
        </p:txBody>
      </p:sp>
      <p:sp>
        <p:nvSpPr>
          <p:cNvPr id="38" name="TextBox 37"/>
          <p:cNvSpPr txBox="1"/>
          <p:nvPr/>
        </p:nvSpPr>
        <p:spPr>
          <a:xfrm>
            <a:off x="4114800" y="3447288"/>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−Rp18.0M</a:t>
            </a:r>
          </a:p>
        </p:txBody>
      </p:sp>
      <p:sp>
        <p:nvSpPr>
          <p:cNvPr id="39" name="Rectangle 38"/>
          <p:cNvSpPr/>
          <p:nvPr/>
        </p:nvSpPr>
        <p:spPr>
          <a:xfrm>
            <a:off x="731520" y="3703320"/>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3730752"/>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Content creation</a:t>
            </a:r>
          </a:p>
        </p:txBody>
      </p:sp>
      <p:sp>
        <p:nvSpPr>
          <p:cNvPr id="41" name="TextBox 40"/>
          <p:cNvSpPr txBox="1"/>
          <p:nvPr/>
        </p:nvSpPr>
        <p:spPr>
          <a:xfrm>
            <a:off x="2926080" y="3730752"/>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−Rp15.0M</a:t>
            </a:r>
          </a:p>
        </p:txBody>
      </p:sp>
      <p:sp>
        <p:nvSpPr>
          <p:cNvPr id="42" name="TextBox 41"/>
          <p:cNvSpPr txBox="1"/>
          <p:nvPr/>
        </p:nvSpPr>
        <p:spPr>
          <a:xfrm>
            <a:off x="4114800" y="3730752"/>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−Rp15.0M</a:t>
            </a:r>
          </a:p>
        </p:txBody>
      </p:sp>
      <p:sp>
        <p:nvSpPr>
          <p:cNvPr id="43" name="Rectangle 42"/>
          <p:cNvSpPr/>
          <p:nvPr/>
        </p:nvSpPr>
        <p:spPr>
          <a:xfrm>
            <a:off x="731520" y="3986784"/>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 y="4014216"/>
            <a:ext cx="2194560" cy="274320"/>
          </a:xfrm>
          <a:prstGeom prst="rect">
            <a:avLst/>
          </a:prstGeom>
          <a:noFill/>
        </p:spPr>
        <p:txBody>
          <a:bodyPr wrap="square" lIns="0" tIns="0" rIns="0" bIns="0" anchor="ctr">
            <a:noAutofit/>
          </a:bodyPr>
          <a:lstStyle/>
          <a:p>
            <a:pPr algn="l"/>
            <a:r>
              <a:rPr sz="900" b="0" i="0">
                <a:solidFill>
                  <a:srgbClr val="172033"/>
                </a:solidFill>
                <a:latin typeface="Varela Round"/>
              </a:rPr>
              <a:t>Legal &amp; admin</a:t>
            </a:r>
          </a:p>
        </p:txBody>
      </p:sp>
      <p:sp>
        <p:nvSpPr>
          <p:cNvPr id="45" name="TextBox 44"/>
          <p:cNvSpPr txBox="1"/>
          <p:nvPr/>
        </p:nvSpPr>
        <p:spPr>
          <a:xfrm>
            <a:off x="2926080" y="4014216"/>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−Rp5.0M</a:t>
            </a:r>
          </a:p>
        </p:txBody>
      </p:sp>
      <p:sp>
        <p:nvSpPr>
          <p:cNvPr id="46" name="TextBox 45"/>
          <p:cNvSpPr txBox="1"/>
          <p:nvPr/>
        </p:nvSpPr>
        <p:spPr>
          <a:xfrm>
            <a:off x="4114800" y="4014216"/>
            <a:ext cx="1097280" cy="274320"/>
          </a:xfrm>
          <a:prstGeom prst="rect">
            <a:avLst/>
          </a:prstGeom>
          <a:noFill/>
        </p:spPr>
        <p:txBody>
          <a:bodyPr wrap="square" lIns="0" tIns="0" rIns="0" bIns="0" anchor="ctr">
            <a:noAutofit/>
          </a:bodyPr>
          <a:lstStyle/>
          <a:p>
            <a:pPr algn="r"/>
            <a:r>
              <a:rPr sz="950" b="0" i="0">
                <a:solidFill>
                  <a:srgbClr val="172033"/>
                </a:solidFill>
                <a:latin typeface="Varela Round"/>
              </a:rPr>
              <a:t>−Rp5.0M</a:t>
            </a:r>
          </a:p>
        </p:txBody>
      </p:sp>
      <p:sp>
        <p:nvSpPr>
          <p:cNvPr id="47" name="Rectangle 46"/>
          <p:cNvSpPr/>
          <p:nvPr/>
        </p:nvSpPr>
        <p:spPr>
          <a:xfrm>
            <a:off x="731520" y="4270248"/>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4297680"/>
            <a:ext cx="2194560" cy="274320"/>
          </a:xfrm>
          <a:prstGeom prst="rect">
            <a:avLst/>
          </a:prstGeom>
          <a:noFill/>
        </p:spPr>
        <p:txBody>
          <a:bodyPr wrap="square" lIns="0" tIns="0" rIns="0" bIns="0" anchor="ctr">
            <a:noAutofit/>
          </a:bodyPr>
          <a:lstStyle/>
          <a:p>
            <a:pPr algn="l"/>
            <a:r>
              <a:rPr sz="900" b="0" i="0">
                <a:solidFill>
                  <a:srgbClr val="172033"/>
                </a:solidFill>
                <a:latin typeface="Fredoka SemiBold"/>
              </a:rPr>
              <a:t>Net result</a:t>
            </a:r>
          </a:p>
        </p:txBody>
      </p:sp>
      <p:sp>
        <p:nvSpPr>
          <p:cNvPr id="49" name="TextBox 48"/>
          <p:cNvSpPr txBox="1"/>
          <p:nvPr/>
        </p:nvSpPr>
        <p:spPr>
          <a:xfrm>
            <a:off x="2926080" y="4297680"/>
            <a:ext cx="1097280" cy="274320"/>
          </a:xfrm>
          <a:prstGeom prst="rect">
            <a:avLst/>
          </a:prstGeom>
          <a:noFill/>
        </p:spPr>
        <p:txBody>
          <a:bodyPr wrap="square" lIns="0" tIns="0" rIns="0" bIns="0" anchor="ctr">
            <a:noAutofit/>
          </a:bodyPr>
          <a:lstStyle/>
          <a:p>
            <a:pPr algn="r"/>
            <a:r>
              <a:rPr sz="950" b="1" i="0">
                <a:solidFill>
                  <a:srgbClr val="5B21B6"/>
                </a:solidFill>
                <a:latin typeface="Fredoka"/>
              </a:rPr>
              <a:t>−Rp131.3M</a:t>
            </a:r>
          </a:p>
        </p:txBody>
      </p:sp>
      <p:sp>
        <p:nvSpPr>
          <p:cNvPr id="50" name="TextBox 49"/>
          <p:cNvSpPr txBox="1"/>
          <p:nvPr/>
        </p:nvSpPr>
        <p:spPr>
          <a:xfrm>
            <a:off x="4114800" y="4297680"/>
            <a:ext cx="1097280" cy="274320"/>
          </a:xfrm>
          <a:prstGeom prst="rect">
            <a:avLst/>
          </a:prstGeom>
          <a:noFill/>
        </p:spPr>
        <p:txBody>
          <a:bodyPr wrap="square" lIns="0" tIns="0" rIns="0" bIns="0" anchor="ctr">
            <a:noAutofit/>
          </a:bodyPr>
          <a:lstStyle/>
          <a:p>
            <a:pPr algn="r"/>
            <a:r>
              <a:rPr sz="950" b="1" i="0">
                <a:solidFill>
                  <a:srgbClr val="5B21B6"/>
                </a:solidFill>
                <a:latin typeface="Fredoka"/>
              </a:rPr>
              <a:t>−Rp104.6M</a:t>
            </a:r>
          </a:p>
        </p:txBody>
      </p:sp>
      <p:sp>
        <p:nvSpPr>
          <p:cNvPr id="51" name="Rounded Rectangle 50"/>
          <p:cNvSpPr/>
          <p:nvPr/>
        </p:nvSpPr>
        <p:spPr>
          <a:xfrm>
            <a:off x="5577840" y="1097280"/>
            <a:ext cx="3017520" cy="3611880"/>
          </a:xfrm>
          <a:prstGeom prst="roundRect">
            <a:avLst>
              <a:gd name="adj" fmla="val 4848"/>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60720" y="1207008"/>
            <a:ext cx="2651760" cy="237744"/>
          </a:xfrm>
          <a:prstGeom prst="rect">
            <a:avLst/>
          </a:prstGeom>
          <a:noFill/>
        </p:spPr>
        <p:txBody>
          <a:bodyPr wrap="square" lIns="0" tIns="0" rIns="0" bIns="0" anchor="t">
            <a:noAutofit/>
          </a:bodyPr>
          <a:lstStyle/>
          <a:p>
            <a:pPr algn="l"/>
            <a:r>
              <a:rPr sz="1050" b="1" i="0">
                <a:solidFill>
                  <a:srgbClr val="172033"/>
                </a:solidFill>
                <a:latin typeface="Fredoka"/>
              </a:rPr>
              <a:t>Assumptions</a:t>
            </a:r>
          </a:p>
        </p:txBody>
      </p:sp>
      <p:sp>
        <p:nvSpPr>
          <p:cNvPr id="53" name="Oval 52"/>
          <p:cNvSpPr/>
          <p:nvPr/>
        </p:nvSpPr>
        <p:spPr>
          <a:xfrm>
            <a:off x="5779008" y="1645920"/>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43600" y="1554480"/>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B2C Rp49K/pack; direct cost Rp20K (print &amp; packaging Rp10K, DIY delivery Rp10K)</a:t>
            </a:r>
          </a:p>
        </p:txBody>
      </p:sp>
      <p:sp>
        <p:nvSpPr>
          <p:cNvPr id="55" name="Oval 54"/>
          <p:cNvSpPr/>
          <p:nvPr/>
        </p:nvSpPr>
        <p:spPr>
          <a:xfrm>
            <a:off x="5779008" y="2029968"/>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3600" y="1938528"/>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Managed session Rp1M, up to 30 children; direct cost Rp250K</a:t>
            </a:r>
          </a:p>
        </p:txBody>
      </p:sp>
      <p:sp>
        <p:nvSpPr>
          <p:cNvPr id="57" name="Oval 56"/>
          <p:cNvSpPr/>
          <p:nvPr/>
        </p:nvSpPr>
        <p:spPr>
          <a:xfrm>
            <a:off x="5779008" y="2414016"/>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43600" y="2322576"/>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Volume: 25–50 packs and 2–4 sessions per month</a:t>
            </a:r>
          </a:p>
        </p:txBody>
      </p:sp>
      <p:sp>
        <p:nvSpPr>
          <p:cNvPr id="59" name="Oval 58"/>
          <p:cNvSpPr/>
          <p:nvPr/>
        </p:nvSpPr>
        <p:spPr>
          <a:xfrm>
            <a:off x="5779008" y="2798064"/>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43600" y="2706624"/>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Founders Rp4M/month each (lean, not market salary)</a:t>
            </a:r>
          </a:p>
        </p:txBody>
      </p:sp>
      <p:sp>
        <p:nvSpPr>
          <p:cNvPr id="61" name="Oval 60"/>
          <p:cNvSpPr/>
          <p:nvPr/>
        </p:nvSpPr>
        <p:spPr>
          <a:xfrm>
            <a:off x="5779008" y="3182112"/>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943600" y="3090672"/>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Platform-only revenue excluded (upside)</a:t>
            </a:r>
          </a:p>
        </p:txBody>
      </p:sp>
      <p:sp>
        <p:nvSpPr>
          <p:cNvPr id="63" name="Oval 62"/>
          <p:cNvSpPr/>
          <p:nvPr/>
        </p:nvSpPr>
        <p:spPr>
          <a:xfrm>
            <a:off x="5779008" y="3566160"/>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943600" y="3474720"/>
            <a:ext cx="2560320" cy="365760"/>
          </a:xfrm>
          <a:prstGeom prst="rect">
            <a:avLst/>
          </a:prstGeom>
          <a:noFill/>
        </p:spPr>
        <p:txBody>
          <a:bodyPr wrap="square" lIns="0" tIns="0" rIns="0" bIns="0" anchor="t">
            <a:noAutofit/>
          </a:bodyPr>
          <a:lstStyle/>
          <a:p>
            <a:pPr algn="l">
              <a:lnSpc>
                <a:spcPct val="100000"/>
              </a:lnSpc>
            </a:pPr>
            <a:r>
              <a:rPr sz="800" b="0" i="0">
                <a:solidFill>
                  <a:srgbClr val="172033"/>
                </a:solidFill>
                <a:latin typeface="Varela Round"/>
              </a:rPr>
              <a:t>Grant is financing, not revenue; unused inventory and contingency stay as capital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6858000" cy="548640"/>
          </a:xfrm>
        </p:spPr>
        <p:txBody>
          <a:bodyPr wrap="square" lIns="0" tIns="0" rIns="0" bIns="0" anchor="t">
            <a:noAutofit/>
          </a:bodyPr>
          <a:lstStyle/>
          <a:p>
            <a:pPr algn="l">
              <a:lnSpc>
                <a:spcPct val="95000"/>
              </a:lnSpc>
            </a:pPr>
            <a:r>
              <a:rPr sz="2400" b="1" i="0">
                <a:solidFill>
                  <a:srgbClr val="172033"/>
                </a:solidFill>
                <a:latin typeface="Fredoka"/>
              </a:rPr>
              <a:t>Appendix D · Competitor Evidence</a:t>
            </a:r>
          </a:p>
        </p:txBody>
      </p:sp>
      <p:sp>
        <p:nvSpPr>
          <p:cNvPr id="3" name="Rounded Rectangle 2"/>
          <p:cNvSpPr/>
          <p:nvPr/>
        </p:nvSpPr>
        <p:spPr>
          <a:xfrm>
            <a:off x="548640" y="1097280"/>
            <a:ext cx="804672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07008"/>
            <a:ext cx="1417320" cy="237744"/>
          </a:xfrm>
          <a:prstGeom prst="rect">
            <a:avLst/>
          </a:prstGeom>
          <a:noFill/>
        </p:spPr>
        <p:txBody>
          <a:bodyPr wrap="square" lIns="0" tIns="0" rIns="0" bIns="0" anchor="t">
            <a:noAutofit/>
          </a:bodyPr>
          <a:lstStyle/>
          <a:p>
            <a:pPr algn="l"/>
            <a:r>
              <a:rPr sz="850" b="0" i="0">
                <a:solidFill>
                  <a:srgbClr val="7C3AED"/>
                </a:solidFill>
                <a:latin typeface="Fredoka SemiBold"/>
              </a:rPr>
              <a:t>Product</a:t>
            </a:r>
          </a:p>
        </p:txBody>
      </p:sp>
      <p:sp>
        <p:nvSpPr>
          <p:cNvPr id="5" name="TextBox 4"/>
          <p:cNvSpPr txBox="1"/>
          <p:nvPr/>
        </p:nvSpPr>
        <p:spPr>
          <a:xfrm>
            <a:off x="2194560" y="1207008"/>
            <a:ext cx="2514600" cy="237744"/>
          </a:xfrm>
          <a:prstGeom prst="rect">
            <a:avLst/>
          </a:prstGeom>
          <a:noFill/>
        </p:spPr>
        <p:txBody>
          <a:bodyPr wrap="square" lIns="0" tIns="0" rIns="0" bIns="0" anchor="t">
            <a:noAutofit/>
          </a:bodyPr>
          <a:lstStyle/>
          <a:p>
            <a:pPr algn="l"/>
            <a:r>
              <a:rPr sz="850" b="0" i="0">
                <a:solidFill>
                  <a:srgbClr val="7C3AED"/>
                </a:solidFill>
                <a:latin typeface="Fredoka SemiBold"/>
              </a:rPr>
              <a:t>What it is</a:t>
            </a:r>
          </a:p>
        </p:txBody>
      </p:sp>
      <p:sp>
        <p:nvSpPr>
          <p:cNvPr id="6" name="TextBox 5"/>
          <p:cNvSpPr txBox="1"/>
          <p:nvPr/>
        </p:nvSpPr>
        <p:spPr>
          <a:xfrm>
            <a:off x="4754880" y="1207008"/>
            <a:ext cx="2148840" cy="237744"/>
          </a:xfrm>
          <a:prstGeom prst="rect">
            <a:avLst/>
          </a:prstGeom>
          <a:noFill/>
        </p:spPr>
        <p:txBody>
          <a:bodyPr wrap="square" lIns="0" tIns="0" rIns="0" bIns="0" anchor="t">
            <a:noAutofit/>
          </a:bodyPr>
          <a:lstStyle/>
          <a:p>
            <a:pPr algn="l"/>
            <a:r>
              <a:rPr sz="850" b="0" i="0">
                <a:solidFill>
                  <a:srgbClr val="7C3AED"/>
                </a:solidFill>
                <a:latin typeface="Fredoka SemiBold"/>
              </a:rPr>
              <a:t>Model &amp; price</a:t>
            </a:r>
          </a:p>
        </p:txBody>
      </p:sp>
      <p:sp>
        <p:nvSpPr>
          <p:cNvPr id="7" name="TextBox 6"/>
          <p:cNvSpPr txBox="1"/>
          <p:nvPr/>
        </p:nvSpPr>
        <p:spPr>
          <a:xfrm>
            <a:off x="6949440" y="1207008"/>
            <a:ext cx="1554480" cy="237744"/>
          </a:xfrm>
          <a:prstGeom prst="rect">
            <a:avLst/>
          </a:prstGeom>
          <a:noFill/>
        </p:spPr>
        <p:txBody>
          <a:bodyPr wrap="square" lIns="0" tIns="0" rIns="0" bIns="0" anchor="t">
            <a:noAutofit/>
          </a:bodyPr>
          <a:lstStyle/>
          <a:p>
            <a:pPr algn="l"/>
            <a:r>
              <a:rPr sz="850" b="0" i="0">
                <a:solidFill>
                  <a:srgbClr val="7C3AED"/>
                </a:solidFill>
                <a:latin typeface="Fredoka SemiBold"/>
              </a:rPr>
              <a:t>Source (checked Sep 2026)</a:t>
            </a:r>
          </a:p>
        </p:txBody>
      </p:sp>
      <p:sp>
        <p:nvSpPr>
          <p:cNvPr id="8" name="Rectangle 7"/>
          <p:cNvSpPr/>
          <p:nvPr/>
        </p:nvSpPr>
        <p:spPr>
          <a:xfrm>
            <a:off x="731520" y="1481328"/>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17904"/>
            <a:ext cx="1417320" cy="566928"/>
          </a:xfrm>
          <a:prstGeom prst="rect">
            <a:avLst/>
          </a:prstGeom>
          <a:noFill/>
        </p:spPr>
        <p:txBody>
          <a:bodyPr wrap="square" lIns="0" tIns="0" rIns="0" bIns="0" anchor="ctr">
            <a:noAutofit/>
          </a:bodyPr>
          <a:lstStyle/>
          <a:p>
            <a:pPr algn="l">
              <a:lnSpc>
                <a:spcPct val="100000"/>
              </a:lnSpc>
            </a:pPr>
            <a:r>
              <a:rPr sz="850" b="1" i="0">
                <a:solidFill>
                  <a:srgbClr val="172033"/>
                </a:solidFill>
                <a:latin typeface="Fredoka"/>
              </a:rPr>
              <a:t>Faber-Castell ARt Alive</a:t>
            </a:r>
          </a:p>
        </p:txBody>
      </p:sp>
      <p:sp>
        <p:nvSpPr>
          <p:cNvPr id="10" name="TextBox 9"/>
          <p:cNvSpPr txBox="1"/>
          <p:nvPr/>
        </p:nvSpPr>
        <p:spPr>
          <a:xfrm>
            <a:off x="2194560" y="1517904"/>
            <a:ext cx="251460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Coloring products + Art Alive mobile app; drawings become 3D AR with games</a:t>
            </a:r>
          </a:p>
        </p:txBody>
      </p:sp>
      <p:sp>
        <p:nvSpPr>
          <p:cNvPr id="11" name="TextBox 10"/>
          <p:cNvSpPr txBox="1"/>
          <p:nvPr/>
        </p:nvSpPr>
        <p:spPr>
          <a:xfrm>
            <a:off x="4754880" y="1517904"/>
            <a:ext cx="214884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Drawing Alive / Colouring 3D Alive: Rp105,900</a:t>
            </a:r>
          </a:p>
        </p:txBody>
      </p:sp>
      <p:sp>
        <p:nvSpPr>
          <p:cNvPr id="12" name="TextBox 11"/>
          <p:cNvSpPr txBox="1"/>
          <p:nvPr/>
        </p:nvSpPr>
        <p:spPr>
          <a:xfrm>
            <a:off x="6949440" y="1517904"/>
            <a:ext cx="1554480" cy="566928"/>
          </a:xfrm>
          <a:prstGeom prst="rect">
            <a:avLst/>
          </a:prstGeom>
          <a:noFill/>
        </p:spPr>
        <p:txBody>
          <a:bodyPr wrap="square" lIns="0" tIns="0" rIns="0" bIns="0" anchor="ctr">
            <a:noAutofit/>
          </a:bodyPr>
          <a:lstStyle/>
          <a:p>
            <a:pPr algn="l">
              <a:lnSpc>
                <a:spcPct val="100000"/>
              </a:lnSpc>
            </a:pPr>
            <a:r>
              <a:rPr sz="750" b="0" i="0">
                <a:solidFill>
                  <a:srgbClr val="7C3AED"/>
                </a:solidFill>
                <a:latin typeface="Varela Round"/>
              </a:rPr>
              <a:t>faber-castell.co.id/colouring3dalive</a:t>
            </a:r>
          </a:p>
        </p:txBody>
      </p:sp>
      <p:sp>
        <p:nvSpPr>
          <p:cNvPr id="13" name="Rectangle 12"/>
          <p:cNvSpPr/>
          <p:nvPr/>
        </p:nvSpPr>
        <p:spPr>
          <a:xfrm>
            <a:off x="731520" y="2103120"/>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139696"/>
            <a:ext cx="1417320" cy="566928"/>
          </a:xfrm>
          <a:prstGeom prst="rect">
            <a:avLst/>
          </a:prstGeom>
          <a:noFill/>
        </p:spPr>
        <p:txBody>
          <a:bodyPr wrap="square" lIns="0" tIns="0" rIns="0" bIns="0" anchor="ctr">
            <a:noAutofit/>
          </a:bodyPr>
          <a:lstStyle/>
          <a:p>
            <a:pPr algn="l">
              <a:lnSpc>
                <a:spcPct val="100000"/>
              </a:lnSpc>
            </a:pPr>
            <a:r>
              <a:rPr sz="850" b="1" i="0">
                <a:solidFill>
                  <a:srgbClr val="172033"/>
                </a:solidFill>
                <a:latin typeface="Fredoka"/>
              </a:rPr>
              <a:t>Quiver</a:t>
            </a:r>
          </a:p>
        </p:txBody>
      </p:sp>
      <p:sp>
        <p:nvSpPr>
          <p:cNvPr id="15" name="TextBox 14"/>
          <p:cNvSpPr txBox="1"/>
          <p:nvPr/>
        </p:nvSpPr>
        <p:spPr>
          <a:xfrm>
            <a:off x="2194560" y="2139696"/>
            <a:ext cx="251460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Print, color, scan with the app; artwork animates in interactive 3D</a:t>
            </a:r>
          </a:p>
        </p:txBody>
      </p:sp>
      <p:sp>
        <p:nvSpPr>
          <p:cNvPr id="16" name="TextBox 15"/>
          <p:cNvSpPr txBox="1"/>
          <p:nvPr/>
        </p:nvSpPr>
        <p:spPr>
          <a:xfrm>
            <a:off x="4754880" y="2139696"/>
            <a:ext cx="214884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Free + premium packs; education subscriptions (10–500 seats); 26M+ downloads</a:t>
            </a:r>
          </a:p>
        </p:txBody>
      </p:sp>
      <p:sp>
        <p:nvSpPr>
          <p:cNvPr id="17" name="TextBox 16"/>
          <p:cNvSpPr txBox="1"/>
          <p:nvPr/>
        </p:nvSpPr>
        <p:spPr>
          <a:xfrm>
            <a:off x="6949440" y="2139696"/>
            <a:ext cx="1554480" cy="566928"/>
          </a:xfrm>
          <a:prstGeom prst="rect">
            <a:avLst/>
          </a:prstGeom>
          <a:noFill/>
        </p:spPr>
        <p:txBody>
          <a:bodyPr wrap="square" lIns="0" tIns="0" rIns="0" bIns="0" anchor="ctr">
            <a:noAutofit/>
          </a:bodyPr>
          <a:lstStyle/>
          <a:p>
            <a:pPr algn="l">
              <a:lnSpc>
                <a:spcPct val="100000"/>
              </a:lnSpc>
            </a:pPr>
            <a:r>
              <a:rPr sz="750" b="0" i="0">
                <a:solidFill>
                  <a:srgbClr val="7C3AED"/>
                </a:solidFill>
                <a:latin typeface="Varela Round"/>
              </a:rPr>
              <a:t>quivervision.com</a:t>
            </a:r>
          </a:p>
        </p:txBody>
      </p:sp>
      <p:sp>
        <p:nvSpPr>
          <p:cNvPr id="18" name="Rectangle 17"/>
          <p:cNvSpPr/>
          <p:nvPr/>
        </p:nvSpPr>
        <p:spPr>
          <a:xfrm>
            <a:off x="731520" y="272491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2761488"/>
            <a:ext cx="1417320" cy="566928"/>
          </a:xfrm>
          <a:prstGeom prst="rect">
            <a:avLst/>
          </a:prstGeom>
          <a:noFill/>
        </p:spPr>
        <p:txBody>
          <a:bodyPr wrap="square" lIns="0" tIns="0" rIns="0" bIns="0" anchor="ctr">
            <a:noAutofit/>
          </a:bodyPr>
          <a:lstStyle/>
          <a:p>
            <a:pPr algn="l">
              <a:lnSpc>
                <a:spcPct val="100000"/>
              </a:lnSpc>
            </a:pPr>
            <a:r>
              <a:rPr sz="850" b="1" i="0">
                <a:solidFill>
                  <a:srgbClr val="172033"/>
                </a:solidFill>
                <a:latin typeface="Fredoka"/>
              </a:rPr>
              <a:t>WAGZAK JUMP</a:t>
            </a:r>
          </a:p>
        </p:txBody>
      </p:sp>
      <p:sp>
        <p:nvSpPr>
          <p:cNvPr id="20" name="TextBox 19"/>
          <p:cNvSpPr txBox="1"/>
          <p:nvPr/>
        </p:nvSpPr>
        <p:spPr>
          <a:xfrm>
            <a:off x="2194560" y="2761488"/>
            <a:ext cx="251460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Mobile app; colored drawings come alive in 3D/AR lessons</a:t>
            </a:r>
          </a:p>
        </p:txBody>
      </p:sp>
      <p:sp>
        <p:nvSpPr>
          <p:cNvPr id="21" name="TextBox 20"/>
          <p:cNvSpPr txBox="1"/>
          <p:nvPr/>
        </p:nvSpPr>
        <p:spPr>
          <a:xfrm>
            <a:off x="4754880" y="2761488"/>
            <a:ext cx="214884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100+ lessons, 30 languages; US$9.99/yr household; school licenses</a:t>
            </a:r>
          </a:p>
        </p:txBody>
      </p:sp>
      <p:sp>
        <p:nvSpPr>
          <p:cNvPr id="22" name="TextBox 21"/>
          <p:cNvSpPr txBox="1"/>
          <p:nvPr/>
        </p:nvSpPr>
        <p:spPr>
          <a:xfrm>
            <a:off x="6949440" y="2761488"/>
            <a:ext cx="1554480" cy="566928"/>
          </a:xfrm>
          <a:prstGeom prst="rect">
            <a:avLst/>
          </a:prstGeom>
          <a:noFill/>
        </p:spPr>
        <p:txBody>
          <a:bodyPr wrap="square" lIns="0" tIns="0" rIns="0" bIns="0" anchor="ctr">
            <a:noAutofit/>
          </a:bodyPr>
          <a:lstStyle/>
          <a:p>
            <a:pPr algn="l">
              <a:lnSpc>
                <a:spcPct val="100000"/>
              </a:lnSpc>
            </a:pPr>
            <a:r>
              <a:rPr sz="750" b="0" i="0">
                <a:solidFill>
                  <a:srgbClr val="7C3AED"/>
                </a:solidFill>
                <a:latin typeface="Varela Round"/>
              </a:rPr>
              <a:t>circuscompany.com/wagzak-jump</a:t>
            </a:r>
          </a:p>
        </p:txBody>
      </p:sp>
      <p:sp>
        <p:nvSpPr>
          <p:cNvPr id="23" name="Rectangle 22"/>
          <p:cNvSpPr/>
          <p:nvPr/>
        </p:nvSpPr>
        <p:spPr>
          <a:xfrm>
            <a:off x="731520" y="3346704"/>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383280"/>
            <a:ext cx="1417320" cy="566928"/>
          </a:xfrm>
          <a:prstGeom prst="rect">
            <a:avLst/>
          </a:prstGeom>
          <a:noFill/>
        </p:spPr>
        <p:txBody>
          <a:bodyPr wrap="square" lIns="0" tIns="0" rIns="0" bIns="0" anchor="ctr">
            <a:noAutofit/>
          </a:bodyPr>
          <a:lstStyle/>
          <a:p>
            <a:pPr algn="l">
              <a:lnSpc>
                <a:spcPct val="100000"/>
              </a:lnSpc>
            </a:pPr>
            <a:r>
              <a:rPr sz="850" b="1" i="0">
                <a:solidFill>
                  <a:srgbClr val="172033"/>
                </a:solidFill>
                <a:latin typeface="Fredoka"/>
              </a:rPr>
              <a:t>teamLab Sketch Aquarium</a:t>
            </a:r>
          </a:p>
        </p:txBody>
      </p:sp>
      <p:sp>
        <p:nvSpPr>
          <p:cNvPr id="25" name="TextBox 24"/>
          <p:cNvSpPr txBox="1"/>
          <p:nvPr/>
        </p:nvSpPr>
        <p:spPr>
          <a:xfrm>
            <a:off x="2194560" y="3383280"/>
            <a:ext cx="251460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Installation: color a sea creature, scan it, it swims in a shared aquarium</a:t>
            </a:r>
          </a:p>
        </p:txBody>
      </p:sp>
      <p:sp>
        <p:nvSpPr>
          <p:cNvPr id="26" name="TextBox 25"/>
          <p:cNvSpPr txBox="1"/>
          <p:nvPr/>
        </p:nvSpPr>
        <p:spPr>
          <a:xfrm>
            <a:off x="4754880" y="3383280"/>
            <a:ext cx="214884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Venue / museum visit (e.g. ArtScience Museum, Singapore)</a:t>
            </a:r>
          </a:p>
        </p:txBody>
      </p:sp>
      <p:sp>
        <p:nvSpPr>
          <p:cNvPr id="27" name="TextBox 26"/>
          <p:cNvSpPr txBox="1"/>
          <p:nvPr/>
        </p:nvSpPr>
        <p:spPr>
          <a:xfrm>
            <a:off x="6949440" y="3383280"/>
            <a:ext cx="1554480" cy="566928"/>
          </a:xfrm>
          <a:prstGeom prst="rect">
            <a:avLst/>
          </a:prstGeom>
          <a:noFill/>
        </p:spPr>
        <p:txBody>
          <a:bodyPr wrap="square" lIns="0" tIns="0" rIns="0" bIns="0" anchor="ctr">
            <a:noAutofit/>
          </a:bodyPr>
          <a:lstStyle/>
          <a:p>
            <a:pPr algn="l">
              <a:lnSpc>
                <a:spcPct val="100000"/>
              </a:lnSpc>
            </a:pPr>
            <a:r>
              <a:rPr sz="750" b="0" i="0">
                <a:solidFill>
                  <a:srgbClr val="7C3AED"/>
                </a:solidFill>
                <a:latin typeface="Varela Round"/>
              </a:rPr>
              <a:t>futurepark.team-lab.cn</a:t>
            </a:r>
          </a:p>
        </p:txBody>
      </p:sp>
      <p:sp>
        <p:nvSpPr>
          <p:cNvPr id="28" name="Rectangle 27"/>
          <p:cNvSpPr/>
          <p:nvPr/>
        </p:nvSpPr>
        <p:spPr>
          <a:xfrm>
            <a:off x="731520" y="3968496"/>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005072"/>
            <a:ext cx="1417320" cy="566928"/>
          </a:xfrm>
          <a:prstGeom prst="rect">
            <a:avLst/>
          </a:prstGeom>
          <a:noFill/>
        </p:spPr>
        <p:txBody>
          <a:bodyPr wrap="square" lIns="0" tIns="0" rIns="0" bIns="0" anchor="ctr">
            <a:noAutofit/>
          </a:bodyPr>
          <a:lstStyle/>
          <a:p>
            <a:pPr algn="l">
              <a:lnSpc>
                <a:spcPct val="100000"/>
              </a:lnSpc>
            </a:pPr>
            <a:r>
              <a:rPr sz="850" b="1" i="0">
                <a:solidFill>
                  <a:srgbClr val="172033"/>
                </a:solidFill>
                <a:latin typeface="Fredoka"/>
              </a:rPr>
              <a:t>Osmo Monster</a:t>
            </a:r>
          </a:p>
        </p:txBody>
      </p:sp>
      <p:sp>
        <p:nvSpPr>
          <p:cNvPr id="30" name="TextBox 29"/>
          <p:cNvSpPr txBox="1"/>
          <p:nvPr/>
        </p:nvSpPr>
        <p:spPr>
          <a:xfrm>
            <a:off x="2194560" y="4005072"/>
            <a:ext cx="251460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Drawings join an animated character’s world via iPad + Osmo base</a:t>
            </a:r>
          </a:p>
        </p:txBody>
      </p:sp>
      <p:sp>
        <p:nvSpPr>
          <p:cNvPr id="31" name="TextBox 30"/>
          <p:cNvSpPr txBox="1"/>
          <p:nvPr/>
        </p:nvSpPr>
        <p:spPr>
          <a:xfrm>
            <a:off x="4754880" y="4005072"/>
            <a:ext cx="2148840" cy="566928"/>
          </a:xfrm>
          <a:prstGeom prst="rect">
            <a:avLst/>
          </a:prstGeom>
          <a:noFill/>
        </p:spPr>
        <p:txBody>
          <a:bodyPr wrap="square" lIns="0" tIns="0" rIns="0" bIns="0" anchor="ctr">
            <a:noAutofit/>
          </a:bodyPr>
          <a:lstStyle/>
          <a:p>
            <a:pPr algn="l">
              <a:lnSpc>
                <a:spcPct val="100000"/>
              </a:lnSpc>
            </a:pPr>
            <a:r>
              <a:rPr sz="750" b="0" i="0">
                <a:solidFill>
                  <a:srgbClr val="172033"/>
                </a:solidFill>
                <a:latin typeface="Varela Round"/>
              </a:rPr>
              <a:t>Hardware kit + iPad required</a:t>
            </a:r>
          </a:p>
        </p:txBody>
      </p:sp>
      <p:sp>
        <p:nvSpPr>
          <p:cNvPr id="32" name="TextBox 31"/>
          <p:cNvSpPr txBox="1"/>
          <p:nvPr/>
        </p:nvSpPr>
        <p:spPr>
          <a:xfrm>
            <a:off x="6949440" y="4005072"/>
            <a:ext cx="1554480" cy="566928"/>
          </a:xfrm>
          <a:prstGeom prst="rect">
            <a:avLst/>
          </a:prstGeom>
          <a:noFill/>
        </p:spPr>
        <p:txBody>
          <a:bodyPr wrap="square" lIns="0" tIns="0" rIns="0" bIns="0" anchor="ctr">
            <a:noAutofit/>
          </a:bodyPr>
          <a:lstStyle/>
          <a:p>
            <a:pPr algn="l">
              <a:lnSpc>
                <a:spcPct val="100000"/>
              </a:lnSpc>
            </a:pPr>
            <a:r>
              <a:rPr sz="750" b="0" i="0">
                <a:solidFill>
                  <a:srgbClr val="7C3AED"/>
                </a:solidFill>
                <a:latin typeface="Varela Round"/>
              </a:rPr>
              <a:t>playosmo.com</a:t>
            </a:r>
          </a:p>
        </p:txBody>
      </p:sp>
    </p:spTree>
  </p:cSld>
  <p:clrMapOvr>
    <a:masterClrMapping/>
  </p:clrMapOvr>
</p:sld>
</file>

<file path=ppt/theme/theme1.xml><?xml version="1.0" encoding="utf-8"?>
<a:theme xmlns:a="http://schemas.openxmlformats.org/drawingml/2006/main" name="Freesia Pitch Deck by Slidesgo">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2548</Words>
  <Application>Microsoft Office PowerPoint</Application>
  <PresentationFormat>On-screen Show (16:9)</PresentationFormat>
  <Paragraphs>452</Paragraphs>
  <Slides>19</Slides>
  <Notes>19</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19</vt:i4>
      </vt:variant>
    </vt:vector>
  </HeadingPairs>
  <TitlesOfParts>
    <vt:vector size="35" baseType="lpstr">
      <vt:lpstr>Fredoka</vt:lpstr>
      <vt:lpstr>Fredoka SemiBold</vt:lpstr>
      <vt:lpstr>Montserrat</vt:lpstr>
      <vt:lpstr>Montserrat Black</vt:lpstr>
      <vt:lpstr>Proxima Nova Semibold</vt:lpstr>
      <vt:lpstr>Arial</vt:lpstr>
      <vt:lpstr>Varela Round</vt:lpstr>
      <vt:lpstr>Staatliches</vt:lpstr>
      <vt:lpstr>Lato</vt:lpstr>
      <vt:lpstr>Proxima Nova</vt:lpstr>
      <vt:lpstr>Segoe UI</vt:lpstr>
      <vt:lpstr>Roboto Condensed Light</vt:lpstr>
      <vt:lpstr>Josefin Slab SemiBold</vt:lpstr>
      <vt:lpstr>Montserrat ExtraBold</vt:lpstr>
      <vt:lpstr>Freesia Pitch Deck by Slidesgo</vt:lpstr>
      <vt:lpstr>Slidesgo Final Pages</vt:lpstr>
      <vt:lpstr>SCANVAS</vt:lpstr>
      <vt:lpstr>Physical Creativity Meets Digital Learning</vt:lpstr>
      <vt:lpstr>Creativity Often Stops at the Paper</vt:lpstr>
      <vt:lpstr>Their Creation Becomes the Character</vt:lpstr>
      <vt:lpstr>Market Size &amp; Target Market</vt:lpstr>
      <vt:lpstr>Competitive Landscape</vt:lpstr>
      <vt:lpstr>Business Model &amp; Revenue Streams</vt:lpstr>
      <vt:lpstr>Traction &amp; Validation</vt:lpstr>
      <vt:lpstr>Marketing &amp; Go-To-Market</vt:lpstr>
      <vt:lpstr>Impact: Turning Screen Time Into Active Creative Learning</vt:lpstr>
      <vt:lpstr>Financial Overview</vt:lpstr>
      <vt:lpstr>Funding Needs &amp; Use of Funds</vt:lpstr>
      <vt:lpstr>The Team Behind Scanvas</vt:lpstr>
      <vt:lpstr>Milestones &amp; Growth Roadmap</vt:lpstr>
      <vt:lpstr>A child’s creativity shouldn’t end when the coloring is finished.</vt:lpstr>
      <vt:lpstr>Appendix A · Technology Edge</vt:lpstr>
      <vt:lpstr>Appendix B · Market Data</vt:lpstr>
      <vt:lpstr>Appendix C · 12-Month P&amp;L</vt:lpstr>
      <vt:lpstr>Appendix D · Competitor Evidence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Haikal Hilmi</cp:lastModifiedBy>
  <cp:revision>1</cp:revision>
  <dcterms:modified xsi:type="dcterms:W3CDTF">2026-09-15T04:36:14Z</dcterms:modified>
</cp:coreProperties>
</file>