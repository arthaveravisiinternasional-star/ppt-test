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  <p:sldMasterId id="2147483684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6858000" cy="9144000"/>
  <p:embeddedFontLst>
    <p:embeddedFont>
      <p:font typeface="Fredoka" pitchFamily="2" charset="-79"/>
      <p:bold r:id="rId17"/>
    </p:embeddedFont>
    <p:embeddedFont>
      <p:font typeface="Fredoka SemiBold" pitchFamily="2" charset="-79"/>
      <p:bold r:id="rId18"/>
    </p:embeddedFont>
    <p:embeddedFont>
      <p:font typeface="Josefin Slab SemiBold" pitchFamily="2" charset="0"/>
      <p:bold r:id="rId19"/>
    </p:embeddedFon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Montserrat" pitchFamily="2" charset="0"/>
      <p:regular r:id="rId24"/>
      <p:bold r:id="rId25"/>
      <p:italic r:id="rId26"/>
      <p:boldItalic r:id="rId27"/>
    </p:embeddedFont>
    <p:embeddedFont>
      <p:font typeface="Montserrat Black" pitchFamily="2" charset="0"/>
      <p:bold r:id="rId28"/>
      <p:boldItalic r:id="rId29"/>
    </p:embeddedFont>
    <p:embeddedFont>
      <p:font typeface="Montserrat ExtraBold" pitchFamily="2" charset="0"/>
      <p:bold r:id="rId30"/>
      <p:boldItalic r:id="rId31"/>
    </p:embeddedFont>
    <p:embeddedFont>
      <p:font typeface="Proxima Nova" panose="020B0604020202020204" charset="0"/>
      <p:regular r:id="rId32"/>
      <p:bold r:id="rId33"/>
      <p:italic r:id="rId34"/>
      <p:boldItalic r:id="rId35"/>
    </p:embeddedFont>
    <p:embeddedFont>
      <p:font typeface="Proxima Nova Semibold" panose="020B0604020202020204" charset="0"/>
      <p:regular r:id="rId36"/>
      <p:bold r:id="rId37"/>
      <p:boldItalic r:id="rId38"/>
    </p:embeddedFont>
    <p:embeddedFont>
      <p:font typeface="Roboto Condensed Light" panose="02000000000000000000" pitchFamily="2" charset="0"/>
      <p:regular r:id="rId39"/>
      <p:bold r:id="rId40"/>
      <p:italic r:id="rId41"/>
      <p:boldItalic r:id="rId42"/>
    </p:embeddedFont>
    <p:embeddedFont>
      <p:font typeface="Segoe UI" panose="020B0502040204020203" pitchFamily="34" charset="0"/>
      <p:regular r:id="rId43"/>
      <p:bold r:id="rId44"/>
      <p:italic r:id="rId45"/>
      <p:boldItalic r:id="rId46"/>
    </p:embeddedFont>
    <p:embeddedFont>
      <p:font typeface="Staatliches" pitchFamily="2" charset="0"/>
      <p:regular r:id="rId47"/>
    </p:embeddedFont>
    <p:embeddedFont>
      <p:font typeface="Varela Round" pitchFamily="2" charset="-79"/>
      <p:regular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E70CE18-CB0B-400C-8185-28348DB99452}">
  <a:tblStyle styleId="{AE70CE18-CB0B-400C-8185-28348DB994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font" Target="fonts/font23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42" Type="http://schemas.openxmlformats.org/officeDocument/2006/relationships/font" Target="fonts/font26.fntdata"/><Relationship Id="rId47" Type="http://schemas.openxmlformats.org/officeDocument/2006/relationships/font" Target="fonts/font31.fntdata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9" Type="http://schemas.openxmlformats.org/officeDocument/2006/relationships/font" Target="fonts/font13.fntdata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font" Target="fonts/font24.fntdata"/><Relationship Id="rId45" Type="http://schemas.openxmlformats.org/officeDocument/2006/relationships/font" Target="fonts/font29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4" Type="http://schemas.openxmlformats.org/officeDocument/2006/relationships/font" Target="fonts/font28.fntdata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43" Type="http://schemas.openxmlformats.org/officeDocument/2006/relationships/font" Target="fonts/font27.fntdata"/><Relationship Id="rId48" Type="http://schemas.openxmlformats.org/officeDocument/2006/relationships/font" Target="fonts/font32.fntdata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font" Target="fonts/font22.fntdata"/><Relationship Id="rId46" Type="http://schemas.openxmlformats.org/officeDocument/2006/relationships/font" Target="fonts/font30.fntdata"/><Relationship Id="rId20" Type="http://schemas.openxmlformats.org/officeDocument/2006/relationships/font" Target="fonts/font4.fntdata"/><Relationship Id="rId41" Type="http://schemas.openxmlformats.org/officeDocument/2006/relationships/font" Target="fonts/font2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Scanvas is a physical-to-digital creation engine: a child’s own drawing becomes an interactive character in a digital world, in the browser.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gaps: physical creativity has no digital life, and digital entertainment rarely lets children create. Scanvas connects the two.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Color, Scan, Come Alive, Explore, Discover. Photo or upload, marker detection, processing, then an interactive world with motion, audio, and short facts.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on this slide is live today at scanvas.id: real screenshots from the current product.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moat is not the website; it is the pipeline: physical input, computer-vision processing, personalized asset, interactive runtime, content system.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Digital Culture fit: child-generated content becomes interactive media, and the engine scales into worlds, characters, and IP.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Numbers count PAUD and primary-school units, our institutional buyers; they are not the whole market.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Revenue models only: pack and session prices are still being validated, so no nominal prices here.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Pilot participants were not paying customers. The value of the pilot: five product improvements, two already shipped.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Next 12 months: validate, make repeatable, scale content. Complementary founders: business and technology.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do not claim no competitors: they prove the category exists. Evidence checked Sep 2026 on each product’s official site.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Single-year ages are not published in this table, so ages 3-10 are a proportional estimate.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Backend detects ArUco markers, corrects perspective, and extracts the object; the frontend shows it with motion, sound, and facts.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hyperlink" Target="http://bit.ly/2TtBDfr" TargetMode="Externa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11200" y="1538065"/>
            <a:ext cx="4724400" cy="20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Font typeface="Staatliches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11200" y="3592475"/>
            <a:ext cx="36609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3084563" y="-26078"/>
            <a:ext cx="1156796" cy="706496"/>
          </a:xfrm>
          <a:custGeom>
            <a:avLst/>
            <a:gdLst/>
            <a:ahLst/>
            <a:cxnLst/>
            <a:rect l="l" t="t" r="r" b="b"/>
            <a:pathLst>
              <a:path w="15223" h="8282" extrusionOk="0">
                <a:moveTo>
                  <a:pt x="0" y="1"/>
                </a:moveTo>
                <a:cubicBezTo>
                  <a:pt x="1891" y="2425"/>
                  <a:pt x="4014" y="4641"/>
                  <a:pt x="6636" y="6221"/>
                </a:cubicBezTo>
                <a:cubicBezTo>
                  <a:pt x="8786" y="7515"/>
                  <a:pt x="11353" y="8281"/>
                  <a:pt x="13851" y="8281"/>
                </a:cubicBezTo>
                <a:cubicBezTo>
                  <a:pt x="14312" y="8281"/>
                  <a:pt x="14770" y="8255"/>
                  <a:pt x="15223" y="8202"/>
                </a:cubicBezTo>
                <a:cubicBezTo>
                  <a:pt x="14696" y="5500"/>
                  <a:pt x="14653" y="2713"/>
                  <a:pt x="151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2368225" y="-152400"/>
            <a:ext cx="7167450" cy="5371458"/>
            <a:chOff x="2368225" y="-152400"/>
            <a:chExt cx="7167450" cy="5371458"/>
          </a:xfrm>
        </p:grpSpPr>
        <p:sp>
          <p:nvSpPr>
            <p:cNvPr id="13" name="Google Shape;13;p2"/>
            <p:cNvSpPr/>
            <p:nvPr/>
          </p:nvSpPr>
          <p:spPr>
            <a:xfrm>
              <a:off x="4241250" y="-26078"/>
              <a:ext cx="3758237" cy="4809837"/>
            </a:xfrm>
            <a:custGeom>
              <a:avLst/>
              <a:gdLst/>
              <a:ahLst/>
              <a:cxnLst/>
              <a:rect l="l" t="t" r="r" b="b"/>
              <a:pathLst>
                <a:path w="49457" h="56384" extrusionOk="0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rgbClr val="8E2E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197937" y="-26078"/>
              <a:ext cx="2068144" cy="841960"/>
            </a:xfrm>
            <a:custGeom>
              <a:avLst/>
              <a:gdLst/>
              <a:ahLst/>
              <a:cxnLst/>
              <a:rect l="l" t="t" r="r" b="b"/>
              <a:pathLst>
                <a:path w="27216" h="9870" extrusionOk="0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237982" y="4078545"/>
              <a:ext cx="2800232" cy="1120311"/>
            </a:xfrm>
            <a:custGeom>
              <a:avLst/>
              <a:gdLst/>
              <a:ahLst/>
              <a:cxnLst/>
              <a:rect l="l" t="t" r="r" b="b"/>
              <a:pathLst>
                <a:path w="36850" h="13133" extrusionOk="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189808" y="-26078"/>
              <a:ext cx="1969585" cy="4922184"/>
            </a:xfrm>
            <a:custGeom>
              <a:avLst/>
              <a:gdLst/>
              <a:ahLst/>
              <a:cxnLst/>
              <a:rect l="l" t="t" r="r" b="b"/>
              <a:pathLst>
                <a:path w="25919" h="57701" extrusionOk="0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010248" y="4297263"/>
              <a:ext cx="2149149" cy="901589"/>
            </a:xfrm>
            <a:custGeom>
              <a:avLst/>
              <a:gdLst/>
              <a:ahLst/>
              <a:cxnLst/>
              <a:rect l="l" t="t" r="r" b="b"/>
              <a:pathLst>
                <a:path w="28282" h="10569" extrusionOk="0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368225" y="3921502"/>
              <a:ext cx="3958471" cy="1277357"/>
            </a:xfrm>
            <a:custGeom>
              <a:avLst/>
              <a:gdLst/>
              <a:ahLst/>
              <a:cxnLst/>
              <a:rect l="l" t="t" r="r" b="b"/>
              <a:pathLst>
                <a:path w="52092" h="14974" extrusionOk="0">
                  <a:moveTo>
                    <a:pt x="10073" y="5769"/>
                  </a:moveTo>
                  <a:cubicBezTo>
                    <a:pt x="7479" y="5769"/>
                    <a:pt x="4891" y="6731"/>
                    <a:pt x="3028" y="8466"/>
                  </a:cubicBezTo>
                  <a:cubicBezTo>
                    <a:pt x="1213" y="10159"/>
                    <a:pt x="137" y="12540"/>
                    <a:pt x="0" y="14974"/>
                  </a:cubicBezTo>
                  <a:lnTo>
                    <a:pt x="11446" y="14974"/>
                  </a:lnTo>
                  <a:cubicBezTo>
                    <a:pt x="12158" y="12102"/>
                    <a:pt x="13582" y="9408"/>
                    <a:pt x="15534" y="7183"/>
                  </a:cubicBezTo>
                  <a:cubicBezTo>
                    <a:pt x="14502" y="6711"/>
                    <a:pt x="13450" y="6278"/>
                    <a:pt x="12337" y="6023"/>
                  </a:cubicBezTo>
                  <a:cubicBezTo>
                    <a:pt x="11597" y="5853"/>
                    <a:pt x="10833" y="5769"/>
                    <a:pt x="10073" y="5769"/>
                  </a:cubicBezTo>
                  <a:close/>
                  <a:moveTo>
                    <a:pt x="45074" y="1"/>
                  </a:moveTo>
                  <a:cubicBezTo>
                    <a:pt x="43566" y="1"/>
                    <a:pt x="41995" y="486"/>
                    <a:pt x="40619" y="1128"/>
                  </a:cubicBezTo>
                  <a:cubicBezTo>
                    <a:pt x="37595" y="2533"/>
                    <a:pt x="34973" y="4604"/>
                    <a:pt x="32144" y="6344"/>
                  </a:cubicBezTo>
                  <a:cubicBezTo>
                    <a:pt x="32964" y="7452"/>
                    <a:pt x="33822" y="8509"/>
                    <a:pt x="35001" y="9182"/>
                  </a:cubicBezTo>
                  <a:cubicBezTo>
                    <a:pt x="37124" y="10394"/>
                    <a:pt x="39736" y="10065"/>
                    <a:pt x="42179" y="10168"/>
                  </a:cubicBezTo>
                  <a:cubicBezTo>
                    <a:pt x="44617" y="10272"/>
                    <a:pt x="47447" y="11215"/>
                    <a:pt x="48126" y="13563"/>
                  </a:cubicBezTo>
                  <a:cubicBezTo>
                    <a:pt x="48258" y="14021"/>
                    <a:pt x="48291" y="14497"/>
                    <a:pt x="48296" y="14974"/>
                  </a:cubicBezTo>
                  <a:lnTo>
                    <a:pt x="51884" y="14974"/>
                  </a:lnTo>
                  <a:cubicBezTo>
                    <a:pt x="52092" y="11470"/>
                    <a:pt x="51993" y="7956"/>
                    <a:pt x="50790" y="4670"/>
                  </a:cubicBezTo>
                  <a:cubicBezTo>
                    <a:pt x="50211" y="3085"/>
                    <a:pt x="49299" y="1505"/>
                    <a:pt x="47791" y="661"/>
                  </a:cubicBezTo>
                  <a:cubicBezTo>
                    <a:pt x="46951" y="194"/>
                    <a:pt x="46027" y="1"/>
                    <a:pt x="450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237982" y="4462581"/>
              <a:ext cx="2800232" cy="736267"/>
            </a:xfrm>
            <a:custGeom>
              <a:avLst/>
              <a:gdLst/>
              <a:ahLst/>
              <a:cxnLst/>
              <a:rect l="l" t="t" r="r" b="b"/>
              <a:pathLst>
                <a:path w="36850" h="8631" extrusionOk="0">
                  <a:moveTo>
                    <a:pt x="20698" y="1"/>
                  </a:moveTo>
                  <a:cubicBezTo>
                    <a:pt x="20434" y="166"/>
                    <a:pt x="20169" y="321"/>
                    <a:pt x="19905" y="477"/>
                  </a:cubicBezTo>
                  <a:cubicBezTo>
                    <a:pt x="17354" y="1968"/>
                    <a:pt x="14431" y="3137"/>
                    <a:pt x="11488" y="3137"/>
                  </a:cubicBezTo>
                  <a:cubicBezTo>
                    <a:pt x="10814" y="3137"/>
                    <a:pt x="10134" y="3076"/>
                    <a:pt x="9460" y="2943"/>
                  </a:cubicBezTo>
                  <a:cubicBezTo>
                    <a:pt x="7564" y="2566"/>
                    <a:pt x="5847" y="1642"/>
                    <a:pt x="4088" y="840"/>
                  </a:cubicBezTo>
                  <a:cubicBezTo>
                    <a:pt x="2136" y="3065"/>
                    <a:pt x="712" y="5759"/>
                    <a:pt x="0" y="8631"/>
                  </a:cubicBezTo>
                  <a:lnTo>
                    <a:pt x="36850" y="8631"/>
                  </a:lnTo>
                  <a:cubicBezTo>
                    <a:pt x="36845" y="8154"/>
                    <a:pt x="36812" y="7678"/>
                    <a:pt x="36680" y="7220"/>
                  </a:cubicBezTo>
                  <a:cubicBezTo>
                    <a:pt x="36001" y="4872"/>
                    <a:pt x="33171" y="3929"/>
                    <a:pt x="30733" y="3825"/>
                  </a:cubicBezTo>
                  <a:cubicBezTo>
                    <a:pt x="28290" y="3722"/>
                    <a:pt x="25678" y="4051"/>
                    <a:pt x="23555" y="2839"/>
                  </a:cubicBezTo>
                  <a:cubicBezTo>
                    <a:pt x="22376" y="2166"/>
                    <a:pt x="21518" y="1109"/>
                    <a:pt x="206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405385" y="3019590"/>
              <a:ext cx="1115229" cy="139721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" name="Google Shape;21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425943" y="3882258"/>
              <a:ext cx="4791070" cy="133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56525" y="-152400"/>
              <a:ext cx="3979150" cy="342248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2743200" y="804025"/>
            <a:ext cx="3642000" cy="36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0" y="-76200"/>
            <a:ext cx="2668237" cy="1145841"/>
          </a:xfrm>
          <a:custGeom>
            <a:avLst/>
            <a:gdLst/>
            <a:ahLst/>
            <a:cxnLst/>
            <a:rect l="l" t="t" r="r" b="b"/>
            <a:pathLst>
              <a:path w="40411" h="17354" extrusionOk="0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0" y="-76200"/>
            <a:ext cx="4572074" cy="2474025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5861375" y="4178175"/>
            <a:ext cx="3351600" cy="1021698"/>
          </a:xfrm>
          <a:custGeom>
            <a:avLst/>
            <a:gdLst/>
            <a:ahLst/>
            <a:cxnLst/>
            <a:rect l="l" t="t" r="r" b="b"/>
            <a:pathLst>
              <a:path w="44285" h="14312" extrusionOk="0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" name="Google Shape;28;p3"/>
          <p:cNvGrpSpPr/>
          <p:nvPr/>
        </p:nvGrpSpPr>
        <p:grpSpPr>
          <a:xfrm>
            <a:off x="6290393" y="4651784"/>
            <a:ext cx="3005329" cy="548185"/>
            <a:chOff x="6290110" y="4651689"/>
            <a:chExt cx="2765556" cy="548185"/>
          </a:xfrm>
        </p:grpSpPr>
        <p:sp>
          <p:nvSpPr>
            <p:cNvPr id="29" name="Google Shape;29;p3"/>
            <p:cNvSpPr/>
            <p:nvPr/>
          </p:nvSpPr>
          <p:spPr>
            <a:xfrm>
              <a:off x="8707752" y="4709513"/>
              <a:ext cx="347912" cy="331809"/>
            </a:xfrm>
            <a:custGeom>
              <a:avLst/>
              <a:gdLst/>
              <a:ahLst/>
              <a:cxnLst/>
              <a:rect l="l" t="t" r="r" b="b"/>
              <a:pathLst>
                <a:path w="4597" h="4648" extrusionOk="0">
                  <a:moveTo>
                    <a:pt x="263" y="1"/>
                  </a:moveTo>
                  <a:cubicBezTo>
                    <a:pt x="175" y="18"/>
                    <a:pt x="89" y="31"/>
                    <a:pt x="1" y="52"/>
                  </a:cubicBezTo>
                  <a:lnTo>
                    <a:pt x="4249" y="4300"/>
                  </a:lnTo>
                  <a:lnTo>
                    <a:pt x="4276" y="4328"/>
                  </a:lnTo>
                  <a:lnTo>
                    <a:pt x="4596" y="4647"/>
                  </a:lnTo>
                  <a:lnTo>
                    <a:pt x="4596" y="4334"/>
                  </a:lnTo>
                  <a:lnTo>
                    <a:pt x="4460" y="4198"/>
                  </a:lnTo>
                  <a:lnTo>
                    <a:pt x="4433" y="4171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8536031" y="4766481"/>
              <a:ext cx="475286" cy="433394"/>
            </a:xfrm>
            <a:custGeom>
              <a:avLst/>
              <a:gdLst/>
              <a:ahLst/>
              <a:cxnLst/>
              <a:rect l="l" t="t" r="r" b="b"/>
              <a:pathLst>
                <a:path w="6280" h="6071" extrusionOk="0">
                  <a:moveTo>
                    <a:pt x="209" y="0"/>
                  </a:moveTo>
                  <a:cubicBezTo>
                    <a:pt x="141" y="34"/>
                    <a:pt x="69" y="68"/>
                    <a:pt x="1" y="102"/>
                  </a:cubicBezTo>
                  <a:lnTo>
                    <a:pt x="4958" y="5063"/>
                  </a:lnTo>
                  <a:lnTo>
                    <a:pt x="4985" y="5090"/>
                  </a:lnTo>
                  <a:lnTo>
                    <a:pt x="5012" y="5117"/>
                  </a:lnTo>
                  <a:lnTo>
                    <a:pt x="5966" y="6071"/>
                  </a:lnTo>
                  <a:lnTo>
                    <a:pt x="6279" y="6071"/>
                  </a:lnTo>
                  <a:lnTo>
                    <a:pt x="5169" y="4961"/>
                  </a:lnTo>
                  <a:lnTo>
                    <a:pt x="5142" y="4933"/>
                  </a:lnTo>
                  <a:lnTo>
                    <a:pt x="5114" y="4906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8458457" y="4804173"/>
              <a:ext cx="434493" cy="395487"/>
            </a:xfrm>
            <a:custGeom>
              <a:avLst/>
              <a:gdLst/>
              <a:ahLst/>
              <a:cxnLst/>
              <a:rect l="l" t="t" r="r" b="b"/>
              <a:pathLst>
                <a:path w="5741" h="5540" extrusionOk="0">
                  <a:moveTo>
                    <a:pt x="202" y="0"/>
                  </a:moveTo>
                  <a:cubicBezTo>
                    <a:pt x="137" y="38"/>
                    <a:pt x="68" y="75"/>
                    <a:pt x="1" y="112"/>
                  </a:cubicBezTo>
                  <a:lnTo>
                    <a:pt x="5202" y="5315"/>
                  </a:lnTo>
                  <a:lnTo>
                    <a:pt x="5230" y="5342"/>
                  </a:lnTo>
                  <a:lnTo>
                    <a:pt x="5257" y="5369"/>
                  </a:lnTo>
                  <a:lnTo>
                    <a:pt x="5427" y="5536"/>
                  </a:lnTo>
                  <a:lnTo>
                    <a:pt x="5741" y="5540"/>
                  </a:lnTo>
                  <a:lnTo>
                    <a:pt x="5414" y="5213"/>
                  </a:lnTo>
                  <a:lnTo>
                    <a:pt x="5386" y="5185"/>
                  </a:lnTo>
                  <a:lnTo>
                    <a:pt x="5359" y="5158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8617767" y="4733856"/>
              <a:ext cx="437899" cy="418902"/>
            </a:xfrm>
            <a:custGeom>
              <a:avLst/>
              <a:gdLst/>
              <a:ahLst/>
              <a:cxnLst/>
              <a:rect l="l" t="t" r="r" b="b"/>
              <a:pathLst>
                <a:path w="5786" h="5868" extrusionOk="0">
                  <a:moveTo>
                    <a:pt x="229" y="1"/>
                  </a:moveTo>
                  <a:cubicBezTo>
                    <a:pt x="154" y="28"/>
                    <a:pt x="76" y="52"/>
                    <a:pt x="1" y="83"/>
                  </a:cubicBezTo>
                  <a:lnTo>
                    <a:pt x="4658" y="4739"/>
                  </a:lnTo>
                  <a:lnTo>
                    <a:pt x="4685" y="4767"/>
                  </a:lnTo>
                  <a:lnTo>
                    <a:pt x="4712" y="4794"/>
                  </a:lnTo>
                  <a:lnTo>
                    <a:pt x="5785" y="5867"/>
                  </a:lnTo>
                  <a:lnTo>
                    <a:pt x="5785" y="5553"/>
                  </a:lnTo>
                  <a:lnTo>
                    <a:pt x="4869" y="4637"/>
                  </a:lnTo>
                  <a:lnTo>
                    <a:pt x="4842" y="4610"/>
                  </a:lnTo>
                  <a:lnTo>
                    <a:pt x="4814" y="4583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8950916" y="4719793"/>
              <a:ext cx="104745" cy="98800"/>
            </a:xfrm>
            <a:custGeom>
              <a:avLst/>
              <a:gdLst/>
              <a:ahLst/>
              <a:cxnLst/>
              <a:rect l="l" t="t" r="r" b="b"/>
              <a:pathLst>
                <a:path w="1384" h="1384" extrusionOk="0">
                  <a:moveTo>
                    <a:pt x="0" y="0"/>
                  </a:moveTo>
                  <a:lnTo>
                    <a:pt x="1383" y="1383"/>
                  </a:lnTo>
                  <a:lnTo>
                    <a:pt x="1383" y="1073"/>
                  </a:lnTo>
                  <a:lnTo>
                    <a:pt x="525" y="211"/>
                  </a:lnTo>
                  <a:cubicBezTo>
                    <a:pt x="358" y="129"/>
                    <a:pt x="181" y="6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8812949" y="4700947"/>
              <a:ext cx="242714" cy="229011"/>
            </a:xfrm>
            <a:custGeom>
              <a:avLst/>
              <a:gdLst/>
              <a:ahLst/>
              <a:cxnLst/>
              <a:rect l="l" t="t" r="r" b="b"/>
              <a:pathLst>
                <a:path w="3207" h="3208" extrusionOk="0">
                  <a:moveTo>
                    <a:pt x="93" y="0"/>
                  </a:moveTo>
                  <a:cubicBezTo>
                    <a:pt x="62" y="0"/>
                    <a:pt x="32" y="1"/>
                    <a:pt x="1" y="2"/>
                  </a:cubicBezTo>
                  <a:lnTo>
                    <a:pt x="3206" y="3207"/>
                  </a:lnTo>
                  <a:lnTo>
                    <a:pt x="3206" y="2894"/>
                  </a:lnTo>
                  <a:lnTo>
                    <a:pt x="318" y="5"/>
                  </a:lnTo>
                  <a:cubicBezTo>
                    <a:pt x="243" y="3"/>
                    <a:pt x="168" y="0"/>
                    <a:pt x="93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8050308" y="4980501"/>
              <a:ext cx="250433" cy="217161"/>
            </a:xfrm>
            <a:custGeom>
              <a:avLst/>
              <a:gdLst/>
              <a:ahLst/>
              <a:cxnLst/>
              <a:rect l="l" t="t" r="r" b="b"/>
              <a:pathLst>
                <a:path w="3309" h="3042" extrusionOk="0">
                  <a:moveTo>
                    <a:pt x="263" y="0"/>
                  </a:moveTo>
                  <a:cubicBezTo>
                    <a:pt x="175" y="17"/>
                    <a:pt x="89" y="34"/>
                    <a:pt x="1" y="48"/>
                  </a:cubicBezTo>
                  <a:lnTo>
                    <a:pt x="2996" y="3042"/>
                  </a:lnTo>
                  <a:lnTo>
                    <a:pt x="3309" y="3042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8228689" y="4922320"/>
              <a:ext cx="308709" cy="276127"/>
            </a:xfrm>
            <a:custGeom>
              <a:avLst/>
              <a:gdLst/>
              <a:ahLst/>
              <a:cxnLst/>
              <a:rect l="l" t="t" r="r" b="b"/>
              <a:pathLst>
                <a:path w="4079" h="3868" extrusionOk="0">
                  <a:moveTo>
                    <a:pt x="213" y="1"/>
                  </a:moveTo>
                  <a:cubicBezTo>
                    <a:pt x="141" y="34"/>
                    <a:pt x="73" y="66"/>
                    <a:pt x="1" y="100"/>
                  </a:cubicBezTo>
                  <a:lnTo>
                    <a:pt x="3769" y="3867"/>
                  </a:lnTo>
                  <a:lnTo>
                    <a:pt x="4079" y="3867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8383154" y="4844222"/>
              <a:ext cx="391203" cy="354939"/>
            </a:xfrm>
            <a:custGeom>
              <a:avLst/>
              <a:gdLst/>
              <a:ahLst/>
              <a:cxnLst/>
              <a:rect l="l" t="t" r="r" b="b"/>
              <a:pathLst>
                <a:path w="5169" h="4972" extrusionOk="0">
                  <a:moveTo>
                    <a:pt x="198" y="1"/>
                  </a:moveTo>
                  <a:cubicBezTo>
                    <a:pt x="134" y="39"/>
                    <a:pt x="65" y="76"/>
                    <a:pt x="1" y="114"/>
                  </a:cubicBezTo>
                  <a:lnTo>
                    <a:pt x="4855" y="4971"/>
                  </a:lnTo>
                  <a:lnTo>
                    <a:pt x="5169" y="4971"/>
                  </a:lnTo>
                  <a:lnTo>
                    <a:pt x="19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938905" y="4990209"/>
              <a:ext cx="243244" cy="207238"/>
            </a:xfrm>
            <a:custGeom>
              <a:avLst/>
              <a:gdLst/>
              <a:ahLst/>
              <a:cxnLst/>
              <a:rect l="l" t="t" r="r" b="b"/>
              <a:pathLst>
                <a:path w="3214" h="2903" extrusionOk="0">
                  <a:moveTo>
                    <a:pt x="1" y="0"/>
                  </a:moveTo>
                  <a:lnTo>
                    <a:pt x="2900" y="2899"/>
                  </a:lnTo>
                  <a:lnTo>
                    <a:pt x="3213" y="2903"/>
                  </a:lnTo>
                  <a:lnTo>
                    <a:pt x="325" y="14"/>
                  </a:lnTo>
                  <a:cubicBezTo>
                    <a:pt x="216" y="11"/>
                    <a:pt x="106" y="7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8144153" y="4955372"/>
              <a:ext cx="274879" cy="242860"/>
            </a:xfrm>
            <a:custGeom>
              <a:avLst/>
              <a:gdLst/>
              <a:ahLst/>
              <a:cxnLst/>
              <a:rect l="l" t="t" r="r" b="b"/>
              <a:pathLst>
                <a:path w="3632" h="3402" extrusionOk="0">
                  <a:moveTo>
                    <a:pt x="232" y="1"/>
                  </a:moveTo>
                  <a:cubicBezTo>
                    <a:pt x="154" y="29"/>
                    <a:pt x="79" y="55"/>
                    <a:pt x="1" y="79"/>
                  </a:cubicBezTo>
                  <a:lnTo>
                    <a:pt x="3319" y="3398"/>
                  </a:lnTo>
                  <a:lnTo>
                    <a:pt x="3632" y="3401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8307322" y="4884413"/>
              <a:ext cx="348745" cy="314462"/>
            </a:xfrm>
            <a:custGeom>
              <a:avLst/>
              <a:gdLst/>
              <a:ahLst/>
              <a:cxnLst/>
              <a:rect l="l" t="t" r="r" b="b"/>
              <a:pathLst>
                <a:path w="4608" h="4405" extrusionOk="0">
                  <a:moveTo>
                    <a:pt x="202" y="0"/>
                  </a:moveTo>
                  <a:cubicBezTo>
                    <a:pt x="134" y="38"/>
                    <a:pt x="66" y="72"/>
                    <a:pt x="1" y="109"/>
                  </a:cubicBezTo>
                  <a:lnTo>
                    <a:pt x="4293" y="4402"/>
                  </a:lnTo>
                  <a:lnTo>
                    <a:pt x="4607" y="4405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772103" y="4944236"/>
              <a:ext cx="291756" cy="252712"/>
            </a:xfrm>
            <a:custGeom>
              <a:avLst/>
              <a:gdLst/>
              <a:ahLst/>
              <a:cxnLst/>
              <a:rect l="l" t="t" r="r" b="b"/>
              <a:pathLst>
                <a:path w="3855" h="3540" extrusionOk="0">
                  <a:moveTo>
                    <a:pt x="1" y="1"/>
                  </a:moveTo>
                  <a:lnTo>
                    <a:pt x="1013" y="1012"/>
                  </a:lnTo>
                  <a:lnTo>
                    <a:pt x="1040" y="1040"/>
                  </a:lnTo>
                  <a:lnTo>
                    <a:pt x="1067" y="1067"/>
                  </a:lnTo>
                  <a:lnTo>
                    <a:pt x="3540" y="3540"/>
                  </a:lnTo>
                  <a:lnTo>
                    <a:pt x="3854" y="3540"/>
                  </a:lnTo>
                  <a:lnTo>
                    <a:pt x="1224" y="910"/>
                  </a:lnTo>
                  <a:lnTo>
                    <a:pt x="1197" y="883"/>
                  </a:lnTo>
                  <a:lnTo>
                    <a:pt x="1169" y="856"/>
                  </a:lnTo>
                  <a:lnTo>
                    <a:pt x="576" y="266"/>
                  </a:lnTo>
                  <a:cubicBezTo>
                    <a:pt x="382" y="188"/>
                    <a:pt x="188" y="9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7409362" y="4713440"/>
              <a:ext cx="535832" cy="483293"/>
            </a:xfrm>
            <a:custGeom>
              <a:avLst/>
              <a:gdLst/>
              <a:ahLst/>
              <a:cxnLst/>
              <a:rect l="l" t="t" r="r" b="b"/>
              <a:pathLst>
                <a:path w="7080" h="6770" extrusionOk="0">
                  <a:moveTo>
                    <a:pt x="1" y="1"/>
                  </a:moveTo>
                  <a:lnTo>
                    <a:pt x="5026" y="5025"/>
                  </a:lnTo>
                  <a:lnTo>
                    <a:pt x="5053" y="5053"/>
                  </a:lnTo>
                  <a:lnTo>
                    <a:pt x="5080" y="5080"/>
                  </a:lnTo>
                  <a:lnTo>
                    <a:pt x="6767" y="6770"/>
                  </a:lnTo>
                  <a:lnTo>
                    <a:pt x="7080" y="6770"/>
                  </a:lnTo>
                  <a:lnTo>
                    <a:pt x="5237" y="4923"/>
                  </a:lnTo>
                  <a:lnTo>
                    <a:pt x="5210" y="4896"/>
                  </a:lnTo>
                  <a:lnTo>
                    <a:pt x="5182" y="4869"/>
                  </a:lnTo>
                  <a:lnTo>
                    <a:pt x="726" y="413"/>
                  </a:lnTo>
                  <a:cubicBezTo>
                    <a:pt x="495" y="270"/>
                    <a:pt x="256" y="130"/>
                    <a:pt x="11" y="4"/>
                  </a:cubicBezTo>
                  <a:cubicBezTo>
                    <a:pt x="7" y="4"/>
                    <a:pt x="4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7235068" y="4660399"/>
              <a:ext cx="591837" cy="535835"/>
            </a:xfrm>
            <a:custGeom>
              <a:avLst/>
              <a:gdLst/>
              <a:ahLst/>
              <a:cxnLst/>
              <a:rect l="l" t="t" r="r" b="b"/>
              <a:pathLst>
                <a:path w="7820" h="7506" extrusionOk="0">
                  <a:moveTo>
                    <a:pt x="1" y="1"/>
                  </a:moveTo>
                  <a:lnTo>
                    <a:pt x="6548" y="6549"/>
                  </a:lnTo>
                  <a:lnTo>
                    <a:pt x="6576" y="6576"/>
                  </a:lnTo>
                  <a:lnTo>
                    <a:pt x="7505" y="7505"/>
                  </a:lnTo>
                  <a:lnTo>
                    <a:pt x="7819" y="7505"/>
                  </a:lnTo>
                  <a:lnTo>
                    <a:pt x="6760" y="6447"/>
                  </a:lnTo>
                  <a:lnTo>
                    <a:pt x="6732" y="6419"/>
                  </a:lnTo>
                  <a:lnTo>
                    <a:pt x="389" y="76"/>
                  </a:lnTo>
                  <a:cubicBezTo>
                    <a:pt x="260" y="49"/>
                    <a:pt x="130" y="2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7107999" y="4651689"/>
              <a:ext cx="600541" cy="544330"/>
            </a:xfrm>
            <a:custGeom>
              <a:avLst/>
              <a:gdLst/>
              <a:ahLst/>
              <a:cxnLst/>
              <a:rect l="l" t="t" r="r" b="b"/>
              <a:pathLst>
                <a:path w="7935" h="7625" extrusionOk="0">
                  <a:moveTo>
                    <a:pt x="156" y="1"/>
                  </a:moveTo>
                  <a:cubicBezTo>
                    <a:pt x="103" y="1"/>
                    <a:pt x="51" y="2"/>
                    <a:pt x="0" y="3"/>
                  </a:cubicBezTo>
                  <a:lnTo>
                    <a:pt x="7447" y="7451"/>
                  </a:lnTo>
                  <a:lnTo>
                    <a:pt x="7475" y="7478"/>
                  </a:lnTo>
                  <a:lnTo>
                    <a:pt x="7502" y="7505"/>
                  </a:lnTo>
                  <a:lnTo>
                    <a:pt x="7621" y="7624"/>
                  </a:lnTo>
                  <a:lnTo>
                    <a:pt x="7934" y="7624"/>
                  </a:lnTo>
                  <a:lnTo>
                    <a:pt x="7659" y="7349"/>
                  </a:lnTo>
                  <a:lnTo>
                    <a:pt x="7631" y="7321"/>
                  </a:lnTo>
                  <a:lnTo>
                    <a:pt x="7604" y="7294"/>
                  </a:lnTo>
                  <a:lnTo>
                    <a:pt x="313" y="3"/>
                  </a:lnTo>
                  <a:cubicBezTo>
                    <a:pt x="261" y="2"/>
                    <a:pt x="208" y="1"/>
                    <a:pt x="156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6522452" y="4869065"/>
              <a:ext cx="356919" cy="324528"/>
            </a:xfrm>
            <a:custGeom>
              <a:avLst/>
              <a:gdLst/>
              <a:ahLst/>
              <a:cxnLst/>
              <a:rect l="l" t="t" r="r" b="b"/>
              <a:pathLst>
                <a:path w="4716" h="4546" extrusionOk="0">
                  <a:moveTo>
                    <a:pt x="171" y="0"/>
                  </a:moveTo>
                  <a:cubicBezTo>
                    <a:pt x="113" y="49"/>
                    <a:pt x="58" y="96"/>
                    <a:pt x="0" y="140"/>
                  </a:cubicBezTo>
                  <a:lnTo>
                    <a:pt x="1926" y="2065"/>
                  </a:lnTo>
                  <a:lnTo>
                    <a:pt x="1953" y="2093"/>
                  </a:lnTo>
                  <a:lnTo>
                    <a:pt x="1980" y="2120"/>
                  </a:lnTo>
                  <a:lnTo>
                    <a:pt x="4402" y="4541"/>
                  </a:lnTo>
                  <a:lnTo>
                    <a:pt x="4715" y="4546"/>
                  </a:lnTo>
                  <a:lnTo>
                    <a:pt x="4715" y="4546"/>
                  </a:lnTo>
                  <a:lnTo>
                    <a:pt x="2133" y="1963"/>
                  </a:lnTo>
                  <a:lnTo>
                    <a:pt x="2106" y="1936"/>
                  </a:lnTo>
                  <a:lnTo>
                    <a:pt x="2079" y="1909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658527" y="4776403"/>
              <a:ext cx="457728" cy="417902"/>
            </a:xfrm>
            <a:custGeom>
              <a:avLst/>
              <a:gdLst/>
              <a:ahLst/>
              <a:cxnLst/>
              <a:rect l="l" t="t" r="r" b="b"/>
              <a:pathLst>
                <a:path w="6048" h="5854" extrusionOk="0">
                  <a:moveTo>
                    <a:pt x="196" y="1"/>
                  </a:moveTo>
                  <a:cubicBezTo>
                    <a:pt x="131" y="39"/>
                    <a:pt x="66" y="79"/>
                    <a:pt x="1" y="116"/>
                  </a:cubicBezTo>
                  <a:lnTo>
                    <a:pt x="1688" y="1803"/>
                  </a:lnTo>
                  <a:lnTo>
                    <a:pt x="1715" y="1830"/>
                  </a:lnTo>
                  <a:lnTo>
                    <a:pt x="1742" y="1858"/>
                  </a:lnTo>
                  <a:lnTo>
                    <a:pt x="5735" y="5850"/>
                  </a:lnTo>
                  <a:lnTo>
                    <a:pt x="6048" y="5853"/>
                  </a:lnTo>
                  <a:lnTo>
                    <a:pt x="1868" y="1674"/>
                  </a:lnTo>
                  <a:lnTo>
                    <a:pt x="196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6814582" y="4703231"/>
              <a:ext cx="538405" cy="491788"/>
            </a:xfrm>
            <a:custGeom>
              <a:avLst/>
              <a:gdLst/>
              <a:ahLst/>
              <a:cxnLst/>
              <a:rect l="l" t="t" r="r" b="b"/>
              <a:pathLst>
                <a:path w="7114" h="6889" extrusionOk="0">
                  <a:moveTo>
                    <a:pt x="225" y="1"/>
                  </a:moveTo>
                  <a:cubicBezTo>
                    <a:pt x="151" y="28"/>
                    <a:pt x="75" y="55"/>
                    <a:pt x="0" y="82"/>
                  </a:cubicBezTo>
                  <a:lnTo>
                    <a:pt x="1209" y="1295"/>
                  </a:lnTo>
                  <a:lnTo>
                    <a:pt x="6800" y="6885"/>
                  </a:lnTo>
                  <a:lnTo>
                    <a:pt x="7113" y="6889"/>
                  </a:lnTo>
                  <a:lnTo>
                    <a:pt x="1393" y="1166"/>
                  </a:lnTo>
                  <a:lnTo>
                    <a:pt x="1366" y="1138"/>
                  </a:lnTo>
                  <a:lnTo>
                    <a:pt x="1339" y="111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999699" y="4657971"/>
              <a:ext cx="590172" cy="537548"/>
            </a:xfrm>
            <a:custGeom>
              <a:avLst/>
              <a:gdLst/>
              <a:ahLst/>
              <a:cxnLst/>
              <a:rect l="l" t="t" r="r" b="b"/>
              <a:pathLst>
                <a:path w="7798" h="7530" extrusionOk="0">
                  <a:moveTo>
                    <a:pt x="269" y="1"/>
                  </a:moveTo>
                  <a:cubicBezTo>
                    <a:pt x="181" y="14"/>
                    <a:pt x="89" y="28"/>
                    <a:pt x="0" y="42"/>
                  </a:cubicBezTo>
                  <a:lnTo>
                    <a:pt x="296" y="341"/>
                  </a:lnTo>
                  <a:lnTo>
                    <a:pt x="324" y="369"/>
                  </a:lnTo>
                  <a:lnTo>
                    <a:pt x="351" y="396"/>
                  </a:lnTo>
                  <a:lnTo>
                    <a:pt x="7485" y="7530"/>
                  </a:lnTo>
                  <a:lnTo>
                    <a:pt x="7798" y="7530"/>
                  </a:lnTo>
                  <a:lnTo>
                    <a:pt x="508" y="239"/>
                  </a:lnTo>
                  <a:lnTo>
                    <a:pt x="480" y="212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6588446" y="4820664"/>
              <a:ext cx="409291" cy="373142"/>
            </a:xfrm>
            <a:custGeom>
              <a:avLst/>
              <a:gdLst/>
              <a:ahLst/>
              <a:cxnLst/>
              <a:rect l="l" t="t" r="r" b="b"/>
              <a:pathLst>
                <a:path w="5408" h="5227" extrusionOk="0">
                  <a:moveTo>
                    <a:pt x="181" y="1"/>
                  </a:moveTo>
                  <a:cubicBezTo>
                    <a:pt x="120" y="45"/>
                    <a:pt x="59" y="86"/>
                    <a:pt x="1" y="130"/>
                  </a:cubicBezTo>
                  <a:lnTo>
                    <a:pt x="1834" y="1963"/>
                  </a:lnTo>
                  <a:lnTo>
                    <a:pt x="1861" y="1990"/>
                  </a:lnTo>
                  <a:lnTo>
                    <a:pt x="1888" y="2018"/>
                  </a:lnTo>
                  <a:lnTo>
                    <a:pt x="5093" y="5227"/>
                  </a:lnTo>
                  <a:lnTo>
                    <a:pt x="5407" y="5227"/>
                  </a:lnTo>
                  <a:lnTo>
                    <a:pt x="2041" y="1861"/>
                  </a:lnTo>
                  <a:lnTo>
                    <a:pt x="2014" y="1834"/>
                  </a:lnTo>
                  <a:lnTo>
                    <a:pt x="1987" y="1806"/>
                  </a:lnTo>
                  <a:lnTo>
                    <a:pt x="18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6733603" y="4736783"/>
              <a:ext cx="501094" cy="457737"/>
            </a:xfrm>
            <a:custGeom>
              <a:avLst/>
              <a:gdLst/>
              <a:ahLst/>
              <a:cxnLst/>
              <a:rect l="l" t="t" r="r" b="b"/>
              <a:pathLst>
                <a:path w="6621" h="6412" extrusionOk="0">
                  <a:moveTo>
                    <a:pt x="208" y="1"/>
                  </a:moveTo>
                  <a:cubicBezTo>
                    <a:pt x="141" y="34"/>
                    <a:pt x="69" y="69"/>
                    <a:pt x="1" y="103"/>
                  </a:cubicBezTo>
                  <a:lnTo>
                    <a:pt x="1476" y="1578"/>
                  </a:lnTo>
                  <a:lnTo>
                    <a:pt x="1503" y="1605"/>
                  </a:lnTo>
                  <a:lnTo>
                    <a:pt x="1527" y="1632"/>
                  </a:lnTo>
                  <a:lnTo>
                    <a:pt x="6306" y="6412"/>
                  </a:lnTo>
                  <a:lnTo>
                    <a:pt x="6620" y="6412"/>
                  </a:lnTo>
                  <a:lnTo>
                    <a:pt x="1683" y="1476"/>
                  </a:lnTo>
                  <a:lnTo>
                    <a:pt x="1656" y="1448"/>
                  </a:lnTo>
                  <a:lnTo>
                    <a:pt x="1629" y="1421"/>
                  </a:lnTo>
                  <a:lnTo>
                    <a:pt x="20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6902751" y="4676461"/>
              <a:ext cx="568830" cy="518844"/>
            </a:xfrm>
            <a:custGeom>
              <a:avLst/>
              <a:gdLst/>
              <a:ahLst/>
              <a:cxnLst/>
              <a:rect l="l" t="t" r="r" b="b"/>
              <a:pathLst>
                <a:path w="7516" h="7268" extrusionOk="0">
                  <a:moveTo>
                    <a:pt x="246" y="0"/>
                  </a:moveTo>
                  <a:cubicBezTo>
                    <a:pt x="164" y="21"/>
                    <a:pt x="82" y="41"/>
                    <a:pt x="0" y="65"/>
                  </a:cubicBezTo>
                  <a:lnTo>
                    <a:pt x="797" y="862"/>
                  </a:lnTo>
                  <a:lnTo>
                    <a:pt x="825" y="890"/>
                  </a:lnTo>
                  <a:lnTo>
                    <a:pt x="852" y="917"/>
                  </a:lnTo>
                  <a:lnTo>
                    <a:pt x="7203" y="7267"/>
                  </a:lnTo>
                  <a:lnTo>
                    <a:pt x="7516" y="7267"/>
                  </a:lnTo>
                  <a:lnTo>
                    <a:pt x="1009" y="760"/>
                  </a:lnTo>
                  <a:lnTo>
                    <a:pt x="981" y="733"/>
                  </a:lnTo>
                  <a:lnTo>
                    <a:pt x="954" y="706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401059" y="4975789"/>
              <a:ext cx="241351" cy="217018"/>
            </a:xfrm>
            <a:custGeom>
              <a:avLst/>
              <a:gdLst/>
              <a:ahLst/>
              <a:cxnLst/>
              <a:rect l="l" t="t" r="r" b="b"/>
              <a:pathLst>
                <a:path w="3189" h="3040" extrusionOk="0">
                  <a:moveTo>
                    <a:pt x="153" y="1"/>
                  </a:moveTo>
                  <a:cubicBezTo>
                    <a:pt x="102" y="56"/>
                    <a:pt x="51" y="107"/>
                    <a:pt x="0" y="161"/>
                  </a:cubicBezTo>
                  <a:lnTo>
                    <a:pt x="1969" y="2131"/>
                  </a:lnTo>
                  <a:lnTo>
                    <a:pt x="1997" y="2158"/>
                  </a:lnTo>
                  <a:lnTo>
                    <a:pt x="2876" y="3037"/>
                  </a:lnTo>
                  <a:lnTo>
                    <a:pt x="3189" y="3040"/>
                  </a:lnTo>
                  <a:lnTo>
                    <a:pt x="2177" y="2029"/>
                  </a:lnTo>
                  <a:lnTo>
                    <a:pt x="2150" y="2001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344525" y="5033470"/>
              <a:ext cx="179519" cy="158909"/>
            </a:xfrm>
            <a:custGeom>
              <a:avLst/>
              <a:gdLst/>
              <a:ahLst/>
              <a:cxnLst/>
              <a:rect l="l" t="t" r="r" b="b"/>
              <a:pathLst>
                <a:path w="2372" h="2226" extrusionOk="0">
                  <a:moveTo>
                    <a:pt x="144" y="1"/>
                  </a:moveTo>
                  <a:cubicBezTo>
                    <a:pt x="96" y="55"/>
                    <a:pt x="49" y="113"/>
                    <a:pt x="1" y="167"/>
                  </a:cubicBezTo>
                  <a:lnTo>
                    <a:pt x="1936" y="2103"/>
                  </a:lnTo>
                  <a:lnTo>
                    <a:pt x="1963" y="2130"/>
                  </a:lnTo>
                  <a:lnTo>
                    <a:pt x="1991" y="2157"/>
                  </a:lnTo>
                  <a:lnTo>
                    <a:pt x="2059" y="2225"/>
                  </a:lnTo>
                  <a:lnTo>
                    <a:pt x="2372" y="2225"/>
                  </a:lnTo>
                  <a:lnTo>
                    <a:pt x="2144" y="2001"/>
                  </a:lnTo>
                  <a:lnTo>
                    <a:pt x="2117" y="1973"/>
                  </a:lnTo>
                  <a:lnTo>
                    <a:pt x="2093" y="1946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460090" y="4920892"/>
              <a:ext cx="300687" cy="272201"/>
            </a:xfrm>
            <a:custGeom>
              <a:avLst/>
              <a:gdLst/>
              <a:ahLst/>
              <a:cxnLst/>
              <a:rect l="l" t="t" r="r" b="b"/>
              <a:pathLst>
                <a:path w="3973" h="3813" extrusionOk="0">
                  <a:moveTo>
                    <a:pt x="164" y="1"/>
                  </a:moveTo>
                  <a:cubicBezTo>
                    <a:pt x="109" y="51"/>
                    <a:pt x="55" y="103"/>
                    <a:pt x="0" y="153"/>
                  </a:cubicBezTo>
                  <a:lnTo>
                    <a:pt x="1969" y="2119"/>
                  </a:lnTo>
                  <a:lnTo>
                    <a:pt x="1997" y="2147"/>
                  </a:lnTo>
                  <a:lnTo>
                    <a:pt x="2024" y="2174"/>
                  </a:lnTo>
                  <a:lnTo>
                    <a:pt x="3659" y="3812"/>
                  </a:lnTo>
                  <a:lnTo>
                    <a:pt x="3972" y="3812"/>
                  </a:lnTo>
                  <a:lnTo>
                    <a:pt x="2177" y="2017"/>
                  </a:lnTo>
                  <a:lnTo>
                    <a:pt x="2150" y="1990"/>
                  </a:lnTo>
                  <a:lnTo>
                    <a:pt x="2123" y="1963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290110" y="5093293"/>
              <a:ext cx="115416" cy="98872"/>
            </a:xfrm>
            <a:custGeom>
              <a:avLst/>
              <a:gdLst/>
              <a:ahLst/>
              <a:cxnLst/>
              <a:rect l="l" t="t" r="r" b="b"/>
              <a:pathLst>
                <a:path w="1525" h="1385" extrusionOk="0">
                  <a:moveTo>
                    <a:pt x="144" y="1"/>
                  </a:moveTo>
                  <a:cubicBezTo>
                    <a:pt x="97" y="59"/>
                    <a:pt x="49" y="117"/>
                    <a:pt x="1" y="174"/>
                  </a:cubicBezTo>
                  <a:lnTo>
                    <a:pt x="1210" y="1380"/>
                  </a:lnTo>
                  <a:lnTo>
                    <a:pt x="1524" y="1384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3"/>
          <p:cNvGrpSpPr/>
          <p:nvPr/>
        </p:nvGrpSpPr>
        <p:grpSpPr>
          <a:xfrm>
            <a:off x="-40223" y="-142013"/>
            <a:ext cx="1291147" cy="2218459"/>
            <a:chOff x="4895725" y="2485200"/>
            <a:chExt cx="464525" cy="744050"/>
          </a:xfrm>
        </p:grpSpPr>
        <p:sp>
          <p:nvSpPr>
            <p:cNvPr id="57" name="Google Shape;57;p3"/>
            <p:cNvSpPr/>
            <p:nvPr/>
          </p:nvSpPr>
          <p:spPr>
            <a:xfrm>
              <a:off x="4896150" y="2564650"/>
              <a:ext cx="407475" cy="415225"/>
            </a:xfrm>
            <a:custGeom>
              <a:avLst/>
              <a:gdLst/>
              <a:ahLst/>
              <a:cxnLst/>
              <a:rect l="l" t="t" r="r" b="b"/>
              <a:pathLst>
                <a:path w="16299" h="16609" extrusionOk="0">
                  <a:moveTo>
                    <a:pt x="1" y="0"/>
                  </a:moveTo>
                  <a:lnTo>
                    <a:pt x="4" y="314"/>
                  </a:lnTo>
                  <a:lnTo>
                    <a:pt x="6817" y="7128"/>
                  </a:lnTo>
                  <a:lnTo>
                    <a:pt x="6845" y="7155"/>
                  </a:lnTo>
                  <a:lnTo>
                    <a:pt x="6872" y="7182"/>
                  </a:lnTo>
                  <a:lnTo>
                    <a:pt x="14619" y="14928"/>
                  </a:lnTo>
                  <a:lnTo>
                    <a:pt x="14646" y="14956"/>
                  </a:lnTo>
                  <a:lnTo>
                    <a:pt x="16298" y="16609"/>
                  </a:lnTo>
                  <a:cubicBezTo>
                    <a:pt x="16298" y="16506"/>
                    <a:pt x="16298" y="16400"/>
                    <a:pt x="16295" y="16295"/>
                  </a:cubicBezTo>
                  <a:lnTo>
                    <a:pt x="14826" y="14826"/>
                  </a:lnTo>
                  <a:lnTo>
                    <a:pt x="14799" y="14799"/>
                  </a:lnTo>
                  <a:lnTo>
                    <a:pt x="7029" y="7025"/>
                  </a:lnTo>
                  <a:lnTo>
                    <a:pt x="7001" y="6998"/>
                  </a:lnTo>
                  <a:lnTo>
                    <a:pt x="6974" y="69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4896675" y="2643100"/>
              <a:ext cx="398000" cy="404125"/>
            </a:xfrm>
            <a:custGeom>
              <a:avLst/>
              <a:gdLst/>
              <a:ahLst/>
              <a:cxnLst/>
              <a:rect l="l" t="t" r="r" b="b"/>
              <a:pathLst>
                <a:path w="15920" h="16165" extrusionOk="0">
                  <a:moveTo>
                    <a:pt x="0" y="0"/>
                  </a:moveTo>
                  <a:lnTo>
                    <a:pt x="0" y="314"/>
                  </a:lnTo>
                  <a:lnTo>
                    <a:pt x="5236" y="5550"/>
                  </a:lnTo>
                  <a:lnTo>
                    <a:pt x="5263" y="5577"/>
                  </a:lnTo>
                  <a:lnTo>
                    <a:pt x="5291" y="5604"/>
                  </a:lnTo>
                  <a:lnTo>
                    <a:pt x="13038" y="13351"/>
                  </a:lnTo>
                  <a:lnTo>
                    <a:pt x="13065" y="13378"/>
                  </a:lnTo>
                  <a:lnTo>
                    <a:pt x="13092" y="13405"/>
                  </a:lnTo>
                  <a:lnTo>
                    <a:pt x="15848" y="16165"/>
                  </a:lnTo>
                  <a:cubicBezTo>
                    <a:pt x="15875" y="16083"/>
                    <a:pt x="15899" y="16005"/>
                    <a:pt x="15920" y="15923"/>
                  </a:cubicBezTo>
                  <a:lnTo>
                    <a:pt x="13245" y="13249"/>
                  </a:lnTo>
                  <a:lnTo>
                    <a:pt x="13218" y="13221"/>
                  </a:lnTo>
                  <a:lnTo>
                    <a:pt x="13194" y="13194"/>
                  </a:lnTo>
                  <a:lnTo>
                    <a:pt x="5447" y="5447"/>
                  </a:lnTo>
                  <a:lnTo>
                    <a:pt x="5420" y="5420"/>
                  </a:lnTo>
                  <a:lnTo>
                    <a:pt x="5393" y="5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4896400" y="2603925"/>
              <a:ext cx="405100" cy="411800"/>
            </a:xfrm>
            <a:custGeom>
              <a:avLst/>
              <a:gdLst/>
              <a:ahLst/>
              <a:cxnLst/>
              <a:rect l="l" t="t" r="r" b="b"/>
              <a:pathLst>
                <a:path w="16204" h="16472" extrusionOk="0">
                  <a:moveTo>
                    <a:pt x="0" y="0"/>
                  </a:moveTo>
                  <a:lnTo>
                    <a:pt x="4" y="313"/>
                  </a:lnTo>
                  <a:lnTo>
                    <a:pt x="6054" y="6364"/>
                  </a:lnTo>
                  <a:lnTo>
                    <a:pt x="6082" y="6391"/>
                  </a:lnTo>
                  <a:lnTo>
                    <a:pt x="13829" y="14138"/>
                  </a:lnTo>
                  <a:lnTo>
                    <a:pt x="13856" y="14165"/>
                  </a:lnTo>
                  <a:lnTo>
                    <a:pt x="16162" y="16472"/>
                  </a:lnTo>
                  <a:cubicBezTo>
                    <a:pt x="16176" y="16383"/>
                    <a:pt x="16189" y="16291"/>
                    <a:pt x="16203" y="16199"/>
                  </a:cubicBezTo>
                  <a:lnTo>
                    <a:pt x="14036" y="14036"/>
                  </a:lnTo>
                  <a:lnTo>
                    <a:pt x="14009" y="14008"/>
                  </a:lnTo>
                  <a:lnTo>
                    <a:pt x="13982" y="13981"/>
                  </a:lnTo>
                  <a:lnTo>
                    <a:pt x="6211" y="6207"/>
                  </a:lnTo>
                  <a:lnTo>
                    <a:pt x="6184" y="6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4898950" y="3035450"/>
              <a:ext cx="189175" cy="190300"/>
            </a:xfrm>
            <a:custGeom>
              <a:avLst/>
              <a:gdLst/>
              <a:ahLst/>
              <a:cxnLst/>
              <a:rect l="l" t="t" r="r" b="b"/>
              <a:pathLst>
                <a:path w="7567" h="7612" extrusionOk="0">
                  <a:moveTo>
                    <a:pt x="1" y="0"/>
                  </a:moveTo>
                  <a:lnTo>
                    <a:pt x="1" y="314"/>
                  </a:lnTo>
                  <a:lnTo>
                    <a:pt x="5145" y="5458"/>
                  </a:lnTo>
                  <a:lnTo>
                    <a:pt x="5172" y="5486"/>
                  </a:lnTo>
                  <a:lnTo>
                    <a:pt x="5200" y="5513"/>
                  </a:lnTo>
                  <a:lnTo>
                    <a:pt x="7298" y="7612"/>
                  </a:lnTo>
                  <a:cubicBezTo>
                    <a:pt x="7390" y="7598"/>
                    <a:pt x="7479" y="7584"/>
                    <a:pt x="7567" y="7567"/>
                  </a:cubicBezTo>
                  <a:lnTo>
                    <a:pt x="5356" y="5356"/>
                  </a:lnTo>
                  <a:lnTo>
                    <a:pt x="5329" y="5329"/>
                  </a:lnTo>
                  <a:lnTo>
                    <a:pt x="5302" y="53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4898025" y="2878500"/>
              <a:ext cx="300475" cy="303725"/>
            </a:xfrm>
            <a:custGeom>
              <a:avLst/>
              <a:gdLst/>
              <a:ahLst/>
              <a:cxnLst/>
              <a:rect l="l" t="t" r="r" b="b"/>
              <a:pathLst>
                <a:path w="12019" h="12149" extrusionOk="0">
                  <a:moveTo>
                    <a:pt x="0" y="0"/>
                  </a:moveTo>
                  <a:lnTo>
                    <a:pt x="4" y="314"/>
                  </a:lnTo>
                  <a:lnTo>
                    <a:pt x="528" y="841"/>
                  </a:lnTo>
                  <a:lnTo>
                    <a:pt x="556" y="869"/>
                  </a:lnTo>
                  <a:lnTo>
                    <a:pt x="8303" y="8616"/>
                  </a:lnTo>
                  <a:lnTo>
                    <a:pt x="8330" y="8643"/>
                  </a:lnTo>
                  <a:lnTo>
                    <a:pt x="8357" y="8670"/>
                  </a:lnTo>
                  <a:lnTo>
                    <a:pt x="11835" y="12149"/>
                  </a:lnTo>
                  <a:cubicBezTo>
                    <a:pt x="11896" y="12108"/>
                    <a:pt x="11962" y="12063"/>
                    <a:pt x="12019" y="12022"/>
                  </a:cubicBezTo>
                  <a:lnTo>
                    <a:pt x="8514" y="8514"/>
                  </a:lnTo>
                  <a:lnTo>
                    <a:pt x="8487" y="8486"/>
                  </a:lnTo>
                  <a:lnTo>
                    <a:pt x="8459" y="8459"/>
                  </a:lnTo>
                  <a:lnTo>
                    <a:pt x="712" y="712"/>
                  </a:lnTo>
                  <a:lnTo>
                    <a:pt x="685" y="685"/>
                  </a:lnTo>
                  <a:lnTo>
                    <a:pt x="658" y="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4897600" y="2800050"/>
              <a:ext cx="341900" cy="345975"/>
            </a:xfrm>
            <a:custGeom>
              <a:avLst/>
              <a:gdLst/>
              <a:ahLst/>
              <a:cxnLst/>
              <a:rect l="l" t="t" r="r" b="b"/>
              <a:pathLst>
                <a:path w="13676" h="13839" extrusionOk="0">
                  <a:moveTo>
                    <a:pt x="1" y="1"/>
                  </a:moveTo>
                  <a:lnTo>
                    <a:pt x="1" y="314"/>
                  </a:lnTo>
                  <a:lnTo>
                    <a:pt x="2078" y="2392"/>
                  </a:lnTo>
                  <a:lnTo>
                    <a:pt x="2106" y="2419"/>
                  </a:lnTo>
                  <a:lnTo>
                    <a:pt x="2133" y="2446"/>
                  </a:lnTo>
                  <a:lnTo>
                    <a:pt x="9880" y="10193"/>
                  </a:lnTo>
                  <a:lnTo>
                    <a:pt x="9907" y="10221"/>
                  </a:lnTo>
                  <a:lnTo>
                    <a:pt x="13525" y="13839"/>
                  </a:lnTo>
                  <a:cubicBezTo>
                    <a:pt x="13576" y="13787"/>
                    <a:pt x="13627" y="13733"/>
                    <a:pt x="13675" y="13679"/>
                  </a:cubicBezTo>
                  <a:lnTo>
                    <a:pt x="10091" y="10091"/>
                  </a:lnTo>
                  <a:lnTo>
                    <a:pt x="10064" y="10064"/>
                  </a:lnTo>
                  <a:lnTo>
                    <a:pt x="2290" y="2290"/>
                  </a:lnTo>
                  <a:lnTo>
                    <a:pt x="2262" y="2262"/>
                  </a:lnTo>
                  <a:lnTo>
                    <a:pt x="2235" y="22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4897100" y="2721600"/>
              <a:ext cx="374750" cy="379700"/>
            </a:xfrm>
            <a:custGeom>
              <a:avLst/>
              <a:gdLst/>
              <a:ahLst/>
              <a:cxnLst/>
              <a:rect l="l" t="t" r="r" b="b"/>
              <a:pathLst>
                <a:path w="14990" h="15188" extrusionOk="0">
                  <a:moveTo>
                    <a:pt x="0" y="1"/>
                  </a:moveTo>
                  <a:lnTo>
                    <a:pt x="4" y="315"/>
                  </a:lnTo>
                  <a:lnTo>
                    <a:pt x="3659" y="3970"/>
                  </a:lnTo>
                  <a:lnTo>
                    <a:pt x="3686" y="3997"/>
                  </a:lnTo>
                  <a:lnTo>
                    <a:pt x="11460" y="11771"/>
                  </a:lnTo>
                  <a:lnTo>
                    <a:pt x="11488" y="11798"/>
                  </a:lnTo>
                  <a:lnTo>
                    <a:pt x="11515" y="11826"/>
                  </a:lnTo>
                  <a:lnTo>
                    <a:pt x="14877" y="15188"/>
                  </a:lnTo>
                  <a:cubicBezTo>
                    <a:pt x="14914" y="15120"/>
                    <a:pt x="14952" y="15056"/>
                    <a:pt x="14990" y="14991"/>
                  </a:cubicBezTo>
                  <a:lnTo>
                    <a:pt x="11672" y="11669"/>
                  </a:lnTo>
                  <a:lnTo>
                    <a:pt x="11644" y="11642"/>
                  </a:lnTo>
                  <a:lnTo>
                    <a:pt x="11617" y="11614"/>
                  </a:lnTo>
                  <a:lnTo>
                    <a:pt x="3870" y="3867"/>
                  </a:lnTo>
                  <a:lnTo>
                    <a:pt x="3843" y="38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4898700" y="2996200"/>
              <a:ext cx="220950" cy="222650"/>
            </a:xfrm>
            <a:custGeom>
              <a:avLst/>
              <a:gdLst/>
              <a:ahLst/>
              <a:cxnLst/>
              <a:rect l="l" t="t" r="r" b="b"/>
              <a:pathLst>
                <a:path w="8838" h="8906" extrusionOk="0">
                  <a:moveTo>
                    <a:pt x="1" y="1"/>
                  </a:moveTo>
                  <a:lnTo>
                    <a:pt x="4" y="314"/>
                  </a:lnTo>
                  <a:lnTo>
                    <a:pt x="5935" y="6248"/>
                  </a:lnTo>
                  <a:lnTo>
                    <a:pt x="5962" y="6276"/>
                  </a:lnTo>
                  <a:lnTo>
                    <a:pt x="5990" y="6303"/>
                  </a:lnTo>
                  <a:lnTo>
                    <a:pt x="8592" y="8905"/>
                  </a:lnTo>
                  <a:cubicBezTo>
                    <a:pt x="8674" y="8882"/>
                    <a:pt x="8756" y="8861"/>
                    <a:pt x="8838" y="8837"/>
                  </a:cubicBezTo>
                  <a:lnTo>
                    <a:pt x="6146" y="6146"/>
                  </a:lnTo>
                  <a:lnTo>
                    <a:pt x="6119" y="6119"/>
                  </a:lnTo>
                  <a:lnTo>
                    <a:pt x="6092" y="60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4898275" y="2917750"/>
              <a:ext cx="276400" cy="279050"/>
            </a:xfrm>
            <a:custGeom>
              <a:avLst/>
              <a:gdLst/>
              <a:ahLst/>
              <a:cxnLst/>
              <a:rect l="l" t="t" r="r" b="b"/>
              <a:pathLst>
                <a:path w="11056" h="11162" extrusionOk="0">
                  <a:moveTo>
                    <a:pt x="1" y="1"/>
                  </a:moveTo>
                  <a:lnTo>
                    <a:pt x="1" y="314"/>
                  </a:lnTo>
                  <a:lnTo>
                    <a:pt x="7512" y="7826"/>
                  </a:lnTo>
                  <a:lnTo>
                    <a:pt x="7540" y="7853"/>
                  </a:lnTo>
                  <a:lnTo>
                    <a:pt x="7567" y="7881"/>
                  </a:lnTo>
                  <a:lnTo>
                    <a:pt x="10851" y="11161"/>
                  </a:lnTo>
                  <a:cubicBezTo>
                    <a:pt x="10919" y="11127"/>
                    <a:pt x="10987" y="11093"/>
                    <a:pt x="11056" y="11056"/>
                  </a:cubicBezTo>
                  <a:lnTo>
                    <a:pt x="7724" y="7724"/>
                  </a:lnTo>
                  <a:lnTo>
                    <a:pt x="7696" y="7697"/>
                  </a:lnTo>
                  <a:lnTo>
                    <a:pt x="7669" y="76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4897775" y="2839325"/>
              <a:ext cx="322375" cy="325950"/>
            </a:xfrm>
            <a:custGeom>
              <a:avLst/>
              <a:gdLst/>
              <a:ahLst/>
              <a:cxnLst/>
              <a:rect l="l" t="t" r="r" b="b"/>
              <a:pathLst>
                <a:path w="12895" h="13038" extrusionOk="0">
                  <a:moveTo>
                    <a:pt x="0" y="0"/>
                  </a:moveTo>
                  <a:lnTo>
                    <a:pt x="4" y="314"/>
                  </a:lnTo>
                  <a:lnTo>
                    <a:pt x="1291" y="1601"/>
                  </a:lnTo>
                  <a:lnTo>
                    <a:pt x="1318" y="1628"/>
                  </a:lnTo>
                  <a:lnTo>
                    <a:pt x="1346" y="1656"/>
                  </a:lnTo>
                  <a:lnTo>
                    <a:pt x="9093" y="9403"/>
                  </a:lnTo>
                  <a:lnTo>
                    <a:pt x="9120" y="9430"/>
                  </a:lnTo>
                  <a:lnTo>
                    <a:pt x="12728" y="13037"/>
                  </a:lnTo>
                  <a:cubicBezTo>
                    <a:pt x="12782" y="12990"/>
                    <a:pt x="12840" y="12939"/>
                    <a:pt x="12895" y="12891"/>
                  </a:cubicBezTo>
                  <a:lnTo>
                    <a:pt x="9304" y="9301"/>
                  </a:lnTo>
                  <a:lnTo>
                    <a:pt x="9277" y="9273"/>
                  </a:lnTo>
                  <a:lnTo>
                    <a:pt x="1475" y="1472"/>
                  </a:lnTo>
                  <a:lnTo>
                    <a:pt x="1448" y="14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4897350" y="2760800"/>
              <a:ext cx="359425" cy="363925"/>
            </a:xfrm>
            <a:custGeom>
              <a:avLst/>
              <a:gdLst/>
              <a:ahLst/>
              <a:cxnLst/>
              <a:rect l="l" t="t" r="r" b="b"/>
              <a:pathLst>
                <a:path w="14377" h="14557" extrusionOk="0">
                  <a:moveTo>
                    <a:pt x="0" y="0"/>
                  </a:moveTo>
                  <a:lnTo>
                    <a:pt x="0" y="313"/>
                  </a:lnTo>
                  <a:lnTo>
                    <a:pt x="2868" y="3182"/>
                  </a:lnTo>
                  <a:lnTo>
                    <a:pt x="2896" y="3209"/>
                  </a:lnTo>
                  <a:lnTo>
                    <a:pt x="2923" y="3236"/>
                  </a:lnTo>
                  <a:lnTo>
                    <a:pt x="10670" y="10983"/>
                  </a:lnTo>
                  <a:lnTo>
                    <a:pt x="10697" y="11011"/>
                  </a:lnTo>
                  <a:lnTo>
                    <a:pt x="10725" y="11038"/>
                  </a:lnTo>
                  <a:lnTo>
                    <a:pt x="14244" y="14557"/>
                  </a:lnTo>
                  <a:cubicBezTo>
                    <a:pt x="14288" y="14499"/>
                    <a:pt x="14332" y="14438"/>
                    <a:pt x="14376" y="14376"/>
                  </a:cubicBezTo>
                  <a:lnTo>
                    <a:pt x="10881" y="10881"/>
                  </a:lnTo>
                  <a:lnTo>
                    <a:pt x="10854" y="10854"/>
                  </a:lnTo>
                  <a:lnTo>
                    <a:pt x="10827" y="10827"/>
                  </a:lnTo>
                  <a:lnTo>
                    <a:pt x="3080" y="3080"/>
                  </a:lnTo>
                  <a:lnTo>
                    <a:pt x="3052" y="3052"/>
                  </a:lnTo>
                  <a:lnTo>
                    <a:pt x="3025" y="3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4899375" y="3113900"/>
              <a:ext cx="115000" cy="115000"/>
            </a:xfrm>
            <a:custGeom>
              <a:avLst/>
              <a:gdLst/>
              <a:ahLst/>
              <a:cxnLst/>
              <a:rect l="l" t="t" r="r" b="b"/>
              <a:pathLst>
                <a:path w="4600" h="4600" extrusionOk="0">
                  <a:moveTo>
                    <a:pt x="1" y="0"/>
                  </a:moveTo>
                  <a:lnTo>
                    <a:pt x="4" y="314"/>
                  </a:lnTo>
                  <a:lnTo>
                    <a:pt x="3568" y="3878"/>
                  </a:lnTo>
                  <a:lnTo>
                    <a:pt x="3595" y="3905"/>
                  </a:lnTo>
                  <a:lnTo>
                    <a:pt x="3622" y="3931"/>
                  </a:lnTo>
                  <a:lnTo>
                    <a:pt x="4266" y="4576"/>
                  </a:lnTo>
                  <a:cubicBezTo>
                    <a:pt x="4378" y="4586"/>
                    <a:pt x="4491" y="4593"/>
                    <a:pt x="4600" y="4599"/>
                  </a:cubicBezTo>
                  <a:lnTo>
                    <a:pt x="3779" y="3779"/>
                  </a:lnTo>
                  <a:lnTo>
                    <a:pt x="3752" y="3751"/>
                  </a:lnTo>
                  <a:lnTo>
                    <a:pt x="3724" y="37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4899225" y="3074625"/>
              <a:ext cx="154075" cy="154625"/>
            </a:xfrm>
            <a:custGeom>
              <a:avLst/>
              <a:gdLst/>
              <a:ahLst/>
              <a:cxnLst/>
              <a:rect l="l" t="t" r="r" b="b"/>
              <a:pathLst>
                <a:path w="6163" h="6185" extrusionOk="0">
                  <a:moveTo>
                    <a:pt x="0" y="1"/>
                  </a:moveTo>
                  <a:lnTo>
                    <a:pt x="0" y="318"/>
                  </a:lnTo>
                  <a:lnTo>
                    <a:pt x="4354" y="4672"/>
                  </a:lnTo>
                  <a:lnTo>
                    <a:pt x="4381" y="4699"/>
                  </a:lnTo>
                  <a:lnTo>
                    <a:pt x="5870" y="6184"/>
                  </a:lnTo>
                  <a:cubicBezTo>
                    <a:pt x="5969" y="6180"/>
                    <a:pt x="6064" y="6174"/>
                    <a:pt x="6163" y="6167"/>
                  </a:cubicBezTo>
                  <a:lnTo>
                    <a:pt x="4565" y="4570"/>
                  </a:lnTo>
                  <a:lnTo>
                    <a:pt x="4538" y="45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5198925" y="2485200"/>
              <a:ext cx="135175" cy="131750"/>
            </a:xfrm>
            <a:custGeom>
              <a:avLst/>
              <a:gdLst/>
              <a:ahLst/>
              <a:cxnLst/>
              <a:rect l="l" t="t" r="r" b="b"/>
              <a:pathLst>
                <a:path w="5407" h="5270" extrusionOk="0">
                  <a:moveTo>
                    <a:pt x="0" y="0"/>
                  </a:moveTo>
                  <a:lnTo>
                    <a:pt x="2508" y="2507"/>
                  </a:lnTo>
                  <a:lnTo>
                    <a:pt x="2535" y="2535"/>
                  </a:lnTo>
                  <a:lnTo>
                    <a:pt x="2562" y="2562"/>
                  </a:lnTo>
                  <a:lnTo>
                    <a:pt x="5270" y="5270"/>
                  </a:lnTo>
                  <a:cubicBezTo>
                    <a:pt x="5315" y="5213"/>
                    <a:pt x="5363" y="5155"/>
                    <a:pt x="5407" y="5093"/>
                  </a:cubicBezTo>
                  <a:lnTo>
                    <a:pt x="2715" y="2405"/>
                  </a:lnTo>
                  <a:lnTo>
                    <a:pt x="2688" y="2378"/>
                  </a:lnTo>
                  <a:lnTo>
                    <a:pt x="2661" y="235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5159925" y="2485200"/>
              <a:ext cx="156300" cy="152550"/>
            </a:xfrm>
            <a:custGeom>
              <a:avLst/>
              <a:gdLst/>
              <a:ahLst/>
              <a:cxnLst/>
              <a:rect l="l" t="t" r="r" b="b"/>
              <a:pathLst>
                <a:path w="6252" h="6102" extrusionOk="0">
                  <a:moveTo>
                    <a:pt x="0" y="0"/>
                  </a:moveTo>
                  <a:lnTo>
                    <a:pt x="3288" y="3287"/>
                  </a:lnTo>
                  <a:lnTo>
                    <a:pt x="3315" y="3315"/>
                  </a:lnTo>
                  <a:lnTo>
                    <a:pt x="6101" y="6101"/>
                  </a:lnTo>
                  <a:cubicBezTo>
                    <a:pt x="6153" y="6047"/>
                    <a:pt x="6203" y="5996"/>
                    <a:pt x="6252" y="5941"/>
                  </a:cubicBezTo>
                  <a:lnTo>
                    <a:pt x="3495" y="3185"/>
                  </a:lnTo>
                  <a:lnTo>
                    <a:pt x="3468" y="3158"/>
                  </a:lnTo>
                  <a:lnTo>
                    <a:pt x="3441" y="313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5003900" y="2485200"/>
              <a:ext cx="246225" cy="244175"/>
            </a:xfrm>
            <a:custGeom>
              <a:avLst/>
              <a:gdLst/>
              <a:ahLst/>
              <a:cxnLst/>
              <a:rect l="l" t="t" r="r" b="b"/>
              <a:pathLst>
                <a:path w="9849" h="9767" extrusionOk="0">
                  <a:moveTo>
                    <a:pt x="0" y="0"/>
                  </a:moveTo>
                  <a:lnTo>
                    <a:pt x="6435" y="6432"/>
                  </a:lnTo>
                  <a:lnTo>
                    <a:pt x="6463" y="6460"/>
                  </a:lnTo>
                  <a:lnTo>
                    <a:pt x="9771" y="9767"/>
                  </a:lnTo>
                  <a:cubicBezTo>
                    <a:pt x="9791" y="9689"/>
                    <a:pt x="9821" y="9611"/>
                    <a:pt x="9848" y="9535"/>
                  </a:cubicBezTo>
                  <a:lnTo>
                    <a:pt x="6592" y="6279"/>
                  </a:lnTo>
                  <a:lnTo>
                    <a:pt x="6565" y="625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4898450" y="2956950"/>
              <a:ext cx="249900" cy="252175"/>
            </a:xfrm>
            <a:custGeom>
              <a:avLst/>
              <a:gdLst/>
              <a:ahLst/>
              <a:cxnLst/>
              <a:rect l="l" t="t" r="r" b="b"/>
              <a:pathLst>
                <a:path w="9996" h="10087" extrusionOk="0">
                  <a:moveTo>
                    <a:pt x="0" y="0"/>
                  </a:moveTo>
                  <a:lnTo>
                    <a:pt x="4" y="316"/>
                  </a:lnTo>
                  <a:lnTo>
                    <a:pt x="6753" y="7065"/>
                  </a:lnTo>
                  <a:lnTo>
                    <a:pt x="6780" y="7093"/>
                  </a:lnTo>
                  <a:lnTo>
                    <a:pt x="9774" y="10087"/>
                  </a:lnTo>
                  <a:cubicBezTo>
                    <a:pt x="9849" y="10057"/>
                    <a:pt x="9921" y="10026"/>
                    <a:pt x="9996" y="9995"/>
                  </a:cubicBezTo>
                  <a:lnTo>
                    <a:pt x="6909" y="6909"/>
                  </a:lnTo>
                  <a:lnTo>
                    <a:pt x="6882" y="6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4896825" y="2682350"/>
              <a:ext cx="387800" cy="393175"/>
            </a:xfrm>
            <a:custGeom>
              <a:avLst/>
              <a:gdLst/>
              <a:ahLst/>
              <a:cxnLst/>
              <a:rect l="l" t="t" r="r" b="b"/>
              <a:pathLst>
                <a:path w="15512" h="15727" extrusionOk="0">
                  <a:moveTo>
                    <a:pt x="1" y="0"/>
                  </a:moveTo>
                  <a:lnTo>
                    <a:pt x="4" y="314"/>
                  </a:lnTo>
                  <a:lnTo>
                    <a:pt x="4450" y="4760"/>
                  </a:lnTo>
                  <a:lnTo>
                    <a:pt x="4477" y="4787"/>
                  </a:lnTo>
                  <a:lnTo>
                    <a:pt x="12279" y="12588"/>
                  </a:lnTo>
                  <a:lnTo>
                    <a:pt x="12306" y="12616"/>
                  </a:lnTo>
                  <a:lnTo>
                    <a:pt x="15416" y="15726"/>
                  </a:lnTo>
                  <a:cubicBezTo>
                    <a:pt x="15450" y="15654"/>
                    <a:pt x="15480" y="15583"/>
                    <a:pt x="15512" y="15511"/>
                  </a:cubicBezTo>
                  <a:lnTo>
                    <a:pt x="12435" y="12432"/>
                  </a:lnTo>
                  <a:lnTo>
                    <a:pt x="12408" y="12404"/>
                  </a:lnTo>
                  <a:lnTo>
                    <a:pt x="4661" y="4657"/>
                  </a:lnTo>
                  <a:lnTo>
                    <a:pt x="4634" y="46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4899900" y="3192325"/>
              <a:ext cx="14925" cy="15025"/>
            </a:xfrm>
            <a:custGeom>
              <a:avLst/>
              <a:gdLst/>
              <a:ahLst/>
              <a:cxnLst/>
              <a:rect l="l" t="t" r="r" b="b"/>
              <a:pathLst>
                <a:path w="597" h="601" extrusionOk="0">
                  <a:moveTo>
                    <a:pt x="0" y="1"/>
                  </a:moveTo>
                  <a:lnTo>
                    <a:pt x="0" y="315"/>
                  </a:lnTo>
                  <a:lnTo>
                    <a:pt x="65" y="382"/>
                  </a:lnTo>
                  <a:cubicBezTo>
                    <a:pt x="242" y="458"/>
                    <a:pt x="420" y="532"/>
                    <a:pt x="596" y="6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4899650" y="3153175"/>
              <a:ext cx="70125" cy="70100"/>
            </a:xfrm>
            <a:custGeom>
              <a:avLst/>
              <a:gdLst/>
              <a:ahLst/>
              <a:cxnLst/>
              <a:rect l="l" t="t" r="r" b="b"/>
              <a:pathLst>
                <a:path w="2805" h="2804" extrusionOk="0">
                  <a:moveTo>
                    <a:pt x="0" y="0"/>
                  </a:moveTo>
                  <a:lnTo>
                    <a:pt x="0" y="313"/>
                  </a:lnTo>
                  <a:lnTo>
                    <a:pt x="2405" y="2715"/>
                  </a:lnTo>
                  <a:cubicBezTo>
                    <a:pt x="2538" y="2746"/>
                    <a:pt x="2671" y="2777"/>
                    <a:pt x="2804" y="28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5276925" y="2485200"/>
              <a:ext cx="83325" cy="81775"/>
            </a:xfrm>
            <a:custGeom>
              <a:avLst/>
              <a:gdLst/>
              <a:ahLst/>
              <a:cxnLst/>
              <a:rect l="l" t="t" r="r" b="b"/>
              <a:pathLst>
                <a:path w="3333" h="3271" extrusionOk="0">
                  <a:moveTo>
                    <a:pt x="1" y="0"/>
                  </a:moveTo>
                  <a:lnTo>
                    <a:pt x="975" y="974"/>
                  </a:lnTo>
                  <a:lnTo>
                    <a:pt x="1002" y="1002"/>
                  </a:lnTo>
                  <a:lnTo>
                    <a:pt x="3271" y="3271"/>
                  </a:lnTo>
                  <a:cubicBezTo>
                    <a:pt x="3295" y="3189"/>
                    <a:pt x="3315" y="3103"/>
                    <a:pt x="3333" y="3021"/>
                  </a:cubicBezTo>
                  <a:lnTo>
                    <a:pt x="1128" y="818"/>
                  </a:lnTo>
                  <a:lnTo>
                    <a:pt x="1101" y="79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5237925" y="2485200"/>
              <a:ext cx="111600" cy="108875"/>
            </a:xfrm>
            <a:custGeom>
              <a:avLst/>
              <a:gdLst/>
              <a:ahLst/>
              <a:cxnLst/>
              <a:rect l="l" t="t" r="r" b="b"/>
              <a:pathLst>
                <a:path w="4464" h="4355" extrusionOk="0">
                  <a:moveTo>
                    <a:pt x="1" y="0"/>
                  </a:moveTo>
                  <a:lnTo>
                    <a:pt x="1755" y="1754"/>
                  </a:lnTo>
                  <a:lnTo>
                    <a:pt x="1782" y="1782"/>
                  </a:lnTo>
                  <a:lnTo>
                    <a:pt x="4355" y="4354"/>
                  </a:lnTo>
                  <a:cubicBezTo>
                    <a:pt x="4391" y="4285"/>
                    <a:pt x="4426" y="4218"/>
                    <a:pt x="4463" y="4150"/>
                  </a:cubicBezTo>
                  <a:lnTo>
                    <a:pt x="1908" y="1598"/>
                  </a:lnTo>
                  <a:lnTo>
                    <a:pt x="1885" y="1570"/>
                  </a:lnTo>
                  <a:lnTo>
                    <a:pt x="1881" y="157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5120925" y="2485200"/>
              <a:ext cx="176475" cy="172750"/>
            </a:xfrm>
            <a:custGeom>
              <a:avLst/>
              <a:gdLst/>
              <a:ahLst/>
              <a:cxnLst/>
              <a:rect l="l" t="t" r="r" b="b"/>
              <a:pathLst>
                <a:path w="7059" h="6910" extrusionOk="0">
                  <a:moveTo>
                    <a:pt x="0" y="0"/>
                  </a:moveTo>
                  <a:lnTo>
                    <a:pt x="4068" y="4068"/>
                  </a:lnTo>
                  <a:lnTo>
                    <a:pt x="4095" y="4092"/>
                  </a:lnTo>
                  <a:lnTo>
                    <a:pt x="4122" y="4119"/>
                  </a:lnTo>
                  <a:lnTo>
                    <a:pt x="6909" y="6909"/>
                  </a:lnTo>
                  <a:cubicBezTo>
                    <a:pt x="6960" y="6854"/>
                    <a:pt x="7011" y="6800"/>
                    <a:pt x="7059" y="6746"/>
                  </a:cubicBezTo>
                  <a:lnTo>
                    <a:pt x="4275" y="3966"/>
                  </a:lnTo>
                  <a:lnTo>
                    <a:pt x="4248" y="3938"/>
                  </a:lnTo>
                  <a:lnTo>
                    <a:pt x="4224" y="391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4964875" y="2485200"/>
              <a:ext cx="279450" cy="279450"/>
            </a:xfrm>
            <a:custGeom>
              <a:avLst/>
              <a:gdLst/>
              <a:ahLst/>
              <a:cxnLst/>
              <a:rect l="l" t="t" r="r" b="b"/>
              <a:pathLst>
                <a:path w="11178" h="11178" extrusionOk="0">
                  <a:moveTo>
                    <a:pt x="0" y="0"/>
                  </a:moveTo>
                  <a:lnTo>
                    <a:pt x="7189" y="7185"/>
                  </a:lnTo>
                  <a:lnTo>
                    <a:pt x="7216" y="7212"/>
                  </a:lnTo>
                  <a:lnTo>
                    <a:pt x="7244" y="7240"/>
                  </a:lnTo>
                  <a:lnTo>
                    <a:pt x="11178" y="11177"/>
                  </a:lnTo>
                  <a:cubicBezTo>
                    <a:pt x="11175" y="11072"/>
                    <a:pt x="11175" y="10966"/>
                    <a:pt x="11178" y="10861"/>
                  </a:cubicBezTo>
                  <a:lnTo>
                    <a:pt x="7400" y="7086"/>
                  </a:lnTo>
                  <a:lnTo>
                    <a:pt x="7373" y="7059"/>
                  </a:lnTo>
                  <a:lnTo>
                    <a:pt x="7346" y="7032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5042900" y="2485200"/>
              <a:ext cx="219750" cy="216850"/>
            </a:xfrm>
            <a:custGeom>
              <a:avLst/>
              <a:gdLst/>
              <a:ahLst/>
              <a:cxnLst/>
              <a:rect l="l" t="t" r="r" b="b"/>
              <a:pathLst>
                <a:path w="8790" h="8674" extrusionOk="0">
                  <a:moveTo>
                    <a:pt x="0" y="0"/>
                  </a:moveTo>
                  <a:lnTo>
                    <a:pt x="5628" y="5625"/>
                  </a:lnTo>
                  <a:lnTo>
                    <a:pt x="5656" y="5652"/>
                  </a:lnTo>
                  <a:lnTo>
                    <a:pt x="5683" y="5679"/>
                  </a:lnTo>
                  <a:lnTo>
                    <a:pt x="8677" y="8674"/>
                  </a:lnTo>
                  <a:cubicBezTo>
                    <a:pt x="8714" y="8609"/>
                    <a:pt x="8749" y="8540"/>
                    <a:pt x="8790" y="8476"/>
                  </a:cubicBezTo>
                  <a:lnTo>
                    <a:pt x="5840" y="5526"/>
                  </a:lnTo>
                  <a:lnTo>
                    <a:pt x="5812" y="5499"/>
                  </a:lnTo>
                  <a:lnTo>
                    <a:pt x="5785" y="547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4895975" y="2525375"/>
              <a:ext cx="403625" cy="411475"/>
            </a:xfrm>
            <a:custGeom>
              <a:avLst/>
              <a:gdLst/>
              <a:ahLst/>
              <a:cxnLst/>
              <a:rect l="l" t="t" r="r" b="b"/>
              <a:pathLst>
                <a:path w="16145" h="16459" extrusionOk="0">
                  <a:moveTo>
                    <a:pt x="0" y="1"/>
                  </a:moveTo>
                  <a:lnTo>
                    <a:pt x="0" y="32"/>
                  </a:lnTo>
                  <a:lnTo>
                    <a:pt x="0" y="318"/>
                  </a:lnTo>
                  <a:lnTo>
                    <a:pt x="7604" y="7919"/>
                  </a:lnTo>
                  <a:lnTo>
                    <a:pt x="7632" y="7946"/>
                  </a:lnTo>
                  <a:lnTo>
                    <a:pt x="7659" y="7973"/>
                  </a:lnTo>
                  <a:lnTo>
                    <a:pt x="15406" y="15719"/>
                  </a:lnTo>
                  <a:lnTo>
                    <a:pt x="15433" y="15747"/>
                  </a:lnTo>
                  <a:lnTo>
                    <a:pt x="15460" y="15774"/>
                  </a:lnTo>
                  <a:lnTo>
                    <a:pt x="16145" y="16458"/>
                  </a:lnTo>
                  <a:cubicBezTo>
                    <a:pt x="16118" y="16326"/>
                    <a:pt x="16087" y="16189"/>
                    <a:pt x="16053" y="16057"/>
                  </a:cubicBezTo>
                  <a:lnTo>
                    <a:pt x="15613" y="15617"/>
                  </a:lnTo>
                  <a:lnTo>
                    <a:pt x="15586" y="15590"/>
                  </a:lnTo>
                  <a:lnTo>
                    <a:pt x="15559" y="15563"/>
                  </a:lnTo>
                  <a:lnTo>
                    <a:pt x="7816" y="7816"/>
                  </a:lnTo>
                  <a:lnTo>
                    <a:pt x="7788" y="7789"/>
                  </a:lnTo>
                  <a:lnTo>
                    <a:pt x="7761" y="7762"/>
                  </a:lnTo>
                  <a:lnTo>
                    <a:pt x="14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5081900" y="2485200"/>
              <a:ext cx="197175" cy="193700"/>
            </a:xfrm>
            <a:custGeom>
              <a:avLst/>
              <a:gdLst/>
              <a:ahLst/>
              <a:cxnLst/>
              <a:rect l="l" t="t" r="r" b="b"/>
              <a:pathLst>
                <a:path w="7887" h="7748" extrusionOk="0">
                  <a:moveTo>
                    <a:pt x="0" y="0"/>
                  </a:moveTo>
                  <a:lnTo>
                    <a:pt x="4848" y="4845"/>
                  </a:lnTo>
                  <a:lnTo>
                    <a:pt x="4876" y="4872"/>
                  </a:lnTo>
                  <a:lnTo>
                    <a:pt x="4903" y="4899"/>
                  </a:lnTo>
                  <a:lnTo>
                    <a:pt x="7747" y="7747"/>
                  </a:lnTo>
                  <a:cubicBezTo>
                    <a:pt x="7795" y="7689"/>
                    <a:pt x="7840" y="7631"/>
                    <a:pt x="7887" y="7573"/>
                  </a:cubicBezTo>
                  <a:lnTo>
                    <a:pt x="5056" y="4746"/>
                  </a:lnTo>
                  <a:lnTo>
                    <a:pt x="5032" y="4718"/>
                  </a:lnTo>
                  <a:lnTo>
                    <a:pt x="5005" y="469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4895725" y="2486225"/>
              <a:ext cx="384475" cy="392300"/>
            </a:xfrm>
            <a:custGeom>
              <a:avLst/>
              <a:gdLst/>
              <a:ahLst/>
              <a:cxnLst/>
              <a:rect l="l" t="t" r="r" b="b"/>
              <a:pathLst>
                <a:path w="15379" h="15692" extrusionOk="0">
                  <a:moveTo>
                    <a:pt x="1" y="0"/>
                  </a:moveTo>
                  <a:lnTo>
                    <a:pt x="4" y="313"/>
                  </a:lnTo>
                  <a:lnTo>
                    <a:pt x="620" y="933"/>
                  </a:lnTo>
                  <a:lnTo>
                    <a:pt x="648" y="961"/>
                  </a:lnTo>
                  <a:lnTo>
                    <a:pt x="8395" y="8704"/>
                  </a:lnTo>
                  <a:lnTo>
                    <a:pt x="8422" y="8732"/>
                  </a:lnTo>
                  <a:lnTo>
                    <a:pt x="8449" y="8759"/>
                  </a:lnTo>
                  <a:lnTo>
                    <a:pt x="15378" y="15691"/>
                  </a:lnTo>
                  <a:cubicBezTo>
                    <a:pt x="15300" y="15507"/>
                    <a:pt x="15222" y="15323"/>
                    <a:pt x="15140" y="15139"/>
                  </a:cubicBezTo>
                  <a:lnTo>
                    <a:pt x="8606" y="8602"/>
                  </a:lnTo>
                  <a:lnTo>
                    <a:pt x="8579" y="8578"/>
                  </a:lnTo>
                  <a:lnTo>
                    <a:pt x="8551" y="8551"/>
                  </a:lnTo>
                  <a:lnTo>
                    <a:pt x="804" y="804"/>
                  </a:lnTo>
                  <a:lnTo>
                    <a:pt x="777" y="777"/>
                  </a:lnTo>
                  <a:lnTo>
                    <a:pt x="750" y="7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4925875" y="2485200"/>
              <a:ext cx="327650" cy="327575"/>
            </a:xfrm>
            <a:custGeom>
              <a:avLst/>
              <a:gdLst/>
              <a:ahLst/>
              <a:cxnLst/>
              <a:rect l="l" t="t" r="r" b="b"/>
              <a:pathLst>
                <a:path w="13106" h="13103" extrusionOk="0">
                  <a:moveTo>
                    <a:pt x="0" y="0"/>
                  </a:moveTo>
                  <a:lnTo>
                    <a:pt x="167" y="167"/>
                  </a:lnTo>
                  <a:lnTo>
                    <a:pt x="194" y="194"/>
                  </a:lnTo>
                  <a:lnTo>
                    <a:pt x="222" y="221"/>
                  </a:lnTo>
                  <a:lnTo>
                    <a:pt x="7969" y="7965"/>
                  </a:lnTo>
                  <a:lnTo>
                    <a:pt x="7996" y="7993"/>
                  </a:lnTo>
                  <a:lnTo>
                    <a:pt x="13106" y="13103"/>
                  </a:lnTo>
                  <a:cubicBezTo>
                    <a:pt x="13059" y="12955"/>
                    <a:pt x="13018" y="12809"/>
                    <a:pt x="12977" y="12663"/>
                  </a:cubicBezTo>
                  <a:lnTo>
                    <a:pt x="8180" y="7866"/>
                  </a:lnTo>
                  <a:lnTo>
                    <a:pt x="8153" y="7839"/>
                  </a:lnTo>
                  <a:lnTo>
                    <a:pt x="378" y="65"/>
                  </a:lnTo>
                  <a:lnTo>
                    <a:pt x="351" y="37"/>
                  </a:lnTo>
                  <a:lnTo>
                    <a:pt x="324" y="10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7F8FC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912058" y="504275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body" idx="1"/>
          </p:nvPr>
        </p:nvSpPr>
        <p:spPr>
          <a:xfrm>
            <a:off x="914400" y="1281475"/>
            <a:ext cx="7299900" cy="31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romanLcPeriod"/>
              <a:defRPr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romanLcPeriod"/>
              <a:defRPr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3640916" y="4939133"/>
            <a:ext cx="3036" cy="2077"/>
          </a:xfrm>
          <a:custGeom>
            <a:avLst/>
            <a:gdLst/>
            <a:ahLst/>
            <a:cxnLst/>
            <a:rect l="l" t="t" r="r" b="b"/>
            <a:pathLst>
              <a:path w="39" h="39" extrusionOk="0">
                <a:moveTo>
                  <a:pt x="39" y="38"/>
                </a:moveTo>
                <a:lnTo>
                  <a:pt x="39" y="38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" name="Google Shape;90;p4"/>
          <p:cNvGrpSpPr/>
          <p:nvPr/>
        </p:nvGrpSpPr>
        <p:grpSpPr>
          <a:xfrm>
            <a:off x="6843884" y="-426174"/>
            <a:ext cx="2501000" cy="1673624"/>
            <a:chOff x="6843884" y="-426174"/>
            <a:chExt cx="2501000" cy="1673624"/>
          </a:xfrm>
        </p:grpSpPr>
        <p:sp>
          <p:nvSpPr>
            <p:cNvPr id="91" name="Google Shape;91;p4"/>
            <p:cNvSpPr/>
            <p:nvPr/>
          </p:nvSpPr>
          <p:spPr>
            <a:xfrm>
              <a:off x="7667903" y="-136207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" name="Google Shape;92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43884" y="-426174"/>
              <a:ext cx="2501000" cy="1383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" name="Google Shape;93;p4"/>
          <p:cNvGrpSpPr/>
          <p:nvPr/>
        </p:nvGrpSpPr>
        <p:grpSpPr>
          <a:xfrm>
            <a:off x="-65294" y="2635223"/>
            <a:ext cx="4507248" cy="2851689"/>
            <a:chOff x="-65294" y="2635223"/>
            <a:chExt cx="4507248" cy="2851689"/>
          </a:xfrm>
        </p:grpSpPr>
        <p:sp>
          <p:nvSpPr>
            <p:cNvPr id="94" name="Google Shape;94;p4"/>
            <p:cNvSpPr/>
            <p:nvPr/>
          </p:nvSpPr>
          <p:spPr>
            <a:xfrm>
              <a:off x="-37819" y="3229639"/>
              <a:ext cx="642083" cy="720261"/>
            </a:xfrm>
            <a:custGeom>
              <a:avLst/>
              <a:gdLst/>
              <a:ahLst/>
              <a:cxnLst/>
              <a:rect l="l" t="t" r="r" b="b"/>
              <a:pathLst>
                <a:path w="8249" h="13525" extrusionOk="0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-37819" y="3866020"/>
              <a:ext cx="2675357" cy="1620893"/>
            </a:xfrm>
            <a:custGeom>
              <a:avLst/>
              <a:gdLst/>
              <a:ahLst/>
              <a:cxnLst/>
              <a:rect l="l" t="t" r="r" b="b"/>
              <a:pathLst>
                <a:path w="34371" h="30437" extrusionOk="0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6" name="Google Shape;96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>
            <a:spLocks noGrp="1"/>
          </p:cNvSpPr>
          <p:nvPr>
            <p:ph type="ctrTitle"/>
          </p:nvPr>
        </p:nvSpPr>
        <p:spPr>
          <a:xfrm>
            <a:off x="6430548" y="2628993"/>
            <a:ext cx="1371600" cy="27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5"/>
          <p:cNvSpPr txBox="1">
            <a:spLocks noGrp="1"/>
          </p:cNvSpPr>
          <p:nvPr>
            <p:ph type="subTitle" idx="1"/>
          </p:nvPr>
        </p:nvSpPr>
        <p:spPr>
          <a:xfrm>
            <a:off x="5042950" y="3122523"/>
            <a:ext cx="27432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200"/>
              <a:buFont typeface="Roboto Condensed Light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1" name="Google Shape;101;p5"/>
          <p:cNvSpPr txBox="1">
            <a:spLocks noGrp="1"/>
          </p:cNvSpPr>
          <p:nvPr>
            <p:ph type="title" idx="2"/>
          </p:nvPr>
        </p:nvSpPr>
        <p:spPr>
          <a:xfrm>
            <a:off x="914238" y="507144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5"/>
          <p:cNvSpPr txBox="1">
            <a:spLocks noGrp="1"/>
          </p:cNvSpPr>
          <p:nvPr>
            <p:ph type="ctrTitle" idx="3"/>
          </p:nvPr>
        </p:nvSpPr>
        <p:spPr>
          <a:xfrm>
            <a:off x="1221943" y="2628993"/>
            <a:ext cx="1371600" cy="27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3" name="Google Shape;103;p5"/>
          <p:cNvSpPr txBox="1">
            <a:spLocks noGrp="1"/>
          </p:cNvSpPr>
          <p:nvPr>
            <p:ph type="subTitle" idx="4"/>
          </p:nvPr>
        </p:nvSpPr>
        <p:spPr>
          <a:xfrm>
            <a:off x="1359900" y="3118599"/>
            <a:ext cx="27432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200"/>
              <a:buFont typeface="Roboto Condensed Light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grpSp>
        <p:nvGrpSpPr>
          <p:cNvPr id="104" name="Google Shape;104;p5"/>
          <p:cNvGrpSpPr/>
          <p:nvPr/>
        </p:nvGrpSpPr>
        <p:grpSpPr>
          <a:xfrm>
            <a:off x="-720095" y="3263904"/>
            <a:ext cx="3539492" cy="2951122"/>
            <a:chOff x="-720095" y="3263904"/>
            <a:chExt cx="3539492" cy="2951122"/>
          </a:xfrm>
        </p:grpSpPr>
        <p:sp>
          <p:nvSpPr>
            <p:cNvPr id="105" name="Google Shape;105;p5"/>
            <p:cNvSpPr/>
            <p:nvPr/>
          </p:nvSpPr>
          <p:spPr>
            <a:xfrm rot="-4042627" flipH="1">
              <a:off x="-482993" y="3745959"/>
              <a:ext cx="1004486" cy="118336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 rot="-1422298" flipH="1">
              <a:off x="-289786" y="3599993"/>
              <a:ext cx="2150190" cy="2278942"/>
            </a:xfrm>
            <a:custGeom>
              <a:avLst/>
              <a:gdLst/>
              <a:ahLst/>
              <a:cxnLst/>
              <a:rect l="l" t="t" r="r" b="b"/>
              <a:pathLst>
                <a:path w="37180" h="44554" extrusionOk="0">
                  <a:moveTo>
                    <a:pt x="27786" y="0"/>
                  </a:moveTo>
                  <a:cubicBezTo>
                    <a:pt x="24969" y="3347"/>
                    <a:pt x="24958" y="8209"/>
                    <a:pt x="23557" y="12382"/>
                  </a:cubicBezTo>
                  <a:cubicBezTo>
                    <a:pt x="21980" y="17084"/>
                    <a:pt x="18515" y="21019"/>
                    <a:pt x="14327" y="23676"/>
                  </a:cubicBezTo>
                  <a:cubicBezTo>
                    <a:pt x="10400" y="26173"/>
                    <a:pt x="5653" y="27775"/>
                    <a:pt x="2944" y="31561"/>
                  </a:cubicBezTo>
                  <a:cubicBezTo>
                    <a:pt x="1949" y="32947"/>
                    <a:pt x="1294" y="34553"/>
                    <a:pt x="798" y="36188"/>
                  </a:cubicBezTo>
                  <a:cubicBezTo>
                    <a:pt x="336" y="37712"/>
                    <a:pt x="0" y="39289"/>
                    <a:pt x="38" y="40880"/>
                  </a:cubicBezTo>
                  <a:cubicBezTo>
                    <a:pt x="71" y="42154"/>
                    <a:pt x="347" y="43387"/>
                    <a:pt x="817" y="44553"/>
                  </a:cubicBezTo>
                  <a:lnTo>
                    <a:pt x="37179" y="44553"/>
                  </a:lnTo>
                  <a:lnTo>
                    <a:pt x="371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7" name="Google Shape;107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408555" y="4129802"/>
              <a:ext cx="3227952" cy="18157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" name="Google Shape;108;p5"/>
          <p:cNvGrpSpPr/>
          <p:nvPr/>
        </p:nvGrpSpPr>
        <p:grpSpPr>
          <a:xfrm>
            <a:off x="6779002" y="-295280"/>
            <a:ext cx="3020946" cy="1248196"/>
            <a:chOff x="6779002" y="-295280"/>
            <a:chExt cx="3020946" cy="1248196"/>
          </a:xfrm>
        </p:grpSpPr>
        <p:sp>
          <p:nvSpPr>
            <p:cNvPr id="109" name="Google Shape;109;p5"/>
            <p:cNvSpPr/>
            <p:nvPr/>
          </p:nvSpPr>
          <p:spPr>
            <a:xfrm rot="-10552813">
              <a:off x="7265370" y="25277"/>
              <a:ext cx="2293577" cy="846344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" name="Google Shape;110;p5"/>
            <p:cNvGrpSpPr/>
            <p:nvPr/>
          </p:nvGrpSpPr>
          <p:grpSpPr>
            <a:xfrm rot="-10552854" flipH="1">
              <a:off x="6807262" y="-79993"/>
              <a:ext cx="2878776" cy="890349"/>
              <a:chOff x="3098100" y="3849750"/>
              <a:chExt cx="940775" cy="270425"/>
            </a:xfrm>
          </p:grpSpPr>
          <p:sp>
            <p:nvSpPr>
              <p:cNvPr id="111" name="Google Shape;111;p5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5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13" name="Google Shape;113;p5"/>
            <p:cNvPicPr preferRelativeResize="0"/>
            <p:nvPr/>
          </p:nvPicPr>
          <p:blipFill rotWithShape="1">
            <a:blip r:embed="rId2">
              <a:alphaModFix/>
            </a:blip>
            <a:srcRect r="67147"/>
            <a:stretch/>
          </p:blipFill>
          <p:spPr>
            <a:xfrm rot="-5400000">
              <a:off x="8361850" y="-672905"/>
              <a:ext cx="1060474" cy="18157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914400" y="505472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6"/>
          <p:cNvGrpSpPr/>
          <p:nvPr/>
        </p:nvGrpSpPr>
        <p:grpSpPr>
          <a:xfrm>
            <a:off x="-65294" y="2635223"/>
            <a:ext cx="4507248" cy="2851719"/>
            <a:chOff x="-65294" y="2635223"/>
            <a:chExt cx="4507248" cy="2851719"/>
          </a:xfrm>
        </p:grpSpPr>
        <p:sp>
          <p:nvSpPr>
            <p:cNvPr id="117" name="Google Shape;117;p6"/>
            <p:cNvSpPr/>
            <p:nvPr/>
          </p:nvSpPr>
          <p:spPr>
            <a:xfrm>
              <a:off x="-37819" y="3229639"/>
              <a:ext cx="642082" cy="720274"/>
            </a:xfrm>
            <a:custGeom>
              <a:avLst/>
              <a:gdLst/>
              <a:ahLst/>
              <a:cxnLst/>
              <a:rect l="l" t="t" r="r" b="b"/>
              <a:pathLst>
                <a:path w="8249" h="13525" extrusionOk="0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-37819" y="3866020"/>
              <a:ext cx="2675353" cy="1620922"/>
            </a:xfrm>
            <a:custGeom>
              <a:avLst/>
              <a:gdLst/>
              <a:ahLst/>
              <a:cxnLst/>
              <a:rect l="l" t="t" r="r" b="b"/>
              <a:pathLst>
                <a:path w="34371" h="30437" extrusionOk="0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9" name="Google Shape;119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6"/>
          <p:cNvGrpSpPr/>
          <p:nvPr/>
        </p:nvGrpSpPr>
        <p:grpSpPr>
          <a:xfrm>
            <a:off x="6920084" y="-349974"/>
            <a:ext cx="2501000" cy="1597424"/>
            <a:chOff x="6920084" y="-349974"/>
            <a:chExt cx="2501000" cy="1597424"/>
          </a:xfrm>
        </p:grpSpPr>
        <p:sp>
          <p:nvSpPr>
            <p:cNvPr id="122" name="Google Shape;122;p6"/>
            <p:cNvSpPr/>
            <p:nvPr/>
          </p:nvSpPr>
          <p:spPr>
            <a:xfrm>
              <a:off x="7667903" y="-136207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23" name="Google Shape;123;p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20084" y="-349974"/>
              <a:ext cx="2501000" cy="1383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>
            <a:spLocks noGrp="1"/>
          </p:cNvSpPr>
          <p:nvPr>
            <p:ph type="title"/>
          </p:nvPr>
        </p:nvSpPr>
        <p:spPr>
          <a:xfrm>
            <a:off x="4572000" y="1697008"/>
            <a:ext cx="3660900" cy="88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6" name="Google Shape;126;p7"/>
          <p:cNvSpPr txBox="1">
            <a:spLocks noGrp="1"/>
          </p:cNvSpPr>
          <p:nvPr>
            <p:ph type="subTitle" idx="1"/>
          </p:nvPr>
        </p:nvSpPr>
        <p:spPr>
          <a:xfrm>
            <a:off x="4573650" y="2589965"/>
            <a:ext cx="3657600" cy="18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7" name="Google Shape;127;p7"/>
          <p:cNvGrpSpPr/>
          <p:nvPr/>
        </p:nvGrpSpPr>
        <p:grpSpPr>
          <a:xfrm>
            <a:off x="-1204808" y="-74100"/>
            <a:ext cx="7231283" cy="5464048"/>
            <a:chOff x="-1204808" y="-74100"/>
            <a:chExt cx="7231283" cy="5464048"/>
          </a:xfrm>
        </p:grpSpPr>
        <p:sp>
          <p:nvSpPr>
            <p:cNvPr id="128" name="Google Shape;128;p7"/>
            <p:cNvSpPr/>
            <p:nvPr/>
          </p:nvSpPr>
          <p:spPr>
            <a:xfrm rot="10800000">
              <a:off x="4153341" y="4476950"/>
              <a:ext cx="1156796" cy="708608"/>
            </a:xfrm>
            <a:custGeom>
              <a:avLst/>
              <a:gdLst/>
              <a:ahLst/>
              <a:cxnLst/>
              <a:rect l="l" t="t" r="r" b="b"/>
              <a:pathLst>
                <a:path w="15223" h="8282" extrusionOk="0">
                  <a:moveTo>
                    <a:pt x="0" y="1"/>
                  </a:moveTo>
                  <a:cubicBezTo>
                    <a:pt x="1891" y="2425"/>
                    <a:pt x="4014" y="4641"/>
                    <a:pt x="6636" y="6221"/>
                  </a:cubicBezTo>
                  <a:cubicBezTo>
                    <a:pt x="8786" y="7515"/>
                    <a:pt x="11353" y="8281"/>
                    <a:pt x="13851" y="8281"/>
                  </a:cubicBezTo>
                  <a:cubicBezTo>
                    <a:pt x="14312" y="8281"/>
                    <a:pt x="14770" y="8255"/>
                    <a:pt x="15223" y="8202"/>
                  </a:cubicBezTo>
                  <a:cubicBezTo>
                    <a:pt x="14696" y="5500"/>
                    <a:pt x="14653" y="2713"/>
                    <a:pt x="151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 rot="10800000">
              <a:off x="395212" y="361343"/>
              <a:ext cx="3758237" cy="4824215"/>
            </a:xfrm>
            <a:custGeom>
              <a:avLst/>
              <a:gdLst/>
              <a:ahLst/>
              <a:cxnLst/>
              <a:rect l="l" t="t" r="r" b="b"/>
              <a:pathLst>
                <a:path w="49457" h="56384" extrusionOk="0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 rot="10800000">
              <a:off x="2128619" y="4341080"/>
              <a:ext cx="2068144" cy="844477"/>
            </a:xfrm>
            <a:custGeom>
              <a:avLst/>
              <a:gdLst/>
              <a:ahLst/>
              <a:cxnLst/>
              <a:rect l="l" t="t" r="r" b="b"/>
              <a:pathLst>
                <a:path w="27216" h="9870" extrusionOk="0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 rot="10800000">
              <a:off x="2356486" y="-55043"/>
              <a:ext cx="2800232" cy="1123659"/>
            </a:xfrm>
            <a:custGeom>
              <a:avLst/>
              <a:gdLst/>
              <a:ahLst/>
              <a:cxnLst/>
              <a:rect l="l" t="t" r="r" b="b"/>
              <a:pathLst>
                <a:path w="36850" h="13133" extrusionOk="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 rot="10800000">
              <a:off x="-764693" y="248660"/>
              <a:ext cx="1969585" cy="4936898"/>
            </a:xfrm>
            <a:custGeom>
              <a:avLst/>
              <a:gdLst/>
              <a:ahLst/>
              <a:cxnLst/>
              <a:rect l="l" t="t" r="r" b="b"/>
              <a:pathLst>
                <a:path w="25919" h="57701" extrusionOk="0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 rot="10800000">
              <a:off x="2068004" y="-55044"/>
              <a:ext cx="3958471" cy="1281175"/>
            </a:xfrm>
            <a:custGeom>
              <a:avLst/>
              <a:gdLst/>
              <a:ahLst/>
              <a:cxnLst/>
              <a:rect l="l" t="t" r="r" b="b"/>
              <a:pathLst>
                <a:path w="52092" h="14974" extrusionOk="0">
                  <a:moveTo>
                    <a:pt x="10073" y="5769"/>
                  </a:moveTo>
                  <a:cubicBezTo>
                    <a:pt x="7479" y="5769"/>
                    <a:pt x="4891" y="6731"/>
                    <a:pt x="3028" y="8466"/>
                  </a:cubicBezTo>
                  <a:cubicBezTo>
                    <a:pt x="1213" y="10159"/>
                    <a:pt x="137" y="12540"/>
                    <a:pt x="0" y="14974"/>
                  </a:cubicBezTo>
                  <a:lnTo>
                    <a:pt x="11446" y="14974"/>
                  </a:lnTo>
                  <a:cubicBezTo>
                    <a:pt x="12158" y="12102"/>
                    <a:pt x="13582" y="9408"/>
                    <a:pt x="15534" y="7183"/>
                  </a:cubicBezTo>
                  <a:cubicBezTo>
                    <a:pt x="14502" y="6711"/>
                    <a:pt x="13450" y="6278"/>
                    <a:pt x="12337" y="6023"/>
                  </a:cubicBezTo>
                  <a:cubicBezTo>
                    <a:pt x="11597" y="5853"/>
                    <a:pt x="10833" y="5769"/>
                    <a:pt x="10073" y="5769"/>
                  </a:cubicBezTo>
                  <a:close/>
                  <a:moveTo>
                    <a:pt x="45074" y="1"/>
                  </a:moveTo>
                  <a:cubicBezTo>
                    <a:pt x="43566" y="1"/>
                    <a:pt x="41995" y="486"/>
                    <a:pt x="40619" y="1128"/>
                  </a:cubicBezTo>
                  <a:cubicBezTo>
                    <a:pt x="37595" y="2533"/>
                    <a:pt x="34973" y="4604"/>
                    <a:pt x="32144" y="6344"/>
                  </a:cubicBezTo>
                  <a:cubicBezTo>
                    <a:pt x="32964" y="7452"/>
                    <a:pt x="33822" y="8509"/>
                    <a:pt x="35001" y="9182"/>
                  </a:cubicBezTo>
                  <a:cubicBezTo>
                    <a:pt x="37124" y="10394"/>
                    <a:pt x="39736" y="10065"/>
                    <a:pt x="42179" y="10168"/>
                  </a:cubicBezTo>
                  <a:cubicBezTo>
                    <a:pt x="44617" y="10272"/>
                    <a:pt x="47447" y="11215"/>
                    <a:pt x="48126" y="13563"/>
                  </a:cubicBezTo>
                  <a:cubicBezTo>
                    <a:pt x="48258" y="14021"/>
                    <a:pt x="48291" y="14497"/>
                    <a:pt x="48296" y="14974"/>
                  </a:cubicBezTo>
                  <a:lnTo>
                    <a:pt x="51884" y="14974"/>
                  </a:lnTo>
                  <a:cubicBezTo>
                    <a:pt x="52092" y="11470"/>
                    <a:pt x="51993" y="7956"/>
                    <a:pt x="50790" y="4670"/>
                  </a:cubicBezTo>
                  <a:cubicBezTo>
                    <a:pt x="50211" y="3085"/>
                    <a:pt x="49299" y="1505"/>
                    <a:pt x="47791" y="661"/>
                  </a:cubicBezTo>
                  <a:cubicBezTo>
                    <a:pt x="46951" y="194"/>
                    <a:pt x="46027" y="1"/>
                    <a:pt x="450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 rot="10800000">
              <a:off x="2356486" y="-55039"/>
              <a:ext cx="2800232" cy="738468"/>
            </a:xfrm>
            <a:custGeom>
              <a:avLst/>
              <a:gdLst/>
              <a:ahLst/>
              <a:cxnLst/>
              <a:rect l="l" t="t" r="r" b="b"/>
              <a:pathLst>
                <a:path w="36850" h="8631" extrusionOk="0">
                  <a:moveTo>
                    <a:pt x="20698" y="1"/>
                  </a:moveTo>
                  <a:cubicBezTo>
                    <a:pt x="20434" y="166"/>
                    <a:pt x="20169" y="321"/>
                    <a:pt x="19905" y="477"/>
                  </a:cubicBezTo>
                  <a:cubicBezTo>
                    <a:pt x="17354" y="1968"/>
                    <a:pt x="14431" y="3137"/>
                    <a:pt x="11488" y="3137"/>
                  </a:cubicBezTo>
                  <a:cubicBezTo>
                    <a:pt x="10814" y="3137"/>
                    <a:pt x="10134" y="3076"/>
                    <a:pt x="9460" y="2943"/>
                  </a:cubicBezTo>
                  <a:cubicBezTo>
                    <a:pt x="7564" y="2566"/>
                    <a:pt x="5847" y="1642"/>
                    <a:pt x="4088" y="840"/>
                  </a:cubicBezTo>
                  <a:cubicBezTo>
                    <a:pt x="2136" y="3065"/>
                    <a:pt x="712" y="5759"/>
                    <a:pt x="0" y="8631"/>
                  </a:cubicBezTo>
                  <a:lnTo>
                    <a:pt x="36850" y="8631"/>
                  </a:lnTo>
                  <a:cubicBezTo>
                    <a:pt x="36845" y="8154"/>
                    <a:pt x="36812" y="7678"/>
                    <a:pt x="36680" y="7220"/>
                  </a:cubicBezTo>
                  <a:cubicBezTo>
                    <a:pt x="36001" y="4872"/>
                    <a:pt x="33171" y="3929"/>
                    <a:pt x="30733" y="3825"/>
                  </a:cubicBezTo>
                  <a:cubicBezTo>
                    <a:pt x="28290" y="3722"/>
                    <a:pt x="25678" y="4051"/>
                    <a:pt x="23555" y="2839"/>
                  </a:cubicBezTo>
                  <a:cubicBezTo>
                    <a:pt x="22376" y="2166"/>
                    <a:pt x="21518" y="1109"/>
                    <a:pt x="206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 rot="10800000">
              <a:off x="874085" y="729362"/>
              <a:ext cx="1115229" cy="140138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 rot="10800000">
              <a:off x="-764698" y="-55041"/>
              <a:ext cx="2149149" cy="904284"/>
            </a:xfrm>
            <a:custGeom>
              <a:avLst/>
              <a:gdLst/>
              <a:ahLst/>
              <a:cxnLst/>
              <a:rect l="l" t="t" r="r" b="b"/>
              <a:pathLst>
                <a:path w="28282" h="10569" extrusionOk="0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" name="Google Shape;137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204808" y="1697000"/>
              <a:ext cx="4162461" cy="3692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068798" y="-74100"/>
              <a:ext cx="4575068" cy="12811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48">
          <p15:clr>
            <a:srgbClr val="FA7B17"/>
          </p15:clr>
        </p15:guide>
        <p15:guide id="2" pos="2206">
          <p15:clr>
            <a:srgbClr val="FA7B17"/>
          </p15:clr>
        </p15:guide>
        <p15:guide id="3" pos="1765">
          <p15:clr>
            <a:srgbClr val="FA7B17"/>
          </p15:clr>
        </p15:guide>
        <p15:guide id="4" orient="horz" pos="1250">
          <p15:clr>
            <a:srgbClr val="FA7B17"/>
          </p15:clr>
        </p15:guide>
        <p15:guide id="5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bg>
      <p:bgPr>
        <a:solidFill>
          <a:schemeClr val="accent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>
            <a:spLocks noGrp="1"/>
          </p:cNvSpPr>
          <p:nvPr>
            <p:ph type="ctrTitle"/>
          </p:nvPr>
        </p:nvSpPr>
        <p:spPr>
          <a:xfrm>
            <a:off x="914400" y="3284873"/>
            <a:ext cx="3651600" cy="5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8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1" name="Google Shape;141;p8"/>
          <p:cNvSpPr txBox="1">
            <a:spLocks noGrp="1"/>
          </p:cNvSpPr>
          <p:nvPr>
            <p:ph type="subTitle" idx="1"/>
          </p:nvPr>
        </p:nvSpPr>
        <p:spPr>
          <a:xfrm>
            <a:off x="914400" y="965610"/>
            <a:ext cx="3651600" cy="231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grpSp>
        <p:nvGrpSpPr>
          <p:cNvPr id="142" name="Google Shape;142;p8"/>
          <p:cNvGrpSpPr/>
          <p:nvPr/>
        </p:nvGrpSpPr>
        <p:grpSpPr>
          <a:xfrm>
            <a:off x="2493374" y="-81232"/>
            <a:ext cx="6955431" cy="5329506"/>
            <a:chOff x="2493374" y="-81232"/>
            <a:chExt cx="6955431" cy="5329506"/>
          </a:xfrm>
        </p:grpSpPr>
        <p:sp>
          <p:nvSpPr>
            <p:cNvPr id="143" name="Google Shape;143;p8"/>
            <p:cNvSpPr/>
            <p:nvPr/>
          </p:nvSpPr>
          <p:spPr>
            <a:xfrm rot="10800000" flipH="1">
              <a:off x="4366399" y="335155"/>
              <a:ext cx="3758237" cy="4824215"/>
            </a:xfrm>
            <a:custGeom>
              <a:avLst/>
              <a:gdLst/>
              <a:ahLst/>
              <a:cxnLst/>
              <a:rect l="l" t="t" r="r" b="b"/>
              <a:pathLst>
                <a:path w="49457" h="56384" extrusionOk="0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8"/>
            <p:cNvSpPr/>
            <p:nvPr/>
          </p:nvSpPr>
          <p:spPr>
            <a:xfrm rot="10800000" flipH="1">
              <a:off x="4323086" y="4314893"/>
              <a:ext cx="2068144" cy="844477"/>
            </a:xfrm>
            <a:custGeom>
              <a:avLst/>
              <a:gdLst/>
              <a:ahLst/>
              <a:cxnLst/>
              <a:rect l="l" t="t" r="r" b="b"/>
              <a:pathLst>
                <a:path w="27216" h="9870" extrusionOk="0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8"/>
            <p:cNvSpPr/>
            <p:nvPr/>
          </p:nvSpPr>
          <p:spPr>
            <a:xfrm rot="10800000" flipH="1">
              <a:off x="3363131" y="-81230"/>
              <a:ext cx="2800232" cy="1123659"/>
            </a:xfrm>
            <a:custGeom>
              <a:avLst/>
              <a:gdLst/>
              <a:ahLst/>
              <a:cxnLst/>
              <a:rect l="l" t="t" r="r" b="b"/>
              <a:pathLst>
                <a:path w="36850" h="13133" extrusionOk="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8"/>
            <p:cNvSpPr/>
            <p:nvPr/>
          </p:nvSpPr>
          <p:spPr>
            <a:xfrm rot="10800000" flipH="1">
              <a:off x="7314957" y="222473"/>
              <a:ext cx="1969585" cy="4936898"/>
            </a:xfrm>
            <a:custGeom>
              <a:avLst/>
              <a:gdLst/>
              <a:ahLst/>
              <a:cxnLst/>
              <a:rect l="l" t="t" r="r" b="b"/>
              <a:pathLst>
                <a:path w="25919" h="57701" extrusionOk="0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8"/>
            <p:cNvSpPr/>
            <p:nvPr/>
          </p:nvSpPr>
          <p:spPr>
            <a:xfrm rot="10800000" flipH="1">
              <a:off x="7135398" y="-81228"/>
              <a:ext cx="2149149" cy="904284"/>
            </a:xfrm>
            <a:custGeom>
              <a:avLst/>
              <a:gdLst/>
              <a:ahLst/>
              <a:cxnLst/>
              <a:rect l="l" t="t" r="r" b="b"/>
              <a:pathLst>
                <a:path w="28282" h="10569" extrusionOk="0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8" name="Google Shape;148;p8"/>
            <p:cNvGrpSpPr/>
            <p:nvPr/>
          </p:nvGrpSpPr>
          <p:grpSpPr>
            <a:xfrm>
              <a:off x="2493374" y="-81232"/>
              <a:ext cx="3958471" cy="1281175"/>
              <a:chOff x="2493374" y="-81232"/>
              <a:chExt cx="3958471" cy="1281175"/>
            </a:xfrm>
          </p:grpSpPr>
          <p:sp>
            <p:nvSpPr>
              <p:cNvPr id="149" name="Google Shape;149;p8"/>
              <p:cNvSpPr/>
              <p:nvPr/>
            </p:nvSpPr>
            <p:spPr>
              <a:xfrm rot="10800000" flipH="1">
                <a:off x="2493374" y="-81232"/>
                <a:ext cx="3958471" cy="1281175"/>
              </a:xfrm>
              <a:custGeom>
                <a:avLst/>
                <a:gdLst/>
                <a:ahLst/>
                <a:cxnLst/>
                <a:rect l="l" t="t" r="r" b="b"/>
                <a:pathLst>
                  <a:path w="52092" h="14974" extrusionOk="0">
                    <a:moveTo>
                      <a:pt x="10073" y="5769"/>
                    </a:moveTo>
                    <a:cubicBezTo>
                      <a:pt x="7479" y="5769"/>
                      <a:pt x="4891" y="6731"/>
                      <a:pt x="3028" y="8466"/>
                    </a:cubicBezTo>
                    <a:cubicBezTo>
                      <a:pt x="1213" y="10159"/>
                      <a:pt x="137" y="12540"/>
                      <a:pt x="0" y="14974"/>
                    </a:cubicBezTo>
                    <a:lnTo>
                      <a:pt x="11446" y="14974"/>
                    </a:lnTo>
                    <a:cubicBezTo>
                      <a:pt x="12158" y="12102"/>
                      <a:pt x="13582" y="9408"/>
                      <a:pt x="15534" y="7183"/>
                    </a:cubicBezTo>
                    <a:cubicBezTo>
                      <a:pt x="14502" y="6711"/>
                      <a:pt x="13450" y="6278"/>
                      <a:pt x="12337" y="6023"/>
                    </a:cubicBezTo>
                    <a:cubicBezTo>
                      <a:pt x="11597" y="5853"/>
                      <a:pt x="10833" y="5769"/>
                      <a:pt x="10073" y="5769"/>
                    </a:cubicBezTo>
                    <a:close/>
                    <a:moveTo>
                      <a:pt x="45074" y="1"/>
                    </a:moveTo>
                    <a:cubicBezTo>
                      <a:pt x="43566" y="1"/>
                      <a:pt x="41995" y="486"/>
                      <a:pt x="40619" y="1128"/>
                    </a:cubicBezTo>
                    <a:cubicBezTo>
                      <a:pt x="37595" y="2533"/>
                      <a:pt x="34973" y="4604"/>
                      <a:pt x="32144" y="6344"/>
                    </a:cubicBezTo>
                    <a:cubicBezTo>
                      <a:pt x="32964" y="7452"/>
                      <a:pt x="33822" y="8509"/>
                      <a:pt x="35001" y="9182"/>
                    </a:cubicBezTo>
                    <a:cubicBezTo>
                      <a:pt x="37124" y="10394"/>
                      <a:pt x="39736" y="10065"/>
                      <a:pt x="42179" y="10168"/>
                    </a:cubicBezTo>
                    <a:cubicBezTo>
                      <a:pt x="44617" y="10272"/>
                      <a:pt x="47447" y="11215"/>
                      <a:pt x="48126" y="13563"/>
                    </a:cubicBezTo>
                    <a:cubicBezTo>
                      <a:pt x="48258" y="14021"/>
                      <a:pt x="48291" y="14497"/>
                      <a:pt x="48296" y="14974"/>
                    </a:cubicBezTo>
                    <a:lnTo>
                      <a:pt x="51884" y="14974"/>
                    </a:lnTo>
                    <a:cubicBezTo>
                      <a:pt x="52092" y="11470"/>
                      <a:pt x="51993" y="7956"/>
                      <a:pt x="50790" y="4670"/>
                    </a:cubicBezTo>
                    <a:cubicBezTo>
                      <a:pt x="50211" y="3085"/>
                      <a:pt x="49299" y="1505"/>
                      <a:pt x="47791" y="661"/>
                    </a:cubicBezTo>
                    <a:cubicBezTo>
                      <a:pt x="46951" y="194"/>
                      <a:pt x="46027" y="1"/>
                      <a:pt x="450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8"/>
              <p:cNvSpPr/>
              <p:nvPr/>
            </p:nvSpPr>
            <p:spPr>
              <a:xfrm rot="10800000" flipH="1">
                <a:off x="3363131" y="-81227"/>
                <a:ext cx="2800232" cy="738468"/>
              </a:xfrm>
              <a:custGeom>
                <a:avLst/>
                <a:gdLst/>
                <a:ahLst/>
                <a:cxnLst/>
                <a:rect l="l" t="t" r="r" b="b"/>
                <a:pathLst>
                  <a:path w="36850" h="8631" extrusionOk="0">
                    <a:moveTo>
                      <a:pt x="20698" y="1"/>
                    </a:moveTo>
                    <a:cubicBezTo>
                      <a:pt x="20434" y="166"/>
                      <a:pt x="20169" y="321"/>
                      <a:pt x="19905" y="477"/>
                    </a:cubicBezTo>
                    <a:cubicBezTo>
                      <a:pt x="17354" y="1968"/>
                      <a:pt x="14431" y="3137"/>
                      <a:pt x="11488" y="3137"/>
                    </a:cubicBezTo>
                    <a:cubicBezTo>
                      <a:pt x="10814" y="3137"/>
                      <a:pt x="10134" y="3076"/>
                      <a:pt x="9460" y="2943"/>
                    </a:cubicBezTo>
                    <a:cubicBezTo>
                      <a:pt x="7564" y="2566"/>
                      <a:pt x="5847" y="1642"/>
                      <a:pt x="4088" y="840"/>
                    </a:cubicBezTo>
                    <a:cubicBezTo>
                      <a:pt x="2136" y="3065"/>
                      <a:pt x="712" y="5759"/>
                      <a:pt x="0" y="8631"/>
                    </a:cubicBezTo>
                    <a:lnTo>
                      <a:pt x="36850" y="8631"/>
                    </a:lnTo>
                    <a:cubicBezTo>
                      <a:pt x="36845" y="8154"/>
                      <a:pt x="36812" y="7678"/>
                      <a:pt x="36680" y="7220"/>
                    </a:cubicBezTo>
                    <a:cubicBezTo>
                      <a:pt x="36001" y="4872"/>
                      <a:pt x="33171" y="3929"/>
                      <a:pt x="30733" y="3825"/>
                    </a:cubicBezTo>
                    <a:cubicBezTo>
                      <a:pt x="28290" y="3722"/>
                      <a:pt x="25678" y="4051"/>
                      <a:pt x="23555" y="2839"/>
                    </a:cubicBezTo>
                    <a:cubicBezTo>
                      <a:pt x="22376" y="2166"/>
                      <a:pt x="21518" y="1109"/>
                      <a:pt x="20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" name="Google Shape;151;p8"/>
            <p:cNvSpPr/>
            <p:nvPr/>
          </p:nvSpPr>
          <p:spPr>
            <a:xfrm rot="10800000" flipH="1">
              <a:off x="6530534" y="703175"/>
              <a:ext cx="1115229" cy="140138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2" name="Google Shape;152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551674" y="-76200"/>
              <a:ext cx="4820928" cy="27117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8"/>
            <p:cNvPicPr preferRelativeResize="0"/>
            <p:nvPr/>
          </p:nvPicPr>
          <p:blipFill rotWithShape="1">
            <a:blip r:embed="rId3">
              <a:alphaModFix/>
            </a:blip>
            <a:srcRect l="29508" t="-10800" b="10800"/>
            <a:stretch/>
          </p:blipFill>
          <p:spPr>
            <a:xfrm>
              <a:off x="5033275" y="1724850"/>
              <a:ext cx="4415530" cy="35234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rgbClr val="F7F8FC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 flipH="1">
            <a:off x="2894200" y="3121150"/>
            <a:ext cx="3525600" cy="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9"/>
          <p:cNvSpPr txBox="1">
            <a:spLocks noGrp="1"/>
          </p:cNvSpPr>
          <p:nvPr>
            <p:ph type="ctrTitle"/>
          </p:nvPr>
        </p:nvSpPr>
        <p:spPr>
          <a:xfrm flipH="1">
            <a:off x="668300" y="2732350"/>
            <a:ext cx="7977300" cy="3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9"/>
          <p:cNvSpPr txBox="1">
            <a:spLocks noGrp="1"/>
          </p:cNvSpPr>
          <p:nvPr>
            <p:ph type="subTitle" idx="2"/>
          </p:nvPr>
        </p:nvSpPr>
        <p:spPr>
          <a:xfrm flipH="1">
            <a:off x="914550" y="3108302"/>
            <a:ext cx="7299900" cy="3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9"/>
          <p:cNvSpPr txBox="1">
            <a:spLocks noGrp="1"/>
          </p:cNvSpPr>
          <p:nvPr>
            <p:ph type="ctrTitle" idx="3"/>
          </p:nvPr>
        </p:nvSpPr>
        <p:spPr>
          <a:xfrm flipH="1">
            <a:off x="914250" y="2579950"/>
            <a:ext cx="7299900" cy="5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9"/>
          <p:cNvSpPr txBox="1">
            <a:spLocks noGrp="1"/>
          </p:cNvSpPr>
          <p:nvPr>
            <p:ph type="title" idx="4" hasCustomPrompt="1"/>
          </p:nvPr>
        </p:nvSpPr>
        <p:spPr>
          <a:xfrm>
            <a:off x="2691300" y="1948575"/>
            <a:ext cx="3734100" cy="6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160" name="Google Shape;160;p9"/>
          <p:cNvSpPr/>
          <p:nvPr/>
        </p:nvSpPr>
        <p:spPr>
          <a:xfrm>
            <a:off x="0" y="-76200"/>
            <a:ext cx="2668237" cy="1145841"/>
          </a:xfrm>
          <a:custGeom>
            <a:avLst/>
            <a:gdLst/>
            <a:ahLst/>
            <a:cxnLst/>
            <a:rect l="l" t="t" r="r" b="b"/>
            <a:pathLst>
              <a:path w="40411" h="17354" extrusionOk="0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0" y="-76200"/>
            <a:ext cx="4572074" cy="2474025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2" name="Google Shape;162;p9"/>
          <p:cNvGrpSpPr/>
          <p:nvPr/>
        </p:nvGrpSpPr>
        <p:grpSpPr>
          <a:xfrm>
            <a:off x="-40223" y="-142013"/>
            <a:ext cx="1291147" cy="2218459"/>
            <a:chOff x="4895725" y="2485200"/>
            <a:chExt cx="464525" cy="744050"/>
          </a:xfrm>
        </p:grpSpPr>
        <p:sp>
          <p:nvSpPr>
            <p:cNvPr id="163" name="Google Shape;163;p9"/>
            <p:cNvSpPr/>
            <p:nvPr/>
          </p:nvSpPr>
          <p:spPr>
            <a:xfrm>
              <a:off x="4896150" y="2564650"/>
              <a:ext cx="407475" cy="415225"/>
            </a:xfrm>
            <a:custGeom>
              <a:avLst/>
              <a:gdLst/>
              <a:ahLst/>
              <a:cxnLst/>
              <a:rect l="l" t="t" r="r" b="b"/>
              <a:pathLst>
                <a:path w="16299" h="16609" extrusionOk="0">
                  <a:moveTo>
                    <a:pt x="1" y="0"/>
                  </a:moveTo>
                  <a:lnTo>
                    <a:pt x="4" y="314"/>
                  </a:lnTo>
                  <a:lnTo>
                    <a:pt x="6817" y="7128"/>
                  </a:lnTo>
                  <a:lnTo>
                    <a:pt x="6845" y="7155"/>
                  </a:lnTo>
                  <a:lnTo>
                    <a:pt x="6872" y="7182"/>
                  </a:lnTo>
                  <a:lnTo>
                    <a:pt x="14619" y="14928"/>
                  </a:lnTo>
                  <a:lnTo>
                    <a:pt x="14646" y="14956"/>
                  </a:lnTo>
                  <a:lnTo>
                    <a:pt x="16298" y="16609"/>
                  </a:lnTo>
                  <a:cubicBezTo>
                    <a:pt x="16298" y="16506"/>
                    <a:pt x="16298" y="16400"/>
                    <a:pt x="16295" y="16295"/>
                  </a:cubicBezTo>
                  <a:lnTo>
                    <a:pt x="14826" y="14826"/>
                  </a:lnTo>
                  <a:lnTo>
                    <a:pt x="14799" y="14799"/>
                  </a:lnTo>
                  <a:lnTo>
                    <a:pt x="7029" y="7025"/>
                  </a:lnTo>
                  <a:lnTo>
                    <a:pt x="7001" y="6998"/>
                  </a:lnTo>
                  <a:lnTo>
                    <a:pt x="6974" y="69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4896675" y="2643100"/>
              <a:ext cx="398000" cy="404125"/>
            </a:xfrm>
            <a:custGeom>
              <a:avLst/>
              <a:gdLst/>
              <a:ahLst/>
              <a:cxnLst/>
              <a:rect l="l" t="t" r="r" b="b"/>
              <a:pathLst>
                <a:path w="15920" h="16165" extrusionOk="0">
                  <a:moveTo>
                    <a:pt x="0" y="0"/>
                  </a:moveTo>
                  <a:lnTo>
                    <a:pt x="0" y="314"/>
                  </a:lnTo>
                  <a:lnTo>
                    <a:pt x="5236" y="5550"/>
                  </a:lnTo>
                  <a:lnTo>
                    <a:pt x="5263" y="5577"/>
                  </a:lnTo>
                  <a:lnTo>
                    <a:pt x="5291" y="5604"/>
                  </a:lnTo>
                  <a:lnTo>
                    <a:pt x="13038" y="13351"/>
                  </a:lnTo>
                  <a:lnTo>
                    <a:pt x="13065" y="13378"/>
                  </a:lnTo>
                  <a:lnTo>
                    <a:pt x="13092" y="13405"/>
                  </a:lnTo>
                  <a:lnTo>
                    <a:pt x="15848" y="16165"/>
                  </a:lnTo>
                  <a:cubicBezTo>
                    <a:pt x="15875" y="16083"/>
                    <a:pt x="15899" y="16005"/>
                    <a:pt x="15920" y="15923"/>
                  </a:cubicBezTo>
                  <a:lnTo>
                    <a:pt x="13245" y="13249"/>
                  </a:lnTo>
                  <a:lnTo>
                    <a:pt x="13218" y="13221"/>
                  </a:lnTo>
                  <a:lnTo>
                    <a:pt x="13194" y="13194"/>
                  </a:lnTo>
                  <a:lnTo>
                    <a:pt x="5447" y="5447"/>
                  </a:lnTo>
                  <a:lnTo>
                    <a:pt x="5420" y="5420"/>
                  </a:lnTo>
                  <a:lnTo>
                    <a:pt x="5393" y="5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9"/>
            <p:cNvSpPr/>
            <p:nvPr/>
          </p:nvSpPr>
          <p:spPr>
            <a:xfrm>
              <a:off x="4896400" y="2603925"/>
              <a:ext cx="405100" cy="411800"/>
            </a:xfrm>
            <a:custGeom>
              <a:avLst/>
              <a:gdLst/>
              <a:ahLst/>
              <a:cxnLst/>
              <a:rect l="l" t="t" r="r" b="b"/>
              <a:pathLst>
                <a:path w="16204" h="16472" extrusionOk="0">
                  <a:moveTo>
                    <a:pt x="0" y="0"/>
                  </a:moveTo>
                  <a:lnTo>
                    <a:pt x="4" y="313"/>
                  </a:lnTo>
                  <a:lnTo>
                    <a:pt x="6054" y="6364"/>
                  </a:lnTo>
                  <a:lnTo>
                    <a:pt x="6082" y="6391"/>
                  </a:lnTo>
                  <a:lnTo>
                    <a:pt x="13829" y="14138"/>
                  </a:lnTo>
                  <a:lnTo>
                    <a:pt x="13856" y="14165"/>
                  </a:lnTo>
                  <a:lnTo>
                    <a:pt x="16162" y="16472"/>
                  </a:lnTo>
                  <a:cubicBezTo>
                    <a:pt x="16176" y="16383"/>
                    <a:pt x="16189" y="16291"/>
                    <a:pt x="16203" y="16199"/>
                  </a:cubicBezTo>
                  <a:lnTo>
                    <a:pt x="14036" y="14036"/>
                  </a:lnTo>
                  <a:lnTo>
                    <a:pt x="14009" y="14008"/>
                  </a:lnTo>
                  <a:lnTo>
                    <a:pt x="13982" y="13981"/>
                  </a:lnTo>
                  <a:lnTo>
                    <a:pt x="6211" y="6207"/>
                  </a:lnTo>
                  <a:lnTo>
                    <a:pt x="6184" y="6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9"/>
            <p:cNvSpPr/>
            <p:nvPr/>
          </p:nvSpPr>
          <p:spPr>
            <a:xfrm>
              <a:off x="4898950" y="3035450"/>
              <a:ext cx="189175" cy="190300"/>
            </a:xfrm>
            <a:custGeom>
              <a:avLst/>
              <a:gdLst/>
              <a:ahLst/>
              <a:cxnLst/>
              <a:rect l="l" t="t" r="r" b="b"/>
              <a:pathLst>
                <a:path w="7567" h="7612" extrusionOk="0">
                  <a:moveTo>
                    <a:pt x="1" y="0"/>
                  </a:moveTo>
                  <a:lnTo>
                    <a:pt x="1" y="314"/>
                  </a:lnTo>
                  <a:lnTo>
                    <a:pt x="5145" y="5458"/>
                  </a:lnTo>
                  <a:lnTo>
                    <a:pt x="5172" y="5486"/>
                  </a:lnTo>
                  <a:lnTo>
                    <a:pt x="5200" y="5513"/>
                  </a:lnTo>
                  <a:lnTo>
                    <a:pt x="7298" y="7612"/>
                  </a:lnTo>
                  <a:cubicBezTo>
                    <a:pt x="7390" y="7598"/>
                    <a:pt x="7479" y="7584"/>
                    <a:pt x="7567" y="7567"/>
                  </a:cubicBezTo>
                  <a:lnTo>
                    <a:pt x="5356" y="5356"/>
                  </a:lnTo>
                  <a:lnTo>
                    <a:pt x="5329" y="5329"/>
                  </a:lnTo>
                  <a:lnTo>
                    <a:pt x="5302" y="53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4898025" y="2878500"/>
              <a:ext cx="300475" cy="303725"/>
            </a:xfrm>
            <a:custGeom>
              <a:avLst/>
              <a:gdLst/>
              <a:ahLst/>
              <a:cxnLst/>
              <a:rect l="l" t="t" r="r" b="b"/>
              <a:pathLst>
                <a:path w="12019" h="12149" extrusionOk="0">
                  <a:moveTo>
                    <a:pt x="0" y="0"/>
                  </a:moveTo>
                  <a:lnTo>
                    <a:pt x="4" y="314"/>
                  </a:lnTo>
                  <a:lnTo>
                    <a:pt x="528" y="841"/>
                  </a:lnTo>
                  <a:lnTo>
                    <a:pt x="556" y="869"/>
                  </a:lnTo>
                  <a:lnTo>
                    <a:pt x="8303" y="8616"/>
                  </a:lnTo>
                  <a:lnTo>
                    <a:pt x="8330" y="8643"/>
                  </a:lnTo>
                  <a:lnTo>
                    <a:pt x="8357" y="8670"/>
                  </a:lnTo>
                  <a:lnTo>
                    <a:pt x="11835" y="12149"/>
                  </a:lnTo>
                  <a:cubicBezTo>
                    <a:pt x="11896" y="12108"/>
                    <a:pt x="11962" y="12063"/>
                    <a:pt x="12019" y="12022"/>
                  </a:cubicBezTo>
                  <a:lnTo>
                    <a:pt x="8514" y="8514"/>
                  </a:lnTo>
                  <a:lnTo>
                    <a:pt x="8487" y="8486"/>
                  </a:lnTo>
                  <a:lnTo>
                    <a:pt x="8459" y="8459"/>
                  </a:lnTo>
                  <a:lnTo>
                    <a:pt x="712" y="712"/>
                  </a:lnTo>
                  <a:lnTo>
                    <a:pt x="685" y="685"/>
                  </a:lnTo>
                  <a:lnTo>
                    <a:pt x="658" y="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4897600" y="2800050"/>
              <a:ext cx="341900" cy="345975"/>
            </a:xfrm>
            <a:custGeom>
              <a:avLst/>
              <a:gdLst/>
              <a:ahLst/>
              <a:cxnLst/>
              <a:rect l="l" t="t" r="r" b="b"/>
              <a:pathLst>
                <a:path w="13676" h="13839" extrusionOk="0">
                  <a:moveTo>
                    <a:pt x="1" y="1"/>
                  </a:moveTo>
                  <a:lnTo>
                    <a:pt x="1" y="314"/>
                  </a:lnTo>
                  <a:lnTo>
                    <a:pt x="2078" y="2392"/>
                  </a:lnTo>
                  <a:lnTo>
                    <a:pt x="2106" y="2419"/>
                  </a:lnTo>
                  <a:lnTo>
                    <a:pt x="2133" y="2446"/>
                  </a:lnTo>
                  <a:lnTo>
                    <a:pt x="9880" y="10193"/>
                  </a:lnTo>
                  <a:lnTo>
                    <a:pt x="9907" y="10221"/>
                  </a:lnTo>
                  <a:lnTo>
                    <a:pt x="13525" y="13839"/>
                  </a:lnTo>
                  <a:cubicBezTo>
                    <a:pt x="13576" y="13787"/>
                    <a:pt x="13627" y="13733"/>
                    <a:pt x="13675" y="13679"/>
                  </a:cubicBezTo>
                  <a:lnTo>
                    <a:pt x="10091" y="10091"/>
                  </a:lnTo>
                  <a:lnTo>
                    <a:pt x="10064" y="10064"/>
                  </a:lnTo>
                  <a:lnTo>
                    <a:pt x="2290" y="2290"/>
                  </a:lnTo>
                  <a:lnTo>
                    <a:pt x="2262" y="2262"/>
                  </a:lnTo>
                  <a:lnTo>
                    <a:pt x="2235" y="22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4897100" y="2721600"/>
              <a:ext cx="374750" cy="379700"/>
            </a:xfrm>
            <a:custGeom>
              <a:avLst/>
              <a:gdLst/>
              <a:ahLst/>
              <a:cxnLst/>
              <a:rect l="l" t="t" r="r" b="b"/>
              <a:pathLst>
                <a:path w="14990" h="15188" extrusionOk="0">
                  <a:moveTo>
                    <a:pt x="0" y="1"/>
                  </a:moveTo>
                  <a:lnTo>
                    <a:pt x="4" y="315"/>
                  </a:lnTo>
                  <a:lnTo>
                    <a:pt x="3659" y="3970"/>
                  </a:lnTo>
                  <a:lnTo>
                    <a:pt x="3686" y="3997"/>
                  </a:lnTo>
                  <a:lnTo>
                    <a:pt x="11460" y="11771"/>
                  </a:lnTo>
                  <a:lnTo>
                    <a:pt x="11488" y="11798"/>
                  </a:lnTo>
                  <a:lnTo>
                    <a:pt x="11515" y="11826"/>
                  </a:lnTo>
                  <a:lnTo>
                    <a:pt x="14877" y="15188"/>
                  </a:lnTo>
                  <a:cubicBezTo>
                    <a:pt x="14914" y="15120"/>
                    <a:pt x="14952" y="15056"/>
                    <a:pt x="14990" y="14991"/>
                  </a:cubicBezTo>
                  <a:lnTo>
                    <a:pt x="11672" y="11669"/>
                  </a:lnTo>
                  <a:lnTo>
                    <a:pt x="11644" y="11642"/>
                  </a:lnTo>
                  <a:lnTo>
                    <a:pt x="11617" y="11614"/>
                  </a:lnTo>
                  <a:lnTo>
                    <a:pt x="3870" y="3867"/>
                  </a:lnTo>
                  <a:lnTo>
                    <a:pt x="3843" y="38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4898700" y="2996200"/>
              <a:ext cx="220950" cy="222650"/>
            </a:xfrm>
            <a:custGeom>
              <a:avLst/>
              <a:gdLst/>
              <a:ahLst/>
              <a:cxnLst/>
              <a:rect l="l" t="t" r="r" b="b"/>
              <a:pathLst>
                <a:path w="8838" h="8906" extrusionOk="0">
                  <a:moveTo>
                    <a:pt x="1" y="1"/>
                  </a:moveTo>
                  <a:lnTo>
                    <a:pt x="4" y="314"/>
                  </a:lnTo>
                  <a:lnTo>
                    <a:pt x="5935" y="6248"/>
                  </a:lnTo>
                  <a:lnTo>
                    <a:pt x="5962" y="6276"/>
                  </a:lnTo>
                  <a:lnTo>
                    <a:pt x="5990" y="6303"/>
                  </a:lnTo>
                  <a:lnTo>
                    <a:pt x="8592" y="8905"/>
                  </a:lnTo>
                  <a:cubicBezTo>
                    <a:pt x="8674" y="8882"/>
                    <a:pt x="8756" y="8861"/>
                    <a:pt x="8838" y="8837"/>
                  </a:cubicBezTo>
                  <a:lnTo>
                    <a:pt x="6146" y="6146"/>
                  </a:lnTo>
                  <a:lnTo>
                    <a:pt x="6119" y="6119"/>
                  </a:lnTo>
                  <a:lnTo>
                    <a:pt x="6092" y="60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4898275" y="2917750"/>
              <a:ext cx="276400" cy="279050"/>
            </a:xfrm>
            <a:custGeom>
              <a:avLst/>
              <a:gdLst/>
              <a:ahLst/>
              <a:cxnLst/>
              <a:rect l="l" t="t" r="r" b="b"/>
              <a:pathLst>
                <a:path w="11056" h="11162" extrusionOk="0">
                  <a:moveTo>
                    <a:pt x="1" y="1"/>
                  </a:moveTo>
                  <a:lnTo>
                    <a:pt x="1" y="314"/>
                  </a:lnTo>
                  <a:lnTo>
                    <a:pt x="7512" y="7826"/>
                  </a:lnTo>
                  <a:lnTo>
                    <a:pt x="7540" y="7853"/>
                  </a:lnTo>
                  <a:lnTo>
                    <a:pt x="7567" y="7881"/>
                  </a:lnTo>
                  <a:lnTo>
                    <a:pt x="10851" y="11161"/>
                  </a:lnTo>
                  <a:cubicBezTo>
                    <a:pt x="10919" y="11127"/>
                    <a:pt x="10987" y="11093"/>
                    <a:pt x="11056" y="11056"/>
                  </a:cubicBezTo>
                  <a:lnTo>
                    <a:pt x="7724" y="7724"/>
                  </a:lnTo>
                  <a:lnTo>
                    <a:pt x="7696" y="7697"/>
                  </a:lnTo>
                  <a:lnTo>
                    <a:pt x="7669" y="76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9"/>
            <p:cNvSpPr/>
            <p:nvPr/>
          </p:nvSpPr>
          <p:spPr>
            <a:xfrm>
              <a:off x="4897775" y="2839325"/>
              <a:ext cx="322375" cy="325950"/>
            </a:xfrm>
            <a:custGeom>
              <a:avLst/>
              <a:gdLst/>
              <a:ahLst/>
              <a:cxnLst/>
              <a:rect l="l" t="t" r="r" b="b"/>
              <a:pathLst>
                <a:path w="12895" h="13038" extrusionOk="0">
                  <a:moveTo>
                    <a:pt x="0" y="0"/>
                  </a:moveTo>
                  <a:lnTo>
                    <a:pt x="4" y="314"/>
                  </a:lnTo>
                  <a:lnTo>
                    <a:pt x="1291" y="1601"/>
                  </a:lnTo>
                  <a:lnTo>
                    <a:pt x="1318" y="1628"/>
                  </a:lnTo>
                  <a:lnTo>
                    <a:pt x="1346" y="1656"/>
                  </a:lnTo>
                  <a:lnTo>
                    <a:pt x="9093" y="9403"/>
                  </a:lnTo>
                  <a:lnTo>
                    <a:pt x="9120" y="9430"/>
                  </a:lnTo>
                  <a:lnTo>
                    <a:pt x="12728" y="13037"/>
                  </a:lnTo>
                  <a:cubicBezTo>
                    <a:pt x="12782" y="12990"/>
                    <a:pt x="12840" y="12939"/>
                    <a:pt x="12895" y="12891"/>
                  </a:cubicBezTo>
                  <a:lnTo>
                    <a:pt x="9304" y="9301"/>
                  </a:lnTo>
                  <a:lnTo>
                    <a:pt x="9277" y="9273"/>
                  </a:lnTo>
                  <a:lnTo>
                    <a:pt x="1475" y="1472"/>
                  </a:lnTo>
                  <a:lnTo>
                    <a:pt x="1448" y="14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9"/>
            <p:cNvSpPr/>
            <p:nvPr/>
          </p:nvSpPr>
          <p:spPr>
            <a:xfrm>
              <a:off x="4897350" y="2760800"/>
              <a:ext cx="359425" cy="363925"/>
            </a:xfrm>
            <a:custGeom>
              <a:avLst/>
              <a:gdLst/>
              <a:ahLst/>
              <a:cxnLst/>
              <a:rect l="l" t="t" r="r" b="b"/>
              <a:pathLst>
                <a:path w="14377" h="14557" extrusionOk="0">
                  <a:moveTo>
                    <a:pt x="0" y="0"/>
                  </a:moveTo>
                  <a:lnTo>
                    <a:pt x="0" y="313"/>
                  </a:lnTo>
                  <a:lnTo>
                    <a:pt x="2868" y="3182"/>
                  </a:lnTo>
                  <a:lnTo>
                    <a:pt x="2896" y="3209"/>
                  </a:lnTo>
                  <a:lnTo>
                    <a:pt x="2923" y="3236"/>
                  </a:lnTo>
                  <a:lnTo>
                    <a:pt x="10670" y="10983"/>
                  </a:lnTo>
                  <a:lnTo>
                    <a:pt x="10697" y="11011"/>
                  </a:lnTo>
                  <a:lnTo>
                    <a:pt x="10725" y="11038"/>
                  </a:lnTo>
                  <a:lnTo>
                    <a:pt x="14244" y="14557"/>
                  </a:lnTo>
                  <a:cubicBezTo>
                    <a:pt x="14288" y="14499"/>
                    <a:pt x="14332" y="14438"/>
                    <a:pt x="14376" y="14376"/>
                  </a:cubicBezTo>
                  <a:lnTo>
                    <a:pt x="10881" y="10881"/>
                  </a:lnTo>
                  <a:lnTo>
                    <a:pt x="10854" y="10854"/>
                  </a:lnTo>
                  <a:lnTo>
                    <a:pt x="10827" y="10827"/>
                  </a:lnTo>
                  <a:lnTo>
                    <a:pt x="3080" y="3080"/>
                  </a:lnTo>
                  <a:lnTo>
                    <a:pt x="3052" y="3052"/>
                  </a:lnTo>
                  <a:lnTo>
                    <a:pt x="3025" y="3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4899375" y="3113900"/>
              <a:ext cx="115000" cy="115000"/>
            </a:xfrm>
            <a:custGeom>
              <a:avLst/>
              <a:gdLst/>
              <a:ahLst/>
              <a:cxnLst/>
              <a:rect l="l" t="t" r="r" b="b"/>
              <a:pathLst>
                <a:path w="4600" h="4600" extrusionOk="0">
                  <a:moveTo>
                    <a:pt x="1" y="0"/>
                  </a:moveTo>
                  <a:lnTo>
                    <a:pt x="4" y="314"/>
                  </a:lnTo>
                  <a:lnTo>
                    <a:pt x="3568" y="3878"/>
                  </a:lnTo>
                  <a:lnTo>
                    <a:pt x="3595" y="3905"/>
                  </a:lnTo>
                  <a:lnTo>
                    <a:pt x="3622" y="3931"/>
                  </a:lnTo>
                  <a:lnTo>
                    <a:pt x="4266" y="4576"/>
                  </a:lnTo>
                  <a:cubicBezTo>
                    <a:pt x="4378" y="4586"/>
                    <a:pt x="4491" y="4593"/>
                    <a:pt x="4600" y="4599"/>
                  </a:cubicBezTo>
                  <a:lnTo>
                    <a:pt x="3779" y="3779"/>
                  </a:lnTo>
                  <a:lnTo>
                    <a:pt x="3752" y="3751"/>
                  </a:lnTo>
                  <a:lnTo>
                    <a:pt x="3724" y="37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4899225" y="3074625"/>
              <a:ext cx="154075" cy="154625"/>
            </a:xfrm>
            <a:custGeom>
              <a:avLst/>
              <a:gdLst/>
              <a:ahLst/>
              <a:cxnLst/>
              <a:rect l="l" t="t" r="r" b="b"/>
              <a:pathLst>
                <a:path w="6163" h="6185" extrusionOk="0">
                  <a:moveTo>
                    <a:pt x="0" y="1"/>
                  </a:moveTo>
                  <a:lnTo>
                    <a:pt x="0" y="318"/>
                  </a:lnTo>
                  <a:lnTo>
                    <a:pt x="4354" y="4672"/>
                  </a:lnTo>
                  <a:lnTo>
                    <a:pt x="4381" y="4699"/>
                  </a:lnTo>
                  <a:lnTo>
                    <a:pt x="5870" y="6184"/>
                  </a:lnTo>
                  <a:cubicBezTo>
                    <a:pt x="5969" y="6180"/>
                    <a:pt x="6064" y="6174"/>
                    <a:pt x="6163" y="6167"/>
                  </a:cubicBezTo>
                  <a:lnTo>
                    <a:pt x="4565" y="4570"/>
                  </a:lnTo>
                  <a:lnTo>
                    <a:pt x="4538" y="45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5198925" y="2485200"/>
              <a:ext cx="135175" cy="131750"/>
            </a:xfrm>
            <a:custGeom>
              <a:avLst/>
              <a:gdLst/>
              <a:ahLst/>
              <a:cxnLst/>
              <a:rect l="l" t="t" r="r" b="b"/>
              <a:pathLst>
                <a:path w="5407" h="5270" extrusionOk="0">
                  <a:moveTo>
                    <a:pt x="0" y="0"/>
                  </a:moveTo>
                  <a:lnTo>
                    <a:pt x="2508" y="2507"/>
                  </a:lnTo>
                  <a:lnTo>
                    <a:pt x="2535" y="2535"/>
                  </a:lnTo>
                  <a:lnTo>
                    <a:pt x="2562" y="2562"/>
                  </a:lnTo>
                  <a:lnTo>
                    <a:pt x="5270" y="5270"/>
                  </a:lnTo>
                  <a:cubicBezTo>
                    <a:pt x="5315" y="5213"/>
                    <a:pt x="5363" y="5155"/>
                    <a:pt x="5407" y="5093"/>
                  </a:cubicBezTo>
                  <a:lnTo>
                    <a:pt x="2715" y="2405"/>
                  </a:lnTo>
                  <a:lnTo>
                    <a:pt x="2688" y="2378"/>
                  </a:lnTo>
                  <a:lnTo>
                    <a:pt x="2661" y="235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5159925" y="2485200"/>
              <a:ext cx="156300" cy="152550"/>
            </a:xfrm>
            <a:custGeom>
              <a:avLst/>
              <a:gdLst/>
              <a:ahLst/>
              <a:cxnLst/>
              <a:rect l="l" t="t" r="r" b="b"/>
              <a:pathLst>
                <a:path w="6252" h="6102" extrusionOk="0">
                  <a:moveTo>
                    <a:pt x="0" y="0"/>
                  </a:moveTo>
                  <a:lnTo>
                    <a:pt x="3288" y="3287"/>
                  </a:lnTo>
                  <a:lnTo>
                    <a:pt x="3315" y="3315"/>
                  </a:lnTo>
                  <a:lnTo>
                    <a:pt x="6101" y="6101"/>
                  </a:lnTo>
                  <a:cubicBezTo>
                    <a:pt x="6153" y="6047"/>
                    <a:pt x="6203" y="5996"/>
                    <a:pt x="6252" y="5941"/>
                  </a:cubicBezTo>
                  <a:lnTo>
                    <a:pt x="3495" y="3185"/>
                  </a:lnTo>
                  <a:lnTo>
                    <a:pt x="3468" y="3158"/>
                  </a:lnTo>
                  <a:lnTo>
                    <a:pt x="3441" y="313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5003900" y="2485200"/>
              <a:ext cx="246225" cy="244175"/>
            </a:xfrm>
            <a:custGeom>
              <a:avLst/>
              <a:gdLst/>
              <a:ahLst/>
              <a:cxnLst/>
              <a:rect l="l" t="t" r="r" b="b"/>
              <a:pathLst>
                <a:path w="9849" h="9767" extrusionOk="0">
                  <a:moveTo>
                    <a:pt x="0" y="0"/>
                  </a:moveTo>
                  <a:lnTo>
                    <a:pt x="6435" y="6432"/>
                  </a:lnTo>
                  <a:lnTo>
                    <a:pt x="6463" y="6460"/>
                  </a:lnTo>
                  <a:lnTo>
                    <a:pt x="9771" y="9767"/>
                  </a:lnTo>
                  <a:cubicBezTo>
                    <a:pt x="9791" y="9689"/>
                    <a:pt x="9821" y="9611"/>
                    <a:pt x="9848" y="9535"/>
                  </a:cubicBezTo>
                  <a:lnTo>
                    <a:pt x="6592" y="6279"/>
                  </a:lnTo>
                  <a:lnTo>
                    <a:pt x="6565" y="625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9"/>
            <p:cNvSpPr/>
            <p:nvPr/>
          </p:nvSpPr>
          <p:spPr>
            <a:xfrm>
              <a:off x="4898450" y="2956950"/>
              <a:ext cx="249900" cy="252175"/>
            </a:xfrm>
            <a:custGeom>
              <a:avLst/>
              <a:gdLst/>
              <a:ahLst/>
              <a:cxnLst/>
              <a:rect l="l" t="t" r="r" b="b"/>
              <a:pathLst>
                <a:path w="9996" h="10087" extrusionOk="0">
                  <a:moveTo>
                    <a:pt x="0" y="0"/>
                  </a:moveTo>
                  <a:lnTo>
                    <a:pt x="4" y="316"/>
                  </a:lnTo>
                  <a:lnTo>
                    <a:pt x="6753" y="7065"/>
                  </a:lnTo>
                  <a:lnTo>
                    <a:pt x="6780" y="7093"/>
                  </a:lnTo>
                  <a:lnTo>
                    <a:pt x="9774" y="10087"/>
                  </a:lnTo>
                  <a:cubicBezTo>
                    <a:pt x="9849" y="10057"/>
                    <a:pt x="9921" y="10026"/>
                    <a:pt x="9996" y="9995"/>
                  </a:cubicBezTo>
                  <a:lnTo>
                    <a:pt x="6909" y="6909"/>
                  </a:lnTo>
                  <a:lnTo>
                    <a:pt x="6882" y="6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9"/>
            <p:cNvSpPr/>
            <p:nvPr/>
          </p:nvSpPr>
          <p:spPr>
            <a:xfrm>
              <a:off x="4896825" y="2682350"/>
              <a:ext cx="387800" cy="393175"/>
            </a:xfrm>
            <a:custGeom>
              <a:avLst/>
              <a:gdLst/>
              <a:ahLst/>
              <a:cxnLst/>
              <a:rect l="l" t="t" r="r" b="b"/>
              <a:pathLst>
                <a:path w="15512" h="15727" extrusionOk="0">
                  <a:moveTo>
                    <a:pt x="1" y="0"/>
                  </a:moveTo>
                  <a:lnTo>
                    <a:pt x="4" y="314"/>
                  </a:lnTo>
                  <a:lnTo>
                    <a:pt x="4450" y="4760"/>
                  </a:lnTo>
                  <a:lnTo>
                    <a:pt x="4477" y="4787"/>
                  </a:lnTo>
                  <a:lnTo>
                    <a:pt x="12279" y="12588"/>
                  </a:lnTo>
                  <a:lnTo>
                    <a:pt x="12306" y="12616"/>
                  </a:lnTo>
                  <a:lnTo>
                    <a:pt x="15416" y="15726"/>
                  </a:lnTo>
                  <a:cubicBezTo>
                    <a:pt x="15450" y="15654"/>
                    <a:pt x="15480" y="15583"/>
                    <a:pt x="15512" y="15511"/>
                  </a:cubicBezTo>
                  <a:lnTo>
                    <a:pt x="12435" y="12432"/>
                  </a:lnTo>
                  <a:lnTo>
                    <a:pt x="12408" y="12404"/>
                  </a:lnTo>
                  <a:lnTo>
                    <a:pt x="4661" y="4657"/>
                  </a:lnTo>
                  <a:lnTo>
                    <a:pt x="4634" y="46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4899900" y="3192325"/>
              <a:ext cx="14925" cy="15025"/>
            </a:xfrm>
            <a:custGeom>
              <a:avLst/>
              <a:gdLst/>
              <a:ahLst/>
              <a:cxnLst/>
              <a:rect l="l" t="t" r="r" b="b"/>
              <a:pathLst>
                <a:path w="597" h="601" extrusionOk="0">
                  <a:moveTo>
                    <a:pt x="0" y="1"/>
                  </a:moveTo>
                  <a:lnTo>
                    <a:pt x="0" y="315"/>
                  </a:lnTo>
                  <a:lnTo>
                    <a:pt x="65" y="382"/>
                  </a:lnTo>
                  <a:cubicBezTo>
                    <a:pt x="242" y="458"/>
                    <a:pt x="420" y="532"/>
                    <a:pt x="596" y="6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4899650" y="3153175"/>
              <a:ext cx="70125" cy="70100"/>
            </a:xfrm>
            <a:custGeom>
              <a:avLst/>
              <a:gdLst/>
              <a:ahLst/>
              <a:cxnLst/>
              <a:rect l="l" t="t" r="r" b="b"/>
              <a:pathLst>
                <a:path w="2805" h="2804" extrusionOk="0">
                  <a:moveTo>
                    <a:pt x="0" y="0"/>
                  </a:moveTo>
                  <a:lnTo>
                    <a:pt x="0" y="313"/>
                  </a:lnTo>
                  <a:lnTo>
                    <a:pt x="2405" y="2715"/>
                  </a:lnTo>
                  <a:cubicBezTo>
                    <a:pt x="2538" y="2746"/>
                    <a:pt x="2671" y="2777"/>
                    <a:pt x="2804" y="28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5276925" y="2485200"/>
              <a:ext cx="83325" cy="81775"/>
            </a:xfrm>
            <a:custGeom>
              <a:avLst/>
              <a:gdLst/>
              <a:ahLst/>
              <a:cxnLst/>
              <a:rect l="l" t="t" r="r" b="b"/>
              <a:pathLst>
                <a:path w="3333" h="3271" extrusionOk="0">
                  <a:moveTo>
                    <a:pt x="1" y="0"/>
                  </a:moveTo>
                  <a:lnTo>
                    <a:pt x="975" y="974"/>
                  </a:lnTo>
                  <a:lnTo>
                    <a:pt x="1002" y="1002"/>
                  </a:lnTo>
                  <a:lnTo>
                    <a:pt x="3271" y="3271"/>
                  </a:lnTo>
                  <a:cubicBezTo>
                    <a:pt x="3295" y="3189"/>
                    <a:pt x="3315" y="3103"/>
                    <a:pt x="3333" y="3021"/>
                  </a:cubicBezTo>
                  <a:lnTo>
                    <a:pt x="1128" y="818"/>
                  </a:lnTo>
                  <a:lnTo>
                    <a:pt x="1101" y="79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5237925" y="2485200"/>
              <a:ext cx="111600" cy="108875"/>
            </a:xfrm>
            <a:custGeom>
              <a:avLst/>
              <a:gdLst/>
              <a:ahLst/>
              <a:cxnLst/>
              <a:rect l="l" t="t" r="r" b="b"/>
              <a:pathLst>
                <a:path w="4464" h="4355" extrusionOk="0">
                  <a:moveTo>
                    <a:pt x="1" y="0"/>
                  </a:moveTo>
                  <a:lnTo>
                    <a:pt x="1755" y="1754"/>
                  </a:lnTo>
                  <a:lnTo>
                    <a:pt x="1782" y="1782"/>
                  </a:lnTo>
                  <a:lnTo>
                    <a:pt x="4355" y="4354"/>
                  </a:lnTo>
                  <a:cubicBezTo>
                    <a:pt x="4391" y="4285"/>
                    <a:pt x="4426" y="4218"/>
                    <a:pt x="4463" y="4150"/>
                  </a:cubicBezTo>
                  <a:lnTo>
                    <a:pt x="1908" y="1598"/>
                  </a:lnTo>
                  <a:lnTo>
                    <a:pt x="1885" y="1570"/>
                  </a:lnTo>
                  <a:lnTo>
                    <a:pt x="1881" y="157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5120925" y="2485200"/>
              <a:ext cx="176475" cy="172750"/>
            </a:xfrm>
            <a:custGeom>
              <a:avLst/>
              <a:gdLst/>
              <a:ahLst/>
              <a:cxnLst/>
              <a:rect l="l" t="t" r="r" b="b"/>
              <a:pathLst>
                <a:path w="7059" h="6910" extrusionOk="0">
                  <a:moveTo>
                    <a:pt x="0" y="0"/>
                  </a:moveTo>
                  <a:lnTo>
                    <a:pt x="4068" y="4068"/>
                  </a:lnTo>
                  <a:lnTo>
                    <a:pt x="4095" y="4092"/>
                  </a:lnTo>
                  <a:lnTo>
                    <a:pt x="4122" y="4119"/>
                  </a:lnTo>
                  <a:lnTo>
                    <a:pt x="6909" y="6909"/>
                  </a:lnTo>
                  <a:cubicBezTo>
                    <a:pt x="6960" y="6854"/>
                    <a:pt x="7011" y="6800"/>
                    <a:pt x="7059" y="6746"/>
                  </a:cubicBezTo>
                  <a:lnTo>
                    <a:pt x="4275" y="3966"/>
                  </a:lnTo>
                  <a:lnTo>
                    <a:pt x="4248" y="3938"/>
                  </a:lnTo>
                  <a:lnTo>
                    <a:pt x="4224" y="391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9"/>
            <p:cNvSpPr/>
            <p:nvPr/>
          </p:nvSpPr>
          <p:spPr>
            <a:xfrm>
              <a:off x="4964875" y="2485200"/>
              <a:ext cx="279450" cy="279450"/>
            </a:xfrm>
            <a:custGeom>
              <a:avLst/>
              <a:gdLst/>
              <a:ahLst/>
              <a:cxnLst/>
              <a:rect l="l" t="t" r="r" b="b"/>
              <a:pathLst>
                <a:path w="11178" h="11178" extrusionOk="0">
                  <a:moveTo>
                    <a:pt x="0" y="0"/>
                  </a:moveTo>
                  <a:lnTo>
                    <a:pt x="7189" y="7185"/>
                  </a:lnTo>
                  <a:lnTo>
                    <a:pt x="7216" y="7212"/>
                  </a:lnTo>
                  <a:lnTo>
                    <a:pt x="7244" y="7240"/>
                  </a:lnTo>
                  <a:lnTo>
                    <a:pt x="11178" y="11177"/>
                  </a:lnTo>
                  <a:cubicBezTo>
                    <a:pt x="11175" y="11072"/>
                    <a:pt x="11175" y="10966"/>
                    <a:pt x="11178" y="10861"/>
                  </a:cubicBezTo>
                  <a:lnTo>
                    <a:pt x="7400" y="7086"/>
                  </a:lnTo>
                  <a:lnTo>
                    <a:pt x="7373" y="7059"/>
                  </a:lnTo>
                  <a:lnTo>
                    <a:pt x="7346" y="7032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9"/>
            <p:cNvSpPr/>
            <p:nvPr/>
          </p:nvSpPr>
          <p:spPr>
            <a:xfrm>
              <a:off x="5042900" y="2485200"/>
              <a:ext cx="219750" cy="216850"/>
            </a:xfrm>
            <a:custGeom>
              <a:avLst/>
              <a:gdLst/>
              <a:ahLst/>
              <a:cxnLst/>
              <a:rect l="l" t="t" r="r" b="b"/>
              <a:pathLst>
                <a:path w="8790" h="8674" extrusionOk="0">
                  <a:moveTo>
                    <a:pt x="0" y="0"/>
                  </a:moveTo>
                  <a:lnTo>
                    <a:pt x="5628" y="5625"/>
                  </a:lnTo>
                  <a:lnTo>
                    <a:pt x="5656" y="5652"/>
                  </a:lnTo>
                  <a:lnTo>
                    <a:pt x="5683" y="5679"/>
                  </a:lnTo>
                  <a:lnTo>
                    <a:pt x="8677" y="8674"/>
                  </a:lnTo>
                  <a:cubicBezTo>
                    <a:pt x="8714" y="8609"/>
                    <a:pt x="8749" y="8540"/>
                    <a:pt x="8790" y="8476"/>
                  </a:cubicBezTo>
                  <a:lnTo>
                    <a:pt x="5840" y="5526"/>
                  </a:lnTo>
                  <a:lnTo>
                    <a:pt x="5812" y="5499"/>
                  </a:lnTo>
                  <a:lnTo>
                    <a:pt x="5785" y="547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4895975" y="2525375"/>
              <a:ext cx="403625" cy="411475"/>
            </a:xfrm>
            <a:custGeom>
              <a:avLst/>
              <a:gdLst/>
              <a:ahLst/>
              <a:cxnLst/>
              <a:rect l="l" t="t" r="r" b="b"/>
              <a:pathLst>
                <a:path w="16145" h="16459" extrusionOk="0">
                  <a:moveTo>
                    <a:pt x="0" y="1"/>
                  </a:moveTo>
                  <a:lnTo>
                    <a:pt x="0" y="32"/>
                  </a:lnTo>
                  <a:lnTo>
                    <a:pt x="0" y="318"/>
                  </a:lnTo>
                  <a:lnTo>
                    <a:pt x="7604" y="7919"/>
                  </a:lnTo>
                  <a:lnTo>
                    <a:pt x="7632" y="7946"/>
                  </a:lnTo>
                  <a:lnTo>
                    <a:pt x="7659" y="7973"/>
                  </a:lnTo>
                  <a:lnTo>
                    <a:pt x="15406" y="15719"/>
                  </a:lnTo>
                  <a:lnTo>
                    <a:pt x="15433" y="15747"/>
                  </a:lnTo>
                  <a:lnTo>
                    <a:pt x="15460" y="15774"/>
                  </a:lnTo>
                  <a:lnTo>
                    <a:pt x="16145" y="16458"/>
                  </a:lnTo>
                  <a:cubicBezTo>
                    <a:pt x="16118" y="16326"/>
                    <a:pt x="16087" y="16189"/>
                    <a:pt x="16053" y="16057"/>
                  </a:cubicBezTo>
                  <a:lnTo>
                    <a:pt x="15613" y="15617"/>
                  </a:lnTo>
                  <a:lnTo>
                    <a:pt x="15586" y="15590"/>
                  </a:lnTo>
                  <a:lnTo>
                    <a:pt x="15559" y="15563"/>
                  </a:lnTo>
                  <a:lnTo>
                    <a:pt x="7816" y="7816"/>
                  </a:lnTo>
                  <a:lnTo>
                    <a:pt x="7788" y="7789"/>
                  </a:lnTo>
                  <a:lnTo>
                    <a:pt x="7761" y="7762"/>
                  </a:lnTo>
                  <a:lnTo>
                    <a:pt x="14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9"/>
            <p:cNvSpPr/>
            <p:nvPr/>
          </p:nvSpPr>
          <p:spPr>
            <a:xfrm>
              <a:off x="5081900" y="2485200"/>
              <a:ext cx="197175" cy="193700"/>
            </a:xfrm>
            <a:custGeom>
              <a:avLst/>
              <a:gdLst/>
              <a:ahLst/>
              <a:cxnLst/>
              <a:rect l="l" t="t" r="r" b="b"/>
              <a:pathLst>
                <a:path w="7887" h="7748" extrusionOk="0">
                  <a:moveTo>
                    <a:pt x="0" y="0"/>
                  </a:moveTo>
                  <a:lnTo>
                    <a:pt x="4848" y="4845"/>
                  </a:lnTo>
                  <a:lnTo>
                    <a:pt x="4876" y="4872"/>
                  </a:lnTo>
                  <a:lnTo>
                    <a:pt x="4903" y="4899"/>
                  </a:lnTo>
                  <a:lnTo>
                    <a:pt x="7747" y="7747"/>
                  </a:lnTo>
                  <a:cubicBezTo>
                    <a:pt x="7795" y="7689"/>
                    <a:pt x="7840" y="7631"/>
                    <a:pt x="7887" y="7573"/>
                  </a:cubicBezTo>
                  <a:lnTo>
                    <a:pt x="5056" y="4746"/>
                  </a:lnTo>
                  <a:lnTo>
                    <a:pt x="5032" y="4718"/>
                  </a:lnTo>
                  <a:lnTo>
                    <a:pt x="5005" y="469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9"/>
            <p:cNvSpPr/>
            <p:nvPr/>
          </p:nvSpPr>
          <p:spPr>
            <a:xfrm>
              <a:off x="4895725" y="2486225"/>
              <a:ext cx="384475" cy="392300"/>
            </a:xfrm>
            <a:custGeom>
              <a:avLst/>
              <a:gdLst/>
              <a:ahLst/>
              <a:cxnLst/>
              <a:rect l="l" t="t" r="r" b="b"/>
              <a:pathLst>
                <a:path w="15379" h="15692" extrusionOk="0">
                  <a:moveTo>
                    <a:pt x="1" y="0"/>
                  </a:moveTo>
                  <a:lnTo>
                    <a:pt x="4" y="313"/>
                  </a:lnTo>
                  <a:lnTo>
                    <a:pt x="620" y="933"/>
                  </a:lnTo>
                  <a:lnTo>
                    <a:pt x="648" y="961"/>
                  </a:lnTo>
                  <a:lnTo>
                    <a:pt x="8395" y="8704"/>
                  </a:lnTo>
                  <a:lnTo>
                    <a:pt x="8422" y="8732"/>
                  </a:lnTo>
                  <a:lnTo>
                    <a:pt x="8449" y="8759"/>
                  </a:lnTo>
                  <a:lnTo>
                    <a:pt x="15378" y="15691"/>
                  </a:lnTo>
                  <a:cubicBezTo>
                    <a:pt x="15300" y="15507"/>
                    <a:pt x="15222" y="15323"/>
                    <a:pt x="15140" y="15139"/>
                  </a:cubicBezTo>
                  <a:lnTo>
                    <a:pt x="8606" y="8602"/>
                  </a:lnTo>
                  <a:lnTo>
                    <a:pt x="8579" y="8578"/>
                  </a:lnTo>
                  <a:lnTo>
                    <a:pt x="8551" y="8551"/>
                  </a:lnTo>
                  <a:lnTo>
                    <a:pt x="804" y="804"/>
                  </a:lnTo>
                  <a:lnTo>
                    <a:pt x="777" y="777"/>
                  </a:lnTo>
                  <a:lnTo>
                    <a:pt x="750" y="7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9"/>
            <p:cNvSpPr/>
            <p:nvPr/>
          </p:nvSpPr>
          <p:spPr>
            <a:xfrm>
              <a:off x="4925875" y="2485200"/>
              <a:ext cx="327650" cy="327575"/>
            </a:xfrm>
            <a:custGeom>
              <a:avLst/>
              <a:gdLst/>
              <a:ahLst/>
              <a:cxnLst/>
              <a:rect l="l" t="t" r="r" b="b"/>
              <a:pathLst>
                <a:path w="13106" h="13103" extrusionOk="0">
                  <a:moveTo>
                    <a:pt x="0" y="0"/>
                  </a:moveTo>
                  <a:lnTo>
                    <a:pt x="167" y="167"/>
                  </a:lnTo>
                  <a:lnTo>
                    <a:pt x="194" y="194"/>
                  </a:lnTo>
                  <a:lnTo>
                    <a:pt x="222" y="221"/>
                  </a:lnTo>
                  <a:lnTo>
                    <a:pt x="7969" y="7965"/>
                  </a:lnTo>
                  <a:lnTo>
                    <a:pt x="7996" y="7993"/>
                  </a:lnTo>
                  <a:lnTo>
                    <a:pt x="13106" y="13103"/>
                  </a:lnTo>
                  <a:cubicBezTo>
                    <a:pt x="13059" y="12955"/>
                    <a:pt x="13018" y="12809"/>
                    <a:pt x="12977" y="12663"/>
                  </a:cubicBezTo>
                  <a:lnTo>
                    <a:pt x="8180" y="7866"/>
                  </a:lnTo>
                  <a:lnTo>
                    <a:pt x="8153" y="7839"/>
                  </a:lnTo>
                  <a:lnTo>
                    <a:pt x="378" y="65"/>
                  </a:lnTo>
                  <a:lnTo>
                    <a:pt x="351" y="37"/>
                  </a:lnTo>
                  <a:lnTo>
                    <a:pt x="324" y="10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2" name="Google Shape;192;p9"/>
          <p:cNvSpPr/>
          <p:nvPr/>
        </p:nvSpPr>
        <p:spPr>
          <a:xfrm>
            <a:off x="5861375" y="4178175"/>
            <a:ext cx="3351600" cy="1021698"/>
          </a:xfrm>
          <a:custGeom>
            <a:avLst/>
            <a:gdLst/>
            <a:ahLst/>
            <a:cxnLst/>
            <a:rect l="l" t="t" r="r" b="b"/>
            <a:pathLst>
              <a:path w="44285" h="14312" extrusionOk="0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3" name="Google Shape;193;p9"/>
          <p:cNvGrpSpPr/>
          <p:nvPr/>
        </p:nvGrpSpPr>
        <p:grpSpPr>
          <a:xfrm>
            <a:off x="6290393" y="4651784"/>
            <a:ext cx="3005329" cy="548185"/>
            <a:chOff x="6290110" y="4651689"/>
            <a:chExt cx="2765556" cy="548185"/>
          </a:xfrm>
        </p:grpSpPr>
        <p:sp>
          <p:nvSpPr>
            <p:cNvPr id="194" name="Google Shape;194;p9"/>
            <p:cNvSpPr/>
            <p:nvPr/>
          </p:nvSpPr>
          <p:spPr>
            <a:xfrm>
              <a:off x="8707752" y="4709513"/>
              <a:ext cx="347912" cy="331809"/>
            </a:xfrm>
            <a:custGeom>
              <a:avLst/>
              <a:gdLst/>
              <a:ahLst/>
              <a:cxnLst/>
              <a:rect l="l" t="t" r="r" b="b"/>
              <a:pathLst>
                <a:path w="4597" h="4648" extrusionOk="0">
                  <a:moveTo>
                    <a:pt x="263" y="1"/>
                  </a:moveTo>
                  <a:cubicBezTo>
                    <a:pt x="175" y="18"/>
                    <a:pt x="89" y="31"/>
                    <a:pt x="1" y="52"/>
                  </a:cubicBezTo>
                  <a:lnTo>
                    <a:pt x="4249" y="4300"/>
                  </a:lnTo>
                  <a:lnTo>
                    <a:pt x="4276" y="4328"/>
                  </a:lnTo>
                  <a:lnTo>
                    <a:pt x="4596" y="4647"/>
                  </a:lnTo>
                  <a:lnTo>
                    <a:pt x="4596" y="4334"/>
                  </a:lnTo>
                  <a:lnTo>
                    <a:pt x="4460" y="4198"/>
                  </a:lnTo>
                  <a:lnTo>
                    <a:pt x="4433" y="4171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8536031" y="4766481"/>
              <a:ext cx="475286" cy="433394"/>
            </a:xfrm>
            <a:custGeom>
              <a:avLst/>
              <a:gdLst/>
              <a:ahLst/>
              <a:cxnLst/>
              <a:rect l="l" t="t" r="r" b="b"/>
              <a:pathLst>
                <a:path w="6280" h="6071" extrusionOk="0">
                  <a:moveTo>
                    <a:pt x="209" y="0"/>
                  </a:moveTo>
                  <a:cubicBezTo>
                    <a:pt x="141" y="34"/>
                    <a:pt x="69" y="68"/>
                    <a:pt x="1" y="102"/>
                  </a:cubicBezTo>
                  <a:lnTo>
                    <a:pt x="4958" y="5063"/>
                  </a:lnTo>
                  <a:lnTo>
                    <a:pt x="4985" y="5090"/>
                  </a:lnTo>
                  <a:lnTo>
                    <a:pt x="5012" y="5117"/>
                  </a:lnTo>
                  <a:lnTo>
                    <a:pt x="5966" y="6071"/>
                  </a:lnTo>
                  <a:lnTo>
                    <a:pt x="6279" y="6071"/>
                  </a:lnTo>
                  <a:lnTo>
                    <a:pt x="5169" y="4961"/>
                  </a:lnTo>
                  <a:lnTo>
                    <a:pt x="5142" y="4933"/>
                  </a:lnTo>
                  <a:lnTo>
                    <a:pt x="5114" y="4906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8458457" y="4804173"/>
              <a:ext cx="434493" cy="395487"/>
            </a:xfrm>
            <a:custGeom>
              <a:avLst/>
              <a:gdLst/>
              <a:ahLst/>
              <a:cxnLst/>
              <a:rect l="l" t="t" r="r" b="b"/>
              <a:pathLst>
                <a:path w="5741" h="5540" extrusionOk="0">
                  <a:moveTo>
                    <a:pt x="202" y="0"/>
                  </a:moveTo>
                  <a:cubicBezTo>
                    <a:pt x="137" y="38"/>
                    <a:pt x="68" y="75"/>
                    <a:pt x="1" y="112"/>
                  </a:cubicBezTo>
                  <a:lnTo>
                    <a:pt x="5202" y="5315"/>
                  </a:lnTo>
                  <a:lnTo>
                    <a:pt x="5230" y="5342"/>
                  </a:lnTo>
                  <a:lnTo>
                    <a:pt x="5257" y="5369"/>
                  </a:lnTo>
                  <a:lnTo>
                    <a:pt x="5427" y="5536"/>
                  </a:lnTo>
                  <a:lnTo>
                    <a:pt x="5741" y="5540"/>
                  </a:lnTo>
                  <a:lnTo>
                    <a:pt x="5414" y="5213"/>
                  </a:lnTo>
                  <a:lnTo>
                    <a:pt x="5386" y="5185"/>
                  </a:lnTo>
                  <a:lnTo>
                    <a:pt x="5359" y="5158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8617767" y="4733856"/>
              <a:ext cx="437899" cy="418902"/>
            </a:xfrm>
            <a:custGeom>
              <a:avLst/>
              <a:gdLst/>
              <a:ahLst/>
              <a:cxnLst/>
              <a:rect l="l" t="t" r="r" b="b"/>
              <a:pathLst>
                <a:path w="5786" h="5868" extrusionOk="0">
                  <a:moveTo>
                    <a:pt x="229" y="1"/>
                  </a:moveTo>
                  <a:cubicBezTo>
                    <a:pt x="154" y="28"/>
                    <a:pt x="76" y="52"/>
                    <a:pt x="1" y="83"/>
                  </a:cubicBezTo>
                  <a:lnTo>
                    <a:pt x="4658" y="4739"/>
                  </a:lnTo>
                  <a:lnTo>
                    <a:pt x="4685" y="4767"/>
                  </a:lnTo>
                  <a:lnTo>
                    <a:pt x="4712" y="4794"/>
                  </a:lnTo>
                  <a:lnTo>
                    <a:pt x="5785" y="5867"/>
                  </a:lnTo>
                  <a:lnTo>
                    <a:pt x="5785" y="5553"/>
                  </a:lnTo>
                  <a:lnTo>
                    <a:pt x="4869" y="4637"/>
                  </a:lnTo>
                  <a:lnTo>
                    <a:pt x="4842" y="4610"/>
                  </a:lnTo>
                  <a:lnTo>
                    <a:pt x="4814" y="4583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8950916" y="4719793"/>
              <a:ext cx="104745" cy="98800"/>
            </a:xfrm>
            <a:custGeom>
              <a:avLst/>
              <a:gdLst/>
              <a:ahLst/>
              <a:cxnLst/>
              <a:rect l="l" t="t" r="r" b="b"/>
              <a:pathLst>
                <a:path w="1384" h="1384" extrusionOk="0">
                  <a:moveTo>
                    <a:pt x="0" y="0"/>
                  </a:moveTo>
                  <a:lnTo>
                    <a:pt x="1383" y="1383"/>
                  </a:lnTo>
                  <a:lnTo>
                    <a:pt x="1383" y="1073"/>
                  </a:lnTo>
                  <a:lnTo>
                    <a:pt x="525" y="211"/>
                  </a:lnTo>
                  <a:cubicBezTo>
                    <a:pt x="358" y="129"/>
                    <a:pt x="181" y="6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8812949" y="4700947"/>
              <a:ext cx="242714" cy="229011"/>
            </a:xfrm>
            <a:custGeom>
              <a:avLst/>
              <a:gdLst/>
              <a:ahLst/>
              <a:cxnLst/>
              <a:rect l="l" t="t" r="r" b="b"/>
              <a:pathLst>
                <a:path w="3207" h="3208" extrusionOk="0">
                  <a:moveTo>
                    <a:pt x="93" y="0"/>
                  </a:moveTo>
                  <a:cubicBezTo>
                    <a:pt x="62" y="0"/>
                    <a:pt x="32" y="1"/>
                    <a:pt x="1" y="2"/>
                  </a:cubicBezTo>
                  <a:lnTo>
                    <a:pt x="3206" y="3207"/>
                  </a:lnTo>
                  <a:lnTo>
                    <a:pt x="3206" y="2894"/>
                  </a:lnTo>
                  <a:lnTo>
                    <a:pt x="318" y="5"/>
                  </a:lnTo>
                  <a:cubicBezTo>
                    <a:pt x="243" y="3"/>
                    <a:pt x="168" y="0"/>
                    <a:pt x="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8050308" y="4980501"/>
              <a:ext cx="250433" cy="217161"/>
            </a:xfrm>
            <a:custGeom>
              <a:avLst/>
              <a:gdLst/>
              <a:ahLst/>
              <a:cxnLst/>
              <a:rect l="l" t="t" r="r" b="b"/>
              <a:pathLst>
                <a:path w="3309" h="3042" extrusionOk="0">
                  <a:moveTo>
                    <a:pt x="263" y="0"/>
                  </a:moveTo>
                  <a:cubicBezTo>
                    <a:pt x="175" y="17"/>
                    <a:pt x="89" y="34"/>
                    <a:pt x="1" y="48"/>
                  </a:cubicBezTo>
                  <a:lnTo>
                    <a:pt x="2996" y="3042"/>
                  </a:lnTo>
                  <a:lnTo>
                    <a:pt x="3309" y="3042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8228689" y="4922320"/>
              <a:ext cx="308709" cy="276127"/>
            </a:xfrm>
            <a:custGeom>
              <a:avLst/>
              <a:gdLst/>
              <a:ahLst/>
              <a:cxnLst/>
              <a:rect l="l" t="t" r="r" b="b"/>
              <a:pathLst>
                <a:path w="4079" h="3868" extrusionOk="0">
                  <a:moveTo>
                    <a:pt x="213" y="1"/>
                  </a:moveTo>
                  <a:cubicBezTo>
                    <a:pt x="141" y="34"/>
                    <a:pt x="73" y="66"/>
                    <a:pt x="1" y="100"/>
                  </a:cubicBezTo>
                  <a:lnTo>
                    <a:pt x="3769" y="3867"/>
                  </a:lnTo>
                  <a:lnTo>
                    <a:pt x="4079" y="3867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8383154" y="4844222"/>
              <a:ext cx="391203" cy="354939"/>
            </a:xfrm>
            <a:custGeom>
              <a:avLst/>
              <a:gdLst/>
              <a:ahLst/>
              <a:cxnLst/>
              <a:rect l="l" t="t" r="r" b="b"/>
              <a:pathLst>
                <a:path w="5169" h="4972" extrusionOk="0">
                  <a:moveTo>
                    <a:pt x="198" y="1"/>
                  </a:moveTo>
                  <a:cubicBezTo>
                    <a:pt x="134" y="39"/>
                    <a:pt x="65" y="76"/>
                    <a:pt x="1" y="114"/>
                  </a:cubicBezTo>
                  <a:lnTo>
                    <a:pt x="4855" y="4971"/>
                  </a:lnTo>
                  <a:lnTo>
                    <a:pt x="5169" y="4971"/>
                  </a:lnTo>
                  <a:lnTo>
                    <a:pt x="1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7938905" y="4990209"/>
              <a:ext cx="243244" cy="207238"/>
            </a:xfrm>
            <a:custGeom>
              <a:avLst/>
              <a:gdLst/>
              <a:ahLst/>
              <a:cxnLst/>
              <a:rect l="l" t="t" r="r" b="b"/>
              <a:pathLst>
                <a:path w="3214" h="2903" extrusionOk="0">
                  <a:moveTo>
                    <a:pt x="1" y="0"/>
                  </a:moveTo>
                  <a:lnTo>
                    <a:pt x="2900" y="2899"/>
                  </a:lnTo>
                  <a:lnTo>
                    <a:pt x="3213" y="2903"/>
                  </a:lnTo>
                  <a:lnTo>
                    <a:pt x="325" y="14"/>
                  </a:lnTo>
                  <a:cubicBezTo>
                    <a:pt x="216" y="11"/>
                    <a:pt x="106" y="7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8144153" y="4955372"/>
              <a:ext cx="274879" cy="242860"/>
            </a:xfrm>
            <a:custGeom>
              <a:avLst/>
              <a:gdLst/>
              <a:ahLst/>
              <a:cxnLst/>
              <a:rect l="l" t="t" r="r" b="b"/>
              <a:pathLst>
                <a:path w="3632" h="3402" extrusionOk="0">
                  <a:moveTo>
                    <a:pt x="232" y="1"/>
                  </a:moveTo>
                  <a:cubicBezTo>
                    <a:pt x="154" y="29"/>
                    <a:pt x="79" y="55"/>
                    <a:pt x="1" y="79"/>
                  </a:cubicBezTo>
                  <a:lnTo>
                    <a:pt x="3319" y="3398"/>
                  </a:lnTo>
                  <a:lnTo>
                    <a:pt x="3632" y="3401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8307322" y="4884413"/>
              <a:ext cx="348745" cy="314462"/>
            </a:xfrm>
            <a:custGeom>
              <a:avLst/>
              <a:gdLst/>
              <a:ahLst/>
              <a:cxnLst/>
              <a:rect l="l" t="t" r="r" b="b"/>
              <a:pathLst>
                <a:path w="4608" h="4405" extrusionOk="0">
                  <a:moveTo>
                    <a:pt x="202" y="0"/>
                  </a:moveTo>
                  <a:cubicBezTo>
                    <a:pt x="134" y="38"/>
                    <a:pt x="66" y="72"/>
                    <a:pt x="1" y="109"/>
                  </a:cubicBezTo>
                  <a:lnTo>
                    <a:pt x="4293" y="4402"/>
                  </a:lnTo>
                  <a:lnTo>
                    <a:pt x="4607" y="4405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7772103" y="4944236"/>
              <a:ext cx="291756" cy="252712"/>
            </a:xfrm>
            <a:custGeom>
              <a:avLst/>
              <a:gdLst/>
              <a:ahLst/>
              <a:cxnLst/>
              <a:rect l="l" t="t" r="r" b="b"/>
              <a:pathLst>
                <a:path w="3855" h="3540" extrusionOk="0">
                  <a:moveTo>
                    <a:pt x="1" y="1"/>
                  </a:moveTo>
                  <a:lnTo>
                    <a:pt x="1013" y="1012"/>
                  </a:lnTo>
                  <a:lnTo>
                    <a:pt x="1040" y="1040"/>
                  </a:lnTo>
                  <a:lnTo>
                    <a:pt x="1067" y="1067"/>
                  </a:lnTo>
                  <a:lnTo>
                    <a:pt x="3540" y="3540"/>
                  </a:lnTo>
                  <a:lnTo>
                    <a:pt x="3854" y="3540"/>
                  </a:lnTo>
                  <a:lnTo>
                    <a:pt x="1224" y="910"/>
                  </a:lnTo>
                  <a:lnTo>
                    <a:pt x="1197" y="883"/>
                  </a:lnTo>
                  <a:lnTo>
                    <a:pt x="1169" y="856"/>
                  </a:lnTo>
                  <a:lnTo>
                    <a:pt x="576" y="266"/>
                  </a:lnTo>
                  <a:cubicBezTo>
                    <a:pt x="382" y="188"/>
                    <a:pt x="188" y="9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7409362" y="4713440"/>
              <a:ext cx="535832" cy="483293"/>
            </a:xfrm>
            <a:custGeom>
              <a:avLst/>
              <a:gdLst/>
              <a:ahLst/>
              <a:cxnLst/>
              <a:rect l="l" t="t" r="r" b="b"/>
              <a:pathLst>
                <a:path w="7080" h="6770" extrusionOk="0">
                  <a:moveTo>
                    <a:pt x="1" y="1"/>
                  </a:moveTo>
                  <a:lnTo>
                    <a:pt x="5026" y="5025"/>
                  </a:lnTo>
                  <a:lnTo>
                    <a:pt x="5053" y="5053"/>
                  </a:lnTo>
                  <a:lnTo>
                    <a:pt x="5080" y="5080"/>
                  </a:lnTo>
                  <a:lnTo>
                    <a:pt x="6767" y="6770"/>
                  </a:lnTo>
                  <a:lnTo>
                    <a:pt x="7080" y="6770"/>
                  </a:lnTo>
                  <a:lnTo>
                    <a:pt x="5237" y="4923"/>
                  </a:lnTo>
                  <a:lnTo>
                    <a:pt x="5210" y="4896"/>
                  </a:lnTo>
                  <a:lnTo>
                    <a:pt x="5182" y="4869"/>
                  </a:lnTo>
                  <a:lnTo>
                    <a:pt x="726" y="413"/>
                  </a:lnTo>
                  <a:cubicBezTo>
                    <a:pt x="495" y="270"/>
                    <a:pt x="256" y="130"/>
                    <a:pt x="11" y="4"/>
                  </a:cubicBezTo>
                  <a:cubicBezTo>
                    <a:pt x="7" y="4"/>
                    <a:pt x="4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7235068" y="4660399"/>
              <a:ext cx="591837" cy="535835"/>
            </a:xfrm>
            <a:custGeom>
              <a:avLst/>
              <a:gdLst/>
              <a:ahLst/>
              <a:cxnLst/>
              <a:rect l="l" t="t" r="r" b="b"/>
              <a:pathLst>
                <a:path w="7820" h="7506" extrusionOk="0">
                  <a:moveTo>
                    <a:pt x="1" y="1"/>
                  </a:moveTo>
                  <a:lnTo>
                    <a:pt x="6548" y="6549"/>
                  </a:lnTo>
                  <a:lnTo>
                    <a:pt x="6576" y="6576"/>
                  </a:lnTo>
                  <a:lnTo>
                    <a:pt x="7505" y="7505"/>
                  </a:lnTo>
                  <a:lnTo>
                    <a:pt x="7819" y="7505"/>
                  </a:lnTo>
                  <a:lnTo>
                    <a:pt x="6760" y="6447"/>
                  </a:lnTo>
                  <a:lnTo>
                    <a:pt x="6732" y="6419"/>
                  </a:lnTo>
                  <a:lnTo>
                    <a:pt x="389" y="76"/>
                  </a:lnTo>
                  <a:cubicBezTo>
                    <a:pt x="260" y="49"/>
                    <a:pt x="130" y="2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7107999" y="4651689"/>
              <a:ext cx="600541" cy="544330"/>
            </a:xfrm>
            <a:custGeom>
              <a:avLst/>
              <a:gdLst/>
              <a:ahLst/>
              <a:cxnLst/>
              <a:rect l="l" t="t" r="r" b="b"/>
              <a:pathLst>
                <a:path w="7935" h="7625" extrusionOk="0">
                  <a:moveTo>
                    <a:pt x="156" y="1"/>
                  </a:moveTo>
                  <a:cubicBezTo>
                    <a:pt x="103" y="1"/>
                    <a:pt x="51" y="2"/>
                    <a:pt x="0" y="3"/>
                  </a:cubicBezTo>
                  <a:lnTo>
                    <a:pt x="7447" y="7451"/>
                  </a:lnTo>
                  <a:lnTo>
                    <a:pt x="7475" y="7478"/>
                  </a:lnTo>
                  <a:lnTo>
                    <a:pt x="7502" y="7505"/>
                  </a:lnTo>
                  <a:lnTo>
                    <a:pt x="7621" y="7624"/>
                  </a:lnTo>
                  <a:lnTo>
                    <a:pt x="7934" y="7624"/>
                  </a:lnTo>
                  <a:lnTo>
                    <a:pt x="7659" y="7349"/>
                  </a:lnTo>
                  <a:lnTo>
                    <a:pt x="7631" y="7321"/>
                  </a:lnTo>
                  <a:lnTo>
                    <a:pt x="7604" y="7294"/>
                  </a:lnTo>
                  <a:lnTo>
                    <a:pt x="313" y="3"/>
                  </a:lnTo>
                  <a:cubicBezTo>
                    <a:pt x="261" y="2"/>
                    <a:pt x="208" y="1"/>
                    <a:pt x="1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6522452" y="4869065"/>
              <a:ext cx="356919" cy="324528"/>
            </a:xfrm>
            <a:custGeom>
              <a:avLst/>
              <a:gdLst/>
              <a:ahLst/>
              <a:cxnLst/>
              <a:rect l="l" t="t" r="r" b="b"/>
              <a:pathLst>
                <a:path w="4716" h="4546" extrusionOk="0">
                  <a:moveTo>
                    <a:pt x="171" y="0"/>
                  </a:moveTo>
                  <a:cubicBezTo>
                    <a:pt x="113" y="49"/>
                    <a:pt x="58" y="96"/>
                    <a:pt x="0" y="140"/>
                  </a:cubicBezTo>
                  <a:lnTo>
                    <a:pt x="1926" y="2065"/>
                  </a:lnTo>
                  <a:lnTo>
                    <a:pt x="1953" y="2093"/>
                  </a:lnTo>
                  <a:lnTo>
                    <a:pt x="1980" y="2120"/>
                  </a:lnTo>
                  <a:lnTo>
                    <a:pt x="4402" y="4541"/>
                  </a:lnTo>
                  <a:lnTo>
                    <a:pt x="4715" y="4546"/>
                  </a:lnTo>
                  <a:lnTo>
                    <a:pt x="4715" y="4546"/>
                  </a:lnTo>
                  <a:lnTo>
                    <a:pt x="2133" y="1963"/>
                  </a:lnTo>
                  <a:lnTo>
                    <a:pt x="2106" y="1936"/>
                  </a:lnTo>
                  <a:lnTo>
                    <a:pt x="2079" y="1909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9"/>
            <p:cNvSpPr/>
            <p:nvPr/>
          </p:nvSpPr>
          <p:spPr>
            <a:xfrm>
              <a:off x="6658527" y="4776403"/>
              <a:ext cx="457728" cy="417902"/>
            </a:xfrm>
            <a:custGeom>
              <a:avLst/>
              <a:gdLst/>
              <a:ahLst/>
              <a:cxnLst/>
              <a:rect l="l" t="t" r="r" b="b"/>
              <a:pathLst>
                <a:path w="6048" h="5854" extrusionOk="0">
                  <a:moveTo>
                    <a:pt x="196" y="1"/>
                  </a:moveTo>
                  <a:cubicBezTo>
                    <a:pt x="131" y="39"/>
                    <a:pt x="66" y="79"/>
                    <a:pt x="1" y="116"/>
                  </a:cubicBezTo>
                  <a:lnTo>
                    <a:pt x="1688" y="1803"/>
                  </a:lnTo>
                  <a:lnTo>
                    <a:pt x="1715" y="1830"/>
                  </a:lnTo>
                  <a:lnTo>
                    <a:pt x="1742" y="1858"/>
                  </a:lnTo>
                  <a:lnTo>
                    <a:pt x="5735" y="5850"/>
                  </a:lnTo>
                  <a:lnTo>
                    <a:pt x="6048" y="5853"/>
                  </a:lnTo>
                  <a:lnTo>
                    <a:pt x="1868" y="1674"/>
                  </a:lnTo>
                  <a:lnTo>
                    <a:pt x="19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6814582" y="4703231"/>
              <a:ext cx="538405" cy="491788"/>
            </a:xfrm>
            <a:custGeom>
              <a:avLst/>
              <a:gdLst/>
              <a:ahLst/>
              <a:cxnLst/>
              <a:rect l="l" t="t" r="r" b="b"/>
              <a:pathLst>
                <a:path w="7114" h="6889" extrusionOk="0">
                  <a:moveTo>
                    <a:pt x="225" y="1"/>
                  </a:moveTo>
                  <a:cubicBezTo>
                    <a:pt x="151" y="28"/>
                    <a:pt x="75" y="55"/>
                    <a:pt x="0" y="82"/>
                  </a:cubicBezTo>
                  <a:lnTo>
                    <a:pt x="1209" y="1295"/>
                  </a:lnTo>
                  <a:lnTo>
                    <a:pt x="6800" y="6885"/>
                  </a:lnTo>
                  <a:lnTo>
                    <a:pt x="7113" y="6889"/>
                  </a:lnTo>
                  <a:lnTo>
                    <a:pt x="1393" y="1166"/>
                  </a:lnTo>
                  <a:lnTo>
                    <a:pt x="1366" y="1138"/>
                  </a:lnTo>
                  <a:lnTo>
                    <a:pt x="1339" y="111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6999699" y="4657971"/>
              <a:ext cx="590172" cy="537548"/>
            </a:xfrm>
            <a:custGeom>
              <a:avLst/>
              <a:gdLst/>
              <a:ahLst/>
              <a:cxnLst/>
              <a:rect l="l" t="t" r="r" b="b"/>
              <a:pathLst>
                <a:path w="7798" h="7530" extrusionOk="0">
                  <a:moveTo>
                    <a:pt x="269" y="1"/>
                  </a:moveTo>
                  <a:cubicBezTo>
                    <a:pt x="181" y="14"/>
                    <a:pt x="89" y="28"/>
                    <a:pt x="0" y="42"/>
                  </a:cubicBezTo>
                  <a:lnTo>
                    <a:pt x="296" y="341"/>
                  </a:lnTo>
                  <a:lnTo>
                    <a:pt x="324" y="369"/>
                  </a:lnTo>
                  <a:lnTo>
                    <a:pt x="351" y="396"/>
                  </a:lnTo>
                  <a:lnTo>
                    <a:pt x="7485" y="7530"/>
                  </a:lnTo>
                  <a:lnTo>
                    <a:pt x="7798" y="7530"/>
                  </a:lnTo>
                  <a:lnTo>
                    <a:pt x="508" y="239"/>
                  </a:lnTo>
                  <a:lnTo>
                    <a:pt x="480" y="212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6588446" y="4820664"/>
              <a:ext cx="409291" cy="373142"/>
            </a:xfrm>
            <a:custGeom>
              <a:avLst/>
              <a:gdLst/>
              <a:ahLst/>
              <a:cxnLst/>
              <a:rect l="l" t="t" r="r" b="b"/>
              <a:pathLst>
                <a:path w="5408" h="5227" extrusionOk="0">
                  <a:moveTo>
                    <a:pt x="181" y="1"/>
                  </a:moveTo>
                  <a:cubicBezTo>
                    <a:pt x="120" y="45"/>
                    <a:pt x="59" y="86"/>
                    <a:pt x="1" y="130"/>
                  </a:cubicBezTo>
                  <a:lnTo>
                    <a:pt x="1834" y="1963"/>
                  </a:lnTo>
                  <a:lnTo>
                    <a:pt x="1861" y="1990"/>
                  </a:lnTo>
                  <a:lnTo>
                    <a:pt x="1888" y="2018"/>
                  </a:lnTo>
                  <a:lnTo>
                    <a:pt x="5093" y="5227"/>
                  </a:lnTo>
                  <a:lnTo>
                    <a:pt x="5407" y="5227"/>
                  </a:lnTo>
                  <a:lnTo>
                    <a:pt x="2041" y="1861"/>
                  </a:lnTo>
                  <a:lnTo>
                    <a:pt x="2014" y="1834"/>
                  </a:lnTo>
                  <a:lnTo>
                    <a:pt x="1987" y="1806"/>
                  </a:lnTo>
                  <a:lnTo>
                    <a:pt x="18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6733603" y="4736783"/>
              <a:ext cx="501094" cy="457737"/>
            </a:xfrm>
            <a:custGeom>
              <a:avLst/>
              <a:gdLst/>
              <a:ahLst/>
              <a:cxnLst/>
              <a:rect l="l" t="t" r="r" b="b"/>
              <a:pathLst>
                <a:path w="6621" h="6412" extrusionOk="0">
                  <a:moveTo>
                    <a:pt x="208" y="1"/>
                  </a:moveTo>
                  <a:cubicBezTo>
                    <a:pt x="141" y="34"/>
                    <a:pt x="69" y="69"/>
                    <a:pt x="1" y="103"/>
                  </a:cubicBezTo>
                  <a:lnTo>
                    <a:pt x="1476" y="1578"/>
                  </a:lnTo>
                  <a:lnTo>
                    <a:pt x="1503" y="1605"/>
                  </a:lnTo>
                  <a:lnTo>
                    <a:pt x="1527" y="1632"/>
                  </a:lnTo>
                  <a:lnTo>
                    <a:pt x="6306" y="6412"/>
                  </a:lnTo>
                  <a:lnTo>
                    <a:pt x="6620" y="6412"/>
                  </a:lnTo>
                  <a:lnTo>
                    <a:pt x="1683" y="1476"/>
                  </a:lnTo>
                  <a:lnTo>
                    <a:pt x="1656" y="1448"/>
                  </a:lnTo>
                  <a:lnTo>
                    <a:pt x="1629" y="1421"/>
                  </a:lnTo>
                  <a:lnTo>
                    <a:pt x="2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9"/>
            <p:cNvSpPr/>
            <p:nvPr/>
          </p:nvSpPr>
          <p:spPr>
            <a:xfrm>
              <a:off x="6902751" y="4676461"/>
              <a:ext cx="568830" cy="518844"/>
            </a:xfrm>
            <a:custGeom>
              <a:avLst/>
              <a:gdLst/>
              <a:ahLst/>
              <a:cxnLst/>
              <a:rect l="l" t="t" r="r" b="b"/>
              <a:pathLst>
                <a:path w="7516" h="7268" extrusionOk="0">
                  <a:moveTo>
                    <a:pt x="246" y="0"/>
                  </a:moveTo>
                  <a:cubicBezTo>
                    <a:pt x="164" y="21"/>
                    <a:pt x="82" y="41"/>
                    <a:pt x="0" y="65"/>
                  </a:cubicBezTo>
                  <a:lnTo>
                    <a:pt x="797" y="862"/>
                  </a:lnTo>
                  <a:lnTo>
                    <a:pt x="825" y="890"/>
                  </a:lnTo>
                  <a:lnTo>
                    <a:pt x="852" y="917"/>
                  </a:lnTo>
                  <a:lnTo>
                    <a:pt x="7203" y="7267"/>
                  </a:lnTo>
                  <a:lnTo>
                    <a:pt x="7516" y="7267"/>
                  </a:lnTo>
                  <a:lnTo>
                    <a:pt x="1009" y="760"/>
                  </a:lnTo>
                  <a:lnTo>
                    <a:pt x="981" y="733"/>
                  </a:lnTo>
                  <a:lnTo>
                    <a:pt x="954" y="706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6401059" y="4975789"/>
              <a:ext cx="241351" cy="217018"/>
            </a:xfrm>
            <a:custGeom>
              <a:avLst/>
              <a:gdLst/>
              <a:ahLst/>
              <a:cxnLst/>
              <a:rect l="l" t="t" r="r" b="b"/>
              <a:pathLst>
                <a:path w="3189" h="3040" extrusionOk="0">
                  <a:moveTo>
                    <a:pt x="153" y="1"/>
                  </a:moveTo>
                  <a:cubicBezTo>
                    <a:pt x="102" y="56"/>
                    <a:pt x="51" y="107"/>
                    <a:pt x="0" y="161"/>
                  </a:cubicBezTo>
                  <a:lnTo>
                    <a:pt x="1969" y="2131"/>
                  </a:lnTo>
                  <a:lnTo>
                    <a:pt x="1997" y="2158"/>
                  </a:lnTo>
                  <a:lnTo>
                    <a:pt x="2876" y="3037"/>
                  </a:lnTo>
                  <a:lnTo>
                    <a:pt x="3189" y="3040"/>
                  </a:lnTo>
                  <a:lnTo>
                    <a:pt x="2177" y="2029"/>
                  </a:lnTo>
                  <a:lnTo>
                    <a:pt x="2150" y="2001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6344525" y="5033470"/>
              <a:ext cx="179519" cy="158909"/>
            </a:xfrm>
            <a:custGeom>
              <a:avLst/>
              <a:gdLst/>
              <a:ahLst/>
              <a:cxnLst/>
              <a:rect l="l" t="t" r="r" b="b"/>
              <a:pathLst>
                <a:path w="2372" h="2226" extrusionOk="0">
                  <a:moveTo>
                    <a:pt x="144" y="1"/>
                  </a:moveTo>
                  <a:cubicBezTo>
                    <a:pt x="96" y="55"/>
                    <a:pt x="49" y="113"/>
                    <a:pt x="1" y="167"/>
                  </a:cubicBezTo>
                  <a:lnTo>
                    <a:pt x="1936" y="2103"/>
                  </a:lnTo>
                  <a:lnTo>
                    <a:pt x="1963" y="2130"/>
                  </a:lnTo>
                  <a:lnTo>
                    <a:pt x="1991" y="2157"/>
                  </a:lnTo>
                  <a:lnTo>
                    <a:pt x="2059" y="2225"/>
                  </a:lnTo>
                  <a:lnTo>
                    <a:pt x="2372" y="2225"/>
                  </a:lnTo>
                  <a:lnTo>
                    <a:pt x="2144" y="2001"/>
                  </a:lnTo>
                  <a:lnTo>
                    <a:pt x="2117" y="1973"/>
                  </a:lnTo>
                  <a:lnTo>
                    <a:pt x="2093" y="1946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6460090" y="4920892"/>
              <a:ext cx="300687" cy="272201"/>
            </a:xfrm>
            <a:custGeom>
              <a:avLst/>
              <a:gdLst/>
              <a:ahLst/>
              <a:cxnLst/>
              <a:rect l="l" t="t" r="r" b="b"/>
              <a:pathLst>
                <a:path w="3973" h="3813" extrusionOk="0">
                  <a:moveTo>
                    <a:pt x="164" y="1"/>
                  </a:moveTo>
                  <a:cubicBezTo>
                    <a:pt x="109" y="51"/>
                    <a:pt x="55" y="103"/>
                    <a:pt x="0" y="153"/>
                  </a:cubicBezTo>
                  <a:lnTo>
                    <a:pt x="1969" y="2119"/>
                  </a:lnTo>
                  <a:lnTo>
                    <a:pt x="1997" y="2147"/>
                  </a:lnTo>
                  <a:lnTo>
                    <a:pt x="2024" y="2174"/>
                  </a:lnTo>
                  <a:lnTo>
                    <a:pt x="3659" y="3812"/>
                  </a:lnTo>
                  <a:lnTo>
                    <a:pt x="3972" y="3812"/>
                  </a:lnTo>
                  <a:lnTo>
                    <a:pt x="2177" y="2017"/>
                  </a:lnTo>
                  <a:lnTo>
                    <a:pt x="2150" y="1990"/>
                  </a:lnTo>
                  <a:lnTo>
                    <a:pt x="2123" y="1963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6290110" y="5093293"/>
              <a:ext cx="115416" cy="98872"/>
            </a:xfrm>
            <a:custGeom>
              <a:avLst/>
              <a:gdLst/>
              <a:ahLst/>
              <a:cxnLst/>
              <a:rect l="l" t="t" r="r" b="b"/>
              <a:pathLst>
                <a:path w="1525" h="1385" extrusionOk="0">
                  <a:moveTo>
                    <a:pt x="144" y="1"/>
                  </a:moveTo>
                  <a:cubicBezTo>
                    <a:pt x="97" y="59"/>
                    <a:pt x="49" y="117"/>
                    <a:pt x="1" y="174"/>
                  </a:cubicBezTo>
                  <a:lnTo>
                    <a:pt x="1210" y="1380"/>
                  </a:lnTo>
                  <a:lnTo>
                    <a:pt x="1524" y="1384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>
            <a:off x="2288000" y="-49525"/>
            <a:ext cx="5329733" cy="6118420"/>
            <a:chOff x="2288000" y="-49525"/>
            <a:chExt cx="5329733" cy="6118420"/>
          </a:xfrm>
        </p:grpSpPr>
        <p:sp>
          <p:nvSpPr>
            <p:cNvPr id="223" name="Google Shape;223;p10"/>
            <p:cNvSpPr/>
            <p:nvPr/>
          </p:nvSpPr>
          <p:spPr>
            <a:xfrm rot="-4421961">
              <a:off x="2777637" y="1686086"/>
              <a:ext cx="5541644" cy="2691324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2288000" y="-49525"/>
              <a:ext cx="2743200" cy="564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10"/>
          <p:cNvSpPr txBox="1">
            <a:spLocks noGrp="1"/>
          </p:cNvSpPr>
          <p:nvPr>
            <p:ph type="title"/>
          </p:nvPr>
        </p:nvSpPr>
        <p:spPr>
          <a:xfrm>
            <a:off x="914400" y="989590"/>
            <a:ext cx="2743200" cy="15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6" name="Google Shape;226;p10"/>
          <p:cNvSpPr txBox="1">
            <a:spLocks noGrp="1"/>
          </p:cNvSpPr>
          <p:nvPr>
            <p:ph type="subTitle" idx="1"/>
          </p:nvPr>
        </p:nvSpPr>
        <p:spPr>
          <a:xfrm>
            <a:off x="914400" y="2602412"/>
            <a:ext cx="3657600" cy="18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grpSp>
        <p:nvGrpSpPr>
          <p:cNvPr id="227" name="Google Shape;227;p10"/>
          <p:cNvGrpSpPr/>
          <p:nvPr/>
        </p:nvGrpSpPr>
        <p:grpSpPr>
          <a:xfrm>
            <a:off x="4340695" y="4859500"/>
            <a:ext cx="2740195" cy="411348"/>
            <a:chOff x="3731103" y="4808559"/>
            <a:chExt cx="2740195" cy="335138"/>
          </a:xfrm>
        </p:grpSpPr>
        <p:sp>
          <p:nvSpPr>
            <p:cNvPr id="228" name="Google Shape;228;p10"/>
            <p:cNvSpPr/>
            <p:nvPr/>
          </p:nvSpPr>
          <p:spPr>
            <a:xfrm>
              <a:off x="4333158" y="4849734"/>
              <a:ext cx="1938475" cy="293962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3731103" y="4808559"/>
              <a:ext cx="2740195" cy="335138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4333158" y="4950520"/>
              <a:ext cx="1938475" cy="193176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" name="Google Shape;231;p10"/>
          <p:cNvGrpSpPr/>
          <p:nvPr/>
        </p:nvGrpSpPr>
        <p:grpSpPr>
          <a:xfrm>
            <a:off x="-665807" y="3431750"/>
            <a:ext cx="3632735" cy="2280574"/>
            <a:chOff x="-665807" y="3431750"/>
            <a:chExt cx="3632735" cy="2280574"/>
          </a:xfrm>
        </p:grpSpPr>
        <p:sp>
          <p:nvSpPr>
            <p:cNvPr id="232" name="Google Shape;232;p10"/>
            <p:cNvSpPr/>
            <p:nvPr/>
          </p:nvSpPr>
          <p:spPr>
            <a:xfrm rot="6847533" flipH="1">
              <a:off x="-356027" y="4216323"/>
              <a:ext cx="1115230" cy="140137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33" name="Google Shape;233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221174" y="3431750"/>
              <a:ext cx="3188102" cy="17933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4" name="Google Shape;234;p10"/>
          <p:cNvGrpSpPr/>
          <p:nvPr/>
        </p:nvGrpSpPr>
        <p:grpSpPr>
          <a:xfrm>
            <a:off x="5536150" y="-152400"/>
            <a:ext cx="3785654" cy="5632544"/>
            <a:chOff x="5536150" y="-152400"/>
            <a:chExt cx="3785654" cy="5632544"/>
          </a:xfrm>
        </p:grpSpPr>
        <p:sp>
          <p:nvSpPr>
            <p:cNvPr id="235" name="Google Shape;235;p10"/>
            <p:cNvSpPr/>
            <p:nvPr/>
          </p:nvSpPr>
          <p:spPr>
            <a:xfrm rot="5400000">
              <a:off x="7067275" y="992343"/>
              <a:ext cx="3234092" cy="1126340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0"/>
            <p:cNvSpPr/>
            <p:nvPr/>
          </p:nvSpPr>
          <p:spPr>
            <a:xfrm rot="5400000">
              <a:off x="5122630" y="1355283"/>
              <a:ext cx="5541677" cy="2708045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0"/>
            <p:cNvSpPr/>
            <p:nvPr/>
          </p:nvSpPr>
          <p:spPr>
            <a:xfrm rot="5400000">
              <a:off x="8312443" y="3758806"/>
              <a:ext cx="789976" cy="367355"/>
            </a:xfrm>
            <a:custGeom>
              <a:avLst/>
              <a:gdLst/>
              <a:ahLst/>
              <a:cxnLst/>
              <a:rect l="l" t="t" r="r" b="b"/>
              <a:pathLst>
                <a:path w="9871" h="5660" extrusionOk="0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0"/>
            <p:cNvSpPr/>
            <p:nvPr/>
          </p:nvSpPr>
          <p:spPr>
            <a:xfrm rot="5400000">
              <a:off x="8117401" y="2029636"/>
              <a:ext cx="1785149" cy="431675"/>
            </a:xfrm>
            <a:custGeom>
              <a:avLst/>
              <a:gdLst/>
              <a:ahLst/>
              <a:cxnLst/>
              <a:rect l="l" t="t" r="r" b="b"/>
              <a:pathLst>
                <a:path w="22306" h="6651" extrusionOk="0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0"/>
            <p:cNvSpPr/>
            <p:nvPr/>
          </p:nvSpPr>
          <p:spPr>
            <a:xfrm rot="5400000">
              <a:off x="7731024" y="2865742"/>
              <a:ext cx="2407783" cy="581797"/>
            </a:xfrm>
            <a:custGeom>
              <a:avLst/>
              <a:gdLst/>
              <a:ahLst/>
              <a:cxnLst/>
              <a:rect l="l" t="t" r="r" b="b"/>
              <a:pathLst>
                <a:path w="30086" h="8964" extrusionOk="0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40" name="Google Shape;240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36150" y="-152400"/>
              <a:ext cx="3785654" cy="2129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/>
          <p:nvPr/>
        </p:nvSpPr>
        <p:spPr>
          <a:xfrm>
            <a:off x="8141194" y="779020"/>
            <a:ext cx="114841" cy="114841"/>
          </a:xfrm>
          <a:custGeom>
            <a:avLst/>
            <a:gdLst/>
            <a:ahLst/>
            <a:cxnLst/>
            <a:rect l="l" t="t" r="r" b="b"/>
            <a:pathLst>
              <a:path w="1145" h="1145" extrusionOk="0">
                <a:moveTo>
                  <a:pt x="573" y="1"/>
                </a:moveTo>
                <a:cubicBezTo>
                  <a:pt x="258" y="1"/>
                  <a:pt x="1" y="255"/>
                  <a:pt x="1" y="573"/>
                </a:cubicBezTo>
                <a:cubicBezTo>
                  <a:pt x="1" y="887"/>
                  <a:pt x="258" y="1145"/>
                  <a:pt x="573" y="1145"/>
                </a:cubicBezTo>
                <a:cubicBezTo>
                  <a:pt x="891" y="1145"/>
                  <a:pt x="1145" y="887"/>
                  <a:pt x="1145" y="573"/>
                </a:cubicBezTo>
                <a:cubicBezTo>
                  <a:pt x="1145" y="255"/>
                  <a:pt x="891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4496394" y="27193"/>
            <a:ext cx="114841" cy="114841"/>
          </a:xfrm>
          <a:custGeom>
            <a:avLst/>
            <a:gdLst/>
            <a:ahLst/>
            <a:cxnLst/>
            <a:rect l="l" t="t" r="r" b="b"/>
            <a:pathLst>
              <a:path w="1145" h="1145" extrusionOk="0">
                <a:moveTo>
                  <a:pt x="572" y="0"/>
                </a:moveTo>
                <a:cubicBezTo>
                  <a:pt x="258" y="0"/>
                  <a:pt x="1" y="258"/>
                  <a:pt x="1" y="573"/>
                </a:cubicBezTo>
                <a:cubicBezTo>
                  <a:pt x="1" y="891"/>
                  <a:pt x="258" y="1144"/>
                  <a:pt x="572" y="1144"/>
                </a:cubicBezTo>
                <a:cubicBezTo>
                  <a:pt x="890" y="1144"/>
                  <a:pt x="1145" y="891"/>
                  <a:pt x="1145" y="573"/>
                </a:cubicBezTo>
                <a:cubicBezTo>
                  <a:pt x="1145" y="258"/>
                  <a:pt x="890" y="0"/>
                  <a:pt x="57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7913720" y="478129"/>
            <a:ext cx="94380" cy="86557"/>
          </a:xfrm>
          <a:custGeom>
            <a:avLst/>
            <a:gdLst/>
            <a:ahLst/>
            <a:cxnLst/>
            <a:rect l="l" t="t" r="r" b="b"/>
            <a:pathLst>
              <a:path w="941" h="863" extrusionOk="0">
                <a:moveTo>
                  <a:pt x="469" y="1"/>
                </a:moveTo>
                <a:cubicBezTo>
                  <a:pt x="272" y="1"/>
                  <a:pt x="91" y="141"/>
                  <a:pt x="48" y="341"/>
                </a:cubicBezTo>
                <a:cubicBezTo>
                  <a:pt x="1" y="576"/>
                  <a:pt x="148" y="803"/>
                  <a:pt x="379" y="853"/>
                </a:cubicBezTo>
                <a:cubicBezTo>
                  <a:pt x="409" y="860"/>
                  <a:pt x="439" y="863"/>
                  <a:pt x="469" y="863"/>
                </a:cubicBezTo>
                <a:cubicBezTo>
                  <a:pt x="669" y="863"/>
                  <a:pt x="847" y="723"/>
                  <a:pt x="891" y="522"/>
                </a:cubicBezTo>
                <a:cubicBezTo>
                  <a:pt x="941" y="288"/>
                  <a:pt x="791" y="60"/>
                  <a:pt x="559" y="10"/>
                </a:cubicBezTo>
                <a:cubicBezTo>
                  <a:pt x="529" y="4"/>
                  <a:pt x="499" y="1"/>
                  <a:pt x="4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1207835" y="45487"/>
            <a:ext cx="6923436" cy="4730331"/>
          </a:xfrm>
          <a:custGeom>
            <a:avLst/>
            <a:gdLst/>
            <a:ahLst/>
            <a:cxnLst/>
            <a:rect l="l" t="t" r="r" b="b"/>
            <a:pathLst>
              <a:path w="69029" h="47163" extrusionOk="0">
                <a:moveTo>
                  <a:pt x="49721" y="1"/>
                </a:moveTo>
                <a:cubicBezTo>
                  <a:pt x="45687" y="1"/>
                  <a:pt x="41583" y="1235"/>
                  <a:pt x="37957" y="3081"/>
                </a:cubicBezTo>
                <a:cubicBezTo>
                  <a:pt x="34762" y="4714"/>
                  <a:pt x="31698" y="6871"/>
                  <a:pt x="28119" y="7346"/>
                </a:cubicBezTo>
                <a:cubicBezTo>
                  <a:pt x="27557" y="7420"/>
                  <a:pt x="26998" y="7453"/>
                  <a:pt x="26440" y="7453"/>
                </a:cubicBezTo>
                <a:cubicBezTo>
                  <a:pt x="24560" y="7453"/>
                  <a:pt x="22694" y="7106"/>
                  <a:pt x="20823" y="6922"/>
                </a:cubicBezTo>
                <a:cubicBezTo>
                  <a:pt x="19960" y="6838"/>
                  <a:pt x="19084" y="6794"/>
                  <a:pt x="18201" y="6794"/>
                </a:cubicBezTo>
                <a:cubicBezTo>
                  <a:pt x="13150" y="6797"/>
                  <a:pt x="7908" y="8210"/>
                  <a:pt x="4382" y="11548"/>
                </a:cubicBezTo>
                <a:cubicBezTo>
                  <a:pt x="1720" y="14063"/>
                  <a:pt x="285" y="17468"/>
                  <a:pt x="121" y="20803"/>
                </a:cubicBezTo>
                <a:cubicBezTo>
                  <a:pt x="1" y="23245"/>
                  <a:pt x="466" y="25911"/>
                  <a:pt x="1583" y="28092"/>
                </a:cubicBezTo>
                <a:cubicBezTo>
                  <a:pt x="2837" y="30540"/>
                  <a:pt x="5858" y="32608"/>
                  <a:pt x="4924" y="35354"/>
                </a:cubicBezTo>
                <a:cubicBezTo>
                  <a:pt x="4915" y="35388"/>
                  <a:pt x="4901" y="35425"/>
                  <a:pt x="4891" y="35458"/>
                </a:cubicBezTo>
                <a:cubicBezTo>
                  <a:pt x="3731" y="38967"/>
                  <a:pt x="6417" y="42422"/>
                  <a:pt x="9909" y="42422"/>
                </a:cubicBezTo>
                <a:cubicBezTo>
                  <a:pt x="10257" y="42422"/>
                  <a:pt x="10615" y="42386"/>
                  <a:pt x="10979" y="42315"/>
                </a:cubicBezTo>
                <a:cubicBezTo>
                  <a:pt x="13826" y="41744"/>
                  <a:pt x="16716" y="41459"/>
                  <a:pt x="19599" y="41459"/>
                </a:cubicBezTo>
                <a:cubicBezTo>
                  <a:pt x="23289" y="41459"/>
                  <a:pt x="26972" y="41924"/>
                  <a:pt x="30564" y="42851"/>
                </a:cubicBezTo>
                <a:lnTo>
                  <a:pt x="46758" y="47035"/>
                </a:lnTo>
                <a:cubicBezTo>
                  <a:pt x="47584" y="47118"/>
                  <a:pt x="48410" y="47163"/>
                  <a:pt x="49236" y="47163"/>
                </a:cubicBezTo>
                <a:cubicBezTo>
                  <a:pt x="55512" y="47163"/>
                  <a:pt x="61579" y="44700"/>
                  <a:pt x="66095" y="40248"/>
                </a:cubicBezTo>
                <a:cubicBezTo>
                  <a:pt x="67807" y="37622"/>
                  <a:pt x="69029" y="36007"/>
                  <a:pt x="68915" y="31016"/>
                </a:cubicBezTo>
                <a:cubicBezTo>
                  <a:pt x="68798" y="26009"/>
                  <a:pt x="62814" y="19723"/>
                  <a:pt x="61931" y="17615"/>
                </a:cubicBezTo>
                <a:cubicBezTo>
                  <a:pt x="61057" y="15538"/>
                  <a:pt x="63276" y="11481"/>
                  <a:pt x="62924" y="9260"/>
                </a:cubicBezTo>
                <a:cubicBezTo>
                  <a:pt x="62148" y="4356"/>
                  <a:pt x="57559" y="867"/>
                  <a:pt x="52140" y="158"/>
                </a:cubicBezTo>
                <a:cubicBezTo>
                  <a:pt x="51340" y="51"/>
                  <a:pt x="50531" y="1"/>
                  <a:pt x="497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7985073" y="1238086"/>
            <a:ext cx="2272976" cy="1807954"/>
          </a:xfrm>
          <a:custGeom>
            <a:avLst/>
            <a:gdLst/>
            <a:ahLst/>
            <a:cxnLst/>
            <a:rect l="l" t="t" r="r" b="b"/>
            <a:pathLst>
              <a:path w="10725" h="8531" extrusionOk="0">
                <a:moveTo>
                  <a:pt x="5102" y="1"/>
                </a:moveTo>
                <a:cubicBezTo>
                  <a:pt x="3336" y="1"/>
                  <a:pt x="1519" y="586"/>
                  <a:pt x="924" y="1918"/>
                </a:cubicBezTo>
                <a:cubicBezTo>
                  <a:pt x="1" y="3975"/>
                  <a:pt x="3175" y="5526"/>
                  <a:pt x="4529" y="7329"/>
                </a:cubicBezTo>
                <a:cubicBezTo>
                  <a:pt x="5175" y="8186"/>
                  <a:pt x="5888" y="8530"/>
                  <a:pt x="6584" y="8530"/>
                </a:cubicBezTo>
                <a:cubicBezTo>
                  <a:pt x="7921" y="8530"/>
                  <a:pt x="9196" y="7249"/>
                  <a:pt x="9801" y="5895"/>
                </a:cubicBezTo>
                <a:cubicBezTo>
                  <a:pt x="10725" y="3837"/>
                  <a:pt x="9801" y="1422"/>
                  <a:pt x="7744" y="502"/>
                </a:cubicBezTo>
                <a:cubicBezTo>
                  <a:pt x="7018" y="175"/>
                  <a:pt x="6068" y="1"/>
                  <a:pt x="510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684799" y="3167397"/>
            <a:ext cx="851626" cy="772190"/>
          </a:xfrm>
          <a:custGeom>
            <a:avLst/>
            <a:gdLst/>
            <a:ahLst/>
            <a:cxnLst/>
            <a:rect l="l" t="t" r="r" b="b"/>
            <a:pathLst>
              <a:path w="8491" h="7699" extrusionOk="0">
                <a:moveTo>
                  <a:pt x="4102" y="1"/>
                </a:moveTo>
                <a:cubicBezTo>
                  <a:pt x="3038" y="1"/>
                  <a:pt x="1990" y="322"/>
                  <a:pt x="1348" y="1095"/>
                </a:cubicBezTo>
                <a:cubicBezTo>
                  <a:pt x="0" y="2710"/>
                  <a:pt x="2031" y="4550"/>
                  <a:pt x="2556" y="6310"/>
                </a:cubicBezTo>
                <a:cubicBezTo>
                  <a:pt x="2854" y="7310"/>
                  <a:pt x="3446" y="7698"/>
                  <a:pt x="4135" y="7698"/>
                </a:cubicBezTo>
                <a:cubicBezTo>
                  <a:pt x="5138" y="7698"/>
                  <a:pt x="6343" y="6875"/>
                  <a:pt x="7142" y="5918"/>
                </a:cubicBezTo>
                <a:cubicBezTo>
                  <a:pt x="8487" y="4299"/>
                  <a:pt x="8490" y="2085"/>
                  <a:pt x="7149" y="964"/>
                </a:cubicBezTo>
                <a:cubicBezTo>
                  <a:pt x="6446" y="382"/>
                  <a:pt x="5266" y="1"/>
                  <a:pt x="410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1810334" y="811416"/>
            <a:ext cx="5757979" cy="4004277"/>
          </a:xfrm>
          <a:custGeom>
            <a:avLst/>
            <a:gdLst/>
            <a:ahLst/>
            <a:cxnLst/>
            <a:rect l="l" t="t" r="r" b="b"/>
            <a:pathLst>
              <a:path w="57409" h="39924" extrusionOk="0">
                <a:moveTo>
                  <a:pt x="41442" y="1"/>
                </a:moveTo>
                <a:cubicBezTo>
                  <a:pt x="40809" y="1"/>
                  <a:pt x="40177" y="37"/>
                  <a:pt x="39550" y="109"/>
                </a:cubicBezTo>
                <a:cubicBezTo>
                  <a:pt x="35241" y="597"/>
                  <a:pt x="30969" y="3304"/>
                  <a:pt x="26644" y="3304"/>
                </a:cubicBezTo>
                <a:cubicBezTo>
                  <a:pt x="26399" y="3304"/>
                  <a:pt x="26154" y="3295"/>
                  <a:pt x="25908" y="3277"/>
                </a:cubicBezTo>
                <a:cubicBezTo>
                  <a:pt x="23814" y="3120"/>
                  <a:pt x="21881" y="2180"/>
                  <a:pt x="19898" y="1501"/>
                </a:cubicBezTo>
                <a:cubicBezTo>
                  <a:pt x="17859" y="802"/>
                  <a:pt x="15655" y="398"/>
                  <a:pt x="13483" y="398"/>
                </a:cubicBezTo>
                <a:cubicBezTo>
                  <a:pt x="10616" y="398"/>
                  <a:pt x="7802" y="1102"/>
                  <a:pt x="5494" y="2762"/>
                </a:cubicBezTo>
                <a:cubicBezTo>
                  <a:pt x="2888" y="4632"/>
                  <a:pt x="1162" y="7572"/>
                  <a:pt x="507" y="10686"/>
                </a:cubicBezTo>
                <a:cubicBezTo>
                  <a:pt x="28" y="12968"/>
                  <a:pt x="1" y="15570"/>
                  <a:pt x="593" y="17834"/>
                </a:cubicBezTo>
                <a:cubicBezTo>
                  <a:pt x="1256" y="20380"/>
                  <a:pt x="2329" y="22601"/>
                  <a:pt x="2245" y="25314"/>
                </a:cubicBezTo>
                <a:cubicBezTo>
                  <a:pt x="2159" y="28181"/>
                  <a:pt x="1580" y="30659"/>
                  <a:pt x="2078" y="33589"/>
                </a:cubicBezTo>
                <a:cubicBezTo>
                  <a:pt x="2736" y="37451"/>
                  <a:pt x="6385" y="39923"/>
                  <a:pt x="11969" y="39923"/>
                </a:cubicBezTo>
                <a:cubicBezTo>
                  <a:pt x="14052" y="39923"/>
                  <a:pt x="16405" y="39579"/>
                  <a:pt x="18971" y="38835"/>
                </a:cubicBezTo>
                <a:cubicBezTo>
                  <a:pt x="22988" y="37671"/>
                  <a:pt x="27153" y="37012"/>
                  <a:pt x="31330" y="36875"/>
                </a:cubicBezTo>
                <a:cubicBezTo>
                  <a:pt x="31630" y="36865"/>
                  <a:pt x="31928" y="36860"/>
                  <a:pt x="32226" y="36860"/>
                </a:cubicBezTo>
                <a:cubicBezTo>
                  <a:pt x="35807" y="36860"/>
                  <a:pt x="39244" y="37524"/>
                  <a:pt x="42815" y="37852"/>
                </a:cubicBezTo>
                <a:cubicBezTo>
                  <a:pt x="43587" y="37922"/>
                  <a:pt x="44369" y="37965"/>
                  <a:pt x="45149" y="37965"/>
                </a:cubicBezTo>
                <a:cubicBezTo>
                  <a:pt x="47133" y="37965"/>
                  <a:pt x="49109" y="37687"/>
                  <a:pt x="50909" y="36881"/>
                </a:cubicBezTo>
                <a:cubicBezTo>
                  <a:pt x="53291" y="35817"/>
                  <a:pt x="55248" y="33834"/>
                  <a:pt x="56278" y="31435"/>
                </a:cubicBezTo>
                <a:cubicBezTo>
                  <a:pt x="57312" y="29037"/>
                  <a:pt x="57409" y="26254"/>
                  <a:pt x="56543" y="23792"/>
                </a:cubicBezTo>
                <a:cubicBezTo>
                  <a:pt x="55873" y="21879"/>
                  <a:pt x="54649" y="20156"/>
                  <a:pt x="54275" y="18163"/>
                </a:cubicBezTo>
                <a:cubicBezTo>
                  <a:pt x="53826" y="15801"/>
                  <a:pt x="54629" y="13383"/>
                  <a:pt x="54545" y="10981"/>
                </a:cubicBezTo>
                <a:cubicBezTo>
                  <a:pt x="54425" y="7512"/>
                  <a:pt x="52381" y="4254"/>
                  <a:pt x="49501" y="2320"/>
                </a:cubicBezTo>
                <a:cubicBezTo>
                  <a:pt x="47142" y="738"/>
                  <a:pt x="44290" y="1"/>
                  <a:pt x="414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3583188" y="84563"/>
            <a:ext cx="753535" cy="499682"/>
          </a:xfrm>
          <a:custGeom>
            <a:avLst/>
            <a:gdLst/>
            <a:ahLst/>
            <a:cxnLst/>
            <a:rect l="l" t="t" r="r" b="b"/>
            <a:pathLst>
              <a:path w="7513" h="4982" extrusionOk="0">
                <a:moveTo>
                  <a:pt x="5336" y="1"/>
                </a:moveTo>
                <a:cubicBezTo>
                  <a:pt x="4958" y="1"/>
                  <a:pt x="4536" y="111"/>
                  <a:pt x="4071" y="365"/>
                </a:cubicBezTo>
                <a:cubicBezTo>
                  <a:pt x="2643" y="1148"/>
                  <a:pt x="0" y="1429"/>
                  <a:pt x="107" y="2807"/>
                </a:cubicBezTo>
                <a:cubicBezTo>
                  <a:pt x="207" y="4095"/>
                  <a:pt x="2519" y="4981"/>
                  <a:pt x="4201" y="4981"/>
                </a:cubicBezTo>
                <a:cubicBezTo>
                  <a:pt x="4319" y="4981"/>
                  <a:pt x="4429" y="4975"/>
                  <a:pt x="4539" y="4968"/>
                </a:cubicBezTo>
                <a:cubicBezTo>
                  <a:pt x="6228" y="4834"/>
                  <a:pt x="7513" y="3610"/>
                  <a:pt x="7403" y="2235"/>
                </a:cubicBezTo>
                <a:cubicBezTo>
                  <a:pt x="7323" y="1178"/>
                  <a:pt x="6577" y="1"/>
                  <a:pt x="533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1"/>
          <p:cNvSpPr txBox="1">
            <a:spLocks noGrp="1"/>
          </p:cNvSpPr>
          <p:nvPr>
            <p:ph type="title" hasCustomPrompt="1"/>
          </p:nvPr>
        </p:nvSpPr>
        <p:spPr>
          <a:xfrm>
            <a:off x="1377175" y="2098650"/>
            <a:ext cx="6389700" cy="624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2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1" name="Google Shape;251;p11"/>
          <p:cNvSpPr txBox="1">
            <a:spLocks noGrp="1"/>
          </p:cNvSpPr>
          <p:nvPr>
            <p:ph type="body" idx="1"/>
          </p:nvPr>
        </p:nvSpPr>
        <p:spPr>
          <a:xfrm>
            <a:off x="2141275" y="2908400"/>
            <a:ext cx="4861500" cy="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252" name="Google Shape;252;p11"/>
          <p:cNvPicPr preferRelativeResize="0"/>
          <p:nvPr/>
        </p:nvPicPr>
        <p:blipFill rotWithShape="1">
          <a:blip r:embed="rId2">
            <a:alphaModFix/>
          </a:blip>
          <a:srcRect l="26975" t="44943" b="28"/>
          <a:stretch/>
        </p:blipFill>
        <p:spPr>
          <a:xfrm rot="5400000">
            <a:off x="8224362" y="-373937"/>
            <a:ext cx="993375" cy="128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8141" y="3387325"/>
            <a:ext cx="1790590" cy="183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_1">
    <p:bg>
      <p:bgPr>
        <a:solidFill>
          <a:schemeClr val="accent1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_1_1">
    <p:bg>
      <p:bgPr>
        <a:solidFill>
          <a:srgbClr val="F7F8FC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14"/>
          <p:cNvGrpSpPr/>
          <p:nvPr/>
        </p:nvGrpSpPr>
        <p:grpSpPr>
          <a:xfrm>
            <a:off x="5861375" y="4178175"/>
            <a:ext cx="3351600" cy="1021698"/>
            <a:chOff x="5861375" y="4178175"/>
            <a:chExt cx="3351600" cy="1021698"/>
          </a:xfrm>
        </p:grpSpPr>
        <p:sp>
          <p:nvSpPr>
            <p:cNvPr id="258" name="Google Shape;258;p14"/>
            <p:cNvSpPr/>
            <p:nvPr/>
          </p:nvSpPr>
          <p:spPr>
            <a:xfrm>
              <a:off x="5861375" y="4178175"/>
              <a:ext cx="3351600" cy="1021698"/>
            </a:xfrm>
            <a:custGeom>
              <a:avLst/>
              <a:gdLst/>
              <a:ahLst/>
              <a:cxnLst/>
              <a:rect l="l" t="t" r="r" b="b"/>
              <a:pathLst>
                <a:path w="44285" h="14312" extrusionOk="0">
                  <a:moveTo>
                    <a:pt x="44285" y="0"/>
                  </a:moveTo>
                  <a:cubicBezTo>
                    <a:pt x="42694" y="290"/>
                    <a:pt x="41153" y="1067"/>
                    <a:pt x="39825" y="2024"/>
                  </a:cubicBezTo>
                  <a:cubicBezTo>
                    <a:pt x="37795" y="3485"/>
                    <a:pt x="36088" y="5359"/>
                    <a:pt x="34068" y="6834"/>
                  </a:cubicBezTo>
                  <a:cubicBezTo>
                    <a:pt x="30950" y="9117"/>
                    <a:pt x="27108" y="10394"/>
                    <a:pt x="23245" y="10435"/>
                  </a:cubicBezTo>
                  <a:cubicBezTo>
                    <a:pt x="23175" y="10436"/>
                    <a:pt x="23106" y="10436"/>
                    <a:pt x="23037" y="10436"/>
                  </a:cubicBezTo>
                  <a:cubicBezTo>
                    <a:pt x="19957" y="10436"/>
                    <a:pt x="16925" y="9699"/>
                    <a:pt x="13873" y="9252"/>
                  </a:cubicBezTo>
                  <a:cubicBezTo>
                    <a:pt x="12567" y="9062"/>
                    <a:pt x="11230" y="8928"/>
                    <a:pt x="9904" y="8928"/>
                  </a:cubicBezTo>
                  <a:cubicBezTo>
                    <a:pt x="8063" y="8928"/>
                    <a:pt x="6243" y="9185"/>
                    <a:pt x="4556" y="9900"/>
                  </a:cubicBezTo>
                  <a:cubicBezTo>
                    <a:pt x="2570" y="10741"/>
                    <a:pt x="825" y="12363"/>
                    <a:pt x="1" y="14312"/>
                  </a:cubicBezTo>
                  <a:lnTo>
                    <a:pt x="44285" y="14312"/>
                  </a:lnTo>
                  <a:lnTo>
                    <a:pt x="442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9" name="Google Shape;259;p1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286501" y="4642934"/>
              <a:ext cx="2857497" cy="530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0" name="Google Shape;260;p14"/>
          <p:cNvGrpSpPr/>
          <p:nvPr/>
        </p:nvGrpSpPr>
        <p:grpSpPr>
          <a:xfrm>
            <a:off x="-103000" y="-237275"/>
            <a:ext cx="4656024" cy="2635100"/>
            <a:chOff x="-103000" y="-237275"/>
            <a:chExt cx="4656024" cy="2635100"/>
          </a:xfrm>
        </p:grpSpPr>
        <p:sp>
          <p:nvSpPr>
            <p:cNvPr id="261" name="Google Shape;261;p14"/>
            <p:cNvSpPr/>
            <p:nvPr/>
          </p:nvSpPr>
          <p:spPr>
            <a:xfrm>
              <a:off x="-19050" y="-76200"/>
              <a:ext cx="2668237" cy="114584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-19050" y="-76200"/>
              <a:ext cx="4572074" cy="2474025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63" name="Google Shape;263;p14"/>
            <p:cNvPicPr preferRelativeResize="0"/>
            <p:nvPr/>
          </p:nvPicPr>
          <p:blipFill rotWithShape="1">
            <a:blip r:embed="rId3">
              <a:alphaModFix/>
            </a:blip>
            <a:srcRect t="40" b="30"/>
            <a:stretch/>
          </p:blipFill>
          <p:spPr>
            <a:xfrm>
              <a:off x="-103000" y="-237275"/>
              <a:ext cx="1360299" cy="23317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_1_1_1">
    <p:bg>
      <p:bgPr>
        <a:solidFill>
          <a:srgbClr val="F7F8FC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15"/>
          <p:cNvGrpSpPr/>
          <p:nvPr/>
        </p:nvGrpSpPr>
        <p:grpSpPr>
          <a:xfrm>
            <a:off x="6002520" y="-102719"/>
            <a:ext cx="4477807" cy="5398619"/>
            <a:chOff x="6002520" y="-102719"/>
            <a:chExt cx="4477807" cy="5398619"/>
          </a:xfrm>
        </p:grpSpPr>
        <p:sp>
          <p:nvSpPr>
            <p:cNvPr id="266" name="Google Shape;266;p15"/>
            <p:cNvSpPr/>
            <p:nvPr/>
          </p:nvSpPr>
          <p:spPr>
            <a:xfrm rot="10800000" flipH="1">
              <a:off x="7915228" y="315002"/>
              <a:ext cx="1679305" cy="4839573"/>
            </a:xfrm>
            <a:custGeom>
              <a:avLst/>
              <a:gdLst/>
              <a:ahLst/>
              <a:cxnLst/>
              <a:rect l="l" t="t" r="r" b="b"/>
              <a:pathLst>
                <a:path w="35728" h="40732" extrusionOk="0">
                  <a:moveTo>
                    <a:pt x="18820" y="1"/>
                  </a:moveTo>
                  <a:cubicBezTo>
                    <a:pt x="19109" y="1207"/>
                    <a:pt x="19249" y="2430"/>
                    <a:pt x="19000" y="3636"/>
                  </a:cubicBezTo>
                  <a:cubicBezTo>
                    <a:pt x="18629" y="5447"/>
                    <a:pt x="17036" y="7130"/>
                    <a:pt x="15257" y="7130"/>
                  </a:cubicBezTo>
                  <a:cubicBezTo>
                    <a:pt x="15061" y="7130"/>
                    <a:pt x="14863" y="7110"/>
                    <a:pt x="14664" y="7067"/>
                  </a:cubicBezTo>
                  <a:cubicBezTo>
                    <a:pt x="13233" y="6760"/>
                    <a:pt x="12265" y="5466"/>
                    <a:pt x="11373" y="4304"/>
                  </a:cubicBezTo>
                  <a:cubicBezTo>
                    <a:pt x="10483" y="3139"/>
                    <a:pt x="9353" y="1922"/>
                    <a:pt x="7887" y="1886"/>
                  </a:cubicBezTo>
                  <a:cubicBezTo>
                    <a:pt x="7863" y="1885"/>
                    <a:pt x="7839" y="1885"/>
                    <a:pt x="7814" y="1885"/>
                  </a:cubicBezTo>
                  <a:cubicBezTo>
                    <a:pt x="5997" y="1885"/>
                    <a:pt x="4737" y="3650"/>
                    <a:pt x="3248" y="4713"/>
                  </a:cubicBezTo>
                  <a:cubicBezTo>
                    <a:pt x="2280" y="5405"/>
                    <a:pt x="1163" y="5790"/>
                    <a:pt x="1" y="5925"/>
                  </a:cubicBezTo>
                  <a:cubicBezTo>
                    <a:pt x="944" y="10790"/>
                    <a:pt x="4021" y="15270"/>
                    <a:pt x="8412" y="17604"/>
                  </a:cubicBezTo>
                  <a:cubicBezTo>
                    <a:pt x="10555" y="18738"/>
                    <a:pt x="12922" y="19389"/>
                    <a:pt x="15103" y="20449"/>
                  </a:cubicBezTo>
                  <a:cubicBezTo>
                    <a:pt x="17287" y="21508"/>
                    <a:pt x="19372" y="23106"/>
                    <a:pt x="20192" y="25384"/>
                  </a:cubicBezTo>
                  <a:cubicBezTo>
                    <a:pt x="21279" y="28400"/>
                    <a:pt x="19923" y="31871"/>
                    <a:pt x="20959" y="34903"/>
                  </a:cubicBezTo>
                  <a:cubicBezTo>
                    <a:pt x="21790" y="37345"/>
                    <a:pt x="24038" y="39046"/>
                    <a:pt x="26392" y="40098"/>
                  </a:cubicBezTo>
                  <a:cubicBezTo>
                    <a:pt x="26928" y="40337"/>
                    <a:pt x="27476" y="40548"/>
                    <a:pt x="28032" y="40732"/>
                  </a:cubicBezTo>
                  <a:cubicBezTo>
                    <a:pt x="29081" y="39274"/>
                    <a:pt x="30382" y="38007"/>
                    <a:pt x="31598" y="36678"/>
                  </a:cubicBezTo>
                  <a:cubicBezTo>
                    <a:pt x="32974" y="35172"/>
                    <a:pt x="34273" y="33520"/>
                    <a:pt x="34875" y="31575"/>
                  </a:cubicBezTo>
                  <a:cubicBezTo>
                    <a:pt x="35727" y="28822"/>
                    <a:pt x="35073" y="25810"/>
                    <a:pt x="33942" y="23160"/>
                  </a:cubicBezTo>
                  <a:cubicBezTo>
                    <a:pt x="32811" y="20510"/>
                    <a:pt x="31213" y="18081"/>
                    <a:pt x="30062" y="15441"/>
                  </a:cubicBezTo>
                  <a:cubicBezTo>
                    <a:pt x="28907" y="12797"/>
                    <a:pt x="28208" y="9806"/>
                    <a:pt x="28996" y="7032"/>
                  </a:cubicBezTo>
                  <a:cubicBezTo>
                    <a:pt x="29905" y="3827"/>
                    <a:pt x="32617" y="1518"/>
                    <a:pt x="3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5"/>
            <p:cNvSpPr/>
            <p:nvPr/>
          </p:nvSpPr>
          <p:spPr>
            <a:xfrm rot="10800000" flipH="1">
              <a:off x="9065267" y="201900"/>
              <a:ext cx="1287556" cy="4952684"/>
            </a:xfrm>
            <a:custGeom>
              <a:avLst/>
              <a:gdLst/>
              <a:ahLst/>
              <a:cxnLst/>
              <a:rect l="l" t="t" r="r" b="b"/>
              <a:pathLst>
                <a:path w="18724" h="41684" extrusionOk="0">
                  <a:moveTo>
                    <a:pt x="7614" y="1"/>
                  </a:moveTo>
                  <a:cubicBezTo>
                    <a:pt x="4586" y="1518"/>
                    <a:pt x="1874" y="3827"/>
                    <a:pt x="965" y="7032"/>
                  </a:cubicBezTo>
                  <a:cubicBezTo>
                    <a:pt x="177" y="9806"/>
                    <a:pt x="876" y="12797"/>
                    <a:pt x="2031" y="15441"/>
                  </a:cubicBezTo>
                  <a:cubicBezTo>
                    <a:pt x="3182" y="18081"/>
                    <a:pt x="4780" y="20510"/>
                    <a:pt x="5911" y="23160"/>
                  </a:cubicBezTo>
                  <a:cubicBezTo>
                    <a:pt x="7042" y="25810"/>
                    <a:pt x="7696" y="28822"/>
                    <a:pt x="6844" y="31575"/>
                  </a:cubicBezTo>
                  <a:cubicBezTo>
                    <a:pt x="6242" y="33520"/>
                    <a:pt x="4943" y="35172"/>
                    <a:pt x="3567" y="36678"/>
                  </a:cubicBezTo>
                  <a:cubicBezTo>
                    <a:pt x="2351" y="38007"/>
                    <a:pt x="1050" y="39274"/>
                    <a:pt x="1" y="40732"/>
                  </a:cubicBezTo>
                  <a:cubicBezTo>
                    <a:pt x="1909" y="41367"/>
                    <a:pt x="3922" y="41683"/>
                    <a:pt x="5935" y="41683"/>
                  </a:cubicBezTo>
                  <a:cubicBezTo>
                    <a:pt x="9028" y="41683"/>
                    <a:pt x="12122" y="40937"/>
                    <a:pt x="14840" y="39458"/>
                  </a:cubicBezTo>
                  <a:cubicBezTo>
                    <a:pt x="16257" y="38688"/>
                    <a:pt x="17562" y="37727"/>
                    <a:pt x="18724" y="36614"/>
                  </a:cubicBezTo>
                  <a:lnTo>
                    <a:pt x="187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5"/>
            <p:cNvSpPr/>
            <p:nvPr/>
          </p:nvSpPr>
          <p:spPr>
            <a:xfrm rot="10800000" flipH="1">
              <a:off x="8947883" y="-102719"/>
              <a:ext cx="1404938" cy="907153"/>
            </a:xfrm>
            <a:custGeom>
              <a:avLst/>
              <a:gdLst/>
              <a:ahLst/>
              <a:cxnLst/>
              <a:rect l="l" t="t" r="r" b="b"/>
              <a:pathLst>
                <a:path w="20431" h="7635" extrusionOk="0">
                  <a:moveTo>
                    <a:pt x="20431" y="1"/>
                  </a:moveTo>
                  <a:cubicBezTo>
                    <a:pt x="19269" y="1114"/>
                    <a:pt x="17964" y="2075"/>
                    <a:pt x="16547" y="2845"/>
                  </a:cubicBezTo>
                  <a:cubicBezTo>
                    <a:pt x="13829" y="4324"/>
                    <a:pt x="10735" y="5070"/>
                    <a:pt x="7642" y="5070"/>
                  </a:cubicBezTo>
                  <a:cubicBezTo>
                    <a:pt x="5629" y="5070"/>
                    <a:pt x="3616" y="4754"/>
                    <a:pt x="1708" y="4119"/>
                  </a:cubicBezTo>
                  <a:cubicBezTo>
                    <a:pt x="1568" y="4309"/>
                    <a:pt x="1435" y="4504"/>
                    <a:pt x="1305" y="4705"/>
                  </a:cubicBezTo>
                  <a:cubicBezTo>
                    <a:pt x="727" y="5601"/>
                    <a:pt x="260" y="6599"/>
                    <a:pt x="1" y="7635"/>
                  </a:cubicBezTo>
                  <a:lnTo>
                    <a:pt x="20431" y="7635"/>
                  </a:lnTo>
                  <a:lnTo>
                    <a:pt x="20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 rot="9683509" flipH="1">
              <a:off x="8237391" y="3788609"/>
              <a:ext cx="729045" cy="1405831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1" y="0"/>
                  </a:moveTo>
                  <a:cubicBezTo>
                    <a:pt x="2371" y="0"/>
                    <a:pt x="0" y="5907"/>
                    <a:pt x="1788" y="9382"/>
                  </a:cubicBezTo>
                  <a:cubicBezTo>
                    <a:pt x="2675" y="11107"/>
                    <a:pt x="4340" y="11832"/>
                    <a:pt x="5925" y="11832"/>
                  </a:cubicBezTo>
                  <a:cubicBezTo>
                    <a:pt x="7628" y="11832"/>
                    <a:pt x="9239" y="10997"/>
                    <a:pt x="9702" y="9655"/>
                  </a:cubicBezTo>
                  <a:cubicBezTo>
                    <a:pt x="10601" y="7063"/>
                    <a:pt x="9546" y="412"/>
                    <a:pt x="5713" y="14"/>
                  </a:cubicBezTo>
                  <a:cubicBezTo>
                    <a:pt x="5628" y="4"/>
                    <a:pt x="5546" y="0"/>
                    <a:pt x="5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15"/>
            <p:cNvGrpSpPr/>
            <p:nvPr/>
          </p:nvGrpSpPr>
          <p:grpSpPr>
            <a:xfrm>
              <a:off x="6002520" y="4318199"/>
              <a:ext cx="4477807" cy="839588"/>
              <a:chOff x="3098100" y="3849750"/>
              <a:chExt cx="940775" cy="270425"/>
            </a:xfrm>
          </p:grpSpPr>
          <p:sp>
            <p:nvSpPr>
              <p:cNvPr id="271" name="Google Shape;271;p15"/>
              <p:cNvSpPr/>
              <p:nvPr/>
            </p:nvSpPr>
            <p:spPr>
              <a:xfrm>
                <a:off x="3304800" y="3882975"/>
                <a:ext cx="665525" cy="237200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9488" extrusionOk="0">
                    <a:moveTo>
                      <a:pt x="10146" y="1"/>
                    </a:moveTo>
                    <a:cubicBezTo>
                      <a:pt x="8817" y="1"/>
                      <a:pt x="7433" y="475"/>
                      <a:pt x="6262" y="1145"/>
                    </a:cubicBezTo>
                    <a:cubicBezTo>
                      <a:pt x="3158" y="2920"/>
                      <a:pt x="859" y="6023"/>
                      <a:pt x="1" y="9488"/>
                    </a:cubicBezTo>
                    <a:lnTo>
                      <a:pt x="26620" y="9488"/>
                    </a:lnTo>
                    <a:cubicBezTo>
                      <a:pt x="26617" y="9143"/>
                      <a:pt x="26593" y="8799"/>
                      <a:pt x="26498" y="8469"/>
                    </a:cubicBezTo>
                    <a:cubicBezTo>
                      <a:pt x="26007" y="6772"/>
                      <a:pt x="23963" y="6091"/>
                      <a:pt x="22202" y="6016"/>
                    </a:cubicBezTo>
                    <a:cubicBezTo>
                      <a:pt x="20437" y="5942"/>
                      <a:pt x="18550" y="6179"/>
                      <a:pt x="17017" y="5304"/>
                    </a:cubicBezTo>
                    <a:cubicBezTo>
                      <a:pt x="15112" y="4217"/>
                      <a:pt x="14363" y="1734"/>
                      <a:pt x="12482" y="610"/>
                    </a:cubicBezTo>
                    <a:cubicBezTo>
                      <a:pt x="11767" y="182"/>
                      <a:pt x="10967" y="1"/>
                      <a:pt x="10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15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5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74" name="Google Shape;274;p15"/>
            <p:cNvPicPr preferRelativeResize="0"/>
            <p:nvPr/>
          </p:nvPicPr>
          <p:blipFill rotWithShape="1">
            <a:blip r:embed="rId2">
              <a:alphaModFix/>
            </a:blip>
            <a:srcRect l="70893"/>
            <a:stretch/>
          </p:blipFill>
          <p:spPr>
            <a:xfrm>
              <a:off x="8305798" y="-52600"/>
              <a:ext cx="914400" cy="1767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15"/>
            <p:cNvPicPr preferRelativeResize="0"/>
            <p:nvPr/>
          </p:nvPicPr>
          <p:blipFill rotWithShape="1">
            <a:blip r:embed="rId3">
              <a:alphaModFix/>
            </a:blip>
            <a:srcRect l="53175"/>
            <a:stretch/>
          </p:blipFill>
          <p:spPr>
            <a:xfrm>
              <a:off x="7967650" y="3608200"/>
              <a:ext cx="1404950" cy="1687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6" name="Google Shape;276;p15"/>
          <p:cNvGrpSpPr/>
          <p:nvPr/>
        </p:nvGrpSpPr>
        <p:grpSpPr>
          <a:xfrm>
            <a:off x="-1461898" y="-365531"/>
            <a:ext cx="4517288" cy="5656681"/>
            <a:chOff x="-1461898" y="-365531"/>
            <a:chExt cx="4517288" cy="5656681"/>
          </a:xfrm>
        </p:grpSpPr>
        <p:grpSp>
          <p:nvGrpSpPr>
            <p:cNvPr id="277" name="Google Shape;277;p15"/>
            <p:cNvGrpSpPr/>
            <p:nvPr/>
          </p:nvGrpSpPr>
          <p:grpSpPr>
            <a:xfrm rot="-373055" flipH="1">
              <a:off x="-1188897" y="-165939"/>
              <a:ext cx="3971287" cy="5257164"/>
              <a:chOff x="3268325" y="3013975"/>
              <a:chExt cx="1443800" cy="1106200"/>
            </a:xfrm>
          </p:grpSpPr>
          <p:sp>
            <p:nvSpPr>
              <p:cNvPr id="278" name="Google Shape;278;p15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5983" extrusionOk="0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5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40732" extrusionOk="0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5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avLst/>
                <a:gdLst/>
                <a:ahLst/>
                <a:cxnLst/>
                <a:rect l="l" t="t" r="r" b="b"/>
                <a:pathLst>
                  <a:path w="19661" h="7131" extrusionOk="0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5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avLst/>
                <a:gdLst/>
                <a:ahLst/>
                <a:cxnLst/>
                <a:rect l="l" t="t" r="r" b="b"/>
                <a:pathLst>
                  <a:path w="18724" h="41684" extrusionOk="0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5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avLst/>
                <a:gdLst/>
                <a:ahLst/>
                <a:cxnLst/>
                <a:rect l="l" t="t" r="r" b="b"/>
                <a:pathLst>
                  <a:path w="20431" h="7635" extrusionOk="0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5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10602" h="11832" extrusionOk="0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84" name="Google Shape;284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381000" y="-228600"/>
              <a:ext cx="3141475" cy="17670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15"/>
            <p:cNvPicPr preferRelativeResize="0"/>
            <p:nvPr/>
          </p:nvPicPr>
          <p:blipFill rotWithShape="1">
            <a:blip r:embed="rId5">
              <a:alphaModFix/>
            </a:blip>
            <a:srcRect r="52408" b="36512"/>
            <a:stretch/>
          </p:blipFill>
          <p:spPr>
            <a:xfrm>
              <a:off x="-228600" y="4090400"/>
              <a:ext cx="1600195" cy="12007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1_1_1_1_1">
    <p:bg>
      <p:bgPr>
        <a:solidFill>
          <a:schemeClr val="accent1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6"/>
          <p:cNvGrpSpPr/>
          <p:nvPr/>
        </p:nvGrpSpPr>
        <p:grpSpPr>
          <a:xfrm>
            <a:off x="7588037" y="-344128"/>
            <a:ext cx="1753419" cy="5824284"/>
            <a:chOff x="5883539" y="-344156"/>
            <a:chExt cx="3534407" cy="5824284"/>
          </a:xfrm>
        </p:grpSpPr>
        <p:sp>
          <p:nvSpPr>
            <p:cNvPr id="288" name="Google Shape;288;p16"/>
            <p:cNvSpPr/>
            <p:nvPr/>
          </p:nvSpPr>
          <p:spPr>
            <a:xfrm rot="5400000">
              <a:off x="6900504" y="863896"/>
              <a:ext cx="3234092" cy="138320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6"/>
            <p:cNvSpPr/>
            <p:nvPr/>
          </p:nvSpPr>
          <p:spPr>
            <a:xfrm rot="5400000">
              <a:off x="4775506" y="1046483"/>
              <a:ext cx="5541677" cy="3325611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6"/>
            <p:cNvSpPr/>
            <p:nvPr/>
          </p:nvSpPr>
          <p:spPr>
            <a:xfrm rot="5400000">
              <a:off x="8150941" y="3716902"/>
              <a:ext cx="789976" cy="451130"/>
            </a:xfrm>
            <a:custGeom>
              <a:avLst/>
              <a:gdLst/>
              <a:ahLst/>
              <a:cxnLst/>
              <a:rect l="l" t="t" r="r" b="b"/>
              <a:pathLst>
                <a:path w="9871" h="5660" extrusionOk="0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6"/>
            <p:cNvSpPr/>
            <p:nvPr/>
          </p:nvSpPr>
          <p:spPr>
            <a:xfrm rot="5400000">
              <a:off x="8024895" y="1980397"/>
              <a:ext cx="1785149" cy="530118"/>
            </a:xfrm>
            <a:custGeom>
              <a:avLst/>
              <a:gdLst/>
              <a:ahLst/>
              <a:cxnLst/>
              <a:rect l="l" t="t" r="r" b="b"/>
              <a:pathLst>
                <a:path w="22306" h="6651" extrusionOk="0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6"/>
            <p:cNvSpPr/>
            <p:nvPr/>
          </p:nvSpPr>
          <p:spPr>
            <a:xfrm rot="5400000">
              <a:off x="7621400" y="2799386"/>
              <a:ext cx="2407783" cy="714476"/>
            </a:xfrm>
            <a:custGeom>
              <a:avLst/>
              <a:gdLst/>
              <a:ahLst/>
              <a:cxnLst/>
              <a:rect l="l" t="t" r="r" b="b"/>
              <a:pathLst>
                <a:path w="30086" h="8964" extrusionOk="0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3" name="Google Shape;293;p16"/>
            <p:cNvGrpSpPr/>
            <p:nvPr/>
          </p:nvGrpSpPr>
          <p:grpSpPr>
            <a:xfrm flipH="1">
              <a:off x="6930507" y="-344156"/>
              <a:ext cx="2487438" cy="2254471"/>
              <a:chOff x="4895725" y="2485200"/>
              <a:chExt cx="464525" cy="744050"/>
            </a:xfrm>
          </p:grpSpPr>
          <p:sp>
            <p:nvSpPr>
              <p:cNvPr id="294" name="Google Shape;294;p16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avLst/>
                <a:gdLst/>
                <a:ahLst/>
                <a:cxnLst/>
                <a:rect l="l" t="t" r="r" b="b"/>
                <a:pathLst>
                  <a:path w="16299" h="16609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6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16165" extrusionOk="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6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avLst/>
                <a:gdLst/>
                <a:ahLst/>
                <a:cxnLst/>
                <a:rect l="l" t="t" r="r" b="b"/>
                <a:pathLst>
                  <a:path w="16204" h="16472" extrusionOk="0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6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avLst/>
                <a:gdLst/>
                <a:ahLst/>
                <a:cxnLst/>
                <a:rect l="l" t="t" r="r" b="b"/>
                <a:pathLst>
                  <a:path w="7567" h="7612" extrusionOk="0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6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12149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6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13839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6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avLst/>
                <a:gdLst/>
                <a:ahLst/>
                <a:cxnLst/>
                <a:rect l="l" t="t" r="r" b="b"/>
                <a:pathLst>
                  <a:path w="14990" h="15188" extrusionOk="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16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8906" extrusionOk="0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16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avLst/>
                <a:gdLst/>
                <a:ahLst/>
                <a:cxnLst/>
                <a:rect l="l" t="t" r="r" b="b"/>
                <a:pathLst>
                  <a:path w="11056" h="11162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6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avLst/>
                <a:gdLst/>
                <a:ahLst/>
                <a:cxnLst/>
                <a:rect l="l" t="t" r="r" b="b"/>
                <a:pathLst>
                  <a:path w="12895" h="13038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16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avLst/>
                <a:gdLst/>
                <a:ahLst/>
                <a:cxnLst/>
                <a:rect l="l" t="t" r="r" b="b"/>
                <a:pathLst>
                  <a:path w="14377" h="14557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16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4600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6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avLst/>
                <a:gdLst/>
                <a:ahLst/>
                <a:cxnLst/>
                <a:rect l="l" t="t" r="r" b="b"/>
                <a:pathLst>
                  <a:path w="6163" h="6185" extrusionOk="0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6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5270" extrusionOk="0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6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6102" extrusionOk="0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6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avLst/>
                <a:gdLst/>
                <a:ahLst/>
                <a:cxnLst/>
                <a:rect l="l" t="t" r="r" b="b"/>
                <a:pathLst>
                  <a:path w="9849" h="9767" extrusionOk="0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6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10087" extrusionOk="0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16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727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6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97" h="601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6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4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16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271" extrusionOk="0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16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4355" extrusionOk="0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6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avLst/>
                <a:gdLst/>
                <a:ahLst/>
                <a:cxnLst/>
                <a:rect l="l" t="t" r="r" b="b"/>
                <a:pathLst>
                  <a:path w="7059" h="6910" extrusionOk="0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6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11178" h="11178" extrusionOk="0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6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avLst/>
                <a:gdLst/>
                <a:ahLst/>
                <a:cxnLst/>
                <a:rect l="l" t="t" r="r" b="b"/>
                <a:pathLst>
                  <a:path w="8790" h="8674" extrusionOk="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6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145" h="16459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16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7748" extrusionOk="0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16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avLst/>
                <a:gdLst/>
                <a:ahLst/>
                <a:cxnLst/>
                <a:rect l="l" t="t" r="r" b="b"/>
                <a:pathLst>
                  <a:path w="15379" h="15692" extrusionOk="0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16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avLst/>
                <a:gdLst/>
                <a:ahLst/>
                <a:cxnLst/>
                <a:rect l="l" t="t" r="r" b="b"/>
                <a:pathLst>
                  <a:path w="13106" h="13103" extrusionOk="0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3" name="Google Shape;323;p16"/>
          <p:cNvSpPr/>
          <p:nvPr/>
        </p:nvSpPr>
        <p:spPr>
          <a:xfrm rot="10800000">
            <a:off x="-25632" y="330110"/>
            <a:ext cx="1733468" cy="4824215"/>
          </a:xfrm>
          <a:custGeom>
            <a:avLst/>
            <a:gdLst/>
            <a:ahLst/>
            <a:cxnLst/>
            <a:rect l="l" t="t" r="r" b="b"/>
            <a:pathLst>
              <a:path w="49457" h="56384" extrusionOk="0">
                <a:moveTo>
                  <a:pt x="26052" y="1"/>
                </a:moveTo>
                <a:cubicBezTo>
                  <a:pt x="26452" y="1670"/>
                  <a:pt x="26646" y="3363"/>
                  <a:pt x="26302" y="5033"/>
                </a:cubicBezTo>
                <a:cubicBezTo>
                  <a:pt x="25788" y="7540"/>
                  <a:pt x="23582" y="9869"/>
                  <a:pt x="21120" y="9869"/>
                </a:cubicBezTo>
                <a:cubicBezTo>
                  <a:pt x="20849" y="9869"/>
                  <a:pt x="20574" y="9841"/>
                  <a:pt x="20299" y="9782"/>
                </a:cubicBezTo>
                <a:cubicBezTo>
                  <a:pt x="18318" y="9357"/>
                  <a:pt x="16978" y="7566"/>
                  <a:pt x="15743" y="5957"/>
                </a:cubicBezTo>
                <a:cubicBezTo>
                  <a:pt x="14512" y="4345"/>
                  <a:pt x="12946" y="2661"/>
                  <a:pt x="10918" y="2610"/>
                </a:cubicBezTo>
                <a:cubicBezTo>
                  <a:pt x="10884" y="2609"/>
                  <a:pt x="10851" y="2608"/>
                  <a:pt x="10817" y="2608"/>
                </a:cubicBezTo>
                <a:cubicBezTo>
                  <a:pt x="8301" y="2608"/>
                  <a:pt x="6557" y="5052"/>
                  <a:pt x="4495" y="6523"/>
                </a:cubicBezTo>
                <a:cubicBezTo>
                  <a:pt x="3156" y="7481"/>
                  <a:pt x="1609" y="8014"/>
                  <a:pt x="1" y="8202"/>
                </a:cubicBezTo>
                <a:cubicBezTo>
                  <a:pt x="1307" y="14936"/>
                  <a:pt x="5566" y="21137"/>
                  <a:pt x="11645" y="24368"/>
                </a:cubicBezTo>
                <a:cubicBezTo>
                  <a:pt x="14611" y="25938"/>
                  <a:pt x="17888" y="26839"/>
                  <a:pt x="20906" y="28306"/>
                </a:cubicBezTo>
                <a:cubicBezTo>
                  <a:pt x="23929" y="29773"/>
                  <a:pt x="26816" y="31984"/>
                  <a:pt x="27952" y="35139"/>
                </a:cubicBezTo>
                <a:cubicBezTo>
                  <a:pt x="29456" y="39313"/>
                  <a:pt x="27580" y="44118"/>
                  <a:pt x="29014" y="48315"/>
                </a:cubicBezTo>
                <a:cubicBezTo>
                  <a:pt x="30163" y="51696"/>
                  <a:pt x="33276" y="54050"/>
                  <a:pt x="36534" y="55507"/>
                </a:cubicBezTo>
                <a:cubicBezTo>
                  <a:pt x="37276" y="55837"/>
                  <a:pt x="38034" y="56129"/>
                  <a:pt x="38804" y="56384"/>
                </a:cubicBezTo>
                <a:cubicBezTo>
                  <a:pt x="40256" y="54366"/>
                  <a:pt x="42058" y="52612"/>
                  <a:pt x="43741" y="50772"/>
                </a:cubicBezTo>
                <a:cubicBezTo>
                  <a:pt x="45645" y="48688"/>
                  <a:pt x="47443" y="46400"/>
                  <a:pt x="48277" y="43708"/>
                </a:cubicBezTo>
                <a:cubicBezTo>
                  <a:pt x="49456" y="39897"/>
                  <a:pt x="48551" y="35728"/>
                  <a:pt x="46985" y="32059"/>
                </a:cubicBezTo>
                <a:cubicBezTo>
                  <a:pt x="45419" y="28391"/>
                  <a:pt x="43207" y="25028"/>
                  <a:pt x="41614" y="21374"/>
                </a:cubicBezTo>
                <a:cubicBezTo>
                  <a:pt x="40015" y="17713"/>
                  <a:pt x="39048" y="13573"/>
                  <a:pt x="40138" y="9734"/>
                </a:cubicBezTo>
                <a:cubicBezTo>
                  <a:pt x="41397" y="5298"/>
                  <a:pt x="45151" y="2100"/>
                  <a:pt x="4934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6"/>
          <p:cNvSpPr/>
          <p:nvPr/>
        </p:nvSpPr>
        <p:spPr>
          <a:xfrm rot="10800000">
            <a:off x="1663806" y="-162474"/>
            <a:ext cx="2346874" cy="1123659"/>
          </a:xfrm>
          <a:custGeom>
            <a:avLst/>
            <a:gdLst/>
            <a:ahLst/>
            <a:cxnLst/>
            <a:rect l="l" t="t" r="r" b="b"/>
            <a:pathLst>
              <a:path w="36850" h="13133" extrusionOk="0">
                <a:moveTo>
                  <a:pt x="14044" y="0"/>
                </a:moveTo>
                <a:cubicBezTo>
                  <a:pt x="12205" y="0"/>
                  <a:pt x="10289" y="657"/>
                  <a:pt x="8668" y="1584"/>
                </a:cubicBezTo>
                <a:cubicBezTo>
                  <a:pt x="4371" y="4041"/>
                  <a:pt x="1189" y="8337"/>
                  <a:pt x="0" y="13133"/>
                </a:cubicBezTo>
                <a:lnTo>
                  <a:pt x="36850" y="13133"/>
                </a:lnTo>
                <a:cubicBezTo>
                  <a:pt x="36845" y="12656"/>
                  <a:pt x="36812" y="12180"/>
                  <a:pt x="36680" y="11722"/>
                </a:cubicBezTo>
                <a:cubicBezTo>
                  <a:pt x="36001" y="9374"/>
                  <a:pt x="33171" y="8431"/>
                  <a:pt x="30733" y="8327"/>
                </a:cubicBezTo>
                <a:cubicBezTo>
                  <a:pt x="28290" y="8224"/>
                  <a:pt x="25678" y="8553"/>
                  <a:pt x="23555" y="7341"/>
                </a:cubicBezTo>
                <a:cubicBezTo>
                  <a:pt x="20919" y="5837"/>
                  <a:pt x="19882" y="2400"/>
                  <a:pt x="17278" y="843"/>
                </a:cubicBezTo>
                <a:cubicBezTo>
                  <a:pt x="16288" y="251"/>
                  <a:pt x="15181" y="0"/>
                  <a:pt x="140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6"/>
          <p:cNvSpPr/>
          <p:nvPr/>
        </p:nvSpPr>
        <p:spPr>
          <a:xfrm rot="10800000">
            <a:off x="-952031" y="-131121"/>
            <a:ext cx="1670156" cy="5209246"/>
          </a:xfrm>
          <a:custGeom>
            <a:avLst/>
            <a:gdLst/>
            <a:ahLst/>
            <a:cxnLst/>
            <a:rect l="l" t="t" r="r" b="b"/>
            <a:pathLst>
              <a:path w="25919" h="57701" extrusionOk="0">
                <a:moveTo>
                  <a:pt x="10540" y="1"/>
                </a:moveTo>
                <a:cubicBezTo>
                  <a:pt x="6348" y="2100"/>
                  <a:pt x="2594" y="5298"/>
                  <a:pt x="1335" y="9734"/>
                </a:cubicBezTo>
                <a:cubicBezTo>
                  <a:pt x="245" y="13573"/>
                  <a:pt x="1212" y="17713"/>
                  <a:pt x="2811" y="21374"/>
                </a:cubicBezTo>
                <a:cubicBezTo>
                  <a:pt x="4404" y="25028"/>
                  <a:pt x="6616" y="28391"/>
                  <a:pt x="8182" y="32059"/>
                </a:cubicBezTo>
                <a:cubicBezTo>
                  <a:pt x="9748" y="35728"/>
                  <a:pt x="10653" y="39897"/>
                  <a:pt x="9474" y="43708"/>
                </a:cubicBezTo>
                <a:cubicBezTo>
                  <a:pt x="8640" y="46400"/>
                  <a:pt x="6842" y="48688"/>
                  <a:pt x="4938" y="50772"/>
                </a:cubicBezTo>
                <a:cubicBezTo>
                  <a:pt x="3255" y="52612"/>
                  <a:pt x="1453" y="54366"/>
                  <a:pt x="1" y="56384"/>
                </a:cubicBezTo>
                <a:cubicBezTo>
                  <a:pt x="2642" y="57263"/>
                  <a:pt x="5429" y="57701"/>
                  <a:pt x="8215" y="57701"/>
                </a:cubicBezTo>
                <a:cubicBezTo>
                  <a:pt x="12497" y="57701"/>
                  <a:pt x="16780" y="56668"/>
                  <a:pt x="20543" y="54620"/>
                </a:cubicBezTo>
                <a:cubicBezTo>
                  <a:pt x="22504" y="53554"/>
                  <a:pt x="24311" y="52224"/>
                  <a:pt x="25919" y="50683"/>
                </a:cubicBezTo>
                <a:lnTo>
                  <a:pt x="2591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6"/>
          <p:cNvSpPr/>
          <p:nvPr/>
        </p:nvSpPr>
        <p:spPr>
          <a:xfrm rot="10800000">
            <a:off x="-952059" y="-162472"/>
            <a:ext cx="1801202" cy="904284"/>
          </a:xfrm>
          <a:custGeom>
            <a:avLst/>
            <a:gdLst/>
            <a:ahLst/>
            <a:cxnLst/>
            <a:rect l="l" t="t" r="r" b="b"/>
            <a:pathLst>
              <a:path w="28282" h="10569" extrusionOk="0">
                <a:moveTo>
                  <a:pt x="28282" y="1"/>
                </a:moveTo>
                <a:cubicBezTo>
                  <a:pt x="26674" y="1542"/>
                  <a:pt x="24867" y="2872"/>
                  <a:pt x="22906" y="3938"/>
                </a:cubicBezTo>
                <a:cubicBezTo>
                  <a:pt x="19143" y="5986"/>
                  <a:pt x="14860" y="7019"/>
                  <a:pt x="10578" y="7019"/>
                </a:cubicBezTo>
                <a:cubicBezTo>
                  <a:pt x="7792" y="7019"/>
                  <a:pt x="5005" y="6581"/>
                  <a:pt x="2364" y="5702"/>
                </a:cubicBezTo>
                <a:cubicBezTo>
                  <a:pt x="2170" y="5966"/>
                  <a:pt x="1986" y="6235"/>
                  <a:pt x="1807" y="6513"/>
                </a:cubicBezTo>
                <a:cubicBezTo>
                  <a:pt x="1005" y="7754"/>
                  <a:pt x="359" y="9135"/>
                  <a:pt x="0" y="10569"/>
                </a:cubicBezTo>
                <a:lnTo>
                  <a:pt x="28282" y="10569"/>
                </a:lnTo>
                <a:lnTo>
                  <a:pt x="2828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6"/>
          <p:cNvSpPr/>
          <p:nvPr/>
        </p:nvSpPr>
        <p:spPr>
          <a:xfrm rot="10800000">
            <a:off x="1422029" y="-162475"/>
            <a:ext cx="3317595" cy="1281175"/>
          </a:xfrm>
          <a:custGeom>
            <a:avLst/>
            <a:gdLst/>
            <a:ahLst/>
            <a:cxnLst/>
            <a:rect l="l" t="t" r="r" b="b"/>
            <a:pathLst>
              <a:path w="52092" h="14974" extrusionOk="0">
                <a:moveTo>
                  <a:pt x="10073" y="5769"/>
                </a:moveTo>
                <a:cubicBezTo>
                  <a:pt x="7479" y="5769"/>
                  <a:pt x="4891" y="6731"/>
                  <a:pt x="3028" y="8466"/>
                </a:cubicBezTo>
                <a:cubicBezTo>
                  <a:pt x="1213" y="10159"/>
                  <a:pt x="137" y="12540"/>
                  <a:pt x="0" y="14974"/>
                </a:cubicBezTo>
                <a:lnTo>
                  <a:pt x="11446" y="14974"/>
                </a:lnTo>
                <a:cubicBezTo>
                  <a:pt x="12158" y="12102"/>
                  <a:pt x="13582" y="9408"/>
                  <a:pt x="15534" y="7183"/>
                </a:cubicBezTo>
                <a:cubicBezTo>
                  <a:pt x="14502" y="6711"/>
                  <a:pt x="13450" y="6278"/>
                  <a:pt x="12337" y="6023"/>
                </a:cubicBezTo>
                <a:cubicBezTo>
                  <a:pt x="11597" y="5853"/>
                  <a:pt x="10833" y="5769"/>
                  <a:pt x="10073" y="5769"/>
                </a:cubicBezTo>
                <a:close/>
                <a:moveTo>
                  <a:pt x="45074" y="1"/>
                </a:moveTo>
                <a:cubicBezTo>
                  <a:pt x="43566" y="1"/>
                  <a:pt x="41995" y="486"/>
                  <a:pt x="40619" y="1128"/>
                </a:cubicBezTo>
                <a:cubicBezTo>
                  <a:pt x="37595" y="2533"/>
                  <a:pt x="34973" y="4604"/>
                  <a:pt x="32144" y="6344"/>
                </a:cubicBezTo>
                <a:cubicBezTo>
                  <a:pt x="32964" y="7452"/>
                  <a:pt x="33822" y="8509"/>
                  <a:pt x="35001" y="9182"/>
                </a:cubicBezTo>
                <a:cubicBezTo>
                  <a:pt x="37124" y="10394"/>
                  <a:pt x="39736" y="10065"/>
                  <a:pt x="42179" y="10168"/>
                </a:cubicBezTo>
                <a:cubicBezTo>
                  <a:pt x="44617" y="10272"/>
                  <a:pt x="47447" y="11215"/>
                  <a:pt x="48126" y="13563"/>
                </a:cubicBezTo>
                <a:cubicBezTo>
                  <a:pt x="48258" y="14021"/>
                  <a:pt x="48291" y="14497"/>
                  <a:pt x="48296" y="14974"/>
                </a:cubicBezTo>
                <a:lnTo>
                  <a:pt x="51884" y="14974"/>
                </a:lnTo>
                <a:cubicBezTo>
                  <a:pt x="52092" y="11470"/>
                  <a:pt x="51993" y="7956"/>
                  <a:pt x="50790" y="4670"/>
                </a:cubicBezTo>
                <a:cubicBezTo>
                  <a:pt x="50211" y="3085"/>
                  <a:pt x="49299" y="1505"/>
                  <a:pt x="47791" y="661"/>
                </a:cubicBezTo>
                <a:cubicBezTo>
                  <a:pt x="46951" y="194"/>
                  <a:pt x="46027" y="1"/>
                  <a:pt x="45074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6"/>
          <p:cNvSpPr/>
          <p:nvPr/>
        </p:nvSpPr>
        <p:spPr>
          <a:xfrm rot="10800000">
            <a:off x="1663806" y="-162470"/>
            <a:ext cx="2346874" cy="738468"/>
          </a:xfrm>
          <a:custGeom>
            <a:avLst/>
            <a:gdLst/>
            <a:ahLst/>
            <a:cxnLst/>
            <a:rect l="l" t="t" r="r" b="b"/>
            <a:pathLst>
              <a:path w="36850" h="8631" extrusionOk="0">
                <a:moveTo>
                  <a:pt x="20698" y="1"/>
                </a:moveTo>
                <a:cubicBezTo>
                  <a:pt x="20434" y="166"/>
                  <a:pt x="20169" y="321"/>
                  <a:pt x="19905" y="477"/>
                </a:cubicBezTo>
                <a:cubicBezTo>
                  <a:pt x="17354" y="1968"/>
                  <a:pt x="14431" y="3137"/>
                  <a:pt x="11488" y="3137"/>
                </a:cubicBezTo>
                <a:cubicBezTo>
                  <a:pt x="10814" y="3137"/>
                  <a:pt x="10134" y="3076"/>
                  <a:pt x="9460" y="2943"/>
                </a:cubicBezTo>
                <a:cubicBezTo>
                  <a:pt x="7564" y="2566"/>
                  <a:pt x="5847" y="1642"/>
                  <a:pt x="4088" y="840"/>
                </a:cubicBezTo>
                <a:cubicBezTo>
                  <a:pt x="2136" y="3065"/>
                  <a:pt x="712" y="5759"/>
                  <a:pt x="0" y="8631"/>
                </a:cubicBezTo>
                <a:lnTo>
                  <a:pt x="36850" y="8631"/>
                </a:lnTo>
                <a:cubicBezTo>
                  <a:pt x="36845" y="8154"/>
                  <a:pt x="36812" y="7678"/>
                  <a:pt x="36680" y="7220"/>
                </a:cubicBezTo>
                <a:cubicBezTo>
                  <a:pt x="36001" y="4872"/>
                  <a:pt x="33171" y="3929"/>
                  <a:pt x="30733" y="3825"/>
                </a:cubicBezTo>
                <a:cubicBezTo>
                  <a:pt x="28290" y="3722"/>
                  <a:pt x="25678" y="4051"/>
                  <a:pt x="23555" y="2839"/>
                </a:cubicBezTo>
                <a:cubicBezTo>
                  <a:pt x="22376" y="2166"/>
                  <a:pt x="21518" y="1109"/>
                  <a:pt x="20698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6"/>
          <p:cNvSpPr/>
          <p:nvPr/>
        </p:nvSpPr>
        <p:spPr>
          <a:xfrm rot="10800000">
            <a:off x="174620" y="1110048"/>
            <a:ext cx="514394" cy="1401387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6"/>
          <p:cNvSpPr/>
          <p:nvPr/>
        </p:nvSpPr>
        <p:spPr>
          <a:xfrm rot="10800000">
            <a:off x="-412593" y="1039045"/>
            <a:ext cx="18660" cy="21903"/>
          </a:xfrm>
          <a:custGeom>
            <a:avLst/>
            <a:gdLst/>
            <a:ahLst/>
            <a:cxnLst/>
            <a:rect l="l" t="t" r="r" b="b"/>
            <a:pathLst>
              <a:path w="293" h="256" extrusionOk="0">
                <a:moveTo>
                  <a:pt x="292" y="0"/>
                </a:moveTo>
                <a:lnTo>
                  <a:pt x="292" y="0"/>
                </a:lnTo>
                <a:cubicBezTo>
                  <a:pt x="194" y="10"/>
                  <a:pt x="99" y="29"/>
                  <a:pt x="0" y="42"/>
                </a:cubicBezTo>
                <a:lnTo>
                  <a:pt x="0" y="255"/>
                </a:lnTo>
                <a:cubicBezTo>
                  <a:pt x="151" y="255"/>
                  <a:pt x="269" y="142"/>
                  <a:pt x="292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6"/>
          <p:cNvSpPr/>
          <p:nvPr/>
        </p:nvSpPr>
        <p:spPr>
          <a:xfrm rot="10800000">
            <a:off x="-393997" y="1039045"/>
            <a:ext cx="17196" cy="18310"/>
          </a:xfrm>
          <a:custGeom>
            <a:avLst/>
            <a:gdLst/>
            <a:ahLst/>
            <a:cxnLst/>
            <a:rect l="l" t="t" r="r" b="b"/>
            <a:pathLst>
              <a:path w="270" h="214" extrusionOk="0">
                <a:moveTo>
                  <a:pt x="269" y="0"/>
                </a:moveTo>
                <a:cubicBezTo>
                  <a:pt x="180" y="11"/>
                  <a:pt x="91" y="24"/>
                  <a:pt x="0" y="39"/>
                </a:cubicBezTo>
                <a:cubicBezTo>
                  <a:pt x="48" y="142"/>
                  <a:pt x="152" y="213"/>
                  <a:pt x="269" y="213"/>
                </a:cubicBezTo>
                <a:lnTo>
                  <a:pt x="269" y="0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2" name="Google Shape;332;p16"/>
          <p:cNvGrpSpPr/>
          <p:nvPr/>
        </p:nvGrpSpPr>
        <p:grpSpPr>
          <a:xfrm>
            <a:off x="-476598" y="-70488"/>
            <a:ext cx="2770000" cy="1075737"/>
            <a:chOff x="-476598" y="-70488"/>
            <a:chExt cx="2770000" cy="1075737"/>
          </a:xfrm>
        </p:grpSpPr>
        <p:sp>
          <p:nvSpPr>
            <p:cNvPr id="333" name="Google Shape;333;p16"/>
            <p:cNvSpPr/>
            <p:nvPr/>
          </p:nvSpPr>
          <p:spPr>
            <a:xfrm rot="10800000">
              <a:off x="-476598" y="953998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2" y="0"/>
                  </a:moveTo>
                  <a:cubicBezTo>
                    <a:pt x="137" y="0"/>
                    <a:pt x="1" y="137"/>
                    <a:pt x="1" y="301"/>
                  </a:cubicBezTo>
                  <a:cubicBezTo>
                    <a:pt x="1" y="467"/>
                    <a:pt x="137" y="599"/>
                    <a:pt x="302" y="599"/>
                  </a:cubicBezTo>
                  <a:cubicBezTo>
                    <a:pt x="467" y="599"/>
                    <a:pt x="600" y="467"/>
                    <a:pt x="600" y="301"/>
                  </a:cubicBezTo>
                  <a:cubicBezTo>
                    <a:pt x="600" y="137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6"/>
            <p:cNvSpPr/>
            <p:nvPr/>
          </p:nvSpPr>
          <p:spPr>
            <a:xfrm rot="10800000">
              <a:off x="-413230" y="894193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lnTo>
                    <a:pt x="303" y="298"/>
                  </a:lnTo>
                  <a:cubicBezTo>
                    <a:pt x="303" y="133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6"/>
            <p:cNvSpPr/>
            <p:nvPr/>
          </p:nvSpPr>
          <p:spPr>
            <a:xfrm rot="10800000">
              <a:off x="-413230" y="868439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cubicBezTo>
                    <a:pt x="166" y="301"/>
                    <a:pt x="303" y="164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6"/>
            <p:cNvSpPr/>
            <p:nvPr/>
          </p:nvSpPr>
          <p:spPr>
            <a:xfrm rot="10800000">
              <a:off x="-413230" y="723588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lnTo>
                    <a:pt x="303" y="297"/>
                  </a:lnTo>
                  <a:cubicBezTo>
                    <a:pt x="303" y="131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6"/>
            <p:cNvSpPr/>
            <p:nvPr/>
          </p:nvSpPr>
          <p:spPr>
            <a:xfrm rot="10800000">
              <a:off x="-476598" y="78330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2" y="1"/>
                  </a:moveTo>
                  <a:cubicBezTo>
                    <a:pt x="137" y="1"/>
                    <a:pt x="1" y="137"/>
                    <a:pt x="1" y="303"/>
                  </a:cubicBezTo>
                  <a:cubicBezTo>
                    <a:pt x="1" y="468"/>
                    <a:pt x="137" y="599"/>
                    <a:pt x="302" y="599"/>
                  </a:cubicBezTo>
                  <a:cubicBezTo>
                    <a:pt x="467" y="599"/>
                    <a:pt x="600" y="468"/>
                    <a:pt x="600" y="303"/>
                  </a:cubicBezTo>
                  <a:cubicBezTo>
                    <a:pt x="600" y="137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6"/>
            <p:cNvSpPr/>
            <p:nvPr/>
          </p:nvSpPr>
          <p:spPr>
            <a:xfrm rot="10800000">
              <a:off x="-413230" y="69774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1"/>
                  </a:moveTo>
                  <a:lnTo>
                    <a:pt x="0" y="303"/>
                  </a:lnTo>
                  <a:cubicBezTo>
                    <a:pt x="166" y="303"/>
                    <a:pt x="303" y="170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6"/>
            <p:cNvSpPr/>
            <p:nvPr/>
          </p:nvSpPr>
          <p:spPr>
            <a:xfrm rot="10800000">
              <a:off x="-476598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302" y="0"/>
                  </a:moveTo>
                  <a:cubicBezTo>
                    <a:pt x="137" y="0"/>
                    <a:pt x="1" y="133"/>
                    <a:pt x="1" y="297"/>
                  </a:cubicBezTo>
                  <a:cubicBezTo>
                    <a:pt x="1" y="462"/>
                    <a:pt x="137" y="595"/>
                    <a:pt x="302" y="595"/>
                  </a:cubicBezTo>
                  <a:cubicBezTo>
                    <a:pt x="467" y="595"/>
                    <a:pt x="600" y="462"/>
                    <a:pt x="600" y="297"/>
                  </a:cubicBezTo>
                  <a:cubicBezTo>
                    <a:pt x="600" y="133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6"/>
            <p:cNvSpPr/>
            <p:nvPr/>
          </p:nvSpPr>
          <p:spPr>
            <a:xfrm rot="10800000">
              <a:off x="-413230" y="55246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0"/>
                  </a:moveTo>
                  <a:lnTo>
                    <a:pt x="0" y="302"/>
                  </a:lnTo>
                  <a:lnTo>
                    <a:pt x="303" y="302"/>
                  </a:lnTo>
                  <a:cubicBezTo>
                    <a:pt x="303" y="133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6"/>
            <p:cNvSpPr/>
            <p:nvPr/>
          </p:nvSpPr>
          <p:spPr>
            <a:xfrm rot="10800000">
              <a:off x="-413230" y="381864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1"/>
                  </a:moveTo>
                  <a:lnTo>
                    <a:pt x="0" y="302"/>
                  </a:lnTo>
                  <a:lnTo>
                    <a:pt x="303" y="302"/>
                  </a:lnTo>
                  <a:cubicBezTo>
                    <a:pt x="303" y="136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6"/>
            <p:cNvSpPr/>
            <p:nvPr/>
          </p:nvSpPr>
          <p:spPr>
            <a:xfrm rot="10800000">
              <a:off x="-413230" y="527143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6"/>
            <p:cNvSpPr/>
            <p:nvPr/>
          </p:nvSpPr>
          <p:spPr>
            <a:xfrm rot="10800000">
              <a:off x="-476598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2" y="1"/>
                  </a:moveTo>
                  <a:cubicBezTo>
                    <a:pt x="137" y="1"/>
                    <a:pt x="1" y="133"/>
                    <a:pt x="1" y="298"/>
                  </a:cubicBezTo>
                  <a:cubicBezTo>
                    <a:pt x="1" y="464"/>
                    <a:pt x="137" y="601"/>
                    <a:pt x="302" y="601"/>
                  </a:cubicBezTo>
                  <a:cubicBezTo>
                    <a:pt x="467" y="601"/>
                    <a:pt x="600" y="464"/>
                    <a:pt x="600" y="298"/>
                  </a:cubicBezTo>
                  <a:cubicBezTo>
                    <a:pt x="600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6"/>
            <p:cNvSpPr/>
            <p:nvPr/>
          </p:nvSpPr>
          <p:spPr>
            <a:xfrm rot="10800000">
              <a:off x="-413230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0" y="1"/>
                  </a:moveTo>
                  <a:lnTo>
                    <a:pt x="0" y="303"/>
                  </a:lnTo>
                  <a:lnTo>
                    <a:pt x="303" y="303"/>
                  </a:lnTo>
                  <a:cubicBezTo>
                    <a:pt x="303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6"/>
            <p:cNvSpPr/>
            <p:nvPr/>
          </p:nvSpPr>
          <p:spPr>
            <a:xfrm rot="10800000">
              <a:off x="-413230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cubicBezTo>
                    <a:pt x="166" y="298"/>
                    <a:pt x="303" y="166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6"/>
            <p:cNvSpPr/>
            <p:nvPr/>
          </p:nvSpPr>
          <p:spPr>
            <a:xfrm rot="10800000">
              <a:off x="-476598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2" y="0"/>
                  </a:moveTo>
                  <a:cubicBezTo>
                    <a:pt x="137" y="0"/>
                    <a:pt x="1" y="132"/>
                    <a:pt x="1" y="297"/>
                  </a:cubicBezTo>
                  <a:cubicBezTo>
                    <a:pt x="1" y="462"/>
                    <a:pt x="137" y="599"/>
                    <a:pt x="302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2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6"/>
            <p:cNvSpPr/>
            <p:nvPr/>
          </p:nvSpPr>
          <p:spPr>
            <a:xfrm rot="10800000">
              <a:off x="-413230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303" y="165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6"/>
            <p:cNvSpPr/>
            <p:nvPr/>
          </p:nvSpPr>
          <p:spPr>
            <a:xfrm rot="10800000">
              <a:off x="-413230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3" y="301"/>
                  </a:lnTo>
                  <a:cubicBezTo>
                    <a:pt x="303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6"/>
            <p:cNvSpPr/>
            <p:nvPr/>
          </p:nvSpPr>
          <p:spPr>
            <a:xfrm rot="10800000">
              <a:off x="-476598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2" y="0"/>
                  </a:moveTo>
                  <a:cubicBezTo>
                    <a:pt x="137" y="0"/>
                    <a:pt x="1" y="133"/>
                    <a:pt x="1" y="298"/>
                  </a:cubicBezTo>
                  <a:cubicBezTo>
                    <a:pt x="1" y="463"/>
                    <a:pt x="137" y="600"/>
                    <a:pt x="302" y="600"/>
                  </a:cubicBezTo>
                  <a:cubicBezTo>
                    <a:pt x="467" y="600"/>
                    <a:pt x="600" y="463"/>
                    <a:pt x="600" y="298"/>
                  </a:cubicBezTo>
                  <a:cubicBezTo>
                    <a:pt x="600" y="133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6"/>
            <p:cNvSpPr/>
            <p:nvPr/>
          </p:nvSpPr>
          <p:spPr>
            <a:xfrm rot="10800000">
              <a:off x="-413230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6"/>
            <p:cNvSpPr/>
            <p:nvPr/>
          </p:nvSpPr>
          <p:spPr>
            <a:xfrm rot="10800000">
              <a:off x="-476598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2" y="1"/>
                  </a:moveTo>
                  <a:cubicBezTo>
                    <a:pt x="137" y="1"/>
                    <a:pt x="1" y="133"/>
                    <a:pt x="1" y="297"/>
                  </a:cubicBezTo>
                  <a:cubicBezTo>
                    <a:pt x="1" y="462"/>
                    <a:pt x="137" y="599"/>
                    <a:pt x="302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6"/>
            <p:cNvSpPr/>
            <p:nvPr/>
          </p:nvSpPr>
          <p:spPr>
            <a:xfrm rot="10800000">
              <a:off x="-393997" y="894193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298" y="1"/>
                  </a:moveTo>
                  <a:cubicBezTo>
                    <a:pt x="133" y="1"/>
                    <a:pt x="1" y="133"/>
                    <a:pt x="1" y="298"/>
                  </a:cubicBezTo>
                  <a:lnTo>
                    <a:pt x="298" y="298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6"/>
            <p:cNvSpPr/>
            <p:nvPr/>
          </p:nvSpPr>
          <p:spPr>
            <a:xfrm rot="10800000">
              <a:off x="-286178" y="894193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lnTo>
                    <a:pt x="302" y="298"/>
                  </a:lnTo>
                  <a:cubicBezTo>
                    <a:pt x="302" y="133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6"/>
            <p:cNvSpPr/>
            <p:nvPr/>
          </p:nvSpPr>
          <p:spPr>
            <a:xfrm rot="10800000">
              <a:off x="-349545" y="953998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3" y="0"/>
                  </a:moveTo>
                  <a:cubicBezTo>
                    <a:pt x="137" y="0"/>
                    <a:pt x="0" y="137"/>
                    <a:pt x="0" y="301"/>
                  </a:cubicBezTo>
                  <a:cubicBezTo>
                    <a:pt x="0" y="467"/>
                    <a:pt x="137" y="599"/>
                    <a:pt x="303" y="599"/>
                  </a:cubicBezTo>
                  <a:cubicBezTo>
                    <a:pt x="468" y="599"/>
                    <a:pt x="599" y="467"/>
                    <a:pt x="599" y="301"/>
                  </a:cubicBezTo>
                  <a:cubicBezTo>
                    <a:pt x="599" y="137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6"/>
            <p:cNvSpPr/>
            <p:nvPr/>
          </p:nvSpPr>
          <p:spPr>
            <a:xfrm rot="10800000">
              <a:off x="-349545" y="78330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7" y="1"/>
                    <a:pt x="0" y="137"/>
                    <a:pt x="0" y="303"/>
                  </a:cubicBezTo>
                  <a:cubicBezTo>
                    <a:pt x="0" y="468"/>
                    <a:pt x="137" y="599"/>
                    <a:pt x="303" y="599"/>
                  </a:cubicBezTo>
                  <a:cubicBezTo>
                    <a:pt x="468" y="599"/>
                    <a:pt x="599" y="468"/>
                    <a:pt x="599" y="303"/>
                  </a:cubicBezTo>
                  <a:cubicBezTo>
                    <a:pt x="599" y="137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6"/>
            <p:cNvSpPr/>
            <p:nvPr/>
          </p:nvSpPr>
          <p:spPr>
            <a:xfrm rot="10800000">
              <a:off x="-393997" y="723588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298" y="0"/>
                  </a:moveTo>
                  <a:cubicBezTo>
                    <a:pt x="133" y="0"/>
                    <a:pt x="1" y="131"/>
                    <a:pt x="1" y="297"/>
                  </a:cubicBezTo>
                  <a:lnTo>
                    <a:pt x="298" y="297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6"/>
            <p:cNvSpPr/>
            <p:nvPr/>
          </p:nvSpPr>
          <p:spPr>
            <a:xfrm rot="10800000">
              <a:off x="-286178" y="723588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lnTo>
                    <a:pt x="302" y="297"/>
                  </a:lnTo>
                  <a:cubicBezTo>
                    <a:pt x="302" y="131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6"/>
            <p:cNvSpPr/>
            <p:nvPr/>
          </p:nvSpPr>
          <p:spPr>
            <a:xfrm rot="10800000">
              <a:off x="-393997" y="868439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cubicBezTo>
                    <a:pt x="1" y="164"/>
                    <a:pt x="133" y="301"/>
                    <a:pt x="298" y="301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6"/>
            <p:cNvSpPr/>
            <p:nvPr/>
          </p:nvSpPr>
          <p:spPr>
            <a:xfrm rot="10800000">
              <a:off x="-286178" y="868439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cubicBezTo>
                    <a:pt x="165" y="301"/>
                    <a:pt x="302" y="164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6"/>
            <p:cNvSpPr/>
            <p:nvPr/>
          </p:nvSpPr>
          <p:spPr>
            <a:xfrm rot="10800000">
              <a:off x="-349545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303" y="0"/>
                  </a:moveTo>
                  <a:cubicBezTo>
                    <a:pt x="137" y="0"/>
                    <a:pt x="0" y="133"/>
                    <a:pt x="0" y="297"/>
                  </a:cubicBezTo>
                  <a:cubicBezTo>
                    <a:pt x="0" y="462"/>
                    <a:pt x="137" y="595"/>
                    <a:pt x="303" y="595"/>
                  </a:cubicBezTo>
                  <a:cubicBezTo>
                    <a:pt x="468" y="595"/>
                    <a:pt x="599" y="462"/>
                    <a:pt x="599" y="297"/>
                  </a:cubicBezTo>
                  <a:cubicBezTo>
                    <a:pt x="599" y="133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6"/>
            <p:cNvSpPr/>
            <p:nvPr/>
          </p:nvSpPr>
          <p:spPr>
            <a:xfrm rot="10800000">
              <a:off x="-286178" y="55246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0"/>
                  </a:moveTo>
                  <a:lnTo>
                    <a:pt x="0" y="302"/>
                  </a:lnTo>
                  <a:lnTo>
                    <a:pt x="302" y="302"/>
                  </a:lnTo>
                  <a:cubicBezTo>
                    <a:pt x="302" y="133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6"/>
            <p:cNvSpPr/>
            <p:nvPr/>
          </p:nvSpPr>
          <p:spPr>
            <a:xfrm rot="10800000">
              <a:off x="-393997" y="69774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1" y="1"/>
                  </a:moveTo>
                  <a:cubicBezTo>
                    <a:pt x="1" y="170"/>
                    <a:pt x="133" y="303"/>
                    <a:pt x="298" y="303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6"/>
            <p:cNvSpPr/>
            <p:nvPr/>
          </p:nvSpPr>
          <p:spPr>
            <a:xfrm rot="10800000">
              <a:off x="-286178" y="69774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1"/>
                  </a:moveTo>
                  <a:lnTo>
                    <a:pt x="0" y="303"/>
                  </a:lnTo>
                  <a:cubicBezTo>
                    <a:pt x="165" y="303"/>
                    <a:pt x="302" y="170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6"/>
            <p:cNvSpPr/>
            <p:nvPr/>
          </p:nvSpPr>
          <p:spPr>
            <a:xfrm rot="10800000">
              <a:off x="-393997" y="55246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298" y="0"/>
                  </a:moveTo>
                  <a:cubicBezTo>
                    <a:pt x="133" y="0"/>
                    <a:pt x="1" y="133"/>
                    <a:pt x="1" y="302"/>
                  </a:cubicBezTo>
                  <a:lnTo>
                    <a:pt x="298" y="30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6"/>
            <p:cNvSpPr/>
            <p:nvPr/>
          </p:nvSpPr>
          <p:spPr>
            <a:xfrm rot="10800000">
              <a:off x="-393997" y="381864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1"/>
                  </a:moveTo>
                  <a:cubicBezTo>
                    <a:pt x="133" y="1"/>
                    <a:pt x="1" y="136"/>
                    <a:pt x="1" y="302"/>
                  </a:cubicBezTo>
                  <a:lnTo>
                    <a:pt x="298" y="302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6"/>
            <p:cNvSpPr/>
            <p:nvPr/>
          </p:nvSpPr>
          <p:spPr>
            <a:xfrm rot="10800000">
              <a:off x="-286178" y="527143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6"/>
            <p:cNvSpPr/>
            <p:nvPr/>
          </p:nvSpPr>
          <p:spPr>
            <a:xfrm rot="10800000">
              <a:off x="-393997" y="527143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cubicBezTo>
                    <a:pt x="1" y="166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6"/>
            <p:cNvSpPr/>
            <p:nvPr/>
          </p:nvSpPr>
          <p:spPr>
            <a:xfrm rot="10800000">
              <a:off x="-349545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3" y="1"/>
                  </a:moveTo>
                  <a:cubicBezTo>
                    <a:pt x="137" y="1"/>
                    <a:pt x="0" y="133"/>
                    <a:pt x="0" y="298"/>
                  </a:cubicBezTo>
                  <a:cubicBezTo>
                    <a:pt x="0" y="464"/>
                    <a:pt x="137" y="601"/>
                    <a:pt x="303" y="601"/>
                  </a:cubicBezTo>
                  <a:cubicBezTo>
                    <a:pt x="468" y="601"/>
                    <a:pt x="599" y="464"/>
                    <a:pt x="599" y="298"/>
                  </a:cubicBezTo>
                  <a:cubicBezTo>
                    <a:pt x="599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6"/>
            <p:cNvSpPr/>
            <p:nvPr/>
          </p:nvSpPr>
          <p:spPr>
            <a:xfrm rot="10800000">
              <a:off x="-286178" y="381864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1"/>
                  </a:moveTo>
                  <a:lnTo>
                    <a:pt x="0" y="302"/>
                  </a:lnTo>
                  <a:lnTo>
                    <a:pt x="302" y="302"/>
                  </a:lnTo>
                  <a:cubicBezTo>
                    <a:pt x="302" y="136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6"/>
            <p:cNvSpPr/>
            <p:nvPr/>
          </p:nvSpPr>
          <p:spPr>
            <a:xfrm rot="10800000">
              <a:off x="-286178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0" y="1"/>
                  </a:moveTo>
                  <a:lnTo>
                    <a:pt x="0" y="303"/>
                  </a:lnTo>
                  <a:lnTo>
                    <a:pt x="302" y="303"/>
                  </a:lnTo>
                  <a:cubicBezTo>
                    <a:pt x="302" y="138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6"/>
            <p:cNvSpPr/>
            <p:nvPr/>
          </p:nvSpPr>
          <p:spPr>
            <a:xfrm rot="10800000">
              <a:off x="-286178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6"/>
            <p:cNvSpPr/>
            <p:nvPr/>
          </p:nvSpPr>
          <p:spPr>
            <a:xfrm rot="10800000">
              <a:off x="-349545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3" y="0"/>
                  </a:moveTo>
                  <a:cubicBezTo>
                    <a:pt x="137" y="0"/>
                    <a:pt x="0" y="132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8" y="599"/>
                    <a:pt x="599" y="462"/>
                    <a:pt x="599" y="297"/>
                  </a:cubicBezTo>
                  <a:cubicBezTo>
                    <a:pt x="599" y="132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6"/>
            <p:cNvSpPr/>
            <p:nvPr/>
          </p:nvSpPr>
          <p:spPr>
            <a:xfrm rot="10800000">
              <a:off x="-393997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298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6"/>
            <p:cNvSpPr/>
            <p:nvPr/>
          </p:nvSpPr>
          <p:spPr>
            <a:xfrm rot="10800000">
              <a:off x="-393997" y="356367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" y="1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6"/>
            <p:cNvSpPr/>
            <p:nvPr/>
          </p:nvSpPr>
          <p:spPr>
            <a:xfrm rot="10800000">
              <a:off x="-393997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6"/>
            <p:cNvSpPr/>
            <p:nvPr/>
          </p:nvSpPr>
          <p:spPr>
            <a:xfrm rot="10800000">
              <a:off x="-393997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cubicBezTo>
                    <a:pt x="1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6"/>
            <p:cNvSpPr/>
            <p:nvPr/>
          </p:nvSpPr>
          <p:spPr>
            <a:xfrm rot="10800000">
              <a:off x="-286178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6"/>
            <p:cNvSpPr/>
            <p:nvPr/>
          </p:nvSpPr>
          <p:spPr>
            <a:xfrm rot="10800000">
              <a:off x="-286178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5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6"/>
            <p:cNvSpPr/>
            <p:nvPr/>
          </p:nvSpPr>
          <p:spPr>
            <a:xfrm rot="10800000">
              <a:off x="-349545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3" y="0"/>
                  </a:moveTo>
                  <a:cubicBezTo>
                    <a:pt x="137" y="0"/>
                    <a:pt x="0" y="133"/>
                    <a:pt x="0" y="298"/>
                  </a:cubicBezTo>
                  <a:cubicBezTo>
                    <a:pt x="0" y="463"/>
                    <a:pt x="137" y="600"/>
                    <a:pt x="303" y="600"/>
                  </a:cubicBezTo>
                  <a:cubicBezTo>
                    <a:pt x="468" y="600"/>
                    <a:pt x="599" y="463"/>
                    <a:pt x="599" y="298"/>
                  </a:cubicBezTo>
                  <a:cubicBezTo>
                    <a:pt x="599" y="133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6"/>
            <p:cNvSpPr/>
            <p:nvPr/>
          </p:nvSpPr>
          <p:spPr>
            <a:xfrm rot="10800000">
              <a:off x="-349545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8" y="599"/>
                    <a:pt x="599" y="462"/>
                    <a:pt x="599" y="297"/>
                  </a:cubicBezTo>
                  <a:cubicBezTo>
                    <a:pt x="599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6"/>
            <p:cNvSpPr/>
            <p:nvPr/>
          </p:nvSpPr>
          <p:spPr>
            <a:xfrm rot="10800000">
              <a:off x="-393997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6"/>
            <p:cNvSpPr/>
            <p:nvPr/>
          </p:nvSpPr>
          <p:spPr>
            <a:xfrm rot="10800000">
              <a:off x="-286178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6"/>
            <p:cNvSpPr/>
            <p:nvPr/>
          </p:nvSpPr>
          <p:spPr>
            <a:xfrm rot="10800000">
              <a:off x="-222493" y="953999"/>
              <a:ext cx="37002" cy="37646"/>
            </a:xfrm>
            <a:custGeom>
              <a:avLst/>
              <a:gdLst/>
              <a:ahLst/>
              <a:cxnLst/>
              <a:rect l="l" t="t" r="r" b="b"/>
              <a:pathLst>
                <a:path w="581" h="440" extrusionOk="0">
                  <a:moveTo>
                    <a:pt x="538" y="1"/>
                  </a:moveTo>
                  <a:cubicBezTo>
                    <a:pt x="359" y="77"/>
                    <a:pt x="180" y="153"/>
                    <a:pt x="0" y="237"/>
                  </a:cubicBezTo>
                  <a:cubicBezTo>
                    <a:pt x="43" y="355"/>
                    <a:pt x="152" y="440"/>
                    <a:pt x="283" y="440"/>
                  </a:cubicBezTo>
                  <a:cubicBezTo>
                    <a:pt x="448" y="440"/>
                    <a:pt x="581" y="308"/>
                    <a:pt x="581" y="142"/>
                  </a:cubicBezTo>
                  <a:cubicBezTo>
                    <a:pt x="581" y="91"/>
                    <a:pt x="562" y="44"/>
                    <a:pt x="5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6"/>
            <p:cNvSpPr/>
            <p:nvPr/>
          </p:nvSpPr>
          <p:spPr>
            <a:xfrm rot="10800000">
              <a:off x="-266945" y="894193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297" y="1"/>
                  </a:moveTo>
                  <a:cubicBezTo>
                    <a:pt x="133" y="1"/>
                    <a:pt x="1" y="133"/>
                    <a:pt x="1" y="298"/>
                  </a:cubicBezTo>
                  <a:lnTo>
                    <a:pt x="297" y="298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6"/>
            <p:cNvSpPr/>
            <p:nvPr/>
          </p:nvSpPr>
          <p:spPr>
            <a:xfrm rot="10800000">
              <a:off x="-158807" y="894193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lnTo>
                    <a:pt x="1" y="298"/>
                  </a:lnTo>
                  <a:lnTo>
                    <a:pt x="297" y="298"/>
                  </a:lnTo>
                  <a:cubicBezTo>
                    <a:pt x="297" y="133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6"/>
            <p:cNvSpPr/>
            <p:nvPr/>
          </p:nvSpPr>
          <p:spPr>
            <a:xfrm rot="10800000">
              <a:off x="-158807" y="868439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cubicBezTo>
                    <a:pt x="166" y="301"/>
                    <a:pt x="297" y="164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6"/>
            <p:cNvSpPr/>
            <p:nvPr/>
          </p:nvSpPr>
          <p:spPr>
            <a:xfrm rot="10800000">
              <a:off x="-158807" y="723588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lnTo>
                    <a:pt x="297" y="297"/>
                  </a:lnTo>
                  <a:cubicBezTo>
                    <a:pt x="297" y="131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6"/>
            <p:cNvSpPr/>
            <p:nvPr/>
          </p:nvSpPr>
          <p:spPr>
            <a:xfrm rot="10800000">
              <a:off x="-222493" y="78330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301" y="1"/>
                  </a:moveTo>
                  <a:cubicBezTo>
                    <a:pt x="131" y="1"/>
                    <a:pt x="0" y="137"/>
                    <a:pt x="0" y="303"/>
                  </a:cubicBezTo>
                  <a:cubicBezTo>
                    <a:pt x="0" y="468"/>
                    <a:pt x="131" y="599"/>
                    <a:pt x="301" y="599"/>
                  </a:cubicBezTo>
                  <a:cubicBezTo>
                    <a:pt x="466" y="599"/>
                    <a:pt x="599" y="468"/>
                    <a:pt x="599" y="303"/>
                  </a:cubicBezTo>
                  <a:cubicBezTo>
                    <a:pt x="599" y="137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6"/>
            <p:cNvSpPr/>
            <p:nvPr/>
          </p:nvSpPr>
          <p:spPr>
            <a:xfrm rot="10800000">
              <a:off x="-266945" y="868439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cubicBezTo>
                    <a:pt x="1" y="164"/>
                    <a:pt x="133" y="301"/>
                    <a:pt x="297" y="301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6"/>
            <p:cNvSpPr/>
            <p:nvPr/>
          </p:nvSpPr>
          <p:spPr>
            <a:xfrm rot="10800000">
              <a:off x="-266945" y="723588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297" y="0"/>
                  </a:moveTo>
                  <a:cubicBezTo>
                    <a:pt x="133" y="0"/>
                    <a:pt x="1" y="131"/>
                    <a:pt x="1" y="297"/>
                  </a:cubicBezTo>
                  <a:lnTo>
                    <a:pt x="297" y="297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6"/>
            <p:cNvSpPr/>
            <p:nvPr/>
          </p:nvSpPr>
          <p:spPr>
            <a:xfrm rot="10800000">
              <a:off x="-222493" y="612617"/>
              <a:ext cx="38149" cy="50908"/>
            </a:xfrm>
            <a:custGeom>
              <a:avLst/>
              <a:gdLst/>
              <a:ahLst/>
              <a:cxnLst/>
              <a:rect l="l" t="t" r="r" b="b"/>
              <a:pathLst>
                <a:path w="599" h="595" extrusionOk="0">
                  <a:moveTo>
                    <a:pt x="301" y="0"/>
                  </a:moveTo>
                  <a:cubicBezTo>
                    <a:pt x="131" y="0"/>
                    <a:pt x="0" y="133"/>
                    <a:pt x="0" y="297"/>
                  </a:cubicBezTo>
                  <a:cubicBezTo>
                    <a:pt x="0" y="462"/>
                    <a:pt x="131" y="595"/>
                    <a:pt x="301" y="595"/>
                  </a:cubicBezTo>
                  <a:cubicBezTo>
                    <a:pt x="466" y="595"/>
                    <a:pt x="599" y="462"/>
                    <a:pt x="599" y="297"/>
                  </a:cubicBezTo>
                  <a:cubicBezTo>
                    <a:pt x="599" y="133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6"/>
            <p:cNvSpPr/>
            <p:nvPr/>
          </p:nvSpPr>
          <p:spPr>
            <a:xfrm rot="10800000">
              <a:off x="-266945" y="69774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1" y="1"/>
                  </a:moveTo>
                  <a:cubicBezTo>
                    <a:pt x="1" y="170"/>
                    <a:pt x="133" y="303"/>
                    <a:pt x="297" y="303"/>
                  </a:cubicBez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6"/>
            <p:cNvSpPr/>
            <p:nvPr/>
          </p:nvSpPr>
          <p:spPr>
            <a:xfrm rot="10800000">
              <a:off x="-158807" y="55246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1" y="0"/>
                  </a:moveTo>
                  <a:lnTo>
                    <a:pt x="1" y="302"/>
                  </a:lnTo>
                  <a:lnTo>
                    <a:pt x="297" y="302"/>
                  </a:lnTo>
                  <a:cubicBezTo>
                    <a:pt x="297" y="133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 rot="10800000">
              <a:off x="-158807" y="69774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1" y="1"/>
                  </a:moveTo>
                  <a:lnTo>
                    <a:pt x="1" y="303"/>
                  </a:lnTo>
                  <a:cubicBezTo>
                    <a:pt x="166" y="303"/>
                    <a:pt x="297" y="170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 rot="10800000">
              <a:off x="-266945" y="55246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297" y="0"/>
                  </a:moveTo>
                  <a:cubicBezTo>
                    <a:pt x="133" y="0"/>
                    <a:pt x="1" y="133"/>
                    <a:pt x="1" y="302"/>
                  </a:cubicBezTo>
                  <a:lnTo>
                    <a:pt x="297" y="302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 rot="10800000">
              <a:off x="-222493" y="441498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301" y="1"/>
                  </a:moveTo>
                  <a:cubicBezTo>
                    <a:pt x="131" y="1"/>
                    <a:pt x="0" y="133"/>
                    <a:pt x="0" y="298"/>
                  </a:cubicBezTo>
                  <a:cubicBezTo>
                    <a:pt x="0" y="464"/>
                    <a:pt x="131" y="601"/>
                    <a:pt x="301" y="601"/>
                  </a:cubicBezTo>
                  <a:cubicBezTo>
                    <a:pt x="466" y="601"/>
                    <a:pt x="599" y="464"/>
                    <a:pt x="599" y="298"/>
                  </a:cubicBezTo>
                  <a:cubicBezTo>
                    <a:pt x="599" y="133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6"/>
            <p:cNvSpPr/>
            <p:nvPr/>
          </p:nvSpPr>
          <p:spPr>
            <a:xfrm rot="10800000">
              <a:off x="-158807" y="527143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 rot="10800000">
              <a:off x="-158807" y="381864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1"/>
                  </a:moveTo>
                  <a:lnTo>
                    <a:pt x="1" y="302"/>
                  </a:lnTo>
                  <a:lnTo>
                    <a:pt x="297" y="302"/>
                  </a:lnTo>
                  <a:cubicBezTo>
                    <a:pt x="297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 rot="10800000">
              <a:off x="-266945" y="381864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1"/>
                  </a:moveTo>
                  <a:cubicBezTo>
                    <a:pt x="133" y="1"/>
                    <a:pt x="1" y="136"/>
                    <a:pt x="1" y="302"/>
                  </a:cubicBezTo>
                  <a:lnTo>
                    <a:pt x="297" y="302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 rot="10800000">
              <a:off x="-266945" y="527143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cubicBezTo>
                    <a:pt x="1" y="166"/>
                    <a:pt x="133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 rot="10800000">
              <a:off x="-266945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297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7" y="303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 rot="10800000">
              <a:off x="-158807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 rot="10800000">
              <a:off x="-158807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 rot="10800000">
              <a:off x="-266945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cubicBezTo>
                    <a:pt x="1" y="166"/>
                    <a:pt x="133" y="298"/>
                    <a:pt x="297" y="298"/>
                  </a:cubicBez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 rot="10800000">
              <a:off x="-222493" y="270893"/>
              <a:ext cx="38149" cy="51250"/>
            </a:xfrm>
            <a:custGeom>
              <a:avLst/>
              <a:gdLst/>
              <a:ahLst/>
              <a:cxnLst/>
              <a:rect l="l" t="t" r="r" b="b"/>
              <a:pathLst>
                <a:path w="599" h="599" extrusionOk="0">
                  <a:moveTo>
                    <a:pt x="301" y="0"/>
                  </a:moveTo>
                  <a:cubicBezTo>
                    <a:pt x="131" y="0"/>
                    <a:pt x="0" y="132"/>
                    <a:pt x="0" y="297"/>
                  </a:cubicBezTo>
                  <a:cubicBezTo>
                    <a:pt x="0" y="462"/>
                    <a:pt x="131" y="599"/>
                    <a:pt x="301" y="599"/>
                  </a:cubicBezTo>
                  <a:cubicBezTo>
                    <a:pt x="466" y="599"/>
                    <a:pt x="599" y="462"/>
                    <a:pt x="599" y="297"/>
                  </a:cubicBezTo>
                  <a:cubicBezTo>
                    <a:pt x="599" y="132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 rot="10800000">
              <a:off x="-266945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cubicBezTo>
                    <a:pt x="1" y="165"/>
                    <a:pt x="133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 rot="10800000">
              <a:off x="-158807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 rot="10800000">
              <a:off x="-266945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6"/>
            <p:cNvSpPr/>
            <p:nvPr/>
          </p:nvSpPr>
          <p:spPr>
            <a:xfrm rot="10800000">
              <a:off x="-158807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-222493" y="100117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301" y="0"/>
                  </a:moveTo>
                  <a:cubicBezTo>
                    <a:pt x="131" y="0"/>
                    <a:pt x="0" y="133"/>
                    <a:pt x="0" y="298"/>
                  </a:cubicBezTo>
                  <a:cubicBezTo>
                    <a:pt x="0" y="463"/>
                    <a:pt x="131" y="600"/>
                    <a:pt x="301" y="600"/>
                  </a:cubicBezTo>
                  <a:cubicBezTo>
                    <a:pt x="466" y="600"/>
                    <a:pt x="599" y="463"/>
                    <a:pt x="599" y="298"/>
                  </a:cubicBezTo>
                  <a:cubicBezTo>
                    <a:pt x="599" y="133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6"/>
            <p:cNvSpPr/>
            <p:nvPr/>
          </p:nvSpPr>
          <p:spPr>
            <a:xfrm rot="10800000">
              <a:off x="-222493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301" y="1"/>
                  </a:moveTo>
                  <a:cubicBezTo>
                    <a:pt x="131" y="1"/>
                    <a:pt x="0" y="133"/>
                    <a:pt x="0" y="297"/>
                  </a:cubicBezTo>
                  <a:cubicBezTo>
                    <a:pt x="0" y="462"/>
                    <a:pt x="131" y="599"/>
                    <a:pt x="301" y="599"/>
                  </a:cubicBezTo>
                  <a:cubicBezTo>
                    <a:pt x="466" y="599"/>
                    <a:pt x="599" y="462"/>
                    <a:pt x="599" y="297"/>
                  </a:cubicBezTo>
                  <a:cubicBezTo>
                    <a:pt x="599" y="133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6"/>
            <p:cNvSpPr/>
            <p:nvPr/>
          </p:nvSpPr>
          <p:spPr>
            <a:xfrm rot="10800000">
              <a:off x="-266945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cubicBezTo>
                    <a:pt x="1" y="166"/>
                    <a:pt x="133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6"/>
            <p:cNvSpPr/>
            <p:nvPr/>
          </p:nvSpPr>
          <p:spPr>
            <a:xfrm rot="10800000">
              <a:off x="-158807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6"/>
            <p:cNvSpPr/>
            <p:nvPr/>
          </p:nvSpPr>
          <p:spPr>
            <a:xfrm rot="10800000">
              <a:off x="-139892" y="894193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298" y="1"/>
                  </a:moveTo>
                  <a:cubicBezTo>
                    <a:pt x="133" y="1"/>
                    <a:pt x="0" y="133"/>
                    <a:pt x="0" y="298"/>
                  </a:cubicBezTo>
                  <a:lnTo>
                    <a:pt x="298" y="298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6"/>
            <p:cNvSpPr/>
            <p:nvPr/>
          </p:nvSpPr>
          <p:spPr>
            <a:xfrm rot="10800000">
              <a:off x="-95440" y="78330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3" y="1"/>
                    <a:pt x="1" y="137"/>
                    <a:pt x="1" y="303"/>
                  </a:cubicBezTo>
                  <a:cubicBezTo>
                    <a:pt x="1" y="468"/>
                    <a:pt x="133" y="599"/>
                    <a:pt x="298" y="599"/>
                  </a:cubicBezTo>
                  <a:cubicBezTo>
                    <a:pt x="468" y="599"/>
                    <a:pt x="600" y="468"/>
                    <a:pt x="600" y="303"/>
                  </a:cubicBezTo>
                  <a:cubicBezTo>
                    <a:pt x="600" y="137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-139892" y="868439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0" y="0"/>
                  </a:moveTo>
                  <a:cubicBezTo>
                    <a:pt x="0" y="164"/>
                    <a:pt x="133" y="301"/>
                    <a:pt x="298" y="301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6"/>
            <p:cNvSpPr/>
            <p:nvPr/>
          </p:nvSpPr>
          <p:spPr>
            <a:xfrm rot="10800000">
              <a:off x="-31818" y="723588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lnTo>
                    <a:pt x="298" y="297"/>
                  </a:lnTo>
                  <a:cubicBezTo>
                    <a:pt x="298" y="131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6"/>
            <p:cNvSpPr/>
            <p:nvPr/>
          </p:nvSpPr>
          <p:spPr>
            <a:xfrm rot="10800000">
              <a:off x="-139892" y="723588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298" y="0"/>
                  </a:moveTo>
                  <a:cubicBezTo>
                    <a:pt x="133" y="0"/>
                    <a:pt x="0" y="131"/>
                    <a:pt x="0" y="297"/>
                  </a:cubicBezTo>
                  <a:lnTo>
                    <a:pt x="298" y="297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6"/>
            <p:cNvSpPr/>
            <p:nvPr/>
          </p:nvSpPr>
          <p:spPr>
            <a:xfrm rot="10800000">
              <a:off x="-139892" y="69774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0" y="1"/>
                  </a:moveTo>
                  <a:cubicBezTo>
                    <a:pt x="0" y="170"/>
                    <a:pt x="133" y="303"/>
                    <a:pt x="298" y="303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6"/>
            <p:cNvSpPr/>
            <p:nvPr/>
          </p:nvSpPr>
          <p:spPr>
            <a:xfrm rot="10800000">
              <a:off x="-31818" y="69774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1" y="1"/>
                  </a:moveTo>
                  <a:lnTo>
                    <a:pt x="1" y="303"/>
                  </a:lnTo>
                  <a:cubicBezTo>
                    <a:pt x="166" y="303"/>
                    <a:pt x="298" y="170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6"/>
            <p:cNvSpPr/>
            <p:nvPr/>
          </p:nvSpPr>
          <p:spPr>
            <a:xfrm rot="10800000">
              <a:off x="-31818" y="55246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1" y="0"/>
                  </a:moveTo>
                  <a:lnTo>
                    <a:pt x="1" y="302"/>
                  </a:lnTo>
                  <a:lnTo>
                    <a:pt x="298" y="302"/>
                  </a:lnTo>
                  <a:cubicBezTo>
                    <a:pt x="298" y="133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6"/>
            <p:cNvSpPr/>
            <p:nvPr/>
          </p:nvSpPr>
          <p:spPr>
            <a:xfrm rot="10800000">
              <a:off x="-95440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298" y="0"/>
                  </a:moveTo>
                  <a:cubicBezTo>
                    <a:pt x="133" y="0"/>
                    <a:pt x="1" y="133"/>
                    <a:pt x="1" y="297"/>
                  </a:cubicBezTo>
                  <a:cubicBezTo>
                    <a:pt x="1" y="462"/>
                    <a:pt x="133" y="595"/>
                    <a:pt x="298" y="595"/>
                  </a:cubicBezTo>
                  <a:cubicBezTo>
                    <a:pt x="468" y="595"/>
                    <a:pt x="600" y="462"/>
                    <a:pt x="600" y="297"/>
                  </a:cubicBezTo>
                  <a:cubicBezTo>
                    <a:pt x="600" y="133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6"/>
            <p:cNvSpPr/>
            <p:nvPr/>
          </p:nvSpPr>
          <p:spPr>
            <a:xfrm rot="10800000">
              <a:off x="-139892" y="55246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298" y="0"/>
                  </a:moveTo>
                  <a:cubicBezTo>
                    <a:pt x="133" y="0"/>
                    <a:pt x="0" y="133"/>
                    <a:pt x="0" y="302"/>
                  </a:cubicBezTo>
                  <a:lnTo>
                    <a:pt x="298" y="30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6"/>
            <p:cNvSpPr/>
            <p:nvPr/>
          </p:nvSpPr>
          <p:spPr>
            <a:xfrm rot="10800000">
              <a:off x="-139892" y="381864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8" y="1"/>
                  </a:moveTo>
                  <a:cubicBezTo>
                    <a:pt x="133" y="1"/>
                    <a:pt x="0" y="136"/>
                    <a:pt x="0" y="302"/>
                  </a:cubicBezTo>
                  <a:lnTo>
                    <a:pt x="298" y="302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6"/>
            <p:cNvSpPr/>
            <p:nvPr/>
          </p:nvSpPr>
          <p:spPr>
            <a:xfrm rot="10800000">
              <a:off x="-139892" y="527143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cubicBezTo>
                    <a:pt x="0" y="166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6"/>
            <p:cNvSpPr/>
            <p:nvPr/>
          </p:nvSpPr>
          <p:spPr>
            <a:xfrm rot="10800000">
              <a:off x="-31818" y="381864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1"/>
                  </a:moveTo>
                  <a:lnTo>
                    <a:pt x="1" y="302"/>
                  </a:lnTo>
                  <a:lnTo>
                    <a:pt x="298" y="302"/>
                  </a:lnTo>
                  <a:cubicBezTo>
                    <a:pt x="298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6"/>
            <p:cNvSpPr/>
            <p:nvPr/>
          </p:nvSpPr>
          <p:spPr>
            <a:xfrm rot="10800000">
              <a:off x="-95440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1"/>
                  </a:moveTo>
                  <a:cubicBezTo>
                    <a:pt x="133" y="1"/>
                    <a:pt x="1" y="133"/>
                    <a:pt x="1" y="298"/>
                  </a:cubicBezTo>
                  <a:cubicBezTo>
                    <a:pt x="1" y="464"/>
                    <a:pt x="133" y="601"/>
                    <a:pt x="298" y="601"/>
                  </a:cubicBezTo>
                  <a:cubicBezTo>
                    <a:pt x="468" y="601"/>
                    <a:pt x="600" y="464"/>
                    <a:pt x="600" y="298"/>
                  </a:cubicBezTo>
                  <a:cubicBezTo>
                    <a:pt x="600" y="133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6"/>
            <p:cNvSpPr/>
            <p:nvPr/>
          </p:nvSpPr>
          <p:spPr>
            <a:xfrm rot="10800000">
              <a:off x="-31818" y="527143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6"/>
            <p:cNvSpPr/>
            <p:nvPr/>
          </p:nvSpPr>
          <p:spPr>
            <a:xfrm rot="10800000">
              <a:off x="-139892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298" y="1"/>
                  </a:moveTo>
                  <a:cubicBezTo>
                    <a:pt x="133" y="1"/>
                    <a:pt x="0" y="138"/>
                    <a:pt x="0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6"/>
            <p:cNvSpPr/>
            <p:nvPr/>
          </p:nvSpPr>
          <p:spPr>
            <a:xfrm rot="10800000">
              <a:off x="-31818" y="356367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6"/>
            <p:cNvSpPr/>
            <p:nvPr/>
          </p:nvSpPr>
          <p:spPr>
            <a:xfrm rot="10800000">
              <a:off x="-139892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0" y="1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6"/>
            <p:cNvSpPr/>
            <p:nvPr/>
          </p:nvSpPr>
          <p:spPr>
            <a:xfrm rot="10800000">
              <a:off x="-95440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8" y="0"/>
                  </a:moveTo>
                  <a:cubicBezTo>
                    <a:pt x="133" y="0"/>
                    <a:pt x="1" y="132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2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6"/>
            <p:cNvSpPr/>
            <p:nvPr/>
          </p:nvSpPr>
          <p:spPr>
            <a:xfrm rot="10800000">
              <a:off x="-31818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6"/>
            <p:cNvSpPr/>
            <p:nvPr/>
          </p:nvSpPr>
          <p:spPr>
            <a:xfrm rot="10800000">
              <a:off x="-31818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6"/>
            <p:cNvSpPr/>
            <p:nvPr/>
          </p:nvSpPr>
          <p:spPr>
            <a:xfrm rot="10800000">
              <a:off x="-139892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cubicBezTo>
                    <a:pt x="0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6"/>
            <p:cNvSpPr/>
            <p:nvPr/>
          </p:nvSpPr>
          <p:spPr>
            <a:xfrm rot="10800000">
              <a:off x="-31818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6"/>
            <p:cNvSpPr/>
            <p:nvPr/>
          </p:nvSpPr>
          <p:spPr>
            <a:xfrm rot="10800000">
              <a:off x="-95440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8" y="600"/>
                    <a:pt x="600" y="463"/>
                    <a:pt x="600" y="298"/>
                  </a:cubicBezTo>
                  <a:cubicBezTo>
                    <a:pt x="600" y="133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6"/>
            <p:cNvSpPr/>
            <p:nvPr/>
          </p:nvSpPr>
          <p:spPr>
            <a:xfrm rot="10800000">
              <a:off x="-139892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8" y="0"/>
                  </a:moveTo>
                  <a:cubicBezTo>
                    <a:pt x="133" y="0"/>
                    <a:pt x="0" y="136"/>
                    <a:pt x="0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6"/>
            <p:cNvSpPr/>
            <p:nvPr/>
          </p:nvSpPr>
          <p:spPr>
            <a:xfrm rot="10800000">
              <a:off x="-31818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6"/>
            <p:cNvSpPr/>
            <p:nvPr/>
          </p:nvSpPr>
          <p:spPr>
            <a:xfrm rot="10800000">
              <a:off x="-95440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6"/>
            <p:cNvSpPr/>
            <p:nvPr/>
          </p:nvSpPr>
          <p:spPr>
            <a:xfrm rot="10800000">
              <a:off x="-139892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6"/>
            <p:cNvSpPr/>
            <p:nvPr/>
          </p:nvSpPr>
          <p:spPr>
            <a:xfrm rot="10800000">
              <a:off x="-12840" y="723588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302" y="0"/>
                  </a:moveTo>
                  <a:cubicBezTo>
                    <a:pt x="137" y="0"/>
                    <a:pt x="0" y="131"/>
                    <a:pt x="0" y="297"/>
                  </a:cubicBezTo>
                  <a:lnTo>
                    <a:pt x="302" y="297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6"/>
            <p:cNvSpPr/>
            <p:nvPr/>
          </p:nvSpPr>
          <p:spPr>
            <a:xfrm rot="10800000">
              <a:off x="95299" y="723588"/>
              <a:ext cx="637" cy="428"/>
            </a:xfrm>
            <a:custGeom>
              <a:avLst/>
              <a:gdLst/>
              <a:ahLst/>
              <a:cxnLst/>
              <a:rect l="l" t="t" r="r" b="b"/>
              <a:pathLst>
                <a:path w="10" h="5" extrusionOk="0">
                  <a:moveTo>
                    <a:pt x="10" y="0"/>
                  </a:moveTo>
                  <a:cubicBezTo>
                    <a:pt x="5" y="0"/>
                    <a:pt x="5" y="5"/>
                    <a:pt x="1" y="5"/>
                  </a:cubicBezTo>
                  <a:lnTo>
                    <a:pt x="10" y="5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6"/>
            <p:cNvSpPr/>
            <p:nvPr/>
          </p:nvSpPr>
          <p:spPr>
            <a:xfrm rot="10800000">
              <a:off x="31548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297" y="0"/>
                  </a:moveTo>
                  <a:cubicBezTo>
                    <a:pt x="132" y="0"/>
                    <a:pt x="1" y="133"/>
                    <a:pt x="1" y="297"/>
                  </a:cubicBezTo>
                  <a:cubicBezTo>
                    <a:pt x="1" y="462"/>
                    <a:pt x="132" y="595"/>
                    <a:pt x="297" y="595"/>
                  </a:cubicBezTo>
                  <a:cubicBezTo>
                    <a:pt x="462" y="595"/>
                    <a:pt x="599" y="462"/>
                    <a:pt x="599" y="297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6"/>
            <p:cNvSpPr/>
            <p:nvPr/>
          </p:nvSpPr>
          <p:spPr>
            <a:xfrm rot="10800000">
              <a:off x="-12840" y="552469"/>
              <a:ext cx="19234" cy="25925"/>
            </a:xfrm>
            <a:custGeom>
              <a:avLst/>
              <a:gdLst/>
              <a:ahLst/>
              <a:cxnLst/>
              <a:rect l="l" t="t" r="r" b="b"/>
              <a:pathLst>
                <a:path w="302" h="303" extrusionOk="0">
                  <a:moveTo>
                    <a:pt x="302" y="0"/>
                  </a:moveTo>
                  <a:cubicBezTo>
                    <a:pt x="137" y="0"/>
                    <a:pt x="0" y="133"/>
                    <a:pt x="0" y="302"/>
                  </a:cubicBezTo>
                  <a:lnTo>
                    <a:pt x="302" y="30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6"/>
            <p:cNvSpPr/>
            <p:nvPr/>
          </p:nvSpPr>
          <p:spPr>
            <a:xfrm rot="10800000">
              <a:off x="-12840" y="697749"/>
              <a:ext cx="19234" cy="25925"/>
            </a:xfrm>
            <a:custGeom>
              <a:avLst/>
              <a:gdLst/>
              <a:ahLst/>
              <a:cxnLst/>
              <a:rect l="l" t="t" r="r" b="b"/>
              <a:pathLst>
                <a:path w="302" h="303" extrusionOk="0">
                  <a:moveTo>
                    <a:pt x="0" y="1"/>
                  </a:moveTo>
                  <a:cubicBezTo>
                    <a:pt x="0" y="170"/>
                    <a:pt x="137" y="303"/>
                    <a:pt x="302" y="303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6"/>
            <p:cNvSpPr/>
            <p:nvPr/>
          </p:nvSpPr>
          <p:spPr>
            <a:xfrm rot="10800000">
              <a:off x="95298" y="697749"/>
              <a:ext cx="18915" cy="25925"/>
            </a:xfrm>
            <a:custGeom>
              <a:avLst/>
              <a:gdLst/>
              <a:ahLst/>
              <a:cxnLst/>
              <a:rect l="l" t="t" r="r" b="b"/>
              <a:pathLst>
                <a:path w="297" h="303" extrusionOk="0">
                  <a:moveTo>
                    <a:pt x="288" y="1"/>
                  </a:moveTo>
                  <a:cubicBezTo>
                    <a:pt x="189" y="81"/>
                    <a:pt x="94" y="166"/>
                    <a:pt x="0" y="246"/>
                  </a:cubicBezTo>
                  <a:lnTo>
                    <a:pt x="0" y="303"/>
                  </a:lnTo>
                  <a:cubicBezTo>
                    <a:pt x="166" y="303"/>
                    <a:pt x="297" y="170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6"/>
            <p:cNvSpPr/>
            <p:nvPr/>
          </p:nvSpPr>
          <p:spPr>
            <a:xfrm rot="10800000">
              <a:off x="95298" y="552469"/>
              <a:ext cx="18915" cy="25925"/>
            </a:xfrm>
            <a:custGeom>
              <a:avLst/>
              <a:gdLst/>
              <a:ahLst/>
              <a:cxnLst/>
              <a:rect l="l" t="t" r="r" b="b"/>
              <a:pathLst>
                <a:path w="297" h="303" extrusionOk="0">
                  <a:moveTo>
                    <a:pt x="0" y="0"/>
                  </a:moveTo>
                  <a:lnTo>
                    <a:pt x="0" y="302"/>
                  </a:lnTo>
                  <a:lnTo>
                    <a:pt x="297" y="302"/>
                  </a:lnTo>
                  <a:cubicBezTo>
                    <a:pt x="297" y="133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6"/>
            <p:cNvSpPr/>
            <p:nvPr/>
          </p:nvSpPr>
          <p:spPr>
            <a:xfrm rot="10800000">
              <a:off x="-12840" y="381864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1"/>
                  </a:moveTo>
                  <a:cubicBezTo>
                    <a:pt x="137" y="1"/>
                    <a:pt x="0" y="136"/>
                    <a:pt x="0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6"/>
            <p:cNvSpPr/>
            <p:nvPr/>
          </p:nvSpPr>
          <p:spPr>
            <a:xfrm rot="10800000">
              <a:off x="-12840" y="527143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6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6"/>
            <p:cNvSpPr/>
            <p:nvPr/>
          </p:nvSpPr>
          <p:spPr>
            <a:xfrm rot="10800000">
              <a:off x="95298" y="527143"/>
              <a:ext cx="18915" cy="25411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6"/>
            <p:cNvSpPr/>
            <p:nvPr/>
          </p:nvSpPr>
          <p:spPr>
            <a:xfrm rot="10800000">
              <a:off x="95298" y="381864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0" y="1"/>
                  </a:moveTo>
                  <a:lnTo>
                    <a:pt x="0" y="302"/>
                  </a:lnTo>
                  <a:lnTo>
                    <a:pt x="297" y="302"/>
                  </a:lnTo>
                  <a:cubicBezTo>
                    <a:pt x="297" y="136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6"/>
            <p:cNvSpPr/>
            <p:nvPr/>
          </p:nvSpPr>
          <p:spPr>
            <a:xfrm rot="10800000">
              <a:off x="31548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1"/>
                  </a:moveTo>
                  <a:cubicBezTo>
                    <a:pt x="132" y="1"/>
                    <a:pt x="1" y="133"/>
                    <a:pt x="1" y="298"/>
                  </a:cubicBezTo>
                  <a:cubicBezTo>
                    <a:pt x="1" y="464"/>
                    <a:pt x="132" y="601"/>
                    <a:pt x="297" y="601"/>
                  </a:cubicBezTo>
                  <a:cubicBezTo>
                    <a:pt x="462" y="601"/>
                    <a:pt x="599" y="464"/>
                    <a:pt x="599" y="298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6"/>
            <p:cNvSpPr/>
            <p:nvPr/>
          </p:nvSpPr>
          <p:spPr>
            <a:xfrm rot="10800000">
              <a:off x="31548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7" y="0"/>
                  </a:moveTo>
                  <a:cubicBezTo>
                    <a:pt x="132" y="0"/>
                    <a:pt x="1" y="132"/>
                    <a:pt x="1" y="297"/>
                  </a:cubicBezTo>
                  <a:cubicBezTo>
                    <a:pt x="1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6"/>
            <p:cNvSpPr/>
            <p:nvPr/>
          </p:nvSpPr>
          <p:spPr>
            <a:xfrm rot="10800000">
              <a:off x="95298" y="211087"/>
              <a:ext cx="18915" cy="26010"/>
            </a:xfrm>
            <a:custGeom>
              <a:avLst/>
              <a:gdLst/>
              <a:ahLst/>
              <a:cxnLst/>
              <a:rect l="l" t="t" r="r" b="b"/>
              <a:pathLst>
                <a:path w="297" h="304" extrusionOk="0">
                  <a:moveTo>
                    <a:pt x="0" y="1"/>
                  </a:moveTo>
                  <a:lnTo>
                    <a:pt x="0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6"/>
            <p:cNvSpPr/>
            <p:nvPr/>
          </p:nvSpPr>
          <p:spPr>
            <a:xfrm rot="10800000">
              <a:off x="-12840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2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6"/>
            <p:cNvSpPr/>
            <p:nvPr/>
          </p:nvSpPr>
          <p:spPr>
            <a:xfrm rot="10800000">
              <a:off x="95298" y="356367"/>
              <a:ext cx="18915" cy="25582"/>
            </a:xfrm>
            <a:custGeom>
              <a:avLst/>
              <a:gdLst/>
              <a:ahLst/>
              <a:cxnLst/>
              <a:rect l="l" t="t" r="r" b="b"/>
              <a:pathLst>
                <a:path w="297" h="299" extrusionOk="0">
                  <a:moveTo>
                    <a:pt x="0" y="1"/>
                  </a:moveTo>
                  <a:lnTo>
                    <a:pt x="0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6"/>
            <p:cNvSpPr/>
            <p:nvPr/>
          </p:nvSpPr>
          <p:spPr>
            <a:xfrm rot="10800000">
              <a:off x="-12840" y="356367"/>
              <a:ext cx="19234" cy="25582"/>
            </a:xfrm>
            <a:custGeom>
              <a:avLst/>
              <a:gdLst/>
              <a:ahLst/>
              <a:cxnLst/>
              <a:rect l="l" t="t" r="r" b="b"/>
              <a:pathLst>
                <a:path w="302" h="299" extrusionOk="0">
                  <a:moveTo>
                    <a:pt x="0" y="1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6"/>
            <p:cNvSpPr/>
            <p:nvPr/>
          </p:nvSpPr>
          <p:spPr>
            <a:xfrm rot="10800000">
              <a:off x="95298" y="40482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6"/>
            <p:cNvSpPr/>
            <p:nvPr/>
          </p:nvSpPr>
          <p:spPr>
            <a:xfrm rot="10800000">
              <a:off x="-12840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6"/>
            <p:cNvSpPr/>
            <p:nvPr/>
          </p:nvSpPr>
          <p:spPr>
            <a:xfrm rot="10800000">
              <a:off x="-12840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6"/>
            <p:cNvSpPr/>
            <p:nvPr/>
          </p:nvSpPr>
          <p:spPr>
            <a:xfrm rot="10800000">
              <a:off x="95298" y="185762"/>
              <a:ext cx="18915" cy="25411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6"/>
            <p:cNvSpPr/>
            <p:nvPr/>
          </p:nvSpPr>
          <p:spPr>
            <a:xfrm rot="10800000">
              <a:off x="31548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2" y="0"/>
                    <a:pt x="1" y="133"/>
                    <a:pt x="1" y="298"/>
                  </a:cubicBezTo>
                  <a:cubicBezTo>
                    <a:pt x="1" y="463"/>
                    <a:pt x="132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6"/>
            <p:cNvSpPr/>
            <p:nvPr/>
          </p:nvSpPr>
          <p:spPr>
            <a:xfrm rot="10800000">
              <a:off x="31548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2" y="1"/>
                    <a:pt x="1" y="133"/>
                    <a:pt x="1" y="297"/>
                  </a:cubicBezTo>
                  <a:cubicBezTo>
                    <a:pt x="1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6"/>
            <p:cNvSpPr/>
            <p:nvPr/>
          </p:nvSpPr>
          <p:spPr>
            <a:xfrm rot="10800000">
              <a:off x="-12840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6"/>
            <p:cNvSpPr/>
            <p:nvPr/>
          </p:nvSpPr>
          <p:spPr>
            <a:xfrm rot="10800000">
              <a:off x="95298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6"/>
            <p:cNvSpPr/>
            <p:nvPr/>
          </p:nvSpPr>
          <p:spPr>
            <a:xfrm rot="10800000">
              <a:off x="222287" y="552469"/>
              <a:ext cx="19042" cy="17026"/>
            </a:xfrm>
            <a:custGeom>
              <a:avLst/>
              <a:gdLst/>
              <a:ahLst/>
              <a:cxnLst/>
              <a:rect l="l" t="t" r="r" b="b"/>
              <a:pathLst>
                <a:path w="299" h="199" extrusionOk="0">
                  <a:moveTo>
                    <a:pt x="223" y="0"/>
                  </a:moveTo>
                  <a:cubicBezTo>
                    <a:pt x="148" y="62"/>
                    <a:pt x="72" y="127"/>
                    <a:pt x="1" y="194"/>
                  </a:cubicBezTo>
                  <a:lnTo>
                    <a:pt x="1" y="198"/>
                  </a:lnTo>
                  <a:lnTo>
                    <a:pt x="299" y="198"/>
                  </a:lnTo>
                  <a:cubicBezTo>
                    <a:pt x="299" y="118"/>
                    <a:pt x="270" y="52"/>
                    <a:pt x="2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6"/>
            <p:cNvSpPr/>
            <p:nvPr/>
          </p:nvSpPr>
          <p:spPr>
            <a:xfrm rot="10800000">
              <a:off x="158665" y="612617"/>
              <a:ext cx="29169" cy="36363"/>
            </a:xfrm>
            <a:custGeom>
              <a:avLst/>
              <a:gdLst/>
              <a:ahLst/>
              <a:cxnLst/>
              <a:rect l="l" t="t" r="r" b="b"/>
              <a:pathLst>
                <a:path w="458" h="425" extrusionOk="0">
                  <a:moveTo>
                    <a:pt x="425" y="0"/>
                  </a:moveTo>
                  <a:cubicBezTo>
                    <a:pt x="284" y="122"/>
                    <a:pt x="142" y="250"/>
                    <a:pt x="1" y="377"/>
                  </a:cubicBezTo>
                  <a:cubicBezTo>
                    <a:pt x="48" y="405"/>
                    <a:pt x="100" y="425"/>
                    <a:pt x="157" y="425"/>
                  </a:cubicBezTo>
                  <a:cubicBezTo>
                    <a:pt x="321" y="425"/>
                    <a:pt x="458" y="292"/>
                    <a:pt x="458" y="127"/>
                  </a:cubicBezTo>
                  <a:cubicBezTo>
                    <a:pt x="458" y="81"/>
                    <a:pt x="444" y="38"/>
                    <a:pt x="4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6"/>
            <p:cNvSpPr/>
            <p:nvPr/>
          </p:nvSpPr>
          <p:spPr>
            <a:xfrm rot="10800000">
              <a:off x="114149" y="697749"/>
              <a:ext cx="3694" cy="4877"/>
            </a:xfrm>
            <a:custGeom>
              <a:avLst/>
              <a:gdLst/>
              <a:ahLst/>
              <a:cxnLst/>
              <a:rect l="l" t="t" r="r" b="b"/>
              <a:pathLst>
                <a:path w="58" h="57" extrusionOk="0">
                  <a:moveTo>
                    <a:pt x="57" y="0"/>
                  </a:moveTo>
                  <a:cubicBezTo>
                    <a:pt x="38" y="14"/>
                    <a:pt x="20" y="28"/>
                    <a:pt x="1" y="47"/>
                  </a:cubicBezTo>
                  <a:cubicBezTo>
                    <a:pt x="20" y="47"/>
                    <a:pt x="38" y="57"/>
                    <a:pt x="57" y="57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6"/>
            <p:cNvSpPr/>
            <p:nvPr/>
          </p:nvSpPr>
          <p:spPr>
            <a:xfrm rot="10800000">
              <a:off x="114149" y="55246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302" y="0"/>
                  </a:moveTo>
                  <a:cubicBezTo>
                    <a:pt x="137" y="0"/>
                    <a:pt x="0" y="133"/>
                    <a:pt x="0" y="302"/>
                  </a:cubicBezTo>
                  <a:lnTo>
                    <a:pt x="302" y="30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6"/>
            <p:cNvSpPr/>
            <p:nvPr/>
          </p:nvSpPr>
          <p:spPr>
            <a:xfrm rot="10800000">
              <a:off x="114149" y="527143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6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6"/>
            <p:cNvSpPr/>
            <p:nvPr/>
          </p:nvSpPr>
          <p:spPr>
            <a:xfrm rot="10800000">
              <a:off x="222287" y="527143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9" y="166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6"/>
            <p:cNvSpPr/>
            <p:nvPr/>
          </p:nvSpPr>
          <p:spPr>
            <a:xfrm rot="10800000">
              <a:off x="114149" y="381864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2" y="1"/>
                  </a:moveTo>
                  <a:cubicBezTo>
                    <a:pt x="137" y="1"/>
                    <a:pt x="0" y="136"/>
                    <a:pt x="0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6"/>
            <p:cNvSpPr/>
            <p:nvPr/>
          </p:nvSpPr>
          <p:spPr>
            <a:xfrm rot="10800000">
              <a:off x="158665" y="441498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298" y="1"/>
                  </a:moveTo>
                  <a:cubicBezTo>
                    <a:pt x="133" y="1"/>
                    <a:pt x="0" y="133"/>
                    <a:pt x="0" y="298"/>
                  </a:cubicBezTo>
                  <a:cubicBezTo>
                    <a:pt x="0" y="464"/>
                    <a:pt x="133" y="601"/>
                    <a:pt x="298" y="601"/>
                  </a:cubicBezTo>
                  <a:cubicBezTo>
                    <a:pt x="462" y="601"/>
                    <a:pt x="599" y="464"/>
                    <a:pt x="599" y="298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6"/>
            <p:cNvSpPr/>
            <p:nvPr/>
          </p:nvSpPr>
          <p:spPr>
            <a:xfrm rot="10800000">
              <a:off x="222287" y="381864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1"/>
                  </a:moveTo>
                  <a:lnTo>
                    <a:pt x="1" y="302"/>
                  </a:lnTo>
                  <a:lnTo>
                    <a:pt x="299" y="302"/>
                  </a:lnTo>
                  <a:cubicBezTo>
                    <a:pt x="299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6"/>
            <p:cNvSpPr/>
            <p:nvPr/>
          </p:nvSpPr>
          <p:spPr>
            <a:xfrm rot="10800000">
              <a:off x="222287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9" y="303"/>
                  </a:lnTo>
                  <a:cubicBezTo>
                    <a:pt x="299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6"/>
            <p:cNvSpPr/>
            <p:nvPr/>
          </p:nvSpPr>
          <p:spPr>
            <a:xfrm rot="10800000">
              <a:off x="114149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302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6"/>
            <p:cNvSpPr/>
            <p:nvPr/>
          </p:nvSpPr>
          <p:spPr>
            <a:xfrm rot="10800000">
              <a:off x="114149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6"/>
            <p:cNvSpPr/>
            <p:nvPr/>
          </p:nvSpPr>
          <p:spPr>
            <a:xfrm rot="10800000">
              <a:off x="222287" y="356367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9" y="166"/>
                    <a:pt x="2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6"/>
            <p:cNvSpPr/>
            <p:nvPr/>
          </p:nvSpPr>
          <p:spPr>
            <a:xfrm rot="10800000">
              <a:off x="158665" y="270893"/>
              <a:ext cx="38149" cy="51250"/>
            </a:xfrm>
            <a:custGeom>
              <a:avLst/>
              <a:gdLst/>
              <a:ahLst/>
              <a:cxnLst/>
              <a:rect l="l" t="t" r="r" b="b"/>
              <a:pathLst>
                <a:path w="599" h="599" extrusionOk="0">
                  <a:moveTo>
                    <a:pt x="298" y="0"/>
                  </a:moveTo>
                  <a:cubicBezTo>
                    <a:pt x="133" y="0"/>
                    <a:pt x="0" y="132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6"/>
            <p:cNvSpPr/>
            <p:nvPr/>
          </p:nvSpPr>
          <p:spPr>
            <a:xfrm rot="10800000">
              <a:off x="222287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9" y="165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6"/>
            <p:cNvSpPr/>
            <p:nvPr/>
          </p:nvSpPr>
          <p:spPr>
            <a:xfrm rot="10800000">
              <a:off x="158665" y="100117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6"/>
            <p:cNvSpPr/>
            <p:nvPr/>
          </p:nvSpPr>
          <p:spPr>
            <a:xfrm rot="10800000">
              <a:off x="222287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9" y="301"/>
                  </a:lnTo>
                  <a:cubicBezTo>
                    <a:pt x="299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6"/>
            <p:cNvSpPr/>
            <p:nvPr/>
          </p:nvSpPr>
          <p:spPr>
            <a:xfrm rot="10800000">
              <a:off x="114149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6"/>
            <p:cNvSpPr/>
            <p:nvPr/>
          </p:nvSpPr>
          <p:spPr>
            <a:xfrm rot="10800000">
              <a:off x="114149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2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6"/>
            <p:cNvSpPr/>
            <p:nvPr/>
          </p:nvSpPr>
          <p:spPr>
            <a:xfrm rot="10800000">
              <a:off x="222287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9" y="166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6"/>
            <p:cNvSpPr/>
            <p:nvPr/>
          </p:nvSpPr>
          <p:spPr>
            <a:xfrm rot="10800000">
              <a:off x="158665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6"/>
            <p:cNvSpPr/>
            <p:nvPr/>
          </p:nvSpPr>
          <p:spPr>
            <a:xfrm rot="10800000">
              <a:off x="114149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6"/>
            <p:cNvSpPr/>
            <p:nvPr/>
          </p:nvSpPr>
          <p:spPr>
            <a:xfrm rot="10800000">
              <a:off x="241266" y="552469"/>
              <a:ext cx="64" cy="513"/>
            </a:xfrm>
            <a:custGeom>
              <a:avLst/>
              <a:gdLst/>
              <a:ahLst/>
              <a:cxnLst/>
              <a:rect l="l" t="t" r="r" b="b"/>
              <a:pathLst>
                <a:path w="1" h="6" extrusionOk="0">
                  <a:moveTo>
                    <a:pt x="1" y="1"/>
                  </a:moveTo>
                  <a:lnTo>
                    <a:pt x="1" y="5"/>
                  </a:lnTo>
                  <a:lnTo>
                    <a:pt x="1" y="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6"/>
            <p:cNvSpPr/>
            <p:nvPr/>
          </p:nvSpPr>
          <p:spPr>
            <a:xfrm rot="10800000">
              <a:off x="349339" y="381864"/>
              <a:ext cx="18979" cy="25069"/>
            </a:xfrm>
            <a:custGeom>
              <a:avLst/>
              <a:gdLst/>
              <a:ahLst/>
              <a:cxnLst/>
              <a:rect l="l" t="t" r="r" b="b"/>
              <a:pathLst>
                <a:path w="298" h="293" extrusionOk="0">
                  <a:moveTo>
                    <a:pt x="33" y="1"/>
                  </a:moveTo>
                  <a:cubicBezTo>
                    <a:pt x="24" y="10"/>
                    <a:pt x="10" y="20"/>
                    <a:pt x="1" y="29"/>
                  </a:cubicBezTo>
                  <a:lnTo>
                    <a:pt x="1" y="293"/>
                  </a:lnTo>
                  <a:lnTo>
                    <a:pt x="297" y="293"/>
                  </a:lnTo>
                  <a:cubicBezTo>
                    <a:pt x="297" y="138"/>
                    <a:pt x="184" y="20"/>
                    <a:pt x="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6"/>
            <p:cNvSpPr/>
            <p:nvPr/>
          </p:nvSpPr>
          <p:spPr>
            <a:xfrm rot="10800000">
              <a:off x="285653" y="441498"/>
              <a:ext cx="36748" cy="47315"/>
            </a:xfrm>
            <a:custGeom>
              <a:avLst/>
              <a:gdLst/>
              <a:ahLst/>
              <a:cxnLst/>
              <a:rect l="l" t="t" r="r" b="b"/>
              <a:pathLst>
                <a:path w="577" h="553" extrusionOk="0">
                  <a:moveTo>
                    <a:pt x="431" y="0"/>
                  </a:moveTo>
                  <a:cubicBezTo>
                    <a:pt x="289" y="122"/>
                    <a:pt x="148" y="250"/>
                    <a:pt x="1" y="373"/>
                  </a:cubicBezTo>
                  <a:cubicBezTo>
                    <a:pt x="48" y="477"/>
                    <a:pt x="152" y="553"/>
                    <a:pt x="275" y="553"/>
                  </a:cubicBezTo>
                  <a:cubicBezTo>
                    <a:pt x="440" y="553"/>
                    <a:pt x="577" y="416"/>
                    <a:pt x="577" y="250"/>
                  </a:cubicBezTo>
                  <a:cubicBezTo>
                    <a:pt x="577" y="142"/>
                    <a:pt x="516" y="52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6"/>
            <p:cNvSpPr/>
            <p:nvPr/>
          </p:nvSpPr>
          <p:spPr>
            <a:xfrm rot="10800000">
              <a:off x="241265" y="527143"/>
              <a:ext cx="14075" cy="25411"/>
            </a:xfrm>
            <a:custGeom>
              <a:avLst/>
              <a:gdLst/>
              <a:ahLst/>
              <a:cxnLst/>
              <a:rect l="l" t="t" r="r" b="b"/>
              <a:pathLst>
                <a:path w="221" h="297" extrusionOk="0">
                  <a:moveTo>
                    <a:pt x="221" y="0"/>
                  </a:moveTo>
                  <a:cubicBezTo>
                    <a:pt x="146" y="62"/>
                    <a:pt x="70" y="127"/>
                    <a:pt x="0" y="194"/>
                  </a:cubicBezTo>
                  <a:cubicBezTo>
                    <a:pt x="51" y="255"/>
                    <a:pt x="131" y="297"/>
                    <a:pt x="221" y="297"/>
                  </a:cubicBezTo>
                  <a:lnTo>
                    <a:pt x="2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6"/>
            <p:cNvSpPr/>
            <p:nvPr/>
          </p:nvSpPr>
          <p:spPr>
            <a:xfrm rot="10800000">
              <a:off x="241265" y="381864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1"/>
                  </a:moveTo>
                  <a:cubicBezTo>
                    <a:pt x="138" y="1"/>
                    <a:pt x="1" y="136"/>
                    <a:pt x="1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6"/>
            <p:cNvSpPr/>
            <p:nvPr/>
          </p:nvSpPr>
          <p:spPr>
            <a:xfrm rot="10800000">
              <a:off x="349339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6"/>
            <p:cNvSpPr/>
            <p:nvPr/>
          </p:nvSpPr>
          <p:spPr>
            <a:xfrm rot="10800000">
              <a:off x="241265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2" y="1"/>
                  </a:moveTo>
                  <a:cubicBezTo>
                    <a:pt x="138" y="1"/>
                    <a:pt x="1" y="138"/>
                    <a:pt x="1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6"/>
            <p:cNvSpPr/>
            <p:nvPr/>
          </p:nvSpPr>
          <p:spPr>
            <a:xfrm rot="10800000">
              <a:off x="349339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6"/>
            <p:cNvSpPr/>
            <p:nvPr/>
          </p:nvSpPr>
          <p:spPr>
            <a:xfrm rot="10800000">
              <a:off x="285653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8" y="0"/>
                  </a:moveTo>
                  <a:cubicBezTo>
                    <a:pt x="132" y="0"/>
                    <a:pt x="1" y="132"/>
                    <a:pt x="1" y="297"/>
                  </a:cubicBezTo>
                  <a:cubicBezTo>
                    <a:pt x="1" y="462"/>
                    <a:pt x="132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2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6"/>
            <p:cNvSpPr/>
            <p:nvPr/>
          </p:nvSpPr>
          <p:spPr>
            <a:xfrm rot="10800000">
              <a:off x="241265" y="356367"/>
              <a:ext cx="19234" cy="25582"/>
            </a:xfrm>
            <a:custGeom>
              <a:avLst/>
              <a:gdLst/>
              <a:ahLst/>
              <a:cxnLst/>
              <a:rect l="l" t="t" r="r" b="b"/>
              <a:pathLst>
                <a:path w="302" h="299" extrusionOk="0">
                  <a:moveTo>
                    <a:pt x="1" y="1"/>
                  </a:moveTo>
                  <a:cubicBezTo>
                    <a:pt x="1" y="166"/>
                    <a:pt x="138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6"/>
            <p:cNvSpPr/>
            <p:nvPr/>
          </p:nvSpPr>
          <p:spPr>
            <a:xfrm rot="10800000">
              <a:off x="241265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0"/>
                  </a:moveTo>
                  <a:cubicBezTo>
                    <a:pt x="138" y="0"/>
                    <a:pt x="1" y="136"/>
                    <a:pt x="1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6"/>
            <p:cNvSpPr/>
            <p:nvPr/>
          </p:nvSpPr>
          <p:spPr>
            <a:xfrm rot="10800000">
              <a:off x="349339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6"/>
            <p:cNvSpPr/>
            <p:nvPr/>
          </p:nvSpPr>
          <p:spPr>
            <a:xfrm rot="10800000">
              <a:off x="285653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0"/>
                  </a:moveTo>
                  <a:cubicBezTo>
                    <a:pt x="132" y="0"/>
                    <a:pt x="1" y="133"/>
                    <a:pt x="1" y="298"/>
                  </a:cubicBezTo>
                  <a:cubicBezTo>
                    <a:pt x="1" y="463"/>
                    <a:pt x="132" y="600"/>
                    <a:pt x="298" y="600"/>
                  </a:cubicBezTo>
                  <a:cubicBezTo>
                    <a:pt x="463" y="600"/>
                    <a:pt x="600" y="463"/>
                    <a:pt x="600" y="298"/>
                  </a:cubicBezTo>
                  <a:cubicBezTo>
                    <a:pt x="600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6"/>
            <p:cNvSpPr/>
            <p:nvPr/>
          </p:nvSpPr>
          <p:spPr>
            <a:xfrm rot="10800000">
              <a:off x="241265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1" y="0"/>
                  </a:moveTo>
                  <a:cubicBezTo>
                    <a:pt x="1" y="165"/>
                    <a:pt x="138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6"/>
            <p:cNvSpPr/>
            <p:nvPr/>
          </p:nvSpPr>
          <p:spPr>
            <a:xfrm rot="10800000">
              <a:off x="349339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6"/>
            <p:cNvSpPr/>
            <p:nvPr/>
          </p:nvSpPr>
          <p:spPr>
            <a:xfrm rot="10800000">
              <a:off x="285653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2" y="1"/>
                    <a:pt x="1" y="133"/>
                    <a:pt x="1" y="297"/>
                  </a:cubicBezTo>
                  <a:cubicBezTo>
                    <a:pt x="1" y="462"/>
                    <a:pt x="132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6"/>
            <p:cNvSpPr/>
            <p:nvPr/>
          </p:nvSpPr>
          <p:spPr>
            <a:xfrm rot="10800000">
              <a:off x="349339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6"/>
            <p:cNvSpPr/>
            <p:nvPr/>
          </p:nvSpPr>
          <p:spPr>
            <a:xfrm rot="10800000">
              <a:off x="241265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cubicBezTo>
                    <a:pt x="1" y="166"/>
                    <a:pt x="138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6"/>
            <p:cNvSpPr/>
            <p:nvPr/>
          </p:nvSpPr>
          <p:spPr>
            <a:xfrm rot="10800000">
              <a:off x="368254" y="381864"/>
              <a:ext cx="19297" cy="22673"/>
            </a:xfrm>
            <a:custGeom>
              <a:avLst/>
              <a:gdLst/>
              <a:ahLst/>
              <a:cxnLst/>
              <a:rect l="l" t="t" r="r" b="b"/>
              <a:pathLst>
                <a:path w="303" h="265" extrusionOk="0">
                  <a:moveTo>
                    <a:pt x="303" y="1"/>
                  </a:moveTo>
                  <a:cubicBezTo>
                    <a:pt x="203" y="81"/>
                    <a:pt x="105" y="166"/>
                    <a:pt x="5" y="247"/>
                  </a:cubicBezTo>
                  <a:cubicBezTo>
                    <a:pt x="5" y="251"/>
                    <a:pt x="0" y="256"/>
                    <a:pt x="0" y="265"/>
                  </a:cubicBezTo>
                  <a:lnTo>
                    <a:pt x="303" y="26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6"/>
            <p:cNvSpPr/>
            <p:nvPr/>
          </p:nvSpPr>
          <p:spPr>
            <a:xfrm rot="10800000">
              <a:off x="412706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8" y="0"/>
                  </a:moveTo>
                  <a:cubicBezTo>
                    <a:pt x="133" y="0"/>
                    <a:pt x="1" y="132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6"/>
            <p:cNvSpPr/>
            <p:nvPr/>
          </p:nvSpPr>
          <p:spPr>
            <a:xfrm rot="10800000">
              <a:off x="476392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0" y="1"/>
                  </a:moveTo>
                  <a:lnTo>
                    <a:pt x="0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6"/>
            <p:cNvSpPr/>
            <p:nvPr/>
          </p:nvSpPr>
          <p:spPr>
            <a:xfrm rot="10800000">
              <a:off x="368254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303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3" y="303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6"/>
            <p:cNvSpPr/>
            <p:nvPr/>
          </p:nvSpPr>
          <p:spPr>
            <a:xfrm rot="10800000">
              <a:off x="368254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6"/>
            <p:cNvSpPr/>
            <p:nvPr/>
          </p:nvSpPr>
          <p:spPr>
            <a:xfrm rot="10800000">
              <a:off x="412706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6"/>
            <p:cNvSpPr/>
            <p:nvPr/>
          </p:nvSpPr>
          <p:spPr>
            <a:xfrm rot="10800000">
              <a:off x="476392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6"/>
            <p:cNvSpPr/>
            <p:nvPr/>
          </p:nvSpPr>
          <p:spPr>
            <a:xfrm rot="10800000">
              <a:off x="368254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3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6"/>
            <p:cNvSpPr/>
            <p:nvPr/>
          </p:nvSpPr>
          <p:spPr>
            <a:xfrm rot="10800000">
              <a:off x="476392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6"/>
            <p:cNvSpPr/>
            <p:nvPr/>
          </p:nvSpPr>
          <p:spPr>
            <a:xfrm rot="10800000">
              <a:off x="368254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5"/>
                    <a:pt x="137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6"/>
            <p:cNvSpPr/>
            <p:nvPr/>
          </p:nvSpPr>
          <p:spPr>
            <a:xfrm rot="10800000">
              <a:off x="368254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6"/>
            <p:cNvSpPr/>
            <p:nvPr/>
          </p:nvSpPr>
          <p:spPr>
            <a:xfrm rot="10800000">
              <a:off x="412706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6"/>
            <p:cNvSpPr/>
            <p:nvPr/>
          </p:nvSpPr>
          <p:spPr>
            <a:xfrm rot="10800000">
              <a:off x="476392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6"/>
            <p:cNvSpPr/>
            <p:nvPr/>
          </p:nvSpPr>
          <p:spPr>
            <a:xfrm rot="10800000">
              <a:off x="495306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1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1" y="30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6"/>
            <p:cNvSpPr/>
            <p:nvPr/>
          </p:nvSpPr>
          <p:spPr>
            <a:xfrm rot="10800000">
              <a:off x="603444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1" y="0"/>
                  </a:moveTo>
                  <a:lnTo>
                    <a:pt x="1" y="301"/>
                  </a:lnTo>
                  <a:lnTo>
                    <a:pt x="302" y="301"/>
                  </a:lnTo>
                  <a:cubicBezTo>
                    <a:pt x="302" y="136"/>
                    <a:pt x="170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6"/>
            <p:cNvSpPr/>
            <p:nvPr/>
          </p:nvSpPr>
          <p:spPr>
            <a:xfrm rot="10800000">
              <a:off x="495306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1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6"/>
            <p:cNvSpPr/>
            <p:nvPr/>
          </p:nvSpPr>
          <p:spPr>
            <a:xfrm rot="10800000">
              <a:off x="495306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5"/>
                    <a:pt x="137" y="297"/>
                    <a:pt x="301" y="297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6"/>
            <p:cNvSpPr/>
            <p:nvPr/>
          </p:nvSpPr>
          <p:spPr>
            <a:xfrm rot="10800000">
              <a:off x="539695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2" y="0"/>
                    <a:pt x="0" y="133"/>
                    <a:pt x="0" y="298"/>
                  </a:cubicBezTo>
                  <a:cubicBezTo>
                    <a:pt x="0" y="463"/>
                    <a:pt x="132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6"/>
            <p:cNvSpPr/>
            <p:nvPr/>
          </p:nvSpPr>
          <p:spPr>
            <a:xfrm rot="10800000">
              <a:off x="495306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7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6"/>
            <p:cNvSpPr/>
            <p:nvPr/>
          </p:nvSpPr>
          <p:spPr>
            <a:xfrm rot="10800000">
              <a:off x="603444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70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6"/>
            <p:cNvSpPr/>
            <p:nvPr/>
          </p:nvSpPr>
          <p:spPr>
            <a:xfrm rot="10800000">
              <a:off x="539695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2" y="1"/>
                    <a:pt x="0" y="133"/>
                    <a:pt x="0" y="297"/>
                  </a:cubicBezTo>
                  <a:cubicBezTo>
                    <a:pt x="0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 rot="10800000">
              <a:off x="667065" y="100117"/>
              <a:ext cx="37639" cy="40470"/>
            </a:xfrm>
            <a:custGeom>
              <a:avLst/>
              <a:gdLst/>
              <a:ahLst/>
              <a:cxnLst/>
              <a:rect l="l" t="t" r="r" b="b"/>
              <a:pathLst>
                <a:path w="591" h="473" extrusionOk="0">
                  <a:moveTo>
                    <a:pt x="534" y="0"/>
                  </a:moveTo>
                  <a:cubicBezTo>
                    <a:pt x="359" y="76"/>
                    <a:pt x="181" y="142"/>
                    <a:pt x="1" y="207"/>
                  </a:cubicBezTo>
                  <a:cubicBezTo>
                    <a:pt x="20" y="353"/>
                    <a:pt x="142" y="472"/>
                    <a:pt x="294" y="472"/>
                  </a:cubicBezTo>
                  <a:cubicBezTo>
                    <a:pt x="458" y="472"/>
                    <a:pt x="590" y="335"/>
                    <a:pt x="590" y="170"/>
                  </a:cubicBezTo>
                  <a:cubicBezTo>
                    <a:pt x="590" y="104"/>
                    <a:pt x="566" y="48"/>
                    <a:pt x="5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6"/>
            <p:cNvSpPr/>
            <p:nvPr/>
          </p:nvSpPr>
          <p:spPr>
            <a:xfrm rot="10800000">
              <a:off x="730433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6"/>
            <p:cNvSpPr/>
            <p:nvPr/>
          </p:nvSpPr>
          <p:spPr>
            <a:xfrm rot="10800000">
              <a:off x="622614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9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9" y="301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6"/>
            <p:cNvSpPr/>
            <p:nvPr/>
          </p:nvSpPr>
          <p:spPr>
            <a:xfrm rot="10800000">
              <a:off x="730433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6"/>
            <p:cNvSpPr/>
            <p:nvPr/>
          </p:nvSpPr>
          <p:spPr>
            <a:xfrm rot="10800000">
              <a:off x="667065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6"/>
            <p:cNvSpPr/>
            <p:nvPr/>
          </p:nvSpPr>
          <p:spPr>
            <a:xfrm rot="10800000">
              <a:off x="622614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9" y="298"/>
                  </a:cubicBezTo>
                  <a:lnTo>
                    <a:pt x="2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6"/>
            <p:cNvSpPr/>
            <p:nvPr/>
          </p:nvSpPr>
          <p:spPr>
            <a:xfrm rot="10800000">
              <a:off x="749666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0"/>
                  </a:moveTo>
                  <a:cubicBezTo>
                    <a:pt x="132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6"/>
            <p:cNvSpPr/>
            <p:nvPr/>
          </p:nvSpPr>
          <p:spPr>
            <a:xfrm rot="10800000">
              <a:off x="857549" y="40482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9" y="1"/>
                  </a:moveTo>
                  <a:cubicBezTo>
                    <a:pt x="15" y="1"/>
                    <a:pt x="5" y="1"/>
                    <a:pt x="1" y="5"/>
                  </a:cubicBezTo>
                  <a:lnTo>
                    <a:pt x="1" y="297"/>
                  </a:lnTo>
                  <a:lnTo>
                    <a:pt x="302" y="297"/>
                  </a:lnTo>
                  <a:cubicBezTo>
                    <a:pt x="302" y="138"/>
                    <a:pt x="175" y="10"/>
                    <a:pt x="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6"/>
            <p:cNvSpPr/>
            <p:nvPr/>
          </p:nvSpPr>
          <p:spPr>
            <a:xfrm rot="10800000">
              <a:off x="857549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6"/>
            <p:cNvSpPr/>
            <p:nvPr/>
          </p:nvSpPr>
          <p:spPr>
            <a:xfrm rot="10800000">
              <a:off x="749666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cubicBezTo>
                    <a:pt x="1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6"/>
            <p:cNvSpPr/>
            <p:nvPr/>
          </p:nvSpPr>
          <p:spPr>
            <a:xfrm rot="10800000">
              <a:off x="794118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2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2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6"/>
            <p:cNvSpPr/>
            <p:nvPr/>
          </p:nvSpPr>
          <p:spPr>
            <a:xfrm rot="10800000">
              <a:off x="876718" y="40482"/>
              <a:ext cx="18979" cy="25069"/>
            </a:xfrm>
            <a:custGeom>
              <a:avLst/>
              <a:gdLst/>
              <a:ahLst/>
              <a:cxnLst/>
              <a:rect l="l" t="t" r="r" b="b"/>
              <a:pathLst>
                <a:path w="298" h="293" extrusionOk="0">
                  <a:moveTo>
                    <a:pt x="298" y="0"/>
                  </a:moveTo>
                  <a:cubicBezTo>
                    <a:pt x="270" y="0"/>
                    <a:pt x="237" y="9"/>
                    <a:pt x="203" y="9"/>
                  </a:cubicBezTo>
                  <a:cubicBezTo>
                    <a:pt x="85" y="52"/>
                    <a:pt x="0" y="161"/>
                    <a:pt x="0" y="292"/>
                  </a:cubicBezTo>
                  <a:lnTo>
                    <a:pt x="298" y="29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6"/>
            <p:cNvSpPr/>
            <p:nvPr/>
          </p:nvSpPr>
          <p:spPr>
            <a:xfrm rot="10800000">
              <a:off x="984538" y="40482"/>
              <a:ext cx="19297" cy="16171"/>
            </a:xfrm>
            <a:custGeom>
              <a:avLst/>
              <a:gdLst/>
              <a:ahLst/>
              <a:cxnLst/>
              <a:rect l="l" t="t" r="r" b="b"/>
              <a:pathLst>
                <a:path w="303" h="189" extrusionOk="0">
                  <a:moveTo>
                    <a:pt x="1" y="0"/>
                  </a:moveTo>
                  <a:lnTo>
                    <a:pt x="1" y="188"/>
                  </a:lnTo>
                  <a:lnTo>
                    <a:pt x="303" y="188"/>
                  </a:lnTo>
                  <a:cubicBezTo>
                    <a:pt x="303" y="114"/>
                    <a:pt x="274" y="51"/>
                    <a:pt x="2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6"/>
            <p:cNvSpPr/>
            <p:nvPr/>
          </p:nvSpPr>
          <p:spPr>
            <a:xfrm rot="10800000">
              <a:off x="921170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8" y="1"/>
                    <a:pt x="1" y="133"/>
                    <a:pt x="1" y="297"/>
                  </a:cubicBezTo>
                  <a:cubicBezTo>
                    <a:pt x="1" y="462"/>
                    <a:pt x="138" y="599"/>
                    <a:pt x="303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3"/>
                    <a:pt x="467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 rot="10800000">
              <a:off x="876718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6"/>
            <p:cNvSpPr/>
            <p:nvPr/>
          </p:nvSpPr>
          <p:spPr>
            <a:xfrm rot="10800000">
              <a:off x="984538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6"/>
            <p:cNvSpPr/>
            <p:nvPr/>
          </p:nvSpPr>
          <p:spPr>
            <a:xfrm rot="10800000">
              <a:off x="1003771" y="40482"/>
              <a:ext cx="18915" cy="16684"/>
            </a:xfrm>
            <a:custGeom>
              <a:avLst/>
              <a:gdLst/>
              <a:ahLst/>
              <a:cxnLst/>
              <a:rect l="l" t="t" r="r" b="b"/>
              <a:pathLst>
                <a:path w="297" h="195" extrusionOk="0">
                  <a:moveTo>
                    <a:pt x="75" y="1"/>
                  </a:moveTo>
                  <a:cubicBezTo>
                    <a:pt x="28" y="53"/>
                    <a:pt x="0" y="120"/>
                    <a:pt x="0" y="194"/>
                  </a:cubicBezTo>
                  <a:lnTo>
                    <a:pt x="297" y="194"/>
                  </a:lnTo>
                  <a:lnTo>
                    <a:pt x="297" y="6"/>
                  </a:lnTo>
                  <a:cubicBezTo>
                    <a:pt x="222" y="6"/>
                    <a:pt x="151" y="1"/>
                    <a:pt x="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6"/>
            <p:cNvSpPr/>
            <p:nvPr/>
          </p:nvSpPr>
          <p:spPr>
            <a:xfrm rot="10800000">
              <a:off x="1111590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1" y="301"/>
                  </a:lnTo>
                  <a:cubicBezTo>
                    <a:pt x="301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6"/>
            <p:cNvSpPr/>
            <p:nvPr/>
          </p:nvSpPr>
          <p:spPr>
            <a:xfrm rot="10800000">
              <a:off x="1048159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303" y="1"/>
                  </a:moveTo>
                  <a:cubicBezTo>
                    <a:pt x="137" y="1"/>
                    <a:pt x="1" y="133"/>
                    <a:pt x="1" y="297"/>
                  </a:cubicBezTo>
                  <a:cubicBezTo>
                    <a:pt x="1" y="462"/>
                    <a:pt x="137" y="599"/>
                    <a:pt x="303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6"/>
            <p:cNvSpPr/>
            <p:nvPr/>
          </p:nvSpPr>
          <p:spPr>
            <a:xfrm rot="10800000">
              <a:off x="1003771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cubicBezTo>
                    <a:pt x="0" y="166"/>
                    <a:pt x="131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6"/>
            <p:cNvSpPr/>
            <p:nvPr/>
          </p:nvSpPr>
          <p:spPr>
            <a:xfrm rot="10800000">
              <a:off x="1111590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301" y="166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6"/>
            <p:cNvSpPr/>
            <p:nvPr/>
          </p:nvSpPr>
          <p:spPr>
            <a:xfrm rot="10800000">
              <a:off x="1130760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6"/>
            <p:cNvSpPr/>
            <p:nvPr/>
          </p:nvSpPr>
          <p:spPr>
            <a:xfrm rot="10800000">
              <a:off x="1238579" y="40482"/>
              <a:ext cx="19361" cy="25839"/>
            </a:xfrm>
            <a:custGeom>
              <a:avLst/>
              <a:gdLst/>
              <a:ahLst/>
              <a:cxnLst/>
              <a:rect l="l" t="t" r="r" b="b"/>
              <a:pathLst>
                <a:path w="304" h="302" extrusionOk="0">
                  <a:moveTo>
                    <a:pt x="1" y="0"/>
                  </a:moveTo>
                  <a:lnTo>
                    <a:pt x="1" y="301"/>
                  </a:lnTo>
                  <a:lnTo>
                    <a:pt x="303" y="301"/>
                  </a:lnTo>
                  <a:cubicBezTo>
                    <a:pt x="303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6"/>
            <p:cNvSpPr/>
            <p:nvPr/>
          </p:nvSpPr>
          <p:spPr>
            <a:xfrm rot="10800000">
              <a:off x="1175275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302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2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6"/>
            <p:cNvSpPr/>
            <p:nvPr/>
          </p:nvSpPr>
          <p:spPr>
            <a:xfrm rot="10800000">
              <a:off x="1130760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6"/>
            <p:cNvSpPr/>
            <p:nvPr/>
          </p:nvSpPr>
          <p:spPr>
            <a:xfrm rot="10800000">
              <a:off x="1238579" y="15071"/>
              <a:ext cx="19361" cy="25497"/>
            </a:xfrm>
            <a:custGeom>
              <a:avLst/>
              <a:gdLst/>
              <a:ahLst/>
              <a:cxnLst/>
              <a:rect l="l" t="t" r="r" b="b"/>
              <a:pathLst>
                <a:path w="304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6"/>
            <p:cNvSpPr/>
            <p:nvPr/>
          </p:nvSpPr>
          <p:spPr>
            <a:xfrm rot="10800000">
              <a:off x="1365950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6"/>
            <p:cNvSpPr/>
            <p:nvPr/>
          </p:nvSpPr>
          <p:spPr>
            <a:xfrm rot="10800000">
              <a:off x="1257876" y="40482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297" y="0"/>
                  </a:moveTo>
                  <a:cubicBezTo>
                    <a:pt x="132" y="0"/>
                    <a:pt x="0" y="136"/>
                    <a:pt x="0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6"/>
            <p:cNvSpPr/>
            <p:nvPr/>
          </p:nvSpPr>
          <p:spPr>
            <a:xfrm rot="10800000">
              <a:off x="1306531" y="100117"/>
              <a:ext cx="33054" cy="20363"/>
            </a:xfrm>
            <a:custGeom>
              <a:avLst/>
              <a:gdLst/>
              <a:ahLst/>
              <a:cxnLst/>
              <a:rect l="l" t="t" r="r" b="b"/>
              <a:pathLst>
                <a:path w="519" h="238" extrusionOk="0">
                  <a:moveTo>
                    <a:pt x="1" y="1"/>
                  </a:moveTo>
                  <a:lnTo>
                    <a:pt x="1" y="1"/>
                  </a:lnTo>
                  <a:cubicBezTo>
                    <a:pt x="29" y="133"/>
                    <a:pt x="142" y="237"/>
                    <a:pt x="288" y="237"/>
                  </a:cubicBezTo>
                  <a:cubicBezTo>
                    <a:pt x="382" y="237"/>
                    <a:pt x="462" y="190"/>
                    <a:pt x="519" y="118"/>
                  </a:cubicBezTo>
                  <a:cubicBezTo>
                    <a:pt x="345" y="81"/>
                    <a:pt x="170" y="44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6"/>
            <p:cNvSpPr/>
            <p:nvPr/>
          </p:nvSpPr>
          <p:spPr>
            <a:xfrm rot="10800000">
              <a:off x="1302264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303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303" y="599"/>
                  </a:cubicBezTo>
                  <a:cubicBezTo>
                    <a:pt x="468" y="599"/>
                    <a:pt x="601" y="462"/>
                    <a:pt x="601" y="297"/>
                  </a:cubicBezTo>
                  <a:cubicBezTo>
                    <a:pt x="601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6"/>
            <p:cNvSpPr/>
            <p:nvPr/>
          </p:nvSpPr>
          <p:spPr>
            <a:xfrm rot="10800000">
              <a:off x="1257876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cubicBezTo>
                    <a:pt x="0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6"/>
            <p:cNvSpPr/>
            <p:nvPr/>
          </p:nvSpPr>
          <p:spPr>
            <a:xfrm rot="10800000">
              <a:off x="1365950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6"/>
            <p:cNvSpPr/>
            <p:nvPr/>
          </p:nvSpPr>
          <p:spPr>
            <a:xfrm rot="10800000">
              <a:off x="1384865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8" y="0"/>
                  </a:moveTo>
                  <a:cubicBezTo>
                    <a:pt x="132" y="0"/>
                    <a:pt x="0" y="136"/>
                    <a:pt x="0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6"/>
            <p:cNvSpPr/>
            <p:nvPr/>
          </p:nvSpPr>
          <p:spPr>
            <a:xfrm rot="10800000">
              <a:off x="1492939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6"/>
            <p:cNvSpPr/>
            <p:nvPr/>
          </p:nvSpPr>
          <p:spPr>
            <a:xfrm rot="10800000">
              <a:off x="1429317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6"/>
            <p:cNvSpPr/>
            <p:nvPr/>
          </p:nvSpPr>
          <p:spPr>
            <a:xfrm rot="10800000">
              <a:off x="1492939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6"/>
            <p:cNvSpPr/>
            <p:nvPr/>
          </p:nvSpPr>
          <p:spPr>
            <a:xfrm rot="10800000">
              <a:off x="1384865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cubicBezTo>
                    <a:pt x="0" y="166"/>
                    <a:pt x="132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6"/>
            <p:cNvSpPr/>
            <p:nvPr/>
          </p:nvSpPr>
          <p:spPr>
            <a:xfrm rot="10800000">
              <a:off x="1429317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6"/>
            <p:cNvSpPr/>
            <p:nvPr/>
          </p:nvSpPr>
          <p:spPr>
            <a:xfrm rot="10800000">
              <a:off x="1620055" y="211088"/>
              <a:ext cx="18915" cy="7358"/>
            </a:xfrm>
            <a:custGeom>
              <a:avLst/>
              <a:gdLst/>
              <a:ahLst/>
              <a:cxnLst/>
              <a:rect l="l" t="t" r="r" b="b"/>
              <a:pathLst>
                <a:path w="297" h="86" extrusionOk="0">
                  <a:moveTo>
                    <a:pt x="0" y="0"/>
                  </a:moveTo>
                  <a:lnTo>
                    <a:pt x="0" y="85"/>
                  </a:lnTo>
                  <a:lnTo>
                    <a:pt x="297" y="85"/>
                  </a:lnTo>
                  <a:lnTo>
                    <a:pt x="297" y="70"/>
                  </a:lnTo>
                  <a:cubicBezTo>
                    <a:pt x="198" y="47"/>
                    <a:pt x="99" y="2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6"/>
            <p:cNvSpPr/>
            <p:nvPr/>
          </p:nvSpPr>
          <p:spPr>
            <a:xfrm rot="10800000">
              <a:off x="1511917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1" y="0"/>
                  </a:moveTo>
                  <a:cubicBezTo>
                    <a:pt x="136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6"/>
            <p:cNvSpPr/>
            <p:nvPr/>
          </p:nvSpPr>
          <p:spPr>
            <a:xfrm rot="10800000">
              <a:off x="1620055" y="185762"/>
              <a:ext cx="18915" cy="25411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6"/>
            <p:cNvSpPr/>
            <p:nvPr/>
          </p:nvSpPr>
          <p:spPr>
            <a:xfrm rot="10800000">
              <a:off x="1556305" y="100117"/>
              <a:ext cx="38276" cy="51422"/>
            </a:xfrm>
            <a:custGeom>
              <a:avLst/>
              <a:gdLst/>
              <a:ahLst/>
              <a:cxnLst/>
              <a:rect l="l" t="t" r="r" b="b"/>
              <a:pathLst>
                <a:path w="601" h="601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3" y="600"/>
                    <a:pt x="600" y="463"/>
                    <a:pt x="600" y="298"/>
                  </a:cubicBezTo>
                  <a:cubicBezTo>
                    <a:pt x="600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6"/>
            <p:cNvSpPr/>
            <p:nvPr/>
          </p:nvSpPr>
          <p:spPr>
            <a:xfrm rot="10800000">
              <a:off x="1620055" y="40482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7" y="301"/>
                  </a:lnTo>
                  <a:cubicBezTo>
                    <a:pt x="297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6"/>
            <p:cNvSpPr/>
            <p:nvPr/>
          </p:nvSpPr>
          <p:spPr>
            <a:xfrm rot="10800000">
              <a:off x="1620055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6"/>
            <p:cNvSpPr/>
            <p:nvPr/>
          </p:nvSpPr>
          <p:spPr>
            <a:xfrm rot="10800000">
              <a:off x="1556305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6"/>
            <p:cNvSpPr/>
            <p:nvPr/>
          </p:nvSpPr>
          <p:spPr>
            <a:xfrm rot="10800000">
              <a:off x="1511917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6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6"/>
            <p:cNvSpPr/>
            <p:nvPr/>
          </p:nvSpPr>
          <p:spPr>
            <a:xfrm rot="10800000">
              <a:off x="1638906" y="211088"/>
              <a:ext cx="19361" cy="12235"/>
            </a:xfrm>
            <a:custGeom>
              <a:avLst/>
              <a:gdLst/>
              <a:ahLst/>
              <a:cxnLst/>
              <a:rect l="l" t="t" r="r" b="b"/>
              <a:pathLst>
                <a:path w="304" h="143" extrusionOk="0">
                  <a:moveTo>
                    <a:pt x="44" y="1"/>
                  </a:moveTo>
                  <a:cubicBezTo>
                    <a:pt x="20" y="42"/>
                    <a:pt x="1" y="90"/>
                    <a:pt x="1" y="142"/>
                  </a:cubicBezTo>
                  <a:lnTo>
                    <a:pt x="303" y="142"/>
                  </a:lnTo>
                  <a:lnTo>
                    <a:pt x="303" y="57"/>
                  </a:lnTo>
                  <a:cubicBezTo>
                    <a:pt x="214" y="38"/>
                    <a:pt x="129" y="19"/>
                    <a:pt x="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6"/>
            <p:cNvSpPr/>
            <p:nvPr/>
          </p:nvSpPr>
          <p:spPr>
            <a:xfrm rot="10800000">
              <a:off x="1747044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6"/>
            <p:cNvSpPr/>
            <p:nvPr/>
          </p:nvSpPr>
          <p:spPr>
            <a:xfrm rot="10800000">
              <a:off x="1747044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6"/>
            <p:cNvSpPr/>
            <p:nvPr/>
          </p:nvSpPr>
          <p:spPr>
            <a:xfrm rot="10800000">
              <a:off x="1747044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6"/>
            <p:cNvSpPr/>
            <p:nvPr/>
          </p:nvSpPr>
          <p:spPr>
            <a:xfrm rot="10800000">
              <a:off x="1638906" y="40482"/>
              <a:ext cx="19361" cy="25839"/>
            </a:xfrm>
            <a:custGeom>
              <a:avLst/>
              <a:gdLst/>
              <a:ahLst/>
              <a:cxnLst/>
              <a:rect l="l" t="t" r="r" b="b"/>
              <a:pathLst>
                <a:path w="304" h="302" extrusionOk="0">
                  <a:moveTo>
                    <a:pt x="303" y="0"/>
                  </a:moveTo>
                  <a:cubicBezTo>
                    <a:pt x="138" y="0"/>
                    <a:pt x="1" y="136"/>
                    <a:pt x="1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6"/>
            <p:cNvSpPr/>
            <p:nvPr/>
          </p:nvSpPr>
          <p:spPr>
            <a:xfrm rot="10800000">
              <a:off x="1638906" y="185762"/>
              <a:ext cx="19361" cy="25411"/>
            </a:xfrm>
            <a:custGeom>
              <a:avLst/>
              <a:gdLst/>
              <a:ahLst/>
              <a:cxnLst/>
              <a:rect l="l" t="t" r="r" b="b"/>
              <a:pathLst>
                <a:path w="304" h="297" extrusionOk="0">
                  <a:moveTo>
                    <a:pt x="1" y="0"/>
                  </a:moveTo>
                  <a:cubicBezTo>
                    <a:pt x="1" y="165"/>
                    <a:pt x="138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6"/>
            <p:cNvSpPr/>
            <p:nvPr/>
          </p:nvSpPr>
          <p:spPr>
            <a:xfrm rot="10800000">
              <a:off x="1683422" y="100117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297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6"/>
            <p:cNvSpPr/>
            <p:nvPr/>
          </p:nvSpPr>
          <p:spPr>
            <a:xfrm rot="10800000">
              <a:off x="1747044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6"/>
            <p:cNvSpPr/>
            <p:nvPr/>
          </p:nvSpPr>
          <p:spPr>
            <a:xfrm rot="10800000">
              <a:off x="1638906" y="15071"/>
              <a:ext cx="19361" cy="25497"/>
            </a:xfrm>
            <a:custGeom>
              <a:avLst/>
              <a:gdLst/>
              <a:ahLst/>
              <a:cxnLst/>
              <a:rect l="l" t="t" r="r" b="b"/>
              <a:pathLst>
                <a:path w="304" h="298" extrusionOk="0">
                  <a:moveTo>
                    <a:pt x="1" y="0"/>
                  </a:moveTo>
                  <a:cubicBezTo>
                    <a:pt x="1" y="166"/>
                    <a:pt x="138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6"/>
            <p:cNvSpPr/>
            <p:nvPr/>
          </p:nvSpPr>
          <p:spPr>
            <a:xfrm rot="10800000">
              <a:off x="1683422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297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6"/>
            <p:cNvSpPr/>
            <p:nvPr/>
          </p:nvSpPr>
          <p:spPr>
            <a:xfrm rot="10800000">
              <a:off x="1874096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6"/>
            <p:cNvSpPr/>
            <p:nvPr/>
          </p:nvSpPr>
          <p:spPr>
            <a:xfrm rot="10800000">
              <a:off x="1766022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2" y="1"/>
                  </a:moveTo>
                  <a:cubicBezTo>
                    <a:pt x="137" y="1"/>
                    <a:pt x="1" y="138"/>
                    <a:pt x="1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6"/>
            <p:cNvSpPr/>
            <p:nvPr/>
          </p:nvSpPr>
          <p:spPr>
            <a:xfrm rot="10800000">
              <a:off x="1874096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6"/>
            <p:cNvSpPr/>
            <p:nvPr/>
          </p:nvSpPr>
          <p:spPr>
            <a:xfrm rot="10800000">
              <a:off x="1766022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1" y="0"/>
                  </a:moveTo>
                  <a:cubicBezTo>
                    <a:pt x="1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6"/>
            <p:cNvSpPr/>
            <p:nvPr/>
          </p:nvSpPr>
          <p:spPr>
            <a:xfrm rot="10800000">
              <a:off x="1766022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0"/>
                  </a:moveTo>
                  <a:cubicBezTo>
                    <a:pt x="137" y="0"/>
                    <a:pt x="1" y="136"/>
                    <a:pt x="1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6"/>
            <p:cNvSpPr/>
            <p:nvPr/>
          </p:nvSpPr>
          <p:spPr>
            <a:xfrm rot="10800000">
              <a:off x="1810410" y="100117"/>
              <a:ext cx="38276" cy="51422"/>
            </a:xfrm>
            <a:custGeom>
              <a:avLst/>
              <a:gdLst/>
              <a:ahLst/>
              <a:cxnLst/>
              <a:rect l="l" t="t" r="r" b="b"/>
              <a:pathLst>
                <a:path w="601" h="601" extrusionOk="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4" y="600"/>
                    <a:pt x="601" y="463"/>
                    <a:pt x="601" y="298"/>
                  </a:cubicBezTo>
                  <a:cubicBezTo>
                    <a:pt x="601" y="133"/>
                    <a:pt x="464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6"/>
            <p:cNvSpPr/>
            <p:nvPr/>
          </p:nvSpPr>
          <p:spPr>
            <a:xfrm rot="10800000">
              <a:off x="1874096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6"/>
            <p:cNvSpPr/>
            <p:nvPr/>
          </p:nvSpPr>
          <p:spPr>
            <a:xfrm rot="10800000">
              <a:off x="1766022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cubicBezTo>
                    <a:pt x="1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6"/>
            <p:cNvSpPr/>
            <p:nvPr/>
          </p:nvSpPr>
          <p:spPr>
            <a:xfrm rot="10800000">
              <a:off x="1874096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6"/>
            <p:cNvSpPr/>
            <p:nvPr/>
          </p:nvSpPr>
          <p:spPr>
            <a:xfrm rot="10800000">
              <a:off x="1810410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4" y="599"/>
                    <a:pt x="601" y="462"/>
                    <a:pt x="601" y="297"/>
                  </a:cubicBezTo>
                  <a:cubicBezTo>
                    <a:pt x="601" y="133"/>
                    <a:pt x="464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6"/>
            <p:cNvSpPr/>
            <p:nvPr/>
          </p:nvSpPr>
          <p:spPr>
            <a:xfrm rot="10800000">
              <a:off x="2001149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0" y="1"/>
                  </a:moveTo>
                  <a:lnTo>
                    <a:pt x="0" y="303"/>
                  </a:lnTo>
                  <a:lnTo>
                    <a:pt x="298" y="303"/>
                  </a:lnTo>
                  <a:cubicBezTo>
                    <a:pt x="298" y="138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6"/>
            <p:cNvSpPr/>
            <p:nvPr/>
          </p:nvSpPr>
          <p:spPr>
            <a:xfrm rot="10800000">
              <a:off x="1940775" y="270894"/>
              <a:ext cx="32799" cy="14631"/>
            </a:xfrm>
            <a:custGeom>
              <a:avLst/>
              <a:gdLst/>
              <a:ahLst/>
              <a:cxnLst/>
              <a:rect l="l" t="t" r="r" b="b"/>
              <a:pathLst>
                <a:path w="515" h="171" extrusionOk="0">
                  <a:moveTo>
                    <a:pt x="0" y="1"/>
                  </a:moveTo>
                  <a:cubicBezTo>
                    <a:pt x="48" y="101"/>
                    <a:pt x="146" y="171"/>
                    <a:pt x="264" y="171"/>
                  </a:cubicBezTo>
                  <a:cubicBezTo>
                    <a:pt x="373" y="171"/>
                    <a:pt x="462" y="110"/>
                    <a:pt x="514" y="25"/>
                  </a:cubicBezTo>
                  <a:cubicBezTo>
                    <a:pt x="344" y="16"/>
                    <a:pt x="170" y="6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6"/>
            <p:cNvSpPr/>
            <p:nvPr/>
          </p:nvSpPr>
          <p:spPr>
            <a:xfrm rot="10800000">
              <a:off x="1893011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303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3" y="303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6"/>
            <p:cNvSpPr/>
            <p:nvPr/>
          </p:nvSpPr>
          <p:spPr>
            <a:xfrm rot="10800000">
              <a:off x="2001149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6"/>
            <p:cNvSpPr/>
            <p:nvPr/>
          </p:nvSpPr>
          <p:spPr>
            <a:xfrm rot="10800000">
              <a:off x="1937463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6"/>
            <p:cNvSpPr/>
            <p:nvPr/>
          </p:nvSpPr>
          <p:spPr>
            <a:xfrm rot="10800000">
              <a:off x="1893011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3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6"/>
            <p:cNvSpPr/>
            <p:nvPr/>
          </p:nvSpPr>
          <p:spPr>
            <a:xfrm rot="10800000">
              <a:off x="2001149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6"/>
            <p:cNvSpPr/>
            <p:nvPr/>
          </p:nvSpPr>
          <p:spPr>
            <a:xfrm rot="10800000">
              <a:off x="1893011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5"/>
                    <a:pt x="137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6"/>
            <p:cNvSpPr/>
            <p:nvPr/>
          </p:nvSpPr>
          <p:spPr>
            <a:xfrm rot="10800000">
              <a:off x="2001149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6"/>
            <p:cNvSpPr/>
            <p:nvPr/>
          </p:nvSpPr>
          <p:spPr>
            <a:xfrm rot="10800000">
              <a:off x="1937463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6"/>
            <p:cNvSpPr/>
            <p:nvPr/>
          </p:nvSpPr>
          <p:spPr>
            <a:xfrm rot="10800000">
              <a:off x="1893011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6"/>
            <p:cNvSpPr/>
            <p:nvPr/>
          </p:nvSpPr>
          <p:spPr>
            <a:xfrm rot="10800000">
              <a:off x="2067509" y="270894"/>
              <a:ext cx="30697" cy="12920"/>
            </a:xfrm>
            <a:custGeom>
              <a:avLst/>
              <a:gdLst/>
              <a:ahLst/>
              <a:cxnLst/>
              <a:rect l="l" t="t" r="r" b="b"/>
              <a:pathLst>
                <a:path w="482" h="151" extrusionOk="0">
                  <a:moveTo>
                    <a:pt x="481" y="0"/>
                  </a:moveTo>
                  <a:cubicBezTo>
                    <a:pt x="321" y="9"/>
                    <a:pt x="161" y="24"/>
                    <a:pt x="0" y="38"/>
                  </a:cubicBezTo>
                  <a:cubicBezTo>
                    <a:pt x="52" y="103"/>
                    <a:pt x="133" y="151"/>
                    <a:pt x="227" y="151"/>
                  </a:cubicBezTo>
                  <a:cubicBezTo>
                    <a:pt x="335" y="151"/>
                    <a:pt x="429" y="85"/>
                    <a:pt x="4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6"/>
            <p:cNvSpPr/>
            <p:nvPr/>
          </p:nvSpPr>
          <p:spPr>
            <a:xfrm rot="10800000">
              <a:off x="2128201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0" y="1"/>
                  </a:moveTo>
                  <a:lnTo>
                    <a:pt x="0" y="303"/>
                  </a:lnTo>
                  <a:lnTo>
                    <a:pt x="301" y="303"/>
                  </a:lnTo>
                  <a:cubicBezTo>
                    <a:pt x="301" y="138"/>
                    <a:pt x="17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6"/>
            <p:cNvSpPr/>
            <p:nvPr/>
          </p:nvSpPr>
          <p:spPr>
            <a:xfrm rot="10800000">
              <a:off x="2020063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1" y="1"/>
                  </a:moveTo>
                  <a:cubicBezTo>
                    <a:pt x="136" y="1"/>
                    <a:pt x="0" y="138"/>
                    <a:pt x="0" y="303"/>
                  </a:cubicBezTo>
                  <a:lnTo>
                    <a:pt x="301" y="30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6"/>
            <p:cNvSpPr/>
            <p:nvPr/>
          </p:nvSpPr>
          <p:spPr>
            <a:xfrm rot="10800000">
              <a:off x="2128201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70" y="297"/>
                    <a:pt x="301" y="165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6"/>
            <p:cNvSpPr/>
            <p:nvPr/>
          </p:nvSpPr>
          <p:spPr>
            <a:xfrm rot="10800000">
              <a:off x="2020063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5"/>
                    <a:pt x="136" y="297"/>
                    <a:pt x="301" y="297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6"/>
            <p:cNvSpPr/>
            <p:nvPr/>
          </p:nvSpPr>
          <p:spPr>
            <a:xfrm rot="10800000">
              <a:off x="2020063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1" y="0"/>
                  </a:moveTo>
                  <a:cubicBezTo>
                    <a:pt x="136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6"/>
            <p:cNvSpPr/>
            <p:nvPr/>
          </p:nvSpPr>
          <p:spPr>
            <a:xfrm rot="10800000">
              <a:off x="2128201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1" y="301"/>
                  </a:lnTo>
                  <a:cubicBezTo>
                    <a:pt x="301" y="136"/>
                    <a:pt x="17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6"/>
            <p:cNvSpPr/>
            <p:nvPr/>
          </p:nvSpPr>
          <p:spPr>
            <a:xfrm rot="10800000">
              <a:off x="2064834" y="100117"/>
              <a:ext cx="37894" cy="51422"/>
            </a:xfrm>
            <a:custGeom>
              <a:avLst/>
              <a:gdLst/>
              <a:ahLst/>
              <a:cxnLst/>
              <a:rect l="l" t="t" r="r" b="b"/>
              <a:pathLst>
                <a:path w="595" h="601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3" y="600"/>
                    <a:pt x="594" y="463"/>
                    <a:pt x="594" y="298"/>
                  </a:cubicBezTo>
                  <a:cubicBezTo>
                    <a:pt x="594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6"/>
            <p:cNvSpPr/>
            <p:nvPr/>
          </p:nvSpPr>
          <p:spPr>
            <a:xfrm rot="10800000">
              <a:off x="2064834" y="-70488"/>
              <a:ext cx="37894" cy="51336"/>
            </a:xfrm>
            <a:custGeom>
              <a:avLst/>
              <a:gdLst/>
              <a:ahLst/>
              <a:cxnLst/>
              <a:rect l="l" t="t" r="r" b="b"/>
              <a:pathLst>
                <a:path w="595" h="600" extrusionOk="0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3" y="599"/>
                    <a:pt x="594" y="462"/>
                    <a:pt x="594" y="297"/>
                  </a:cubicBezTo>
                  <a:cubicBezTo>
                    <a:pt x="594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6"/>
            <p:cNvSpPr/>
            <p:nvPr/>
          </p:nvSpPr>
          <p:spPr>
            <a:xfrm rot="10800000">
              <a:off x="2128201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70" y="298"/>
                    <a:pt x="301" y="166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6"/>
            <p:cNvSpPr/>
            <p:nvPr/>
          </p:nvSpPr>
          <p:spPr>
            <a:xfrm rot="10800000">
              <a:off x="2020063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6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6"/>
            <p:cNvSpPr/>
            <p:nvPr/>
          </p:nvSpPr>
          <p:spPr>
            <a:xfrm rot="10800000">
              <a:off x="2255190" y="211088"/>
              <a:ext cx="19297" cy="23529"/>
            </a:xfrm>
            <a:custGeom>
              <a:avLst/>
              <a:gdLst/>
              <a:ahLst/>
              <a:cxnLst/>
              <a:rect l="l" t="t" r="r" b="b"/>
              <a:pathLst>
                <a:path w="303" h="275" extrusionOk="0">
                  <a:moveTo>
                    <a:pt x="122" y="0"/>
                  </a:moveTo>
                  <a:cubicBezTo>
                    <a:pt x="80" y="15"/>
                    <a:pt x="43" y="24"/>
                    <a:pt x="0" y="38"/>
                  </a:cubicBezTo>
                  <a:lnTo>
                    <a:pt x="0" y="274"/>
                  </a:lnTo>
                  <a:lnTo>
                    <a:pt x="302" y="274"/>
                  </a:lnTo>
                  <a:cubicBezTo>
                    <a:pt x="302" y="151"/>
                    <a:pt x="226" y="48"/>
                    <a:pt x="1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6"/>
            <p:cNvSpPr/>
            <p:nvPr/>
          </p:nvSpPr>
          <p:spPr>
            <a:xfrm rot="10800000">
              <a:off x="2147371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298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6"/>
            <p:cNvSpPr/>
            <p:nvPr/>
          </p:nvSpPr>
          <p:spPr>
            <a:xfrm rot="10800000">
              <a:off x="2191822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1" y="0"/>
                  </a:moveTo>
                  <a:cubicBezTo>
                    <a:pt x="137" y="0"/>
                    <a:pt x="0" y="133"/>
                    <a:pt x="0" y="298"/>
                  </a:cubicBezTo>
                  <a:cubicBezTo>
                    <a:pt x="0" y="463"/>
                    <a:pt x="137" y="600"/>
                    <a:pt x="301" y="600"/>
                  </a:cubicBezTo>
                  <a:cubicBezTo>
                    <a:pt x="467" y="600"/>
                    <a:pt x="599" y="463"/>
                    <a:pt x="599" y="298"/>
                  </a:cubicBezTo>
                  <a:cubicBezTo>
                    <a:pt x="599" y="133"/>
                    <a:pt x="467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6"/>
            <p:cNvSpPr/>
            <p:nvPr/>
          </p:nvSpPr>
          <p:spPr>
            <a:xfrm rot="10800000">
              <a:off x="2147371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cubicBezTo>
                    <a:pt x="1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6"/>
            <p:cNvSpPr/>
            <p:nvPr/>
          </p:nvSpPr>
          <p:spPr>
            <a:xfrm rot="10800000">
              <a:off x="2255190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6"/>
            <p:cNvSpPr/>
            <p:nvPr/>
          </p:nvSpPr>
          <p:spPr>
            <a:xfrm rot="10800000">
              <a:off x="2255190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5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6"/>
            <p:cNvSpPr/>
            <p:nvPr/>
          </p:nvSpPr>
          <p:spPr>
            <a:xfrm rot="10800000">
              <a:off x="2147371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6"/>
            <p:cNvSpPr/>
            <p:nvPr/>
          </p:nvSpPr>
          <p:spPr>
            <a:xfrm rot="10800000">
              <a:off x="2191822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1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1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6"/>
            <p:cNvSpPr/>
            <p:nvPr/>
          </p:nvSpPr>
          <p:spPr>
            <a:xfrm rot="10800000">
              <a:off x="2147371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6"/>
            <p:cNvSpPr/>
            <p:nvPr/>
          </p:nvSpPr>
          <p:spPr>
            <a:xfrm rot="10800000">
              <a:off x="2255190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6"/>
            <p:cNvSpPr/>
            <p:nvPr/>
          </p:nvSpPr>
          <p:spPr>
            <a:xfrm rot="10800000">
              <a:off x="2274423" y="211088"/>
              <a:ext cx="18979" cy="20363"/>
            </a:xfrm>
            <a:custGeom>
              <a:avLst/>
              <a:gdLst/>
              <a:ahLst/>
              <a:cxnLst/>
              <a:rect l="l" t="t" r="r" b="b"/>
              <a:pathLst>
                <a:path w="298" h="238" extrusionOk="0">
                  <a:moveTo>
                    <a:pt x="297" y="1"/>
                  </a:moveTo>
                  <a:cubicBezTo>
                    <a:pt x="212" y="29"/>
                    <a:pt x="127" y="57"/>
                    <a:pt x="42" y="91"/>
                  </a:cubicBezTo>
                  <a:cubicBezTo>
                    <a:pt x="19" y="133"/>
                    <a:pt x="1" y="180"/>
                    <a:pt x="1" y="237"/>
                  </a:cubicBezTo>
                  <a:lnTo>
                    <a:pt x="297" y="237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6"/>
            <p:cNvSpPr/>
            <p:nvPr/>
          </p:nvSpPr>
          <p:spPr>
            <a:xfrm rot="10800000">
              <a:off x="2274423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cubicBezTo>
                    <a:pt x="1" y="165"/>
                    <a:pt x="132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 rot="10800000">
              <a:off x="2274423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0"/>
                  </a:moveTo>
                  <a:cubicBezTo>
                    <a:pt x="132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 rot="10800000">
              <a:off x="2274423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cubicBezTo>
                    <a:pt x="1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0" name="Google Shape;630;p16"/>
          <p:cNvSpPr/>
          <p:nvPr/>
        </p:nvSpPr>
        <p:spPr>
          <a:xfrm rot="10800000">
            <a:off x="627759" y="4238613"/>
            <a:ext cx="1749416" cy="1401387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1" name="Google Shape;631;p16"/>
          <p:cNvGrpSpPr/>
          <p:nvPr/>
        </p:nvGrpSpPr>
        <p:grpSpPr>
          <a:xfrm flipH="1">
            <a:off x="-1144866" y="1872219"/>
            <a:ext cx="3177349" cy="3271275"/>
            <a:chOff x="5723467" y="1953462"/>
            <a:chExt cx="3791133" cy="3271275"/>
          </a:xfrm>
        </p:grpSpPr>
        <p:sp>
          <p:nvSpPr>
            <p:cNvPr id="632" name="Google Shape;632;p16"/>
            <p:cNvSpPr/>
            <p:nvPr/>
          </p:nvSpPr>
          <p:spPr>
            <a:xfrm rot="10800000" flipH="1">
              <a:off x="8907055" y="1956800"/>
              <a:ext cx="134046" cy="131934"/>
            </a:xfrm>
            <a:custGeom>
              <a:avLst/>
              <a:gdLst/>
              <a:ahLst/>
              <a:cxnLst/>
              <a:rect l="l" t="t" r="r" b="b"/>
              <a:pathLst>
                <a:path w="1764" h="1542" extrusionOk="0">
                  <a:moveTo>
                    <a:pt x="218" y="0"/>
                  </a:moveTo>
                  <a:lnTo>
                    <a:pt x="1" y="212"/>
                  </a:lnTo>
                  <a:lnTo>
                    <a:pt x="1278" y="1495"/>
                  </a:lnTo>
                  <a:cubicBezTo>
                    <a:pt x="1439" y="1513"/>
                    <a:pt x="1600" y="1528"/>
                    <a:pt x="1764" y="1542"/>
                  </a:cubicBez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6"/>
            <p:cNvSpPr/>
            <p:nvPr/>
          </p:nvSpPr>
          <p:spPr>
            <a:xfrm rot="10800000" flipH="1">
              <a:off x="9071189" y="1974509"/>
              <a:ext cx="275692" cy="299118"/>
            </a:xfrm>
            <a:custGeom>
              <a:avLst/>
              <a:gdLst/>
              <a:ahLst/>
              <a:cxnLst/>
              <a:rect l="l" t="t" r="r" b="b"/>
              <a:pathLst>
                <a:path w="3628" h="3496" extrusionOk="0">
                  <a:moveTo>
                    <a:pt x="217" y="1"/>
                  </a:moveTo>
                  <a:lnTo>
                    <a:pt x="0" y="213"/>
                  </a:lnTo>
                  <a:lnTo>
                    <a:pt x="3282" y="3496"/>
                  </a:lnTo>
                  <a:cubicBezTo>
                    <a:pt x="3395" y="3472"/>
                    <a:pt x="3514" y="3439"/>
                    <a:pt x="3627" y="3411"/>
                  </a:cubicBez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6"/>
            <p:cNvSpPr/>
            <p:nvPr/>
          </p:nvSpPr>
          <p:spPr>
            <a:xfrm rot="10800000" flipH="1">
              <a:off x="9235323" y="2129457"/>
              <a:ext cx="275996" cy="330689"/>
            </a:xfrm>
            <a:custGeom>
              <a:avLst/>
              <a:gdLst/>
              <a:ahLst/>
              <a:cxnLst/>
              <a:rect l="l" t="t" r="r" b="b"/>
              <a:pathLst>
                <a:path w="3632" h="3865" extrusionOk="0">
                  <a:moveTo>
                    <a:pt x="196" y="0"/>
                  </a:moveTo>
                  <a:lnTo>
                    <a:pt x="217" y="21"/>
                  </a:lnTo>
                  <a:lnTo>
                    <a:pt x="1" y="238"/>
                  </a:lnTo>
                  <a:lnTo>
                    <a:pt x="3627" y="3865"/>
                  </a:lnTo>
                  <a:cubicBezTo>
                    <a:pt x="3627" y="3723"/>
                    <a:pt x="3631" y="3577"/>
                    <a:pt x="3631" y="3436"/>
                  </a:cubicBezTo>
                  <a:lnTo>
                    <a:pt x="1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6"/>
            <p:cNvSpPr/>
            <p:nvPr/>
          </p:nvSpPr>
          <p:spPr>
            <a:xfrm rot="10800000" flipH="1">
              <a:off x="8986311" y="1953462"/>
              <a:ext cx="219687" cy="227675"/>
            </a:xfrm>
            <a:custGeom>
              <a:avLst/>
              <a:gdLst/>
              <a:ahLst/>
              <a:cxnLst/>
              <a:rect l="l" t="t" r="r" b="b"/>
              <a:pathLst>
                <a:path w="2891" h="2661" extrusionOk="0">
                  <a:moveTo>
                    <a:pt x="0" y="175"/>
                  </a:moveTo>
                  <a:lnTo>
                    <a:pt x="37" y="212"/>
                  </a:lnTo>
                  <a:lnTo>
                    <a:pt x="37" y="212"/>
                  </a:lnTo>
                  <a:lnTo>
                    <a:pt x="0" y="175"/>
                  </a:lnTo>
                  <a:close/>
                  <a:moveTo>
                    <a:pt x="255" y="0"/>
                  </a:moveTo>
                  <a:lnTo>
                    <a:pt x="37" y="212"/>
                  </a:lnTo>
                  <a:lnTo>
                    <a:pt x="37" y="212"/>
                  </a:lnTo>
                  <a:lnTo>
                    <a:pt x="2485" y="2660"/>
                  </a:lnTo>
                  <a:cubicBezTo>
                    <a:pt x="2617" y="2654"/>
                    <a:pt x="2754" y="2645"/>
                    <a:pt x="2891" y="2636"/>
                  </a:cubicBez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6"/>
            <p:cNvSpPr/>
            <p:nvPr/>
          </p:nvSpPr>
          <p:spPr>
            <a:xfrm rot="10800000" flipH="1">
              <a:off x="9150369" y="2016091"/>
              <a:ext cx="320450" cy="349940"/>
            </a:xfrm>
            <a:custGeom>
              <a:avLst/>
              <a:gdLst/>
              <a:ahLst/>
              <a:cxnLst/>
              <a:rect l="l" t="t" r="r" b="b"/>
              <a:pathLst>
                <a:path w="4217" h="4090" extrusionOk="0">
                  <a:moveTo>
                    <a:pt x="255" y="1"/>
                  </a:moveTo>
                  <a:lnTo>
                    <a:pt x="39" y="218"/>
                  </a:lnTo>
                  <a:lnTo>
                    <a:pt x="0" y="181"/>
                  </a:lnTo>
                  <a:lnTo>
                    <a:pt x="0" y="181"/>
                  </a:lnTo>
                  <a:lnTo>
                    <a:pt x="3910" y="4090"/>
                  </a:lnTo>
                  <a:cubicBezTo>
                    <a:pt x="4014" y="4047"/>
                    <a:pt x="4113" y="4005"/>
                    <a:pt x="4216" y="3962"/>
                  </a:cubicBezTo>
                  <a:lnTo>
                    <a:pt x="2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6"/>
            <p:cNvSpPr/>
            <p:nvPr/>
          </p:nvSpPr>
          <p:spPr>
            <a:xfrm rot="10800000" flipH="1">
              <a:off x="8904244" y="2070595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 rot="10800000" flipH="1">
              <a:off x="9068302" y="2255317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7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6"/>
            <p:cNvSpPr/>
            <p:nvPr/>
          </p:nvSpPr>
          <p:spPr>
            <a:xfrm rot="10800000" flipH="1">
              <a:off x="9232436" y="2439698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0" y="1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6"/>
            <p:cNvSpPr/>
            <p:nvPr/>
          </p:nvSpPr>
          <p:spPr>
            <a:xfrm rot="10800000" flipH="1">
              <a:off x="9232436" y="2439697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6"/>
            <p:cNvSpPr/>
            <p:nvPr/>
          </p:nvSpPr>
          <p:spPr>
            <a:xfrm rot="10800000" flipH="1">
              <a:off x="9002800" y="2181052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38" y="3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6"/>
            <p:cNvSpPr/>
            <p:nvPr/>
          </p:nvSpPr>
          <p:spPr>
            <a:xfrm rot="10800000" flipH="1">
              <a:off x="8986235" y="2162913"/>
              <a:ext cx="19453" cy="21561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218" y="1"/>
                  </a:moveTo>
                  <a:lnTo>
                    <a:pt x="1" y="214"/>
                  </a:lnTo>
                  <a:lnTo>
                    <a:pt x="38" y="251"/>
                  </a:lnTo>
                  <a:lnTo>
                    <a:pt x="256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6"/>
            <p:cNvSpPr/>
            <p:nvPr/>
          </p:nvSpPr>
          <p:spPr>
            <a:xfrm rot="10800000" flipH="1">
              <a:off x="9166858" y="2365946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6"/>
            <p:cNvSpPr/>
            <p:nvPr/>
          </p:nvSpPr>
          <p:spPr>
            <a:xfrm rot="10800000" flipH="1">
              <a:off x="9150369" y="234729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6"/>
            <p:cNvSpPr/>
            <p:nvPr/>
          </p:nvSpPr>
          <p:spPr>
            <a:xfrm rot="10800000" flipH="1">
              <a:off x="8742998" y="2864663"/>
              <a:ext cx="771602" cy="887257"/>
            </a:xfrm>
            <a:custGeom>
              <a:avLst/>
              <a:gdLst/>
              <a:ahLst/>
              <a:cxnLst/>
              <a:rect l="l" t="t" r="r" b="b"/>
              <a:pathLst>
                <a:path w="10154" h="10370" extrusionOk="0">
                  <a:moveTo>
                    <a:pt x="216" y="0"/>
                  </a:moveTo>
                  <a:lnTo>
                    <a:pt x="0" y="217"/>
                  </a:lnTo>
                  <a:lnTo>
                    <a:pt x="10153" y="10370"/>
                  </a:lnTo>
                  <a:cubicBezTo>
                    <a:pt x="10153" y="10224"/>
                    <a:pt x="10153" y="10082"/>
                    <a:pt x="10148" y="9936"/>
                  </a:cubicBez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6"/>
            <p:cNvSpPr/>
            <p:nvPr/>
          </p:nvSpPr>
          <p:spPr>
            <a:xfrm rot="10800000" flipH="1">
              <a:off x="8907055" y="3236163"/>
              <a:ext cx="605716" cy="700651"/>
            </a:xfrm>
            <a:custGeom>
              <a:avLst/>
              <a:gdLst/>
              <a:ahLst/>
              <a:cxnLst/>
              <a:rect l="l" t="t" r="r" b="b"/>
              <a:pathLst>
                <a:path w="7971" h="8189" extrusionOk="0">
                  <a:moveTo>
                    <a:pt x="218" y="1"/>
                  </a:moveTo>
                  <a:lnTo>
                    <a:pt x="1" y="218"/>
                  </a:lnTo>
                  <a:lnTo>
                    <a:pt x="7971" y="8188"/>
                  </a:lnTo>
                  <a:lnTo>
                    <a:pt x="7971" y="7754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6"/>
            <p:cNvSpPr/>
            <p:nvPr/>
          </p:nvSpPr>
          <p:spPr>
            <a:xfrm rot="10800000" flipH="1">
              <a:off x="9071189" y="3608604"/>
              <a:ext cx="439070" cy="512932"/>
            </a:xfrm>
            <a:custGeom>
              <a:avLst/>
              <a:gdLst/>
              <a:ahLst/>
              <a:cxnLst/>
              <a:rect l="l" t="t" r="r" b="b"/>
              <a:pathLst>
                <a:path w="5778" h="5995" extrusionOk="0">
                  <a:moveTo>
                    <a:pt x="217" y="0"/>
                  </a:moveTo>
                  <a:lnTo>
                    <a:pt x="0" y="218"/>
                  </a:lnTo>
                  <a:lnTo>
                    <a:pt x="5778" y="5994"/>
                  </a:lnTo>
                  <a:cubicBezTo>
                    <a:pt x="5772" y="5848"/>
                    <a:pt x="5772" y="5702"/>
                    <a:pt x="5772" y="5561"/>
                  </a:cubicBez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6"/>
            <p:cNvSpPr/>
            <p:nvPr/>
          </p:nvSpPr>
          <p:spPr>
            <a:xfrm rot="10800000" flipH="1">
              <a:off x="9235323" y="3981473"/>
              <a:ext cx="272044" cy="324871"/>
            </a:xfrm>
            <a:custGeom>
              <a:avLst/>
              <a:gdLst/>
              <a:ahLst/>
              <a:cxnLst/>
              <a:rect l="l" t="t" r="r" b="b"/>
              <a:pathLst>
                <a:path w="3580" h="3797" extrusionOk="0">
                  <a:moveTo>
                    <a:pt x="217" y="1"/>
                  </a:moveTo>
                  <a:lnTo>
                    <a:pt x="1" y="217"/>
                  </a:lnTo>
                  <a:lnTo>
                    <a:pt x="3579" y="3797"/>
                  </a:lnTo>
                  <a:cubicBezTo>
                    <a:pt x="3579" y="3655"/>
                    <a:pt x="3579" y="3509"/>
                    <a:pt x="3575" y="3363"/>
                  </a:cubicBez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6"/>
            <p:cNvSpPr/>
            <p:nvPr/>
          </p:nvSpPr>
          <p:spPr>
            <a:xfrm rot="10800000" flipH="1">
              <a:off x="8824988" y="3050156"/>
              <a:ext cx="688849" cy="796649"/>
            </a:xfrm>
            <a:custGeom>
              <a:avLst/>
              <a:gdLst/>
              <a:ahLst/>
              <a:cxnLst/>
              <a:rect l="l" t="t" r="r" b="b"/>
              <a:pathLst>
                <a:path w="9065" h="9311" extrusionOk="0">
                  <a:moveTo>
                    <a:pt x="189" y="0"/>
                  </a:moveTo>
                  <a:lnTo>
                    <a:pt x="218" y="30"/>
                  </a:lnTo>
                  <a:lnTo>
                    <a:pt x="1" y="246"/>
                  </a:lnTo>
                  <a:lnTo>
                    <a:pt x="9064" y="9310"/>
                  </a:lnTo>
                  <a:lnTo>
                    <a:pt x="9064" y="8876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 rot="10800000" flipH="1">
              <a:off x="8989122" y="3422170"/>
              <a:ext cx="522507" cy="610214"/>
            </a:xfrm>
            <a:custGeom>
              <a:avLst/>
              <a:gdLst/>
              <a:ahLst/>
              <a:cxnLst/>
              <a:rect l="l" t="t" r="r" b="b"/>
              <a:pathLst>
                <a:path w="6876" h="7132" extrusionOk="0">
                  <a:moveTo>
                    <a:pt x="180" y="1"/>
                  </a:moveTo>
                  <a:lnTo>
                    <a:pt x="218" y="38"/>
                  </a:lnTo>
                  <a:lnTo>
                    <a:pt x="218" y="38"/>
                  </a:lnTo>
                  <a:lnTo>
                    <a:pt x="218" y="38"/>
                  </a:lnTo>
                  <a:lnTo>
                    <a:pt x="180" y="1"/>
                  </a:lnTo>
                  <a:close/>
                  <a:moveTo>
                    <a:pt x="218" y="38"/>
                  </a:moveTo>
                  <a:lnTo>
                    <a:pt x="0" y="255"/>
                  </a:lnTo>
                  <a:lnTo>
                    <a:pt x="6876" y="7131"/>
                  </a:lnTo>
                  <a:cubicBezTo>
                    <a:pt x="6871" y="6985"/>
                    <a:pt x="6871" y="6839"/>
                    <a:pt x="6871" y="6698"/>
                  </a:cubicBezTo>
                  <a:lnTo>
                    <a:pt x="21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6"/>
            <p:cNvSpPr/>
            <p:nvPr/>
          </p:nvSpPr>
          <p:spPr>
            <a:xfrm rot="10800000" flipH="1">
              <a:off x="9150369" y="3795038"/>
              <a:ext cx="358445" cy="418902"/>
            </a:xfrm>
            <a:custGeom>
              <a:avLst/>
              <a:gdLst/>
              <a:ahLst/>
              <a:cxnLst/>
              <a:rect l="l" t="t" r="r" b="b"/>
              <a:pathLst>
                <a:path w="4717" h="4896" extrusionOk="0">
                  <a:moveTo>
                    <a:pt x="255" y="1"/>
                  </a:moveTo>
                  <a:lnTo>
                    <a:pt x="39" y="218"/>
                  </a:lnTo>
                  <a:lnTo>
                    <a:pt x="0" y="179"/>
                  </a:lnTo>
                  <a:lnTo>
                    <a:pt x="4717" y="4896"/>
                  </a:lnTo>
                  <a:cubicBezTo>
                    <a:pt x="4712" y="4750"/>
                    <a:pt x="4712" y="4604"/>
                    <a:pt x="4712" y="4462"/>
                  </a:cubicBezTo>
                  <a:lnTo>
                    <a:pt x="2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 rot="10800000" flipH="1">
              <a:off x="8756523" y="3751835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6"/>
            <p:cNvSpPr/>
            <p:nvPr/>
          </p:nvSpPr>
          <p:spPr>
            <a:xfrm rot="10800000" flipH="1">
              <a:off x="8740034" y="373335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6"/>
            <p:cNvSpPr/>
            <p:nvPr/>
          </p:nvSpPr>
          <p:spPr>
            <a:xfrm rot="10800000" flipH="1">
              <a:off x="8904244" y="391807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6"/>
            <p:cNvSpPr/>
            <p:nvPr/>
          </p:nvSpPr>
          <p:spPr>
            <a:xfrm rot="10800000" flipH="1">
              <a:off x="8904244" y="3918076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6"/>
            <p:cNvSpPr/>
            <p:nvPr/>
          </p:nvSpPr>
          <p:spPr>
            <a:xfrm rot="10800000" flipH="1">
              <a:off x="9068302" y="410288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7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6"/>
            <p:cNvSpPr/>
            <p:nvPr/>
          </p:nvSpPr>
          <p:spPr>
            <a:xfrm rot="10800000" flipH="1">
              <a:off x="9248925" y="4306259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6"/>
            <p:cNvSpPr/>
            <p:nvPr/>
          </p:nvSpPr>
          <p:spPr>
            <a:xfrm rot="10800000" flipH="1">
              <a:off x="9232436" y="4287778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7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6"/>
            <p:cNvSpPr/>
            <p:nvPr/>
          </p:nvSpPr>
          <p:spPr>
            <a:xfrm rot="10800000" flipH="1">
              <a:off x="8822177" y="382575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6"/>
            <p:cNvSpPr/>
            <p:nvPr/>
          </p:nvSpPr>
          <p:spPr>
            <a:xfrm rot="10800000" flipH="1">
              <a:off x="8822177" y="382575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6"/>
            <p:cNvSpPr/>
            <p:nvPr/>
          </p:nvSpPr>
          <p:spPr>
            <a:xfrm rot="10800000" flipH="1">
              <a:off x="8986235" y="4010480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6"/>
            <p:cNvSpPr/>
            <p:nvPr/>
          </p:nvSpPr>
          <p:spPr>
            <a:xfrm rot="10800000" flipH="1">
              <a:off x="9166858" y="4213855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6"/>
            <p:cNvSpPr/>
            <p:nvPr/>
          </p:nvSpPr>
          <p:spPr>
            <a:xfrm rot="10800000" flipH="1">
              <a:off x="9150369" y="419528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0" y="216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6"/>
            <p:cNvSpPr/>
            <p:nvPr/>
          </p:nvSpPr>
          <p:spPr>
            <a:xfrm rot="10800000" flipH="1">
              <a:off x="9081904" y="2276707"/>
              <a:ext cx="2964" cy="3337"/>
            </a:xfrm>
            <a:custGeom>
              <a:avLst/>
              <a:gdLst/>
              <a:ahLst/>
              <a:cxnLst/>
              <a:rect l="l" t="t" r="r" b="b"/>
              <a:pathLst>
                <a:path w="39" h="39" extrusionOk="0">
                  <a:moveTo>
                    <a:pt x="0" y="1"/>
                  </a:moveTo>
                  <a:lnTo>
                    <a:pt x="39" y="38"/>
                  </a:ln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6"/>
            <p:cNvSpPr/>
            <p:nvPr/>
          </p:nvSpPr>
          <p:spPr>
            <a:xfrm rot="10800000" flipH="1">
              <a:off x="9246113" y="2461515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0"/>
                  </a:moveTo>
                  <a:lnTo>
                    <a:pt x="37" y="39"/>
                  </a:lnTo>
                  <a:lnTo>
                    <a:pt x="37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 rot="10800000" flipH="1">
              <a:off x="8983423" y="2166165"/>
              <a:ext cx="2888" cy="2909"/>
            </a:xfrm>
            <a:custGeom>
              <a:avLst/>
              <a:gdLst/>
              <a:ahLst/>
              <a:cxnLst/>
              <a:rect l="l" t="t" r="r" b="b"/>
              <a:pathLst>
                <a:path w="38" h="34" extrusionOk="0">
                  <a:moveTo>
                    <a:pt x="1" y="1"/>
                  </a:moveTo>
                  <a:lnTo>
                    <a:pt x="38" y="34"/>
                  </a:lnTo>
                  <a:lnTo>
                    <a:pt x="38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 rot="10800000" flipH="1">
              <a:off x="9147557" y="2350545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9"/>
                  </a:moveTo>
                  <a:lnTo>
                    <a:pt x="37" y="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 rot="10800000" flipH="1">
              <a:off x="8086386" y="2076918"/>
              <a:ext cx="831483" cy="935855"/>
            </a:xfrm>
            <a:custGeom>
              <a:avLst/>
              <a:gdLst/>
              <a:ahLst/>
              <a:cxnLst/>
              <a:rect l="l" t="t" r="r" b="b"/>
              <a:pathLst>
                <a:path w="10942" h="10938" extrusionOk="0">
                  <a:moveTo>
                    <a:pt x="218" y="0"/>
                  </a:moveTo>
                  <a:lnTo>
                    <a:pt x="1" y="218"/>
                  </a:lnTo>
                  <a:lnTo>
                    <a:pt x="10725" y="10937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6"/>
            <p:cNvSpPr/>
            <p:nvPr/>
          </p:nvSpPr>
          <p:spPr>
            <a:xfrm rot="10800000" flipH="1">
              <a:off x="8901280" y="2073761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3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6"/>
            <p:cNvSpPr/>
            <p:nvPr/>
          </p:nvSpPr>
          <p:spPr>
            <a:xfrm rot="10800000" flipH="1">
              <a:off x="8250596" y="2261470"/>
              <a:ext cx="831407" cy="936112"/>
            </a:xfrm>
            <a:custGeom>
              <a:avLst/>
              <a:gdLst/>
              <a:ahLst/>
              <a:cxnLst/>
              <a:rect l="l" t="t" r="r" b="b"/>
              <a:pathLst>
                <a:path w="10941" h="10941" extrusionOk="0">
                  <a:moveTo>
                    <a:pt x="217" y="1"/>
                  </a:moveTo>
                  <a:lnTo>
                    <a:pt x="0" y="217"/>
                  </a:lnTo>
                  <a:lnTo>
                    <a:pt x="10724" y="10941"/>
                  </a:lnTo>
                  <a:lnTo>
                    <a:pt x="10940" y="10725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6"/>
            <p:cNvSpPr/>
            <p:nvPr/>
          </p:nvSpPr>
          <p:spPr>
            <a:xfrm rot="10800000" flipH="1">
              <a:off x="9065490" y="2258141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1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6"/>
            <p:cNvSpPr/>
            <p:nvPr/>
          </p:nvSpPr>
          <p:spPr>
            <a:xfrm rot="10800000" flipH="1">
              <a:off x="8414654" y="2443026"/>
              <a:ext cx="831559" cy="939363"/>
            </a:xfrm>
            <a:custGeom>
              <a:avLst/>
              <a:gdLst/>
              <a:ahLst/>
              <a:cxnLst/>
              <a:rect l="l" t="t" r="r" b="b"/>
              <a:pathLst>
                <a:path w="10943" h="10979" extrusionOk="0">
                  <a:moveTo>
                    <a:pt x="218" y="0"/>
                  </a:moveTo>
                  <a:lnTo>
                    <a:pt x="1" y="218"/>
                  </a:lnTo>
                  <a:lnTo>
                    <a:pt x="10762" y="10979"/>
                  </a:lnTo>
                  <a:lnTo>
                    <a:pt x="10725" y="10941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6"/>
            <p:cNvSpPr/>
            <p:nvPr/>
          </p:nvSpPr>
          <p:spPr>
            <a:xfrm rot="10800000" flipH="1">
              <a:off x="9229548" y="2443034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6"/>
            <p:cNvSpPr/>
            <p:nvPr/>
          </p:nvSpPr>
          <p:spPr>
            <a:xfrm rot="10800000" flipH="1">
              <a:off x="8578788" y="2630915"/>
              <a:ext cx="831483" cy="936283"/>
            </a:xfrm>
            <a:custGeom>
              <a:avLst/>
              <a:gdLst/>
              <a:ahLst/>
              <a:cxnLst/>
              <a:rect l="l" t="t" r="r" b="b"/>
              <a:pathLst>
                <a:path w="10942" h="10943" extrusionOk="0">
                  <a:moveTo>
                    <a:pt x="218" y="1"/>
                  </a:moveTo>
                  <a:lnTo>
                    <a:pt x="0" y="218"/>
                  </a:lnTo>
                  <a:lnTo>
                    <a:pt x="10724" y="10942"/>
                  </a:lnTo>
                  <a:lnTo>
                    <a:pt x="10942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6"/>
            <p:cNvSpPr/>
            <p:nvPr/>
          </p:nvSpPr>
          <p:spPr>
            <a:xfrm rot="10800000" flipH="1">
              <a:off x="8144897" y="2003595"/>
              <a:ext cx="690293" cy="777569"/>
            </a:xfrm>
            <a:custGeom>
              <a:avLst/>
              <a:gdLst/>
              <a:ahLst/>
              <a:cxnLst/>
              <a:rect l="l" t="t" r="r" b="b"/>
              <a:pathLst>
                <a:path w="9084" h="9088" extrusionOk="0">
                  <a:moveTo>
                    <a:pt x="1" y="1"/>
                  </a:moveTo>
                  <a:lnTo>
                    <a:pt x="1" y="1"/>
                  </a:lnTo>
                  <a:cubicBezTo>
                    <a:pt x="208" y="358"/>
                    <a:pt x="419" y="713"/>
                    <a:pt x="632" y="1066"/>
                  </a:cubicBezTo>
                  <a:lnTo>
                    <a:pt x="8418" y="8853"/>
                  </a:lnTo>
                  <a:cubicBezTo>
                    <a:pt x="8635" y="8937"/>
                    <a:pt x="8857" y="9012"/>
                    <a:pt x="9083" y="908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6"/>
            <p:cNvSpPr/>
            <p:nvPr/>
          </p:nvSpPr>
          <p:spPr>
            <a:xfrm rot="10800000" flipH="1">
              <a:off x="8168529" y="2168980"/>
              <a:ext cx="834370" cy="936198"/>
            </a:xfrm>
            <a:custGeom>
              <a:avLst/>
              <a:gdLst/>
              <a:ahLst/>
              <a:cxnLst/>
              <a:rect l="l" t="t" r="r" b="b"/>
              <a:pathLst>
                <a:path w="10980" h="10942" extrusionOk="0">
                  <a:moveTo>
                    <a:pt x="217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41" y="10725"/>
                  </a:lnTo>
                  <a:lnTo>
                    <a:pt x="10979" y="10762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6"/>
            <p:cNvSpPr/>
            <p:nvPr/>
          </p:nvSpPr>
          <p:spPr>
            <a:xfrm rot="10800000" flipH="1">
              <a:off x="8983423" y="2166165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1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6"/>
            <p:cNvSpPr/>
            <p:nvPr/>
          </p:nvSpPr>
          <p:spPr>
            <a:xfrm rot="10800000" flipH="1">
              <a:off x="8332663" y="2353788"/>
              <a:ext cx="831483" cy="939449"/>
            </a:xfrm>
            <a:custGeom>
              <a:avLst/>
              <a:gdLst/>
              <a:ahLst/>
              <a:cxnLst/>
              <a:rect l="l" t="t" r="r" b="b"/>
              <a:pathLst>
                <a:path w="10942" h="10980" extrusionOk="0">
                  <a:moveTo>
                    <a:pt x="179" y="1"/>
                  </a:moveTo>
                  <a:lnTo>
                    <a:pt x="218" y="39"/>
                  </a:lnTo>
                  <a:lnTo>
                    <a:pt x="218" y="39"/>
                  </a:lnTo>
                  <a:lnTo>
                    <a:pt x="218" y="39"/>
                  </a:lnTo>
                  <a:lnTo>
                    <a:pt x="179" y="1"/>
                  </a:lnTo>
                  <a:close/>
                  <a:moveTo>
                    <a:pt x="218" y="39"/>
                  </a:moveTo>
                  <a:lnTo>
                    <a:pt x="0" y="255"/>
                  </a:lnTo>
                  <a:lnTo>
                    <a:pt x="10724" y="10979"/>
                  </a:lnTo>
                  <a:lnTo>
                    <a:pt x="10941" y="10763"/>
                  </a:lnTo>
                  <a:lnTo>
                    <a:pt x="218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6"/>
            <p:cNvSpPr/>
            <p:nvPr/>
          </p:nvSpPr>
          <p:spPr>
            <a:xfrm rot="10800000" flipH="1">
              <a:off x="9147557" y="2350545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7" y="0"/>
                  </a:moveTo>
                  <a:lnTo>
                    <a:pt x="0" y="216"/>
                  </a:lnTo>
                  <a:lnTo>
                    <a:pt x="37" y="255"/>
                  </a:lnTo>
                  <a:lnTo>
                    <a:pt x="255" y="37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6"/>
            <p:cNvSpPr/>
            <p:nvPr/>
          </p:nvSpPr>
          <p:spPr>
            <a:xfrm rot="10800000" flipH="1">
              <a:off x="8496721" y="2538596"/>
              <a:ext cx="834370" cy="936198"/>
            </a:xfrm>
            <a:custGeom>
              <a:avLst/>
              <a:gdLst/>
              <a:ahLst/>
              <a:cxnLst/>
              <a:rect l="l" t="t" r="r" b="b"/>
              <a:pathLst>
                <a:path w="10980" h="10942" extrusionOk="0">
                  <a:moveTo>
                    <a:pt x="10942" y="10724"/>
                  </a:moveTo>
                  <a:lnTo>
                    <a:pt x="10941" y="10725"/>
                  </a:lnTo>
                  <a:lnTo>
                    <a:pt x="10941" y="10725"/>
                  </a:lnTo>
                  <a:lnTo>
                    <a:pt x="10979" y="10763"/>
                  </a:lnTo>
                  <a:lnTo>
                    <a:pt x="10979" y="10763"/>
                  </a:lnTo>
                  <a:lnTo>
                    <a:pt x="10942" y="10724"/>
                  </a:lnTo>
                  <a:close/>
                  <a:moveTo>
                    <a:pt x="218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41" y="10725"/>
                  </a:lnTo>
                  <a:lnTo>
                    <a:pt x="10941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6"/>
            <p:cNvSpPr/>
            <p:nvPr/>
          </p:nvSpPr>
          <p:spPr>
            <a:xfrm rot="10800000" flipH="1">
              <a:off x="8657967" y="2720153"/>
              <a:ext cx="834370" cy="939363"/>
            </a:xfrm>
            <a:custGeom>
              <a:avLst/>
              <a:gdLst/>
              <a:ahLst/>
              <a:cxnLst/>
              <a:rect l="l" t="t" r="r" b="b"/>
              <a:pathLst>
                <a:path w="10980" h="10979" extrusionOk="0">
                  <a:moveTo>
                    <a:pt x="1" y="179"/>
                  </a:moveTo>
                  <a:lnTo>
                    <a:pt x="39" y="217"/>
                  </a:lnTo>
                  <a:lnTo>
                    <a:pt x="39" y="217"/>
                  </a:lnTo>
                  <a:lnTo>
                    <a:pt x="1" y="179"/>
                  </a:lnTo>
                  <a:close/>
                  <a:moveTo>
                    <a:pt x="255" y="0"/>
                  </a:moveTo>
                  <a:lnTo>
                    <a:pt x="39" y="217"/>
                  </a:lnTo>
                  <a:lnTo>
                    <a:pt x="39" y="217"/>
                  </a:lnTo>
                  <a:lnTo>
                    <a:pt x="10800" y="10979"/>
                  </a:lnTo>
                  <a:lnTo>
                    <a:pt x="10763" y="10941"/>
                  </a:lnTo>
                  <a:lnTo>
                    <a:pt x="10979" y="10724"/>
                  </a:ln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6"/>
            <p:cNvSpPr/>
            <p:nvPr/>
          </p:nvSpPr>
          <p:spPr>
            <a:xfrm rot="10800000" flipH="1">
              <a:off x="8083575" y="2994122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6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6"/>
            <p:cNvSpPr/>
            <p:nvPr/>
          </p:nvSpPr>
          <p:spPr>
            <a:xfrm rot="10800000" flipH="1">
              <a:off x="8264198" y="319749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6"/>
            <p:cNvSpPr/>
            <p:nvPr/>
          </p:nvSpPr>
          <p:spPr>
            <a:xfrm rot="10800000" flipH="1">
              <a:off x="8247708" y="3178930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6"/>
            <p:cNvSpPr/>
            <p:nvPr/>
          </p:nvSpPr>
          <p:spPr>
            <a:xfrm rot="10800000" flipH="1">
              <a:off x="8411842" y="336373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6"/>
            <p:cNvSpPr/>
            <p:nvPr/>
          </p:nvSpPr>
          <p:spPr>
            <a:xfrm rot="10800000" flipH="1">
              <a:off x="8411842" y="336373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6"/>
            <p:cNvSpPr/>
            <p:nvPr/>
          </p:nvSpPr>
          <p:spPr>
            <a:xfrm rot="10800000" flipH="1">
              <a:off x="8575976" y="3548460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7"/>
                  </a:lnTo>
                  <a:lnTo>
                    <a:pt x="37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6"/>
            <p:cNvSpPr/>
            <p:nvPr/>
          </p:nvSpPr>
          <p:spPr>
            <a:xfrm rot="10800000" flipH="1">
              <a:off x="8182131" y="3105092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6"/>
            <p:cNvSpPr/>
            <p:nvPr/>
          </p:nvSpPr>
          <p:spPr>
            <a:xfrm rot="10800000" flipH="1">
              <a:off x="8165642" y="3086526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6"/>
            <p:cNvSpPr/>
            <p:nvPr/>
          </p:nvSpPr>
          <p:spPr>
            <a:xfrm rot="10800000" flipH="1">
              <a:off x="8329775" y="3271334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0"/>
                  </a:moveTo>
                  <a:lnTo>
                    <a:pt x="38" y="37"/>
                  </a:lnTo>
                  <a:lnTo>
                    <a:pt x="38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6"/>
            <p:cNvSpPr/>
            <p:nvPr/>
          </p:nvSpPr>
          <p:spPr>
            <a:xfrm rot="10800000" flipH="1">
              <a:off x="8329775" y="327133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6"/>
            <p:cNvSpPr/>
            <p:nvPr/>
          </p:nvSpPr>
          <p:spPr>
            <a:xfrm rot="10800000" flipH="1">
              <a:off x="8493909" y="3456142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6"/>
            <p:cNvSpPr/>
            <p:nvPr/>
          </p:nvSpPr>
          <p:spPr>
            <a:xfrm rot="10800000" flipH="1">
              <a:off x="8674532" y="3659431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37" y="38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6"/>
            <p:cNvSpPr/>
            <p:nvPr/>
          </p:nvSpPr>
          <p:spPr>
            <a:xfrm rot="10800000" flipH="1">
              <a:off x="8657967" y="364086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6"/>
            <p:cNvSpPr/>
            <p:nvPr/>
          </p:nvSpPr>
          <p:spPr>
            <a:xfrm rot="10800000" flipH="1">
              <a:off x="9059335" y="4722244"/>
              <a:ext cx="446669" cy="502494"/>
            </a:xfrm>
            <a:custGeom>
              <a:avLst/>
              <a:gdLst/>
              <a:ahLst/>
              <a:cxnLst/>
              <a:rect l="l" t="t" r="r" b="b"/>
              <a:pathLst>
                <a:path w="5878" h="5873" extrusionOk="0">
                  <a:moveTo>
                    <a:pt x="1" y="1"/>
                  </a:moveTo>
                  <a:lnTo>
                    <a:pt x="5872" y="5873"/>
                  </a:lnTo>
                  <a:cubicBezTo>
                    <a:pt x="5872" y="5727"/>
                    <a:pt x="5872" y="5585"/>
                    <a:pt x="5877" y="5444"/>
                  </a:cubicBez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6"/>
            <p:cNvSpPr/>
            <p:nvPr/>
          </p:nvSpPr>
          <p:spPr>
            <a:xfrm rot="10800000" flipH="1">
              <a:off x="9223469" y="4905855"/>
              <a:ext cx="283519" cy="318882"/>
            </a:xfrm>
            <a:custGeom>
              <a:avLst/>
              <a:gdLst/>
              <a:ahLst/>
              <a:cxnLst/>
              <a:rect l="l" t="t" r="r" b="b"/>
              <a:pathLst>
                <a:path w="3731" h="3727" extrusionOk="0">
                  <a:moveTo>
                    <a:pt x="0" y="1"/>
                  </a:moveTo>
                  <a:lnTo>
                    <a:pt x="3726" y="3727"/>
                  </a:lnTo>
                  <a:cubicBezTo>
                    <a:pt x="3726" y="3581"/>
                    <a:pt x="3726" y="3439"/>
                    <a:pt x="3731" y="3298"/>
                  </a:cubicBez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6"/>
            <p:cNvSpPr/>
            <p:nvPr/>
          </p:nvSpPr>
          <p:spPr>
            <a:xfrm rot="10800000" flipH="1">
              <a:off x="8835779" y="3847490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8"/>
                  </a:moveTo>
                  <a:lnTo>
                    <a:pt x="38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6"/>
            <p:cNvSpPr/>
            <p:nvPr/>
          </p:nvSpPr>
          <p:spPr>
            <a:xfrm rot="10800000" flipH="1">
              <a:off x="8999837" y="4032298"/>
              <a:ext cx="3040" cy="3251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1" y="0"/>
                  </a:moveTo>
                  <a:lnTo>
                    <a:pt x="39" y="38"/>
                  </a:ln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6"/>
            <p:cNvSpPr/>
            <p:nvPr/>
          </p:nvSpPr>
          <p:spPr>
            <a:xfrm rot="10800000" flipH="1">
              <a:off x="9147557" y="419854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7" y="37"/>
                  </a:move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6"/>
            <p:cNvSpPr/>
            <p:nvPr/>
          </p:nvSpPr>
          <p:spPr>
            <a:xfrm rot="10800000" flipH="1">
              <a:off x="7935930" y="4675875"/>
              <a:ext cx="2964" cy="2909"/>
            </a:xfrm>
            <a:custGeom>
              <a:avLst/>
              <a:gdLst/>
              <a:ahLst/>
              <a:cxnLst/>
              <a:rect l="l" t="t" r="r" b="b"/>
              <a:pathLst>
                <a:path w="39" h="34" extrusionOk="0">
                  <a:moveTo>
                    <a:pt x="39" y="34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6"/>
            <p:cNvSpPr/>
            <p:nvPr/>
          </p:nvSpPr>
          <p:spPr>
            <a:xfrm rot="10800000" flipH="1">
              <a:off x="8753712" y="3755171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6"/>
            <p:cNvSpPr/>
            <p:nvPr/>
          </p:nvSpPr>
          <p:spPr>
            <a:xfrm rot="10800000" flipH="1">
              <a:off x="7922328" y="3739763"/>
              <a:ext cx="831483" cy="936198"/>
            </a:xfrm>
            <a:custGeom>
              <a:avLst/>
              <a:gdLst/>
              <a:ahLst/>
              <a:cxnLst/>
              <a:rect l="l" t="t" r="r" b="b"/>
              <a:pathLst>
                <a:path w="10942" h="10942" extrusionOk="0">
                  <a:moveTo>
                    <a:pt x="218" y="1"/>
                  </a:moveTo>
                  <a:lnTo>
                    <a:pt x="0" y="218"/>
                  </a:lnTo>
                  <a:lnTo>
                    <a:pt x="10724" y="10942"/>
                  </a:lnTo>
                  <a:lnTo>
                    <a:pt x="10942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6"/>
            <p:cNvSpPr/>
            <p:nvPr/>
          </p:nvSpPr>
          <p:spPr>
            <a:xfrm rot="10800000" flipH="1">
              <a:off x="8737222" y="3736519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8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6"/>
            <p:cNvSpPr/>
            <p:nvPr/>
          </p:nvSpPr>
          <p:spPr>
            <a:xfrm rot="10800000" flipH="1">
              <a:off x="8083575" y="4842116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1" y="0"/>
                  </a:lnTo>
                  <a:lnTo>
                    <a:pt x="38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6"/>
            <p:cNvSpPr/>
            <p:nvPr/>
          </p:nvSpPr>
          <p:spPr>
            <a:xfrm rot="10800000" flipH="1">
              <a:off x="8086386" y="3924571"/>
              <a:ext cx="831483" cy="935770"/>
            </a:xfrm>
            <a:custGeom>
              <a:avLst/>
              <a:gdLst/>
              <a:ahLst/>
              <a:cxnLst/>
              <a:rect l="l" t="t" r="r" b="b"/>
              <a:pathLst>
                <a:path w="10942" h="10937" extrusionOk="0">
                  <a:moveTo>
                    <a:pt x="218" y="1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42" y="10720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6"/>
            <p:cNvSpPr/>
            <p:nvPr/>
          </p:nvSpPr>
          <p:spPr>
            <a:xfrm rot="10800000" flipH="1">
              <a:off x="8901280" y="3921328"/>
              <a:ext cx="3040" cy="3337"/>
            </a:xfrm>
            <a:custGeom>
              <a:avLst/>
              <a:gdLst/>
              <a:ahLst/>
              <a:cxnLst/>
              <a:rect l="l" t="t" r="r" b="b"/>
              <a:pathLst>
                <a:path w="40" h="39" extrusionOk="0">
                  <a:moveTo>
                    <a:pt x="1" y="0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6"/>
            <p:cNvSpPr/>
            <p:nvPr/>
          </p:nvSpPr>
          <p:spPr>
            <a:xfrm rot="10800000" flipH="1">
              <a:off x="8901280" y="3921327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6"/>
                  </a:lnTo>
                  <a:lnTo>
                    <a:pt x="39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6"/>
            <p:cNvSpPr/>
            <p:nvPr/>
          </p:nvSpPr>
          <p:spPr>
            <a:xfrm rot="10800000" flipH="1">
              <a:off x="8250596" y="4109379"/>
              <a:ext cx="831407" cy="935684"/>
            </a:xfrm>
            <a:custGeom>
              <a:avLst/>
              <a:gdLst/>
              <a:ahLst/>
              <a:cxnLst/>
              <a:rect l="l" t="t" r="r" b="b"/>
              <a:pathLst>
                <a:path w="10941" h="10936" extrusionOk="0">
                  <a:moveTo>
                    <a:pt x="217" y="0"/>
                  </a:moveTo>
                  <a:lnTo>
                    <a:pt x="0" y="212"/>
                  </a:lnTo>
                  <a:lnTo>
                    <a:pt x="10724" y="10936"/>
                  </a:lnTo>
                  <a:lnTo>
                    <a:pt x="10940" y="1071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6"/>
            <p:cNvSpPr/>
            <p:nvPr/>
          </p:nvSpPr>
          <p:spPr>
            <a:xfrm rot="10800000" flipH="1">
              <a:off x="9065490" y="4106135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6"/>
            <p:cNvSpPr/>
            <p:nvPr/>
          </p:nvSpPr>
          <p:spPr>
            <a:xfrm rot="10800000" flipH="1">
              <a:off x="9246113" y="4309510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6"/>
            <p:cNvSpPr/>
            <p:nvPr/>
          </p:nvSpPr>
          <p:spPr>
            <a:xfrm rot="10800000" flipH="1">
              <a:off x="8414654" y="4294101"/>
              <a:ext cx="831559" cy="930636"/>
            </a:xfrm>
            <a:custGeom>
              <a:avLst/>
              <a:gdLst/>
              <a:ahLst/>
              <a:cxnLst/>
              <a:rect l="l" t="t" r="r" b="b"/>
              <a:pathLst>
                <a:path w="10943" h="10877" extrusionOk="0">
                  <a:moveTo>
                    <a:pt x="157" y="1"/>
                  </a:moveTo>
                  <a:lnTo>
                    <a:pt x="1" y="152"/>
                  </a:lnTo>
                  <a:lnTo>
                    <a:pt x="10725" y="10876"/>
                  </a:lnTo>
                  <a:lnTo>
                    <a:pt x="10942" y="10659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6"/>
            <p:cNvSpPr/>
            <p:nvPr/>
          </p:nvSpPr>
          <p:spPr>
            <a:xfrm rot="10800000" flipH="1">
              <a:off x="9229548" y="429094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6"/>
            <p:cNvSpPr/>
            <p:nvPr/>
          </p:nvSpPr>
          <p:spPr>
            <a:xfrm rot="10800000" flipH="1">
              <a:off x="8731067" y="4478997"/>
              <a:ext cx="679199" cy="745741"/>
            </a:xfrm>
            <a:custGeom>
              <a:avLst/>
              <a:gdLst/>
              <a:ahLst/>
              <a:cxnLst/>
              <a:rect l="l" t="t" r="r" b="b"/>
              <a:pathLst>
                <a:path w="8938" h="8716" extrusionOk="0">
                  <a:moveTo>
                    <a:pt x="1" y="1"/>
                  </a:moveTo>
                  <a:lnTo>
                    <a:pt x="8720" y="8716"/>
                  </a:lnTo>
                  <a:lnTo>
                    <a:pt x="8938" y="8504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6"/>
            <p:cNvSpPr/>
            <p:nvPr/>
          </p:nvSpPr>
          <p:spPr>
            <a:xfrm rot="10800000" flipH="1">
              <a:off x="8001508" y="3828916"/>
              <a:ext cx="834370" cy="939021"/>
            </a:xfrm>
            <a:custGeom>
              <a:avLst/>
              <a:gdLst/>
              <a:ahLst/>
              <a:cxnLst/>
              <a:rect l="l" t="t" r="r" b="b"/>
              <a:pathLst>
                <a:path w="10980" h="10975" extrusionOk="0">
                  <a:moveTo>
                    <a:pt x="1" y="175"/>
                  </a:moveTo>
                  <a:lnTo>
                    <a:pt x="38" y="213"/>
                  </a:lnTo>
                  <a:lnTo>
                    <a:pt x="39" y="213"/>
                  </a:lnTo>
                  <a:lnTo>
                    <a:pt x="39" y="213"/>
                  </a:lnTo>
                  <a:lnTo>
                    <a:pt x="1" y="175"/>
                  </a:lnTo>
                  <a:close/>
                  <a:moveTo>
                    <a:pt x="255" y="1"/>
                  </a:moveTo>
                  <a:lnTo>
                    <a:pt x="39" y="213"/>
                  </a:lnTo>
                  <a:lnTo>
                    <a:pt x="39" y="213"/>
                  </a:lnTo>
                  <a:lnTo>
                    <a:pt x="10763" y="10937"/>
                  </a:lnTo>
                  <a:lnTo>
                    <a:pt x="10763" y="10937"/>
                  </a:lnTo>
                  <a:lnTo>
                    <a:pt x="10979" y="10720"/>
                  </a:lnTo>
                  <a:lnTo>
                    <a:pt x="255" y="1"/>
                  </a:lnTo>
                  <a:close/>
                  <a:moveTo>
                    <a:pt x="10763" y="10937"/>
                  </a:moveTo>
                  <a:lnTo>
                    <a:pt x="10762" y="10937"/>
                  </a:lnTo>
                  <a:lnTo>
                    <a:pt x="10800" y="10974"/>
                  </a:lnTo>
                  <a:lnTo>
                    <a:pt x="10763" y="109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6"/>
            <p:cNvSpPr/>
            <p:nvPr/>
          </p:nvSpPr>
          <p:spPr>
            <a:xfrm rot="10800000" flipH="1">
              <a:off x="8819213" y="382892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5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6"/>
            <p:cNvSpPr/>
            <p:nvPr/>
          </p:nvSpPr>
          <p:spPr>
            <a:xfrm rot="10800000" flipH="1">
              <a:off x="8168529" y="4016975"/>
              <a:ext cx="831407" cy="935684"/>
            </a:xfrm>
            <a:custGeom>
              <a:avLst/>
              <a:gdLst/>
              <a:ahLst/>
              <a:cxnLst/>
              <a:rect l="l" t="t" r="r" b="b"/>
              <a:pathLst>
                <a:path w="10941" h="10936" extrusionOk="0">
                  <a:moveTo>
                    <a:pt x="217" y="0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41" y="1071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 rot="10800000" flipH="1">
              <a:off x="8983423" y="4013731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 rot="10800000" flipH="1">
              <a:off x="8332663" y="4201697"/>
              <a:ext cx="834294" cy="939021"/>
            </a:xfrm>
            <a:custGeom>
              <a:avLst/>
              <a:gdLst/>
              <a:ahLst/>
              <a:cxnLst/>
              <a:rect l="l" t="t" r="r" b="b"/>
              <a:pathLst>
                <a:path w="10979" h="10975" extrusionOk="0">
                  <a:moveTo>
                    <a:pt x="179" y="0"/>
                  </a:moveTo>
                  <a:lnTo>
                    <a:pt x="217" y="38"/>
                  </a:lnTo>
                  <a:lnTo>
                    <a:pt x="217" y="38"/>
                  </a:lnTo>
                  <a:lnTo>
                    <a:pt x="218" y="37"/>
                  </a:lnTo>
                  <a:lnTo>
                    <a:pt x="179" y="0"/>
                  </a:lnTo>
                  <a:close/>
                  <a:moveTo>
                    <a:pt x="10941" y="10757"/>
                  </a:moveTo>
                  <a:lnTo>
                    <a:pt x="10941" y="10757"/>
                  </a:lnTo>
                  <a:lnTo>
                    <a:pt x="10941" y="10757"/>
                  </a:lnTo>
                  <a:lnTo>
                    <a:pt x="10979" y="10795"/>
                  </a:lnTo>
                  <a:lnTo>
                    <a:pt x="10941" y="10757"/>
                  </a:lnTo>
                  <a:close/>
                  <a:moveTo>
                    <a:pt x="217" y="38"/>
                  </a:moveTo>
                  <a:lnTo>
                    <a:pt x="0" y="250"/>
                  </a:lnTo>
                  <a:lnTo>
                    <a:pt x="10724" y="10974"/>
                  </a:lnTo>
                  <a:lnTo>
                    <a:pt x="10941" y="10757"/>
                  </a:lnTo>
                  <a:lnTo>
                    <a:pt x="10941" y="10757"/>
                  </a:lnTo>
                  <a:lnTo>
                    <a:pt x="21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 rot="10800000" flipH="1">
              <a:off x="9147557" y="4198539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8"/>
                  </a:lnTo>
                  <a:lnTo>
                    <a:pt x="37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6"/>
            <p:cNvSpPr/>
            <p:nvPr/>
          </p:nvSpPr>
          <p:spPr>
            <a:xfrm rot="10800000" flipH="1">
              <a:off x="8567010" y="4386506"/>
              <a:ext cx="761192" cy="838231"/>
            </a:xfrm>
            <a:custGeom>
              <a:avLst/>
              <a:gdLst/>
              <a:ahLst/>
              <a:cxnLst/>
              <a:rect l="l" t="t" r="r" b="b"/>
              <a:pathLst>
                <a:path w="10017" h="9797" extrusionOk="0">
                  <a:moveTo>
                    <a:pt x="0" y="1"/>
                  </a:moveTo>
                  <a:lnTo>
                    <a:pt x="9800" y="9797"/>
                  </a:lnTo>
                  <a:lnTo>
                    <a:pt x="10017" y="9579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6"/>
            <p:cNvSpPr/>
            <p:nvPr/>
          </p:nvSpPr>
          <p:spPr>
            <a:xfrm rot="10800000" flipH="1">
              <a:off x="8895277" y="4571401"/>
              <a:ext cx="597053" cy="653336"/>
            </a:xfrm>
            <a:custGeom>
              <a:avLst/>
              <a:gdLst/>
              <a:ahLst/>
              <a:cxnLst/>
              <a:rect l="l" t="t" r="r" b="b"/>
              <a:pathLst>
                <a:path w="7857" h="7636" extrusionOk="0">
                  <a:moveTo>
                    <a:pt x="0" y="1"/>
                  </a:moveTo>
                  <a:lnTo>
                    <a:pt x="7640" y="7636"/>
                  </a:lnTo>
                  <a:lnTo>
                    <a:pt x="7856" y="7424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rot="10800000" flipH="1">
              <a:off x="7919517" y="4657223"/>
              <a:ext cx="19377" cy="21561"/>
            </a:xfrm>
            <a:custGeom>
              <a:avLst/>
              <a:gdLst/>
              <a:ahLst/>
              <a:cxnLst/>
              <a:rect l="l" t="t" r="r" b="b"/>
              <a:pathLst>
                <a:path w="255" h="252" extrusionOk="0">
                  <a:moveTo>
                    <a:pt x="216" y="1"/>
                  </a:moveTo>
                  <a:lnTo>
                    <a:pt x="0" y="213"/>
                  </a:lnTo>
                  <a:lnTo>
                    <a:pt x="37" y="251"/>
                  </a:lnTo>
                  <a:lnTo>
                    <a:pt x="255" y="34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rot="10800000" flipH="1">
              <a:off x="8083575" y="4842116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0"/>
                  </a:moveTo>
                  <a:lnTo>
                    <a:pt x="1" y="212"/>
                  </a:lnTo>
                  <a:lnTo>
                    <a:pt x="38" y="249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rot="10800000" flipH="1">
              <a:off x="8018073" y="4767851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rot="10800000" flipH="1">
              <a:off x="8001508" y="4749627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2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rot="10800000" flipH="1">
              <a:off x="8182131" y="4952573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6"/>
            <p:cNvSpPr/>
            <p:nvPr/>
          </p:nvSpPr>
          <p:spPr>
            <a:xfrm rot="10800000" flipH="1">
              <a:off x="8165642" y="4934520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8" y="1"/>
                  </a:moveTo>
                  <a:lnTo>
                    <a:pt x="0" y="213"/>
                  </a:lnTo>
                  <a:lnTo>
                    <a:pt x="39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6"/>
            <p:cNvSpPr/>
            <p:nvPr/>
          </p:nvSpPr>
          <p:spPr>
            <a:xfrm rot="10800000" flipH="1">
              <a:off x="8343377" y="3293151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6"/>
            <p:cNvSpPr/>
            <p:nvPr/>
          </p:nvSpPr>
          <p:spPr>
            <a:xfrm rot="10800000" flipH="1">
              <a:off x="8655156" y="3644201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6"/>
            <p:cNvSpPr/>
            <p:nvPr/>
          </p:nvSpPr>
          <p:spPr>
            <a:xfrm rot="10800000" flipH="1">
              <a:off x="7099152" y="3523903"/>
              <a:ext cx="221587" cy="228017"/>
            </a:xfrm>
            <a:custGeom>
              <a:avLst/>
              <a:gdLst/>
              <a:ahLst/>
              <a:cxnLst/>
              <a:rect l="l" t="t" r="r" b="b"/>
              <a:pathLst>
                <a:path w="2916" h="2665" extrusionOk="0">
                  <a:moveTo>
                    <a:pt x="251" y="0"/>
                  </a:moveTo>
                  <a:lnTo>
                    <a:pt x="39" y="217"/>
                  </a:lnTo>
                  <a:lnTo>
                    <a:pt x="1" y="179"/>
                  </a:lnTo>
                  <a:lnTo>
                    <a:pt x="2349" y="2528"/>
                  </a:lnTo>
                  <a:cubicBezTo>
                    <a:pt x="2538" y="2571"/>
                    <a:pt x="2727" y="2617"/>
                    <a:pt x="2915" y="2665"/>
                  </a:cubicBezTo>
                  <a:lnTo>
                    <a:pt x="2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 rot="10800000" flipH="1">
              <a:off x="7266173" y="3000616"/>
              <a:ext cx="831103" cy="936198"/>
            </a:xfrm>
            <a:custGeom>
              <a:avLst/>
              <a:gdLst/>
              <a:ahLst/>
              <a:cxnLst/>
              <a:rect l="l" t="t" r="r" b="b"/>
              <a:pathLst>
                <a:path w="10937" h="10942" extrusionOk="0">
                  <a:moveTo>
                    <a:pt x="213" y="1"/>
                  </a:moveTo>
                  <a:lnTo>
                    <a:pt x="1" y="218"/>
                  </a:lnTo>
                  <a:lnTo>
                    <a:pt x="10720" y="10942"/>
                  </a:lnTo>
                  <a:lnTo>
                    <a:pt x="10936" y="10725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 rot="10800000" flipH="1">
              <a:off x="8080763" y="2997373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 rot="10800000" flipH="1">
              <a:off x="7429927" y="3185339"/>
              <a:ext cx="831483" cy="936198"/>
            </a:xfrm>
            <a:custGeom>
              <a:avLst/>
              <a:gdLst/>
              <a:ahLst/>
              <a:cxnLst/>
              <a:rect l="l" t="t" r="r" b="b"/>
              <a:pathLst>
                <a:path w="10942" h="10942" extrusionOk="0">
                  <a:moveTo>
                    <a:pt x="218" y="0"/>
                  </a:moveTo>
                  <a:lnTo>
                    <a:pt x="1" y="218"/>
                  </a:lnTo>
                  <a:lnTo>
                    <a:pt x="10725" y="10941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 rot="10800000" flipH="1">
              <a:off x="8261310" y="3200747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7"/>
                  </a:moveTo>
                  <a:lnTo>
                    <a:pt x="38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 rot="10800000" flipH="1">
              <a:off x="8244821" y="3182181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6"/>
            <p:cNvSpPr/>
            <p:nvPr/>
          </p:nvSpPr>
          <p:spPr>
            <a:xfrm rot="10800000" flipH="1">
              <a:off x="8408955" y="3366903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0" y="1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6"/>
            <p:cNvSpPr/>
            <p:nvPr/>
          </p:nvSpPr>
          <p:spPr>
            <a:xfrm rot="10800000" flipH="1">
              <a:off x="7591173" y="4287778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1"/>
                  </a:moveTo>
                  <a:lnTo>
                    <a:pt x="1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 rot="10800000" flipH="1">
              <a:off x="7594061" y="3370232"/>
              <a:ext cx="831483" cy="936112"/>
            </a:xfrm>
            <a:custGeom>
              <a:avLst/>
              <a:gdLst/>
              <a:ahLst/>
              <a:cxnLst/>
              <a:rect l="l" t="t" r="r" b="b"/>
              <a:pathLst>
                <a:path w="10942" h="10941" extrusionOk="0">
                  <a:moveTo>
                    <a:pt x="218" y="1"/>
                  </a:moveTo>
                  <a:lnTo>
                    <a:pt x="0" y="217"/>
                  </a:lnTo>
                  <a:lnTo>
                    <a:pt x="10724" y="10941"/>
                  </a:lnTo>
                  <a:lnTo>
                    <a:pt x="10941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 rot="10800000" flipH="1">
              <a:off x="8408955" y="3366903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 rot="10800000" flipH="1">
              <a:off x="7758195" y="3554955"/>
              <a:ext cx="831407" cy="936198"/>
            </a:xfrm>
            <a:custGeom>
              <a:avLst/>
              <a:gdLst/>
              <a:ahLst/>
              <a:cxnLst/>
              <a:rect l="l" t="t" r="r" b="b"/>
              <a:pathLst>
                <a:path w="10941" h="10942" extrusionOk="0">
                  <a:moveTo>
                    <a:pt x="217" y="0"/>
                  </a:moveTo>
                  <a:lnTo>
                    <a:pt x="1" y="218"/>
                  </a:lnTo>
                  <a:lnTo>
                    <a:pt x="10725" y="10941"/>
                  </a:lnTo>
                  <a:lnTo>
                    <a:pt x="10941" y="10724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6"/>
            <p:cNvSpPr/>
            <p:nvPr/>
          </p:nvSpPr>
          <p:spPr>
            <a:xfrm rot="10800000" flipH="1">
              <a:off x="8573089" y="3551797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6"/>
            <p:cNvSpPr/>
            <p:nvPr/>
          </p:nvSpPr>
          <p:spPr>
            <a:xfrm rot="10800000" flipH="1">
              <a:off x="7184182" y="3431925"/>
              <a:ext cx="382458" cy="412399"/>
            </a:xfrm>
            <a:custGeom>
              <a:avLst/>
              <a:gdLst/>
              <a:ahLst/>
              <a:cxnLst/>
              <a:rect l="l" t="t" r="r" b="b"/>
              <a:pathLst>
                <a:path w="5033" h="4820" extrusionOk="0">
                  <a:moveTo>
                    <a:pt x="212" y="1"/>
                  </a:moveTo>
                  <a:lnTo>
                    <a:pt x="0" y="217"/>
                  </a:lnTo>
                  <a:lnTo>
                    <a:pt x="4301" y="4518"/>
                  </a:lnTo>
                  <a:cubicBezTo>
                    <a:pt x="4545" y="4613"/>
                    <a:pt x="4791" y="4716"/>
                    <a:pt x="5032" y="4820"/>
                  </a:cubicBez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 rot="10800000" flipH="1">
              <a:off x="8179319" y="3108258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 rot="10800000" flipH="1">
              <a:off x="7348240" y="3092935"/>
              <a:ext cx="831179" cy="939449"/>
            </a:xfrm>
            <a:custGeom>
              <a:avLst/>
              <a:gdLst/>
              <a:ahLst/>
              <a:cxnLst/>
              <a:rect l="l" t="t" r="r" b="b"/>
              <a:pathLst>
                <a:path w="10938" h="10980" extrusionOk="0">
                  <a:moveTo>
                    <a:pt x="175" y="1"/>
                  </a:moveTo>
                  <a:lnTo>
                    <a:pt x="213" y="39"/>
                  </a:lnTo>
                  <a:lnTo>
                    <a:pt x="213" y="39"/>
                  </a:lnTo>
                  <a:lnTo>
                    <a:pt x="213" y="38"/>
                  </a:lnTo>
                  <a:lnTo>
                    <a:pt x="175" y="1"/>
                  </a:lnTo>
                  <a:close/>
                  <a:moveTo>
                    <a:pt x="213" y="39"/>
                  </a:moveTo>
                  <a:lnTo>
                    <a:pt x="1" y="255"/>
                  </a:lnTo>
                  <a:lnTo>
                    <a:pt x="10720" y="10979"/>
                  </a:lnTo>
                  <a:lnTo>
                    <a:pt x="10937" y="10762"/>
                  </a:lnTo>
                  <a:lnTo>
                    <a:pt x="213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 rot="10800000" flipH="1">
              <a:off x="8162754" y="3089777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6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6"/>
            <p:cNvSpPr/>
            <p:nvPr/>
          </p:nvSpPr>
          <p:spPr>
            <a:xfrm rot="10800000" flipH="1">
              <a:off x="7509182" y="3274491"/>
              <a:ext cx="834294" cy="939449"/>
            </a:xfrm>
            <a:custGeom>
              <a:avLst/>
              <a:gdLst/>
              <a:ahLst/>
              <a:cxnLst/>
              <a:rect l="l" t="t" r="r" b="b"/>
              <a:pathLst>
                <a:path w="10979" h="10980" extrusionOk="0">
                  <a:moveTo>
                    <a:pt x="0" y="179"/>
                  </a:moveTo>
                  <a:lnTo>
                    <a:pt x="31" y="210"/>
                  </a:lnTo>
                  <a:lnTo>
                    <a:pt x="5" y="179"/>
                  </a:lnTo>
                  <a:close/>
                  <a:moveTo>
                    <a:pt x="31" y="210"/>
                  </a:moveTo>
                  <a:lnTo>
                    <a:pt x="38" y="218"/>
                  </a:lnTo>
                  <a:lnTo>
                    <a:pt x="38" y="217"/>
                  </a:lnTo>
                  <a:lnTo>
                    <a:pt x="31" y="210"/>
                  </a:lnTo>
                  <a:close/>
                  <a:moveTo>
                    <a:pt x="255" y="1"/>
                  </a:moveTo>
                  <a:lnTo>
                    <a:pt x="38" y="217"/>
                  </a:lnTo>
                  <a:lnTo>
                    <a:pt x="10762" y="10941"/>
                  </a:lnTo>
                  <a:lnTo>
                    <a:pt x="10762" y="10941"/>
                  </a:lnTo>
                  <a:lnTo>
                    <a:pt x="10979" y="10724"/>
                  </a:lnTo>
                  <a:lnTo>
                    <a:pt x="255" y="1"/>
                  </a:lnTo>
                  <a:close/>
                  <a:moveTo>
                    <a:pt x="10762" y="10941"/>
                  </a:moveTo>
                  <a:lnTo>
                    <a:pt x="10761" y="10942"/>
                  </a:lnTo>
                  <a:lnTo>
                    <a:pt x="10800" y="10979"/>
                  </a:lnTo>
                  <a:lnTo>
                    <a:pt x="10762" y="109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6"/>
            <p:cNvSpPr/>
            <p:nvPr/>
          </p:nvSpPr>
          <p:spPr>
            <a:xfrm rot="10800000" flipH="1">
              <a:off x="8326888" y="3274499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 rot="10800000" flipH="1">
              <a:off x="7676204" y="3462551"/>
              <a:ext cx="831407" cy="936112"/>
            </a:xfrm>
            <a:custGeom>
              <a:avLst/>
              <a:gdLst/>
              <a:ahLst/>
              <a:cxnLst/>
              <a:rect l="l" t="t" r="r" b="b"/>
              <a:pathLst>
                <a:path w="10941" h="10941" extrusionOk="0">
                  <a:moveTo>
                    <a:pt x="216" y="0"/>
                  </a:moveTo>
                  <a:lnTo>
                    <a:pt x="0" y="216"/>
                  </a:lnTo>
                  <a:lnTo>
                    <a:pt x="10724" y="10940"/>
                  </a:lnTo>
                  <a:lnTo>
                    <a:pt x="10940" y="10724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 rot="10800000" flipH="1">
              <a:off x="8491098" y="3459307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1"/>
                  </a:moveTo>
                  <a:lnTo>
                    <a:pt x="0" y="217"/>
                  </a:lnTo>
                  <a:lnTo>
                    <a:pt x="37" y="256"/>
                  </a:lnTo>
                  <a:lnTo>
                    <a:pt x="255" y="38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6"/>
            <p:cNvSpPr/>
            <p:nvPr/>
          </p:nvSpPr>
          <p:spPr>
            <a:xfrm rot="10800000" flipH="1">
              <a:off x="7840261" y="3647359"/>
              <a:ext cx="834370" cy="939021"/>
            </a:xfrm>
            <a:custGeom>
              <a:avLst/>
              <a:gdLst/>
              <a:ahLst/>
              <a:cxnLst/>
              <a:rect l="l" t="t" r="r" b="b"/>
              <a:pathLst>
                <a:path w="10980" h="10975" extrusionOk="0">
                  <a:moveTo>
                    <a:pt x="179" y="1"/>
                  </a:moveTo>
                  <a:lnTo>
                    <a:pt x="215" y="36"/>
                  </a:lnTo>
                  <a:lnTo>
                    <a:pt x="218" y="33"/>
                  </a:lnTo>
                  <a:lnTo>
                    <a:pt x="179" y="1"/>
                  </a:lnTo>
                  <a:close/>
                  <a:moveTo>
                    <a:pt x="10942" y="10757"/>
                  </a:moveTo>
                  <a:lnTo>
                    <a:pt x="10941" y="10758"/>
                  </a:lnTo>
                  <a:lnTo>
                    <a:pt x="10941" y="10758"/>
                  </a:lnTo>
                  <a:lnTo>
                    <a:pt x="10979" y="10796"/>
                  </a:lnTo>
                  <a:lnTo>
                    <a:pt x="10942" y="10757"/>
                  </a:lnTo>
                  <a:close/>
                  <a:moveTo>
                    <a:pt x="215" y="36"/>
                  </a:moveTo>
                  <a:lnTo>
                    <a:pt x="1" y="251"/>
                  </a:lnTo>
                  <a:lnTo>
                    <a:pt x="10724" y="10975"/>
                  </a:lnTo>
                  <a:lnTo>
                    <a:pt x="10941" y="10758"/>
                  </a:lnTo>
                  <a:lnTo>
                    <a:pt x="10941" y="10758"/>
                  </a:lnTo>
                  <a:lnTo>
                    <a:pt x="215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6"/>
            <p:cNvSpPr/>
            <p:nvPr/>
          </p:nvSpPr>
          <p:spPr>
            <a:xfrm rot="10800000" flipH="1">
              <a:off x="8655156" y="3644201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 rot="10800000" flipH="1">
              <a:off x="7115337" y="3751835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 rot="10800000" flipH="1">
              <a:off x="7099152" y="3733354"/>
              <a:ext cx="19149" cy="21903"/>
            </a:xfrm>
            <a:custGeom>
              <a:avLst/>
              <a:gdLst/>
              <a:ahLst/>
              <a:cxnLst/>
              <a:rect l="l" t="t" r="r" b="b"/>
              <a:pathLst>
                <a:path w="252" h="256" extrusionOk="0">
                  <a:moveTo>
                    <a:pt x="214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1" y="39"/>
                  </a:lnTo>
                  <a:lnTo>
                    <a:pt x="2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6"/>
            <p:cNvSpPr/>
            <p:nvPr/>
          </p:nvSpPr>
          <p:spPr>
            <a:xfrm rot="10800000" flipH="1">
              <a:off x="7263361" y="3918076"/>
              <a:ext cx="18998" cy="21903"/>
            </a:xfrm>
            <a:custGeom>
              <a:avLst/>
              <a:gdLst/>
              <a:ahLst/>
              <a:cxnLst/>
              <a:rect l="l" t="t" r="r" b="b"/>
              <a:pathLst>
                <a:path w="250" h="256" extrusionOk="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6"/>
            <p:cNvSpPr/>
            <p:nvPr/>
          </p:nvSpPr>
          <p:spPr>
            <a:xfrm rot="10800000" flipH="1">
              <a:off x="7427495" y="4102884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0" y="217"/>
                  </a:lnTo>
                  <a:lnTo>
                    <a:pt x="33" y="256"/>
                  </a:lnTo>
                  <a:lnTo>
                    <a:pt x="250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6"/>
            <p:cNvSpPr/>
            <p:nvPr/>
          </p:nvSpPr>
          <p:spPr>
            <a:xfrm rot="10800000" flipH="1">
              <a:off x="7591173" y="428777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6"/>
            <p:cNvSpPr/>
            <p:nvPr/>
          </p:nvSpPr>
          <p:spPr>
            <a:xfrm rot="10800000" flipH="1">
              <a:off x="7755307" y="4472500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0" y="218"/>
                  </a:lnTo>
                  <a:lnTo>
                    <a:pt x="39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6"/>
            <p:cNvSpPr/>
            <p:nvPr/>
          </p:nvSpPr>
          <p:spPr>
            <a:xfrm rot="10800000" flipH="1">
              <a:off x="7181219" y="3825758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3" y="0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1" y="39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6"/>
            <p:cNvSpPr/>
            <p:nvPr/>
          </p:nvSpPr>
          <p:spPr>
            <a:xfrm rot="10800000" flipH="1">
              <a:off x="7345428" y="4010480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8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6"/>
            <p:cNvSpPr/>
            <p:nvPr/>
          </p:nvSpPr>
          <p:spPr>
            <a:xfrm rot="10800000" flipH="1">
              <a:off x="7345428" y="4010480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6"/>
            <p:cNvSpPr/>
            <p:nvPr/>
          </p:nvSpPr>
          <p:spPr>
            <a:xfrm rot="10800000" flipH="1">
              <a:off x="7525672" y="4213855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1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6"/>
            <p:cNvSpPr/>
            <p:nvPr/>
          </p:nvSpPr>
          <p:spPr>
            <a:xfrm rot="10800000" flipH="1">
              <a:off x="7509486" y="4195288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4" y="0"/>
                  </a:moveTo>
                  <a:lnTo>
                    <a:pt x="1" y="216"/>
                  </a:lnTo>
                  <a:lnTo>
                    <a:pt x="34" y="255"/>
                  </a:lnTo>
                  <a:lnTo>
                    <a:pt x="251" y="38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6"/>
            <p:cNvSpPr/>
            <p:nvPr/>
          </p:nvSpPr>
          <p:spPr>
            <a:xfrm rot="10800000" flipH="1">
              <a:off x="7673240" y="4380096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6"/>
            <p:cNvSpPr/>
            <p:nvPr/>
          </p:nvSpPr>
          <p:spPr>
            <a:xfrm rot="10800000" flipH="1">
              <a:off x="7837450" y="456490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6"/>
            <p:cNvSpPr/>
            <p:nvPr/>
          </p:nvSpPr>
          <p:spPr>
            <a:xfrm rot="10800000" flipH="1">
              <a:off x="7837450" y="4564904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3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6"/>
            <p:cNvSpPr/>
            <p:nvPr/>
          </p:nvSpPr>
          <p:spPr>
            <a:xfrm rot="10800000" flipH="1">
              <a:off x="7017161" y="3571561"/>
              <a:ext cx="97115" cy="87956"/>
            </a:xfrm>
            <a:custGeom>
              <a:avLst/>
              <a:gdLst/>
              <a:ahLst/>
              <a:cxnLst/>
              <a:rect l="l" t="t" r="r" b="b"/>
              <a:pathLst>
                <a:path w="1278" h="1028" extrusionOk="0">
                  <a:moveTo>
                    <a:pt x="0" y="179"/>
                  </a:moveTo>
                  <a:lnTo>
                    <a:pt x="38" y="217"/>
                  </a:lnTo>
                  <a:lnTo>
                    <a:pt x="38" y="217"/>
                  </a:lnTo>
                  <a:lnTo>
                    <a:pt x="0" y="179"/>
                  </a:lnTo>
                  <a:close/>
                  <a:moveTo>
                    <a:pt x="250" y="0"/>
                  </a:moveTo>
                  <a:lnTo>
                    <a:pt x="38" y="217"/>
                  </a:lnTo>
                  <a:lnTo>
                    <a:pt x="769" y="947"/>
                  </a:lnTo>
                  <a:cubicBezTo>
                    <a:pt x="938" y="976"/>
                    <a:pt x="1108" y="1000"/>
                    <a:pt x="1278" y="1028"/>
                  </a:cubicBezTo>
                  <a:lnTo>
                    <a:pt x="2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6"/>
            <p:cNvSpPr/>
            <p:nvPr/>
          </p:nvSpPr>
          <p:spPr>
            <a:xfrm rot="10800000" flipH="1">
              <a:off x="7033270" y="3659431"/>
              <a:ext cx="2964" cy="3337"/>
            </a:xfrm>
            <a:custGeom>
              <a:avLst/>
              <a:gdLst/>
              <a:ahLst/>
              <a:cxnLst/>
              <a:rect l="l" t="t" r="r" b="b"/>
              <a:pathLst>
                <a:path w="39" h="39" extrusionOk="0">
                  <a:moveTo>
                    <a:pt x="38" y="3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6"/>
            <p:cNvSpPr/>
            <p:nvPr/>
          </p:nvSpPr>
          <p:spPr>
            <a:xfrm rot="10800000" flipH="1">
              <a:off x="7017161" y="3640864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3" y="1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6"/>
            <p:cNvSpPr/>
            <p:nvPr/>
          </p:nvSpPr>
          <p:spPr>
            <a:xfrm rot="10800000" flipH="1">
              <a:off x="7933043" y="4678698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6"/>
            <p:cNvSpPr/>
            <p:nvPr/>
          </p:nvSpPr>
          <p:spPr>
            <a:xfrm rot="10800000" flipH="1">
              <a:off x="8080763" y="4845282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0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6"/>
            <p:cNvSpPr/>
            <p:nvPr/>
          </p:nvSpPr>
          <p:spPr>
            <a:xfrm rot="10800000" flipH="1">
              <a:off x="7998696" y="475296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6"/>
            <p:cNvSpPr/>
            <p:nvPr/>
          </p:nvSpPr>
          <p:spPr>
            <a:xfrm rot="10800000" flipH="1">
              <a:off x="7418529" y="4663721"/>
              <a:ext cx="514604" cy="561017"/>
            </a:xfrm>
            <a:custGeom>
              <a:avLst/>
              <a:gdLst/>
              <a:ahLst/>
              <a:cxnLst/>
              <a:rect l="l" t="t" r="r" b="b"/>
              <a:pathLst>
                <a:path w="6772" h="6557" extrusionOk="0">
                  <a:moveTo>
                    <a:pt x="0" y="1"/>
                  </a:moveTo>
                  <a:lnTo>
                    <a:pt x="6555" y="6556"/>
                  </a:lnTo>
                  <a:lnTo>
                    <a:pt x="6772" y="6345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6"/>
            <p:cNvSpPr/>
            <p:nvPr/>
          </p:nvSpPr>
          <p:spPr>
            <a:xfrm rot="10800000" flipH="1">
              <a:off x="7916553" y="4660559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1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6"/>
            <p:cNvSpPr/>
            <p:nvPr/>
          </p:nvSpPr>
          <p:spPr>
            <a:xfrm rot="10800000" flipH="1">
              <a:off x="7746720" y="4848530"/>
              <a:ext cx="350542" cy="376207"/>
            </a:xfrm>
            <a:custGeom>
              <a:avLst/>
              <a:gdLst/>
              <a:ahLst/>
              <a:cxnLst/>
              <a:rect l="l" t="t" r="r" b="b"/>
              <a:pathLst>
                <a:path w="4613" h="4397" extrusionOk="0">
                  <a:moveTo>
                    <a:pt x="0" y="1"/>
                  </a:moveTo>
                  <a:lnTo>
                    <a:pt x="4396" y="4397"/>
                  </a:lnTo>
                  <a:lnTo>
                    <a:pt x="4612" y="418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6"/>
            <p:cNvSpPr/>
            <p:nvPr/>
          </p:nvSpPr>
          <p:spPr>
            <a:xfrm rot="10800000" flipH="1">
              <a:off x="8080763" y="4845282"/>
              <a:ext cx="19377" cy="21561"/>
            </a:xfrm>
            <a:custGeom>
              <a:avLst/>
              <a:gdLst/>
              <a:ahLst/>
              <a:cxnLst/>
              <a:rect l="l" t="t" r="r" b="b"/>
              <a:pathLst>
                <a:path w="255" h="252" extrusionOk="0">
                  <a:moveTo>
                    <a:pt x="216" y="1"/>
                  </a:moveTo>
                  <a:lnTo>
                    <a:pt x="0" y="214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6"/>
            <p:cNvSpPr/>
            <p:nvPr/>
          </p:nvSpPr>
          <p:spPr>
            <a:xfrm rot="10800000" flipH="1">
              <a:off x="7582587" y="4756125"/>
              <a:ext cx="432611" cy="468612"/>
            </a:xfrm>
            <a:custGeom>
              <a:avLst/>
              <a:gdLst/>
              <a:ahLst/>
              <a:cxnLst/>
              <a:rect l="l" t="t" r="r" b="b"/>
              <a:pathLst>
                <a:path w="5693" h="5477" extrusionOk="0">
                  <a:moveTo>
                    <a:pt x="1" y="1"/>
                  </a:moveTo>
                  <a:lnTo>
                    <a:pt x="5476" y="5476"/>
                  </a:lnTo>
                  <a:lnTo>
                    <a:pt x="5693" y="526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6"/>
            <p:cNvSpPr/>
            <p:nvPr/>
          </p:nvSpPr>
          <p:spPr>
            <a:xfrm rot="10800000" flipH="1">
              <a:off x="7998696" y="4752963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7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6"/>
            <p:cNvSpPr/>
            <p:nvPr/>
          </p:nvSpPr>
          <p:spPr>
            <a:xfrm rot="10800000" flipH="1">
              <a:off x="8179319" y="495591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6"/>
            <p:cNvSpPr/>
            <p:nvPr/>
          </p:nvSpPr>
          <p:spPr>
            <a:xfrm rot="10800000" flipH="1">
              <a:off x="7910854" y="4940935"/>
              <a:ext cx="268549" cy="283803"/>
            </a:xfrm>
            <a:custGeom>
              <a:avLst/>
              <a:gdLst/>
              <a:ahLst/>
              <a:cxnLst/>
              <a:rect l="l" t="t" r="r" b="b"/>
              <a:pathLst>
                <a:path w="3534" h="3317" extrusionOk="0">
                  <a:moveTo>
                    <a:pt x="1" y="1"/>
                  </a:moveTo>
                  <a:lnTo>
                    <a:pt x="3316" y="3317"/>
                  </a:lnTo>
                  <a:lnTo>
                    <a:pt x="3533" y="310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6"/>
            <p:cNvSpPr/>
            <p:nvPr/>
          </p:nvSpPr>
          <p:spPr>
            <a:xfrm rot="10800000" flipH="1">
              <a:off x="8162754" y="4937686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3"/>
                  </a:lnTo>
                  <a:lnTo>
                    <a:pt x="38" y="250"/>
                  </a:lnTo>
                  <a:lnTo>
                    <a:pt x="256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6"/>
            <p:cNvSpPr/>
            <p:nvPr/>
          </p:nvSpPr>
          <p:spPr>
            <a:xfrm rot="10800000" flipH="1">
              <a:off x="7096340" y="3736519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1" y="1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6"/>
            <p:cNvSpPr/>
            <p:nvPr/>
          </p:nvSpPr>
          <p:spPr>
            <a:xfrm rot="10800000" flipH="1">
              <a:off x="7588362" y="429094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6"/>
            <p:cNvSpPr/>
            <p:nvPr/>
          </p:nvSpPr>
          <p:spPr>
            <a:xfrm rot="10800000" flipH="1">
              <a:off x="7358650" y="403229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6"/>
            <p:cNvSpPr/>
            <p:nvPr/>
          </p:nvSpPr>
          <p:spPr>
            <a:xfrm rot="10800000" flipH="1">
              <a:off x="7506675" y="419854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33" y="37"/>
                  </a:lnTo>
                  <a:lnTo>
                    <a:pt x="38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6"/>
            <p:cNvSpPr/>
            <p:nvPr/>
          </p:nvSpPr>
          <p:spPr>
            <a:xfrm rot="10800000" flipH="1">
              <a:off x="7851052" y="458629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7" y="38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6"/>
            <p:cNvSpPr/>
            <p:nvPr/>
          </p:nvSpPr>
          <p:spPr>
            <a:xfrm rot="10800000" flipH="1">
              <a:off x="6281446" y="3739763"/>
              <a:ext cx="833990" cy="936198"/>
            </a:xfrm>
            <a:custGeom>
              <a:avLst/>
              <a:gdLst/>
              <a:ahLst/>
              <a:cxnLst/>
              <a:rect l="l" t="t" r="r" b="b"/>
              <a:pathLst>
                <a:path w="10975" h="10942" extrusionOk="0">
                  <a:moveTo>
                    <a:pt x="218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36" y="10725"/>
                  </a:lnTo>
                  <a:lnTo>
                    <a:pt x="10975" y="10762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6"/>
            <p:cNvSpPr/>
            <p:nvPr/>
          </p:nvSpPr>
          <p:spPr>
            <a:xfrm rot="10800000" flipH="1">
              <a:off x="6295048" y="4675875"/>
              <a:ext cx="3040" cy="2909"/>
            </a:xfrm>
            <a:custGeom>
              <a:avLst/>
              <a:gdLst/>
              <a:ahLst/>
              <a:cxnLst/>
              <a:rect l="l" t="t" r="r" b="b"/>
              <a:pathLst>
                <a:path w="40" h="34" extrusionOk="0">
                  <a:moveTo>
                    <a:pt x="39" y="34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6"/>
            <p:cNvSpPr/>
            <p:nvPr/>
          </p:nvSpPr>
          <p:spPr>
            <a:xfrm rot="10800000" flipH="1">
              <a:off x="7096340" y="3736519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1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6"/>
            <p:cNvSpPr/>
            <p:nvPr/>
          </p:nvSpPr>
          <p:spPr>
            <a:xfrm rot="10800000" flipH="1">
              <a:off x="6444364" y="3924571"/>
              <a:ext cx="832318" cy="935770"/>
            </a:xfrm>
            <a:custGeom>
              <a:avLst/>
              <a:gdLst/>
              <a:ahLst/>
              <a:cxnLst/>
              <a:rect l="l" t="t" r="r" b="b"/>
              <a:pathLst>
                <a:path w="10953" h="10937" extrusionOk="0">
                  <a:moveTo>
                    <a:pt x="0" y="196"/>
                  </a:moveTo>
                  <a:lnTo>
                    <a:pt x="16" y="212"/>
                  </a:lnTo>
                  <a:lnTo>
                    <a:pt x="16" y="212"/>
                  </a:lnTo>
                  <a:lnTo>
                    <a:pt x="0" y="196"/>
                  </a:lnTo>
                  <a:close/>
                  <a:moveTo>
                    <a:pt x="234" y="1"/>
                  </a:moveTo>
                  <a:lnTo>
                    <a:pt x="16" y="212"/>
                  </a:lnTo>
                  <a:lnTo>
                    <a:pt x="16" y="212"/>
                  </a:lnTo>
                  <a:lnTo>
                    <a:pt x="10740" y="10936"/>
                  </a:lnTo>
                  <a:lnTo>
                    <a:pt x="10953" y="10720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6"/>
            <p:cNvSpPr/>
            <p:nvPr/>
          </p:nvSpPr>
          <p:spPr>
            <a:xfrm rot="10800000" flipH="1">
              <a:off x="7260474" y="3921327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3" y="0"/>
                  </a:moveTo>
                  <a:lnTo>
                    <a:pt x="0" y="216"/>
                  </a:lnTo>
                  <a:lnTo>
                    <a:pt x="39" y="255"/>
                  </a:lnTo>
                  <a:lnTo>
                    <a:pt x="250" y="37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6"/>
            <p:cNvSpPr/>
            <p:nvPr/>
          </p:nvSpPr>
          <p:spPr>
            <a:xfrm rot="10800000" flipH="1">
              <a:off x="6609714" y="4109379"/>
              <a:ext cx="831103" cy="935684"/>
            </a:xfrm>
            <a:custGeom>
              <a:avLst/>
              <a:gdLst/>
              <a:ahLst/>
              <a:cxnLst/>
              <a:rect l="l" t="t" r="r" b="b"/>
              <a:pathLst>
                <a:path w="10937" h="10936" extrusionOk="0">
                  <a:moveTo>
                    <a:pt x="217" y="0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36" y="1071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6"/>
            <p:cNvSpPr/>
            <p:nvPr/>
          </p:nvSpPr>
          <p:spPr>
            <a:xfrm rot="10800000" flipH="1">
              <a:off x="7424608" y="4106135"/>
              <a:ext cx="18998" cy="21903"/>
            </a:xfrm>
            <a:custGeom>
              <a:avLst/>
              <a:gdLst/>
              <a:ahLst/>
              <a:cxnLst/>
              <a:rect l="l" t="t" r="r" b="b"/>
              <a:pathLst>
                <a:path w="250" h="256" extrusionOk="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0" y="39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6"/>
            <p:cNvSpPr/>
            <p:nvPr/>
          </p:nvSpPr>
          <p:spPr>
            <a:xfrm rot="10800000" flipH="1">
              <a:off x="6770960" y="4294101"/>
              <a:ext cx="833914" cy="930636"/>
            </a:xfrm>
            <a:custGeom>
              <a:avLst/>
              <a:gdLst/>
              <a:ahLst/>
              <a:cxnLst/>
              <a:rect l="l" t="t" r="r" b="b"/>
              <a:pathLst>
                <a:path w="10974" h="10877" extrusionOk="0">
                  <a:moveTo>
                    <a:pt x="189" y="1"/>
                  </a:moveTo>
                  <a:lnTo>
                    <a:pt x="38" y="152"/>
                  </a:lnTo>
                  <a:lnTo>
                    <a:pt x="1" y="120"/>
                  </a:lnTo>
                  <a:lnTo>
                    <a:pt x="1" y="120"/>
                  </a:lnTo>
                  <a:lnTo>
                    <a:pt x="10758" y="10876"/>
                  </a:lnTo>
                  <a:lnTo>
                    <a:pt x="10974" y="106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6"/>
            <p:cNvSpPr/>
            <p:nvPr/>
          </p:nvSpPr>
          <p:spPr>
            <a:xfrm rot="10800000" flipH="1">
              <a:off x="7588362" y="429094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6"/>
            <p:cNvSpPr/>
            <p:nvPr/>
          </p:nvSpPr>
          <p:spPr>
            <a:xfrm rot="10800000" flipH="1">
              <a:off x="7090261" y="4478997"/>
              <a:ext cx="678819" cy="745741"/>
            </a:xfrm>
            <a:custGeom>
              <a:avLst/>
              <a:gdLst/>
              <a:ahLst/>
              <a:cxnLst/>
              <a:rect l="l" t="t" r="r" b="b"/>
              <a:pathLst>
                <a:path w="8933" h="8716" extrusionOk="0">
                  <a:moveTo>
                    <a:pt x="0" y="1"/>
                  </a:moveTo>
                  <a:lnTo>
                    <a:pt x="8715" y="8716"/>
                  </a:lnTo>
                  <a:lnTo>
                    <a:pt x="8932" y="8504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6"/>
            <p:cNvSpPr/>
            <p:nvPr/>
          </p:nvSpPr>
          <p:spPr>
            <a:xfrm rot="10800000" flipH="1">
              <a:off x="7752495" y="4475666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7" y="0"/>
                  </a:moveTo>
                  <a:lnTo>
                    <a:pt x="0" y="212"/>
                  </a:lnTo>
                  <a:lnTo>
                    <a:pt x="37" y="250"/>
                  </a:lnTo>
                  <a:lnTo>
                    <a:pt x="255" y="33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6"/>
            <p:cNvSpPr/>
            <p:nvPr/>
          </p:nvSpPr>
          <p:spPr>
            <a:xfrm rot="10800000" flipH="1">
              <a:off x="6363513" y="3832081"/>
              <a:ext cx="831179" cy="935855"/>
            </a:xfrm>
            <a:custGeom>
              <a:avLst/>
              <a:gdLst/>
              <a:ahLst/>
              <a:cxnLst/>
              <a:rect l="l" t="t" r="r" b="b"/>
              <a:pathLst>
                <a:path w="10938" h="10938" extrusionOk="0">
                  <a:moveTo>
                    <a:pt x="218" y="1"/>
                  </a:moveTo>
                  <a:lnTo>
                    <a:pt x="0" y="213"/>
                  </a:lnTo>
                  <a:lnTo>
                    <a:pt x="10724" y="10937"/>
                  </a:lnTo>
                  <a:lnTo>
                    <a:pt x="10937" y="10720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6"/>
            <p:cNvSpPr/>
            <p:nvPr/>
          </p:nvSpPr>
          <p:spPr>
            <a:xfrm rot="10800000" flipH="1">
              <a:off x="7178407" y="3828923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3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6"/>
            <p:cNvSpPr/>
            <p:nvPr/>
          </p:nvSpPr>
          <p:spPr>
            <a:xfrm rot="10800000" flipH="1">
              <a:off x="6524759" y="493452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1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6"/>
            <p:cNvSpPr/>
            <p:nvPr/>
          </p:nvSpPr>
          <p:spPr>
            <a:xfrm rot="10800000" flipH="1">
              <a:off x="6527571" y="4014151"/>
              <a:ext cx="831179" cy="938508"/>
            </a:xfrm>
            <a:custGeom>
              <a:avLst/>
              <a:gdLst/>
              <a:ahLst/>
              <a:cxnLst/>
              <a:rect l="l" t="t" r="r" b="b"/>
              <a:pathLst>
                <a:path w="10938" h="10969" extrusionOk="0">
                  <a:moveTo>
                    <a:pt x="218" y="0"/>
                  </a:moveTo>
                  <a:lnTo>
                    <a:pt x="1" y="212"/>
                  </a:lnTo>
                  <a:lnTo>
                    <a:pt x="10757" y="10968"/>
                  </a:lnTo>
                  <a:lnTo>
                    <a:pt x="10725" y="10936"/>
                  </a:lnTo>
                  <a:lnTo>
                    <a:pt x="10938" y="1071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6"/>
            <p:cNvSpPr/>
            <p:nvPr/>
          </p:nvSpPr>
          <p:spPr>
            <a:xfrm rot="10800000" flipH="1">
              <a:off x="7342465" y="4013731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4" y="0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1" y="38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6"/>
            <p:cNvSpPr/>
            <p:nvPr/>
          </p:nvSpPr>
          <p:spPr>
            <a:xfrm rot="10800000" flipH="1">
              <a:off x="6691781" y="4201697"/>
              <a:ext cx="832926" cy="937224"/>
            </a:xfrm>
            <a:custGeom>
              <a:avLst/>
              <a:gdLst/>
              <a:ahLst/>
              <a:cxnLst/>
              <a:rect l="l" t="t" r="r" b="b"/>
              <a:pathLst>
                <a:path w="10961" h="10954" extrusionOk="0">
                  <a:moveTo>
                    <a:pt x="201" y="0"/>
                  </a:moveTo>
                  <a:lnTo>
                    <a:pt x="217" y="16"/>
                  </a:lnTo>
                  <a:lnTo>
                    <a:pt x="217" y="16"/>
                  </a:lnTo>
                  <a:lnTo>
                    <a:pt x="201" y="0"/>
                  </a:lnTo>
                  <a:close/>
                  <a:moveTo>
                    <a:pt x="217" y="16"/>
                  </a:moveTo>
                  <a:lnTo>
                    <a:pt x="1" y="229"/>
                  </a:lnTo>
                  <a:lnTo>
                    <a:pt x="10724" y="10953"/>
                  </a:lnTo>
                  <a:lnTo>
                    <a:pt x="10936" y="10736"/>
                  </a:lnTo>
                  <a:lnTo>
                    <a:pt x="10961" y="10760"/>
                  </a:lnTo>
                  <a:lnTo>
                    <a:pt x="217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6"/>
            <p:cNvSpPr/>
            <p:nvPr/>
          </p:nvSpPr>
          <p:spPr>
            <a:xfrm rot="10800000" flipH="1">
              <a:off x="7506675" y="4198539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1" y="39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6"/>
            <p:cNvSpPr/>
            <p:nvPr/>
          </p:nvSpPr>
          <p:spPr>
            <a:xfrm rot="10800000" flipH="1">
              <a:off x="6926127" y="4386506"/>
              <a:ext cx="760888" cy="838231"/>
            </a:xfrm>
            <a:custGeom>
              <a:avLst/>
              <a:gdLst/>
              <a:ahLst/>
              <a:cxnLst/>
              <a:rect l="l" t="t" r="r" b="b"/>
              <a:pathLst>
                <a:path w="10013" h="9797" extrusionOk="0">
                  <a:moveTo>
                    <a:pt x="1" y="1"/>
                  </a:moveTo>
                  <a:lnTo>
                    <a:pt x="9795" y="9797"/>
                  </a:lnTo>
                  <a:lnTo>
                    <a:pt x="10013" y="9579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6"/>
            <p:cNvSpPr/>
            <p:nvPr/>
          </p:nvSpPr>
          <p:spPr>
            <a:xfrm rot="10800000" flipH="1">
              <a:off x="7670429" y="4383347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6"/>
            <p:cNvSpPr/>
            <p:nvPr/>
          </p:nvSpPr>
          <p:spPr>
            <a:xfrm rot="10800000" flipH="1">
              <a:off x="7254319" y="4571401"/>
              <a:ext cx="596825" cy="653336"/>
            </a:xfrm>
            <a:custGeom>
              <a:avLst/>
              <a:gdLst/>
              <a:ahLst/>
              <a:cxnLst/>
              <a:rect l="l" t="t" r="r" b="b"/>
              <a:pathLst>
                <a:path w="7854" h="7636" extrusionOk="0">
                  <a:moveTo>
                    <a:pt x="1" y="1"/>
                  </a:moveTo>
                  <a:lnTo>
                    <a:pt x="7636" y="7636"/>
                  </a:lnTo>
                  <a:lnTo>
                    <a:pt x="7853" y="7424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6"/>
            <p:cNvSpPr/>
            <p:nvPr/>
          </p:nvSpPr>
          <p:spPr>
            <a:xfrm rot="10800000" flipH="1">
              <a:off x="7834486" y="4568070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6"/>
            <p:cNvSpPr/>
            <p:nvPr/>
          </p:nvSpPr>
          <p:spPr>
            <a:xfrm rot="10800000" flipH="1">
              <a:off x="6278634" y="4657223"/>
              <a:ext cx="19453" cy="21561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217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4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6"/>
            <p:cNvSpPr/>
            <p:nvPr/>
          </p:nvSpPr>
          <p:spPr>
            <a:xfrm rot="10800000" flipH="1">
              <a:off x="6459258" y="4860255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6"/>
            <p:cNvSpPr/>
            <p:nvPr/>
          </p:nvSpPr>
          <p:spPr>
            <a:xfrm rot="10800000" flipH="1">
              <a:off x="6442692" y="4842116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0"/>
                  </a:moveTo>
                  <a:lnTo>
                    <a:pt x="1" y="212"/>
                  </a:lnTo>
                  <a:lnTo>
                    <a:pt x="38" y="249"/>
                  </a:lnTo>
                  <a:lnTo>
                    <a:pt x="256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6"/>
            <p:cNvSpPr/>
            <p:nvPr/>
          </p:nvSpPr>
          <p:spPr>
            <a:xfrm rot="10800000" flipH="1">
              <a:off x="6360701" y="4749627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0"/>
                  </a:moveTo>
                  <a:lnTo>
                    <a:pt x="0" y="212"/>
                  </a:lnTo>
                  <a:lnTo>
                    <a:pt x="37" y="250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6"/>
            <p:cNvSpPr/>
            <p:nvPr/>
          </p:nvSpPr>
          <p:spPr>
            <a:xfrm rot="10800000" flipH="1">
              <a:off x="6524759" y="4934520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1"/>
                  </a:moveTo>
                  <a:lnTo>
                    <a:pt x="1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6"/>
            <p:cNvSpPr/>
            <p:nvPr/>
          </p:nvSpPr>
          <p:spPr>
            <a:xfrm rot="10800000" flipH="1">
              <a:off x="7014273" y="3644201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1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6"/>
            <p:cNvSpPr/>
            <p:nvPr/>
          </p:nvSpPr>
          <p:spPr>
            <a:xfrm rot="10800000" flipH="1">
              <a:off x="5953178" y="3674398"/>
              <a:ext cx="577448" cy="631946"/>
            </a:xfrm>
            <a:custGeom>
              <a:avLst/>
              <a:gdLst/>
              <a:ahLst/>
              <a:cxnLst/>
              <a:rect l="l" t="t" r="r" b="b"/>
              <a:pathLst>
                <a:path w="7599" h="7386" extrusionOk="0">
                  <a:moveTo>
                    <a:pt x="218" y="1"/>
                  </a:moveTo>
                  <a:lnTo>
                    <a:pt x="1" y="217"/>
                  </a:lnTo>
                  <a:lnTo>
                    <a:pt x="7037" y="7253"/>
                  </a:lnTo>
                  <a:cubicBezTo>
                    <a:pt x="7226" y="7301"/>
                    <a:pt x="7409" y="7343"/>
                    <a:pt x="7598" y="7386"/>
                  </a:cubicBez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6"/>
            <p:cNvSpPr/>
            <p:nvPr/>
          </p:nvSpPr>
          <p:spPr>
            <a:xfrm rot="10800000" flipH="1">
              <a:off x="6114425" y="3603382"/>
              <a:ext cx="807850" cy="887771"/>
            </a:xfrm>
            <a:custGeom>
              <a:avLst/>
              <a:gdLst/>
              <a:ahLst/>
              <a:cxnLst/>
              <a:rect l="l" t="t" r="r" b="b"/>
              <a:pathLst>
                <a:path w="10631" h="10376" extrusionOk="0">
                  <a:moveTo>
                    <a:pt x="255" y="0"/>
                  </a:moveTo>
                  <a:lnTo>
                    <a:pt x="39" y="218"/>
                  </a:lnTo>
                  <a:lnTo>
                    <a:pt x="1" y="180"/>
                  </a:lnTo>
                  <a:lnTo>
                    <a:pt x="1" y="180"/>
                  </a:lnTo>
                  <a:lnTo>
                    <a:pt x="10130" y="10310"/>
                  </a:lnTo>
                  <a:cubicBezTo>
                    <a:pt x="10296" y="10334"/>
                    <a:pt x="10461" y="10356"/>
                    <a:pt x="10631" y="10375"/>
                  </a:cubicBez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6"/>
            <p:cNvSpPr/>
            <p:nvPr/>
          </p:nvSpPr>
          <p:spPr>
            <a:xfrm rot="10800000" flipH="1">
              <a:off x="5871111" y="3749007"/>
              <a:ext cx="429419" cy="464933"/>
            </a:xfrm>
            <a:custGeom>
              <a:avLst/>
              <a:gdLst/>
              <a:ahLst/>
              <a:cxnLst/>
              <a:rect l="l" t="t" r="r" b="b"/>
              <a:pathLst>
                <a:path w="5651" h="5434" extrusionOk="0">
                  <a:moveTo>
                    <a:pt x="218" y="1"/>
                  </a:moveTo>
                  <a:lnTo>
                    <a:pt x="1" y="218"/>
                  </a:lnTo>
                  <a:lnTo>
                    <a:pt x="4933" y="5150"/>
                  </a:lnTo>
                  <a:cubicBezTo>
                    <a:pt x="5066" y="5207"/>
                    <a:pt x="5203" y="5263"/>
                    <a:pt x="5335" y="5320"/>
                  </a:cubicBezTo>
                  <a:cubicBezTo>
                    <a:pt x="5438" y="5357"/>
                    <a:pt x="5542" y="5396"/>
                    <a:pt x="5651" y="5433"/>
                  </a:cubicBez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6"/>
            <p:cNvSpPr/>
            <p:nvPr/>
          </p:nvSpPr>
          <p:spPr>
            <a:xfrm rot="10800000" flipH="1">
              <a:off x="6035245" y="3633585"/>
              <a:ext cx="695992" cy="768414"/>
            </a:xfrm>
            <a:custGeom>
              <a:avLst/>
              <a:gdLst/>
              <a:ahLst/>
              <a:cxnLst/>
              <a:rect l="l" t="t" r="r" b="b"/>
              <a:pathLst>
                <a:path w="9159" h="8981" extrusionOk="0">
                  <a:moveTo>
                    <a:pt x="180" y="1"/>
                  </a:moveTo>
                  <a:lnTo>
                    <a:pt x="218" y="39"/>
                  </a:lnTo>
                  <a:lnTo>
                    <a:pt x="0" y="255"/>
                  </a:lnTo>
                  <a:lnTo>
                    <a:pt x="8645" y="8900"/>
                  </a:lnTo>
                  <a:cubicBezTo>
                    <a:pt x="8815" y="8928"/>
                    <a:pt x="8985" y="8957"/>
                    <a:pt x="9159" y="8980"/>
                  </a:cubicBezTo>
                  <a:lnTo>
                    <a:pt x="1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6"/>
            <p:cNvSpPr/>
            <p:nvPr/>
          </p:nvSpPr>
          <p:spPr>
            <a:xfrm rot="10800000" flipH="1">
              <a:off x="6199455" y="3647359"/>
              <a:ext cx="831027" cy="939021"/>
            </a:xfrm>
            <a:custGeom>
              <a:avLst/>
              <a:gdLst/>
              <a:ahLst/>
              <a:cxnLst/>
              <a:rect l="l" t="t" r="r" b="b"/>
              <a:pathLst>
                <a:path w="10936" h="10975" extrusionOk="0">
                  <a:moveTo>
                    <a:pt x="179" y="1"/>
                  </a:moveTo>
                  <a:lnTo>
                    <a:pt x="214" y="36"/>
                  </a:lnTo>
                  <a:lnTo>
                    <a:pt x="216" y="33"/>
                  </a:lnTo>
                  <a:lnTo>
                    <a:pt x="179" y="1"/>
                  </a:lnTo>
                  <a:close/>
                  <a:moveTo>
                    <a:pt x="214" y="36"/>
                  </a:moveTo>
                  <a:lnTo>
                    <a:pt x="0" y="251"/>
                  </a:lnTo>
                  <a:lnTo>
                    <a:pt x="10724" y="10975"/>
                  </a:lnTo>
                  <a:lnTo>
                    <a:pt x="10935" y="10757"/>
                  </a:lnTo>
                  <a:lnTo>
                    <a:pt x="214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6"/>
            <p:cNvSpPr/>
            <p:nvPr/>
          </p:nvSpPr>
          <p:spPr>
            <a:xfrm rot="10800000" flipH="1">
              <a:off x="7014273" y="3644201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1" y="39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6"/>
            <p:cNvSpPr/>
            <p:nvPr/>
          </p:nvSpPr>
          <p:spPr>
            <a:xfrm rot="10800000" flipH="1">
              <a:off x="5966856" y="4306259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6"/>
            <p:cNvSpPr/>
            <p:nvPr/>
          </p:nvSpPr>
          <p:spPr>
            <a:xfrm rot="10800000" flipH="1">
              <a:off x="5950367" y="4287778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6"/>
            <p:cNvSpPr/>
            <p:nvPr/>
          </p:nvSpPr>
          <p:spPr>
            <a:xfrm rot="10800000" flipH="1">
              <a:off x="6130990" y="4491067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37" y="38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6"/>
            <p:cNvSpPr/>
            <p:nvPr/>
          </p:nvSpPr>
          <p:spPr>
            <a:xfrm rot="10800000" flipH="1">
              <a:off x="6114425" y="4472500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6"/>
            <p:cNvSpPr/>
            <p:nvPr/>
          </p:nvSpPr>
          <p:spPr>
            <a:xfrm rot="10800000" flipH="1">
              <a:off x="5868300" y="419528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6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6"/>
            <p:cNvSpPr/>
            <p:nvPr/>
          </p:nvSpPr>
          <p:spPr>
            <a:xfrm rot="10800000" flipH="1">
              <a:off x="6032434" y="438009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37" y="38"/>
                  </a:lnTo>
                  <a:lnTo>
                    <a:pt x="3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6"/>
            <p:cNvSpPr/>
            <p:nvPr/>
          </p:nvSpPr>
          <p:spPr>
            <a:xfrm rot="10800000" flipH="1">
              <a:off x="6032434" y="4380096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8"/>
                  </a:lnTo>
                  <a:lnTo>
                    <a:pt x="37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6"/>
            <p:cNvSpPr/>
            <p:nvPr/>
          </p:nvSpPr>
          <p:spPr>
            <a:xfrm rot="10800000" flipH="1">
              <a:off x="6196491" y="4564904"/>
              <a:ext cx="3040" cy="3251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1" y="0"/>
                  </a:move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6"/>
            <p:cNvSpPr/>
            <p:nvPr/>
          </p:nvSpPr>
          <p:spPr>
            <a:xfrm rot="10800000" flipH="1">
              <a:off x="6196491" y="4564904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1"/>
                  </a:moveTo>
                  <a:lnTo>
                    <a:pt x="1" y="213"/>
                  </a:lnTo>
                  <a:lnTo>
                    <a:pt x="39" y="251"/>
                  </a:lnTo>
                  <a:lnTo>
                    <a:pt x="255" y="33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6"/>
            <p:cNvSpPr/>
            <p:nvPr/>
          </p:nvSpPr>
          <p:spPr>
            <a:xfrm rot="10800000" flipH="1">
              <a:off x="6292236" y="467869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6"/>
            <p:cNvSpPr/>
            <p:nvPr/>
          </p:nvSpPr>
          <p:spPr>
            <a:xfrm rot="10800000" flipH="1">
              <a:off x="6439881" y="4845282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1" y="1"/>
                  </a:moveTo>
                  <a:lnTo>
                    <a:pt x="1" y="1"/>
                  </a:ln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6"/>
            <p:cNvSpPr/>
            <p:nvPr/>
          </p:nvSpPr>
          <p:spPr>
            <a:xfrm rot="10800000" flipH="1">
              <a:off x="6521948" y="493768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0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6"/>
            <p:cNvSpPr/>
            <p:nvPr/>
          </p:nvSpPr>
          <p:spPr>
            <a:xfrm rot="10800000" flipH="1">
              <a:off x="5913133" y="4663722"/>
              <a:ext cx="379190" cy="428228"/>
            </a:xfrm>
            <a:custGeom>
              <a:avLst/>
              <a:gdLst/>
              <a:ahLst/>
              <a:cxnLst/>
              <a:rect l="l" t="t" r="r" b="b"/>
              <a:pathLst>
                <a:path w="4990" h="5005" extrusionOk="0">
                  <a:moveTo>
                    <a:pt x="198" y="0"/>
                  </a:moveTo>
                  <a:cubicBezTo>
                    <a:pt x="132" y="76"/>
                    <a:pt x="66" y="157"/>
                    <a:pt x="0" y="237"/>
                  </a:cubicBezTo>
                  <a:lnTo>
                    <a:pt x="4772" y="5004"/>
                  </a:lnTo>
                  <a:lnTo>
                    <a:pt x="4989" y="4793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6"/>
            <p:cNvSpPr/>
            <p:nvPr/>
          </p:nvSpPr>
          <p:spPr>
            <a:xfrm rot="10800000" flipH="1">
              <a:off x="6275671" y="4660559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1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6"/>
            <p:cNvSpPr/>
            <p:nvPr/>
          </p:nvSpPr>
          <p:spPr>
            <a:xfrm rot="10800000" flipH="1">
              <a:off x="6105534" y="4848530"/>
              <a:ext cx="352898" cy="376207"/>
            </a:xfrm>
            <a:custGeom>
              <a:avLst/>
              <a:gdLst/>
              <a:ahLst/>
              <a:cxnLst/>
              <a:rect l="l" t="t" r="r" b="b"/>
              <a:pathLst>
                <a:path w="4644" h="4397" extrusionOk="0">
                  <a:moveTo>
                    <a:pt x="4617" y="4184"/>
                  </a:moveTo>
                  <a:lnTo>
                    <a:pt x="4644" y="4211"/>
                  </a:lnTo>
                  <a:lnTo>
                    <a:pt x="4644" y="4211"/>
                  </a:lnTo>
                  <a:lnTo>
                    <a:pt x="4617" y="4184"/>
                  </a:lnTo>
                  <a:close/>
                  <a:moveTo>
                    <a:pt x="0" y="1"/>
                  </a:moveTo>
                  <a:lnTo>
                    <a:pt x="4401" y="4397"/>
                  </a:lnTo>
                  <a:lnTo>
                    <a:pt x="4617" y="4184"/>
                  </a:lnTo>
                  <a:lnTo>
                    <a:pt x="4617" y="4184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6"/>
            <p:cNvSpPr/>
            <p:nvPr/>
          </p:nvSpPr>
          <p:spPr>
            <a:xfrm rot="10800000" flipH="1">
              <a:off x="6439881" y="4845282"/>
              <a:ext cx="19453" cy="21561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217" y="1"/>
                  </a:moveTo>
                  <a:lnTo>
                    <a:pt x="1" y="214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6"/>
            <p:cNvSpPr/>
            <p:nvPr/>
          </p:nvSpPr>
          <p:spPr>
            <a:xfrm rot="10800000" flipH="1">
              <a:off x="5992996" y="4756126"/>
              <a:ext cx="381318" cy="428570"/>
            </a:xfrm>
            <a:custGeom>
              <a:avLst/>
              <a:gdLst/>
              <a:ahLst/>
              <a:cxnLst/>
              <a:rect l="l" t="t" r="r" b="b"/>
              <a:pathLst>
                <a:path w="5018" h="5009" extrusionOk="0">
                  <a:moveTo>
                    <a:pt x="223" y="0"/>
                  </a:moveTo>
                  <a:cubicBezTo>
                    <a:pt x="147" y="66"/>
                    <a:pt x="75" y="142"/>
                    <a:pt x="1" y="207"/>
                  </a:cubicBezTo>
                  <a:lnTo>
                    <a:pt x="4801" y="5008"/>
                  </a:lnTo>
                  <a:lnTo>
                    <a:pt x="5018" y="4796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6"/>
            <p:cNvSpPr/>
            <p:nvPr/>
          </p:nvSpPr>
          <p:spPr>
            <a:xfrm rot="10800000" flipH="1">
              <a:off x="6357738" y="4752963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1"/>
                  </a:moveTo>
                  <a:lnTo>
                    <a:pt x="1" y="213"/>
                  </a:lnTo>
                  <a:lnTo>
                    <a:pt x="39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6"/>
            <p:cNvSpPr/>
            <p:nvPr/>
          </p:nvSpPr>
          <p:spPr>
            <a:xfrm rot="10800000" flipH="1">
              <a:off x="6269592" y="4940935"/>
              <a:ext cx="268853" cy="283803"/>
            </a:xfrm>
            <a:custGeom>
              <a:avLst/>
              <a:gdLst/>
              <a:ahLst/>
              <a:cxnLst/>
              <a:rect l="l" t="t" r="r" b="b"/>
              <a:pathLst>
                <a:path w="3538" h="3317" extrusionOk="0">
                  <a:moveTo>
                    <a:pt x="1" y="1"/>
                  </a:moveTo>
                  <a:lnTo>
                    <a:pt x="3321" y="3317"/>
                  </a:lnTo>
                  <a:lnTo>
                    <a:pt x="3537" y="3104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6"/>
            <p:cNvSpPr/>
            <p:nvPr/>
          </p:nvSpPr>
          <p:spPr>
            <a:xfrm rot="10800000" flipH="1">
              <a:off x="6521948" y="4937686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0"/>
                  </a:moveTo>
                  <a:lnTo>
                    <a:pt x="0" y="213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6"/>
            <p:cNvSpPr/>
            <p:nvPr/>
          </p:nvSpPr>
          <p:spPr>
            <a:xfrm rot="10800000" flipH="1">
              <a:off x="5947479" y="4290944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0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6"/>
            <p:cNvSpPr/>
            <p:nvPr/>
          </p:nvSpPr>
          <p:spPr>
            <a:xfrm rot="10800000" flipH="1">
              <a:off x="6111613" y="4475666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0" y="1"/>
                  </a:moveTo>
                  <a:lnTo>
                    <a:pt x="38" y="39"/>
                  </a:lnTo>
                  <a:lnTo>
                    <a:pt x="38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6"/>
            <p:cNvSpPr/>
            <p:nvPr/>
          </p:nvSpPr>
          <p:spPr>
            <a:xfrm rot="10800000" flipH="1">
              <a:off x="6045959" y="4401914"/>
              <a:ext cx="3040" cy="3251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39" y="38"/>
                  </a:moveTo>
                  <a:lnTo>
                    <a:pt x="39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6"/>
            <p:cNvSpPr/>
            <p:nvPr/>
          </p:nvSpPr>
          <p:spPr>
            <a:xfrm rot="10800000" flipH="1">
              <a:off x="6210169" y="458629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6"/>
            <p:cNvSpPr/>
            <p:nvPr/>
          </p:nvSpPr>
          <p:spPr>
            <a:xfrm rot="10800000" flipH="1">
              <a:off x="5723467" y="4294107"/>
              <a:ext cx="243472" cy="287054"/>
            </a:xfrm>
            <a:custGeom>
              <a:avLst/>
              <a:gdLst/>
              <a:ahLst/>
              <a:cxnLst/>
              <a:rect l="l" t="t" r="r" b="b"/>
              <a:pathLst>
                <a:path w="3204" h="3355" extrusionOk="0">
                  <a:moveTo>
                    <a:pt x="24" y="1"/>
                  </a:moveTo>
                  <a:cubicBezTo>
                    <a:pt x="15" y="138"/>
                    <a:pt x="6" y="275"/>
                    <a:pt x="1" y="412"/>
                  </a:cubicBezTo>
                  <a:lnTo>
                    <a:pt x="2949" y="3354"/>
                  </a:lnTo>
                  <a:lnTo>
                    <a:pt x="3165" y="3137"/>
                  </a:lnTo>
                  <a:lnTo>
                    <a:pt x="3204" y="3174"/>
                  </a:lnTo>
                  <a:lnTo>
                    <a:pt x="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6"/>
            <p:cNvSpPr/>
            <p:nvPr/>
          </p:nvSpPr>
          <p:spPr>
            <a:xfrm rot="10800000" flipH="1">
              <a:off x="5947479" y="429094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6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6"/>
            <p:cNvSpPr/>
            <p:nvPr/>
          </p:nvSpPr>
          <p:spPr>
            <a:xfrm rot="10800000" flipH="1">
              <a:off x="5786613" y="4479000"/>
              <a:ext cx="344463" cy="391009"/>
            </a:xfrm>
            <a:custGeom>
              <a:avLst/>
              <a:gdLst/>
              <a:ahLst/>
              <a:cxnLst/>
              <a:rect l="l" t="t" r="r" b="b"/>
              <a:pathLst>
                <a:path w="4533" h="4570" extrusionOk="0">
                  <a:moveTo>
                    <a:pt x="142" y="1"/>
                  </a:moveTo>
                  <a:cubicBezTo>
                    <a:pt x="94" y="99"/>
                    <a:pt x="42" y="194"/>
                    <a:pt x="0" y="293"/>
                  </a:cubicBezTo>
                  <a:lnTo>
                    <a:pt x="4277" y="4570"/>
                  </a:lnTo>
                  <a:lnTo>
                    <a:pt x="4495" y="4358"/>
                  </a:lnTo>
                  <a:lnTo>
                    <a:pt x="4532" y="4391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6"/>
            <p:cNvSpPr/>
            <p:nvPr/>
          </p:nvSpPr>
          <p:spPr>
            <a:xfrm rot="10800000" flipH="1">
              <a:off x="6111613" y="4475666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0" y="212"/>
                  </a:lnTo>
                  <a:lnTo>
                    <a:pt x="38" y="250"/>
                  </a:lnTo>
                  <a:lnTo>
                    <a:pt x="255" y="33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6"/>
            <p:cNvSpPr/>
            <p:nvPr/>
          </p:nvSpPr>
          <p:spPr>
            <a:xfrm rot="10800000" flipH="1">
              <a:off x="5736385" y="4201704"/>
              <a:ext cx="145597" cy="182072"/>
            </a:xfrm>
            <a:custGeom>
              <a:avLst/>
              <a:gdLst/>
              <a:ahLst/>
              <a:cxnLst/>
              <a:rect l="l" t="t" r="r" b="b"/>
              <a:pathLst>
                <a:path w="1916" h="2128" extrusionOk="0">
                  <a:moveTo>
                    <a:pt x="0" y="0"/>
                  </a:moveTo>
                  <a:lnTo>
                    <a:pt x="6" y="6"/>
                  </a:lnTo>
                  <a:lnTo>
                    <a:pt x="6" y="6"/>
                  </a:lnTo>
                  <a:cubicBezTo>
                    <a:pt x="6" y="6"/>
                    <a:pt x="6" y="5"/>
                    <a:pt x="6" y="5"/>
                  </a:cubicBezTo>
                  <a:cubicBezTo>
                    <a:pt x="6" y="5"/>
                    <a:pt x="6" y="0"/>
                    <a:pt x="0" y="0"/>
                  </a:cubicBezTo>
                  <a:close/>
                  <a:moveTo>
                    <a:pt x="6" y="6"/>
                  </a:moveTo>
                  <a:cubicBezTo>
                    <a:pt x="48" y="204"/>
                    <a:pt x="100" y="397"/>
                    <a:pt x="157" y="584"/>
                  </a:cubicBezTo>
                  <a:lnTo>
                    <a:pt x="1698" y="2127"/>
                  </a:lnTo>
                  <a:lnTo>
                    <a:pt x="1915" y="1910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6"/>
            <p:cNvSpPr/>
            <p:nvPr/>
          </p:nvSpPr>
          <p:spPr>
            <a:xfrm rot="10800000" flipH="1">
              <a:off x="5865412" y="4198539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6"/>
            <p:cNvSpPr/>
            <p:nvPr/>
          </p:nvSpPr>
          <p:spPr>
            <a:xfrm rot="10800000" flipH="1">
              <a:off x="5744288" y="4386510"/>
              <a:ext cx="301756" cy="350710"/>
            </a:xfrm>
            <a:custGeom>
              <a:avLst/>
              <a:gdLst/>
              <a:ahLst/>
              <a:cxnLst/>
              <a:rect l="l" t="t" r="r" b="b"/>
              <a:pathLst>
                <a:path w="3971" h="4099" extrusionOk="0">
                  <a:moveTo>
                    <a:pt x="90" y="0"/>
                  </a:moveTo>
                  <a:cubicBezTo>
                    <a:pt x="57" y="113"/>
                    <a:pt x="29" y="231"/>
                    <a:pt x="1" y="344"/>
                  </a:cubicBezTo>
                  <a:lnTo>
                    <a:pt x="3755" y="4099"/>
                  </a:lnTo>
                  <a:lnTo>
                    <a:pt x="3971" y="388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6"/>
            <p:cNvSpPr/>
            <p:nvPr/>
          </p:nvSpPr>
          <p:spPr>
            <a:xfrm rot="10800000" flipH="1">
              <a:off x="6029546" y="4383347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6"/>
            <p:cNvSpPr/>
            <p:nvPr/>
          </p:nvSpPr>
          <p:spPr>
            <a:xfrm rot="10800000" flipH="1">
              <a:off x="5843908" y="4568066"/>
              <a:ext cx="366348" cy="419415"/>
            </a:xfrm>
            <a:custGeom>
              <a:avLst/>
              <a:gdLst/>
              <a:ahLst/>
              <a:cxnLst/>
              <a:rect l="l" t="t" r="r" b="b"/>
              <a:pathLst>
                <a:path w="4821" h="4902" extrusionOk="0">
                  <a:moveTo>
                    <a:pt x="176" y="1"/>
                  </a:moveTo>
                  <a:cubicBezTo>
                    <a:pt x="113" y="91"/>
                    <a:pt x="57" y="176"/>
                    <a:pt x="0" y="266"/>
                  </a:cubicBezTo>
                  <a:lnTo>
                    <a:pt x="4641" y="4901"/>
                  </a:lnTo>
                  <a:lnTo>
                    <a:pt x="4603" y="4863"/>
                  </a:lnTo>
                  <a:lnTo>
                    <a:pt x="4820" y="4651"/>
                  </a:lnTo>
                  <a:lnTo>
                    <a:pt x="1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6"/>
            <p:cNvSpPr/>
            <p:nvPr/>
          </p:nvSpPr>
          <p:spPr>
            <a:xfrm rot="10800000" flipH="1">
              <a:off x="6193680" y="4568070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7" y="0"/>
                  </a:moveTo>
                  <a:lnTo>
                    <a:pt x="0" y="212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BLANK_1">
    <p:bg>
      <p:bgPr>
        <a:solidFill>
          <a:schemeClr val="accent1"/>
        </a:solidFill>
        <a:effectLst/>
      </p:bgPr>
    </p:bg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17"/>
          <p:cNvSpPr txBox="1">
            <a:spLocks noGrp="1"/>
          </p:cNvSpPr>
          <p:nvPr>
            <p:ph type="title"/>
          </p:nvPr>
        </p:nvSpPr>
        <p:spPr>
          <a:xfrm>
            <a:off x="914400" y="505910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6" name="Google Shape;856;p17"/>
          <p:cNvSpPr txBox="1">
            <a:spLocks noGrp="1"/>
          </p:cNvSpPr>
          <p:nvPr>
            <p:ph type="title" idx="2" hasCustomPrompt="1"/>
          </p:nvPr>
        </p:nvSpPr>
        <p:spPr>
          <a:xfrm>
            <a:off x="2973013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57" name="Google Shape;857;p17"/>
          <p:cNvSpPr txBox="1">
            <a:spLocks noGrp="1"/>
          </p:cNvSpPr>
          <p:nvPr>
            <p:ph type="title" idx="3" hasCustomPrompt="1"/>
          </p:nvPr>
        </p:nvSpPr>
        <p:spPr>
          <a:xfrm>
            <a:off x="1137230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58" name="Google Shape;858;p17"/>
          <p:cNvSpPr txBox="1">
            <a:spLocks noGrp="1"/>
          </p:cNvSpPr>
          <p:nvPr>
            <p:ph type="title" idx="4" hasCustomPrompt="1"/>
          </p:nvPr>
        </p:nvSpPr>
        <p:spPr>
          <a:xfrm>
            <a:off x="6644579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59" name="Google Shape;859;p17"/>
          <p:cNvSpPr txBox="1">
            <a:spLocks noGrp="1"/>
          </p:cNvSpPr>
          <p:nvPr>
            <p:ph type="title" idx="5" hasCustomPrompt="1"/>
          </p:nvPr>
        </p:nvSpPr>
        <p:spPr>
          <a:xfrm>
            <a:off x="4808796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60" name="Google Shape;860;p17"/>
          <p:cNvSpPr txBox="1">
            <a:spLocks noGrp="1"/>
          </p:cNvSpPr>
          <p:nvPr>
            <p:ph type="subTitle" idx="1"/>
          </p:nvPr>
        </p:nvSpPr>
        <p:spPr>
          <a:xfrm>
            <a:off x="1000130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1" name="Google Shape;861;p17"/>
          <p:cNvSpPr txBox="1">
            <a:spLocks noGrp="1"/>
          </p:cNvSpPr>
          <p:nvPr>
            <p:ph type="subTitle" idx="6"/>
          </p:nvPr>
        </p:nvSpPr>
        <p:spPr>
          <a:xfrm>
            <a:off x="2835913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2" name="Google Shape;862;p17"/>
          <p:cNvSpPr txBox="1">
            <a:spLocks noGrp="1"/>
          </p:cNvSpPr>
          <p:nvPr>
            <p:ph type="subTitle" idx="7"/>
          </p:nvPr>
        </p:nvSpPr>
        <p:spPr>
          <a:xfrm>
            <a:off x="4671696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3" name="Google Shape;863;p17"/>
          <p:cNvSpPr txBox="1">
            <a:spLocks noGrp="1"/>
          </p:cNvSpPr>
          <p:nvPr>
            <p:ph type="subTitle" idx="8"/>
          </p:nvPr>
        </p:nvSpPr>
        <p:spPr>
          <a:xfrm>
            <a:off x="6507479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4" name="Google Shape;864;p17"/>
          <p:cNvSpPr txBox="1">
            <a:spLocks noGrp="1"/>
          </p:cNvSpPr>
          <p:nvPr>
            <p:ph type="subTitle" idx="9"/>
          </p:nvPr>
        </p:nvSpPr>
        <p:spPr>
          <a:xfrm>
            <a:off x="1000130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65" name="Google Shape;865;p17"/>
          <p:cNvSpPr txBox="1">
            <a:spLocks noGrp="1"/>
          </p:cNvSpPr>
          <p:nvPr>
            <p:ph type="subTitle" idx="13"/>
          </p:nvPr>
        </p:nvSpPr>
        <p:spPr>
          <a:xfrm>
            <a:off x="2835913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66" name="Google Shape;866;p17"/>
          <p:cNvSpPr txBox="1">
            <a:spLocks noGrp="1"/>
          </p:cNvSpPr>
          <p:nvPr>
            <p:ph type="subTitle" idx="14"/>
          </p:nvPr>
        </p:nvSpPr>
        <p:spPr>
          <a:xfrm>
            <a:off x="4671696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67" name="Google Shape;867;p17"/>
          <p:cNvSpPr txBox="1">
            <a:spLocks noGrp="1"/>
          </p:cNvSpPr>
          <p:nvPr>
            <p:ph type="subTitle" idx="15"/>
          </p:nvPr>
        </p:nvSpPr>
        <p:spPr>
          <a:xfrm>
            <a:off x="6507479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grpSp>
        <p:nvGrpSpPr>
          <p:cNvPr id="868" name="Google Shape;868;p17"/>
          <p:cNvGrpSpPr/>
          <p:nvPr/>
        </p:nvGrpSpPr>
        <p:grpSpPr>
          <a:xfrm>
            <a:off x="6529813" y="3757661"/>
            <a:ext cx="3264035" cy="1583051"/>
            <a:chOff x="6529813" y="3757661"/>
            <a:chExt cx="3264035" cy="1583051"/>
          </a:xfrm>
        </p:grpSpPr>
        <p:sp>
          <p:nvSpPr>
            <p:cNvPr id="869" name="Google Shape;869;p17"/>
            <p:cNvSpPr/>
            <p:nvPr/>
          </p:nvSpPr>
          <p:spPr>
            <a:xfrm rot="9432676">
              <a:off x="8129941" y="4008591"/>
              <a:ext cx="1513587" cy="1081190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70" name="Google Shape;870;p17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871" name="Google Shape;871;p17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7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873" name="Google Shape;87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68650" y="-89276"/>
            <a:ext cx="1964802" cy="15084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4" name="Google Shape;874;p17"/>
          <p:cNvGrpSpPr/>
          <p:nvPr/>
        </p:nvGrpSpPr>
        <p:grpSpPr>
          <a:xfrm>
            <a:off x="-1028710" y="3387325"/>
            <a:ext cx="2711159" cy="1972460"/>
            <a:chOff x="-1028710" y="3387325"/>
            <a:chExt cx="2711159" cy="1972460"/>
          </a:xfrm>
        </p:grpSpPr>
        <p:sp>
          <p:nvSpPr>
            <p:cNvPr id="875" name="Google Shape;875;p17"/>
            <p:cNvSpPr/>
            <p:nvPr/>
          </p:nvSpPr>
          <p:spPr>
            <a:xfrm rot="9432704">
              <a:off x="-384173" y="4028063"/>
              <a:ext cx="1004493" cy="118337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7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77" name="Google Shape;877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08141" y="3387325"/>
              <a:ext cx="1790590" cy="1832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BLANK_1_2">
    <p:bg>
      <p:bgPr>
        <a:solidFill>
          <a:srgbClr val="F7F8FC"/>
        </a:solidFill>
        <a:effectLst/>
      </p:bgPr>
    </p:bg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8"/>
          <p:cNvSpPr txBox="1">
            <a:spLocks noGrp="1"/>
          </p:cNvSpPr>
          <p:nvPr>
            <p:ph type="subTitle" idx="1"/>
          </p:nvPr>
        </p:nvSpPr>
        <p:spPr>
          <a:xfrm flipH="1">
            <a:off x="914550" y="3099195"/>
            <a:ext cx="7299900" cy="3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8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880" name="Google Shape;880;p18"/>
          <p:cNvSpPr txBox="1">
            <a:spLocks noGrp="1"/>
          </p:cNvSpPr>
          <p:nvPr>
            <p:ph type="ctrTitle"/>
          </p:nvPr>
        </p:nvSpPr>
        <p:spPr>
          <a:xfrm flipH="1">
            <a:off x="914250" y="2579950"/>
            <a:ext cx="7299900" cy="5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881" name="Google Shape;881;p18"/>
          <p:cNvSpPr txBox="1">
            <a:spLocks noGrp="1"/>
          </p:cNvSpPr>
          <p:nvPr>
            <p:ph type="title" idx="2" hasCustomPrompt="1"/>
          </p:nvPr>
        </p:nvSpPr>
        <p:spPr>
          <a:xfrm>
            <a:off x="2691300" y="1948575"/>
            <a:ext cx="3734100" cy="6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grpSp>
        <p:nvGrpSpPr>
          <p:cNvPr id="882" name="Google Shape;882;p18"/>
          <p:cNvGrpSpPr/>
          <p:nvPr/>
        </p:nvGrpSpPr>
        <p:grpSpPr>
          <a:xfrm>
            <a:off x="5861375" y="4178175"/>
            <a:ext cx="3351600" cy="1021698"/>
            <a:chOff x="5861375" y="4178175"/>
            <a:chExt cx="3351600" cy="1021698"/>
          </a:xfrm>
        </p:grpSpPr>
        <p:sp>
          <p:nvSpPr>
            <p:cNvPr id="883" name="Google Shape;883;p18"/>
            <p:cNvSpPr/>
            <p:nvPr/>
          </p:nvSpPr>
          <p:spPr>
            <a:xfrm>
              <a:off x="5861375" y="4178175"/>
              <a:ext cx="3351600" cy="1021698"/>
            </a:xfrm>
            <a:custGeom>
              <a:avLst/>
              <a:gdLst/>
              <a:ahLst/>
              <a:cxnLst/>
              <a:rect l="l" t="t" r="r" b="b"/>
              <a:pathLst>
                <a:path w="44285" h="14312" extrusionOk="0">
                  <a:moveTo>
                    <a:pt x="44285" y="0"/>
                  </a:moveTo>
                  <a:cubicBezTo>
                    <a:pt x="42694" y="290"/>
                    <a:pt x="41153" y="1067"/>
                    <a:pt x="39825" y="2024"/>
                  </a:cubicBezTo>
                  <a:cubicBezTo>
                    <a:pt x="37795" y="3485"/>
                    <a:pt x="36088" y="5359"/>
                    <a:pt x="34068" y="6834"/>
                  </a:cubicBezTo>
                  <a:cubicBezTo>
                    <a:pt x="30950" y="9117"/>
                    <a:pt x="27108" y="10394"/>
                    <a:pt x="23245" y="10435"/>
                  </a:cubicBezTo>
                  <a:cubicBezTo>
                    <a:pt x="23175" y="10436"/>
                    <a:pt x="23106" y="10436"/>
                    <a:pt x="23037" y="10436"/>
                  </a:cubicBezTo>
                  <a:cubicBezTo>
                    <a:pt x="19957" y="10436"/>
                    <a:pt x="16925" y="9699"/>
                    <a:pt x="13873" y="9252"/>
                  </a:cubicBezTo>
                  <a:cubicBezTo>
                    <a:pt x="12567" y="9062"/>
                    <a:pt x="11230" y="8928"/>
                    <a:pt x="9904" y="8928"/>
                  </a:cubicBezTo>
                  <a:cubicBezTo>
                    <a:pt x="8063" y="8928"/>
                    <a:pt x="6243" y="9185"/>
                    <a:pt x="4556" y="9900"/>
                  </a:cubicBezTo>
                  <a:cubicBezTo>
                    <a:pt x="2570" y="10741"/>
                    <a:pt x="825" y="12363"/>
                    <a:pt x="1" y="14312"/>
                  </a:cubicBezTo>
                  <a:lnTo>
                    <a:pt x="44285" y="14312"/>
                  </a:lnTo>
                  <a:lnTo>
                    <a:pt x="442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84" name="Google Shape;884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286501" y="4642934"/>
              <a:ext cx="2857497" cy="530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5" name="Google Shape;885;p18"/>
          <p:cNvGrpSpPr/>
          <p:nvPr/>
        </p:nvGrpSpPr>
        <p:grpSpPr>
          <a:xfrm>
            <a:off x="-103000" y="-237275"/>
            <a:ext cx="4656024" cy="2635100"/>
            <a:chOff x="-103000" y="-237275"/>
            <a:chExt cx="4656024" cy="2635100"/>
          </a:xfrm>
        </p:grpSpPr>
        <p:sp>
          <p:nvSpPr>
            <p:cNvPr id="886" name="Google Shape;886;p18"/>
            <p:cNvSpPr/>
            <p:nvPr/>
          </p:nvSpPr>
          <p:spPr>
            <a:xfrm>
              <a:off x="-19050" y="-76200"/>
              <a:ext cx="2668237" cy="114584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-19050" y="-76200"/>
              <a:ext cx="4572074" cy="2474025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88" name="Google Shape;888;p18"/>
            <p:cNvPicPr preferRelativeResize="0"/>
            <p:nvPr/>
          </p:nvPicPr>
          <p:blipFill rotWithShape="1">
            <a:blip r:embed="rId3">
              <a:alphaModFix/>
            </a:blip>
            <a:srcRect t="40" b="30"/>
            <a:stretch/>
          </p:blipFill>
          <p:spPr>
            <a:xfrm>
              <a:off x="-103000" y="-237275"/>
              <a:ext cx="1360299" cy="23317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BLANK_1_1">
    <p:bg>
      <p:bgPr>
        <a:solidFill>
          <a:srgbClr val="F7F8FC"/>
        </a:solidFill>
        <a:effectLst/>
      </p:bgPr>
    </p:bg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9"/>
          <p:cNvSpPr/>
          <p:nvPr/>
        </p:nvSpPr>
        <p:spPr>
          <a:xfrm rot="-3450524">
            <a:off x="1259292" y="4296611"/>
            <a:ext cx="1028222" cy="1381915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19"/>
          <p:cNvSpPr txBox="1">
            <a:spLocks noGrp="1"/>
          </p:cNvSpPr>
          <p:nvPr>
            <p:ph type="subTitle" idx="1"/>
          </p:nvPr>
        </p:nvSpPr>
        <p:spPr>
          <a:xfrm>
            <a:off x="1256025" y="2332001"/>
            <a:ext cx="21510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92" name="Google Shape;892;p19"/>
          <p:cNvSpPr txBox="1">
            <a:spLocks noGrp="1"/>
          </p:cNvSpPr>
          <p:nvPr>
            <p:ph type="subTitle" idx="2"/>
          </p:nvPr>
        </p:nvSpPr>
        <p:spPr>
          <a:xfrm>
            <a:off x="3504013" y="2332001"/>
            <a:ext cx="21510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93" name="Google Shape;893;p19"/>
          <p:cNvSpPr txBox="1">
            <a:spLocks noGrp="1"/>
          </p:cNvSpPr>
          <p:nvPr>
            <p:ph type="subTitle" idx="3"/>
          </p:nvPr>
        </p:nvSpPr>
        <p:spPr>
          <a:xfrm>
            <a:off x="5752000" y="2332001"/>
            <a:ext cx="21510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94" name="Google Shape;894;p19"/>
          <p:cNvSpPr txBox="1">
            <a:spLocks noGrp="1"/>
          </p:cNvSpPr>
          <p:nvPr>
            <p:ph type="subTitle" idx="4"/>
          </p:nvPr>
        </p:nvSpPr>
        <p:spPr>
          <a:xfrm>
            <a:off x="1409984" y="184940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5" name="Google Shape;895;p19"/>
          <p:cNvSpPr txBox="1">
            <a:spLocks noGrp="1"/>
          </p:cNvSpPr>
          <p:nvPr>
            <p:ph type="subTitle" idx="5"/>
          </p:nvPr>
        </p:nvSpPr>
        <p:spPr>
          <a:xfrm>
            <a:off x="3674925" y="184940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6" name="Google Shape;896;p19"/>
          <p:cNvSpPr txBox="1">
            <a:spLocks noGrp="1"/>
          </p:cNvSpPr>
          <p:nvPr>
            <p:ph type="subTitle" idx="6"/>
          </p:nvPr>
        </p:nvSpPr>
        <p:spPr>
          <a:xfrm>
            <a:off x="5927418" y="184940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7" name="Google Shape;897;p19"/>
          <p:cNvSpPr txBox="1">
            <a:spLocks noGrp="1"/>
          </p:cNvSpPr>
          <p:nvPr>
            <p:ph type="title"/>
          </p:nvPr>
        </p:nvSpPr>
        <p:spPr>
          <a:xfrm>
            <a:off x="910100" y="500070"/>
            <a:ext cx="729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98" name="Google Shape;898;p19"/>
          <p:cNvSpPr txBox="1">
            <a:spLocks noGrp="1"/>
          </p:cNvSpPr>
          <p:nvPr>
            <p:ph type="subTitle" idx="7"/>
          </p:nvPr>
        </p:nvSpPr>
        <p:spPr>
          <a:xfrm>
            <a:off x="1408793" y="3279699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9" name="Google Shape;899;p19"/>
          <p:cNvSpPr txBox="1">
            <a:spLocks noGrp="1"/>
          </p:cNvSpPr>
          <p:nvPr>
            <p:ph type="subTitle" idx="8"/>
          </p:nvPr>
        </p:nvSpPr>
        <p:spPr>
          <a:xfrm>
            <a:off x="3658844" y="327968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00" name="Google Shape;900;p19"/>
          <p:cNvSpPr txBox="1">
            <a:spLocks noGrp="1"/>
          </p:cNvSpPr>
          <p:nvPr>
            <p:ph type="subTitle" idx="9"/>
          </p:nvPr>
        </p:nvSpPr>
        <p:spPr>
          <a:xfrm>
            <a:off x="5932097" y="3279699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01" name="Google Shape;901;p19"/>
          <p:cNvSpPr/>
          <p:nvPr/>
        </p:nvSpPr>
        <p:spPr>
          <a:xfrm rot="6744193">
            <a:off x="7627797" y="-227159"/>
            <a:ext cx="906848" cy="921703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19"/>
          <p:cNvSpPr/>
          <p:nvPr/>
        </p:nvSpPr>
        <p:spPr>
          <a:xfrm>
            <a:off x="9264337" y="-314100"/>
            <a:ext cx="32063" cy="23513"/>
          </a:xfrm>
          <a:custGeom>
            <a:avLst/>
            <a:gdLst/>
            <a:ahLst/>
            <a:cxnLst/>
            <a:rect l="l" t="t" r="r" b="b"/>
            <a:pathLst>
              <a:path w="600" h="440" extrusionOk="0">
                <a:moveTo>
                  <a:pt x="556" y="0"/>
                </a:moveTo>
                <a:lnTo>
                  <a:pt x="19" y="33"/>
                </a:lnTo>
                <a:cubicBezTo>
                  <a:pt x="5" y="66"/>
                  <a:pt x="1" y="100"/>
                  <a:pt x="1" y="137"/>
                </a:cubicBezTo>
                <a:cubicBezTo>
                  <a:pt x="1" y="302"/>
                  <a:pt x="132" y="439"/>
                  <a:pt x="297" y="439"/>
                </a:cubicBezTo>
                <a:cubicBezTo>
                  <a:pt x="462" y="439"/>
                  <a:pt x="599" y="302"/>
                  <a:pt x="599" y="137"/>
                </a:cubicBezTo>
                <a:cubicBezTo>
                  <a:pt x="599" y="85"/>
                  <a:pt x="580" y="43"/>
                  <a:pt x="556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19"/>
          <p:cNvSpPr/>
          <p:nvPr/>
        </p:nvSpPr>
        <p:spPr>
          <a:xfrm>
            <a:off x="9157730" y="-307581"/>
            <a:ext cx="31795" cy="16993"/>
          </a:xfrm>
          <a:custGeom>
            <a:avLst/>
            <a:gdLst/>
            <a:ahLst/>
            <a:cxnLst/>
            <a:rect l="l" t="t" r="r" b="b"/>
            <a:pathLst>
              <a:path w="595" h="318" extrusionOk="0">
                <a:moveTo>
                  <a:pt x="594" y="0"/>
                </a:moveTo>
                <a:lnTo>
                  <a:pt x="0" y="39"/>
                </a:lnTo>
                <a:cubicBezTo>
                  <a:pt x="15" y="194"/>
                  <a:pt x="142" y="317"/>
                  <a:pt x="298" y="317"/>
                </a:cubicBezTo>
                <a:cubicBezTo>
                  <a:pt x="463" y="317"/>
                  <a:pt x="594" y="180"/>
                  <a:pt x="594" y="15"/>
                </a:cubicBezTo>
                <a:lnTo>
                  <a:pt x="594" y="0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19"/>
          <p:cNvSpPr/>
          <p:nvPr/>
        </p:nvSpPr>
        <p:spPr>
          <a:xfrm>
            <a:off x="9053368" y="-300741"/>
            <a:ext cx="28536" cy="10153"/>
          </a:xfrm>
          <a:custGeom>
            <a:avLst/>
            <a:gdLst/>
            <a:ahLst/>
            <a:cxnLst/>
            <a:rect l="l" t="t" r="r" b="b"/>
            <a:pathLst>
              <a:path w="534" h="190" extrusionOk="0">
                <a:moveTo>
                  <a:pt x="534" y="0"/>
                </a:moveTo>
                <a:lnTo>
                  <a:pt x="1" y="33"/>
                </a:lnTo>
                <a:cubicBezTo>
                  <a:pt x="53" y="122"/>
                  <a:pt x="142" y="189"/>
                  <a:pt x="255" y="189"/>
                </a:cubicBezTo>
                <a:cubicBezTo>
                  <a:pt x="379" y="189"/>
                  <a:pt x="486" y="109"/>
                  <a:pt x="534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19"/>
          <p:cNvSpPr/>
          <p:nvPr/>
        </p:nvSpPr>
        <p:spPr>
          <a:xfrm>
            <a:off x="8953333" y="-293420"/>
            <a:ext cx="15443" cy="2832"/>
          </a:xfrm>
          <a:custGeom>
            <a:avLst/>
            <a:gdLst/>
            <a:ahLst/>
            <a:cxnLst/>
            <a:rect l="l" t="t" r="r" b="b"/>
            <a:pathLst>
              <a:path w="289" h="53" extrusionOk="0">
                <a:moveTo>
                  <a:pt x="288" y="0"/>
                </a:moveTo>
                <a:lnTo>
                  <a:pt x="1" y="18"/>
                </a:lnTo>
                <a:cubicBezTo>
                  <a:pt x="38" y="37"/>
                  <a:pt x="86" y="52"/>
                  <a:pt x="133" y="52"/>
                </a:cubicBezTo>
                <a:cubicBezTo>
                  <a:pt x="190" y="52"/>
                  <a:pt x="246" y="28"/>
                  <a:pt x="288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19"/>
          <p:cNvSpPr/>
          <p:nvPr/>
        </p:nvSpPr>
        <p:spPr>
          <a:xfrm>
            <a:off x="7611740" y="279588"/>
            <a:ext cx="15871" cy="9405"/>
          </a:xfrm>
          <a:custGeom>
            <a:avLst/>
            <a:gdLst/>
            <a:ahLst/>
            <a:cxnLst/>
            <a:rect l="l" t="t" r="r" b="b"/>
            <a:pathLst>
              <a:path w="297" h="176" extrusionOk="0">
                <a:moveTo>
                  <a:pt x="0" y="1"/>
                </a:moveTo>
                <a:cubicBezTo>
                  <a:pt x="0" y="67"/>
                  <a:pt x="24" y="128"/>
                  <a:pt x="61" y="175"/>
                </a:cubicBezTo>
                <a:cubicBezTo>
                  <a:pt x="142" y="161"/>
                  <a:pt x="216" y="151"/>
                  <a:pt x="297" y="138"/>
                </a:cubicBezTo>
                <a:lnTo>
                  <a:pt x="297" y="1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7" name="Google Shape;907;p19"/>
          <p:cNvGrpSpPr/>
          <p:nvPr/>
        </p:nvGrpSpPr>
        <p:grpSpPr>
          <a:xfrm>
            <a:off x="-65294" y="2635223"/>
            <a:ext cx="4507248" cy="2851719"/>
            <a:chOff x="-65294" y="2635223"/>
            <a:chExt cx="4507248" cy="2851719"/>
          </a:xfrm>
        </p:grpSpPr>
        <p:sp>
          <p:nvSpPr>
            <p:cNvPr id="908" name="Google Shape;908;p19"/>
            <p:cNvSpPr/>
            <p:nvPr/>
          </p:nvSpPr>
          <p:spPr>
            <a:xfrm>
              <a:off x="-37819" y="3229639"/>
              <a:ext cx="642082" cy="720274"/>
            </a:xfrm>
            <a:custGeom>
              <a:avLst/>
              <a:gdLst/>
              <a:ahLst/>
              <a:cxnLst/>
              <a:rect l="l" t="t" r="r" b="b"/>
              <a:pathLst>
                <a:path w="8249" h="13525" extrusionOk="0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9"/>
            <p:cNvSpPr/>
            <p:nvPr/>
          </p:nvSpPr>
          <p:spPr>
            <a:xfrm>
              <a:off x="-37819" y="3866020"/>
              <a:ext cx="2675353" cy="1620922"/>
            </a:xfrm>
            <a:custGeom>
              <a:avLst/>
              <a:gdLst/>
              <a:ahLst/>
              <a:cxnLst/>
              <a:rect l="l" t="t" r="r" b="b"/>
              <a:pathLst>
                <a:path w="34371" h="30437" extrusionOk="0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10" name="Google Shape;910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1" name="Google Shape;911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12" name="Google Shape;912;p19"/>
          <p:cNvSpPr/>
          <p:nvPr/>
        </p:nvSpPr>
        <p:spPr>
          <a:xfrm>
            <a:off x="7667903" y="-136207"/>
            <a:ext cx="1600774" cy="1383657"/>
          </a:xfrm>
          <a:custGeom>
            <a:avLst/>
            <a:gdLst/>
            <a:ahLst/>
            <a:cxnLst/>
            <a:rect l="l" t="t" r="r" b="b"/>
            <a:pathLst>
              <a:path w="29956" h="25893" extrusionOk="0">
                <a:moveTo>
                  <a:pt x="1594" y="1"/>
                </a:moveTo>
                <a:cubicBezTo>
                  <a:pt x="501" y="1468"/>
                  <a:pt x="0" y="3372"/>
                  <a:pt x="269" y="5183"/>
                </a:cubicBezTo>
                <a:cubicBezTo>
                  <a:pt x="566" y="7212"/>
                  <a:pt x="1811" y="9079"/>
                  <a:pt x="3570" y="10130"/>
                </a:cubicBezTo>
                <a:cubicBezTo>
                  <a:pt x="7155" y="12276"/>
                  <a:pt x="12261" y="11003"/>
                  <a:pt x="15412" y="13748"/>
                </a:cubicBezTo>
                <a:cubicBezTo>
                  <a:pt x="17755" y="15785"/>
                  <a:pt x="18105" y="19274"/>
                  <a:pt x="19798" y="21873"/>
                </a:cubicBezTo>
                <a:cubicBezTo>
                  <a:pt x="21137" y="23924"/>
                  <a:pt x="23357" y="25377"/>
                  <a:pt x="25773" y="25778"/>
                </a:cubicBezTo>
                <a:cubicBezTo>
                  <a:pt x="26239" y="25855"/>
                  <a:pt x="26710" y="25892"/>
                  <a:pt x="27182" y="25892"/>
                </a:cubicBezTo>
                <a:cubicBezTo>
                  <a:pt x="28121" y="25892"/>
                  <a:pt x="29060" y="25743"/>
                  <a:pt x="29956" y="25456"/>
                </a:cubicBezTo>
                <a:lnTo>
                  <a:pt x="29956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3" name="Google Shape;9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0084" y="-349974"/>
            <a:ext cx="2501000" cy="138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">
  <p:cSld name="BLANK_1_1_1">
    <p:bg>
      <p:bgPr>
        <a:noFill/>
        <a:effectLst/>
      </p:bgPr>
    </p:bg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20"/>
          <p:cNvSpPr txBox="1">
            <a:spLocks noGrp="1"/>
          </p:cNvSpPr>
          <p:nvPr>
            <p:ph type="subTitle" idx="1"/>
          </p:nvPr>
        </p:nvSpPr>
        <p:spPr>
          <a:xfrm>
            <a:off x="922199" y="3107030"/>
            <a:ext cx="19929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16" name="Google Shape;916;p20"/>
          <p:cNvSpPr txBox="1">
            <a:spLocks noGrp="1"/>
          </p:cNvSpPr>
          <p:nvPr>
            <p:ph type="subTitle" idx="2"/>
          </p:nvPr>
        </p:nvSpPr>
        <p:spPr>
          <a:xfrm>
            <a:off x="3523076" y="3132379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17" name="Google Shape;917;p20"/>
          <p:cNvSpPr txBox="1">
            <a:spLocks noGrp="1"/>
          </p:cNvSpPr>
          <p:nvPr>
            <p:ph type="subTitle" idx="3"/>
          </p:nvPr>
        </p:nvSpPr>
        <p:spPr>
          <a:xfrm>
            <a:off x="6310123" y="3107020"/>
            <a:ext cx="19935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18" name="Google Shape;918;p20"/>
          <p:cNvSpPr txBox="1">
            <a:spLocks noGrp="1"/>
          </p:cNvSpPr>
          <p:nvPr>
            <p:ph type="subTitle" idx="4"/>
          </p:nvPr>
        </p:nvSpPr>
        <p:spPr>
          <a:xfrm>
            <a:off x="4844925" y="3132379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19" name="Google Shape;919;p20"/>
          <p:cNvSpPr txBox="1">
            <a:spLocks noGrp="1"/>
          </p:cNvSpPr>
          <p:nvPr>
            <p:ph type="subTitle" idx="5"/>
          </p:nvPr>
        </p:nvSpPr>
        <p:spPr>
          <a:xfrm>
            <a:off x="922199" y="1715603"/>
            <a:ext cx="1995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20" name="Google Shape;920;p20"/>
          <p:cNvSpPr txBox="1">
            <a:spLocks noGrp="1"/>
          </p:cNvSpPr>
          <p:nvPr>
            <p:ph type="subTitle" idx="6"/>
          </p:nvPr>
        </p:nvSpPr>
        <p:spPr>
          <a:xfrm>
            <a:off x="3523076" y="1946661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21" name="Google Shape;921;p20"/>
          <p:cNvSpPr txBox="1">
            <a:spLocks noGrp="1"/>
          </p:cNvSpPr>
          <p:nvPr>
            <p:ph type="subTitle" idx="7"/>
          </p:nvPr>
        </p:nvSpPr>
        <p:spPr>
          <a:xfrm>
            <a:off x="6303700" y="1715147"/>
            <a:ext cx="19935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22" name="Google Shape;922;p20"/>
          <p:cNvSpPr txBox="1">
            <a:spLocks noGrp="1"/>
          </p:cNvSpPr>
          <p:nvPr>
            <p:ph type="subTitle" idx="8"/>
          </p:nvPr>
        </p:nvSpPr>
        <p:spPr>
          <a:xfrm>
            <a:off x="4844925" y="1946661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23" name="Google Shape;923;p20"/>
          <p:cNvSpPr txBox="1">
            <a:spLocks noGrp="1"/>
          </p:cNvSpPr>
          <p:nvPr>
            <p:ph type="title"/>
          </p:nvPr>
        </p:nvSpPr>
        <p:spPr>
          <a:xfrm>
            <a:off x="922200" y="503805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24" name="Google Shape;924;p20"/>
          <p:cNvGrpSpPr/>
          <p:nvPr/>
        </p:nvGrpSpPr>
        <p:grpSpPr>
          <a:xfrm>
            <a:off x="-594817" y="-1573636"/>
            <a:ext cx="2884246" cy="2884367"/>
            <a:chOff x="-594817" y="-1573636"/>
            <a:chExt cx="2884246" cy="2884367"/>
          </a:xfrm>
        </p:grpSpPr>
        <p:sp>
          <p:nvSpPr>
            <p:cNvPr id="925" name="Google Shape;925;p20"/>
            <p:cNvSpPr/>
            <p:nvPr/>
          </p:nvSpPr>
          <p:spPr>
            <a:xfrm rot="8100000" flipH="1">
              <a:off x="-421266" y="-334077"/>
              <a:ext cx="2456094" cy="842354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0"/>
            <p:cNvSpPr/>
            <p:nvPr/>
          </p:nvSpPr>
          <p:spPr>
            <a:xfrm rot="8099926">
              <a:off x="-694128" y="-629532"/>
              <a:ext cx="3082868" cy="996157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0"/>
            <p:cNvSpPr/>
            <p:nvPr/>
          </p:nvSpPr>
          <p:spPr>
            <a:xfrm rot="8099926">
              <a:off x="-552377" y="-407678"/>
              <a:ext cx="2180889" cy="574192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8" name="Google Shape;928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52400" y="-197325"/>
              <a:ext cx="2257421" cy="12697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9" name="Google Shape;929;p20"/>
          <p:cNvGrpSpPr/>
          <p:nvPr/>
        </p:nvGrpSpPr>
        <p:grpSpPr>
          <a:xfrm>
            <a:off x="6246325" y="-233706"/>
            <a:ext cx="4250936" cy="1877933"/>
            <a:chOff x="6246325" y="-233706"/>
            <a:chExt cx="4250936" cy="1877933"/>
          </a:xfrm>
        </p:grpSpPr>
        <p:sp>
          <p:nvSpPr>
            <p:cNvPr id="930" name="Google Shape;930;p20"/>
            <p:cNvSpPr/>
            <p:nvPr/>
          </p:nvSpPr>
          <p:spPr>
            <a:xfrm rot="9432704">
              <a:off x="8739252" y="-85362"/>
              <a:ext cx="1004493" cy="118337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31" name="Google Shape;931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46325" y="-81300"/>
              <a:ext cx="3067632" cy="17255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2" name="Google Shape;932;p20"/>
            <p:cNvSpPr/>
            <p:nvPr/>
          </p:nvSpPr>
          <p:spPr>
            <a:xfrm rot="10800000" flipH="1">
              <a:off x="8203701" y="-109338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3" name="Google Shape;933;p20"/>
          <p:cNvGrpSpPr/>
          <p:nvPr/>
        </p:nvGrpSpPr>
        <p:grpSpPr>
          <a:xfrm>
            <a:off x="6310200" y="3498954"/>
            <a:ext cx="3808166" cy="2301773"/>
            <a:chOff x="6310200" y="3498954"/>
            <a:chExt cx="3808166" cy="2301773"/>
          </a:xfrm>
        </p:grpSpPr>
        <p:grpSp>
          <p:nvGrpSpPr>
            <p:cNvPr id="934" name="Google Shape;934;p20"/>
            <p:cNvGrpSpPr/>
            <p:nvPr/>
          </p:nvGrpSpPr>
          <p:grpSpPr>
            <a:xfrm rot="-1268445">
              <a:off x="7164341" y="3985943"/>
              <a:ext cx="2878718" cy="954798"/>
              <a:chOff x="3098100" y="3849750"/>
              <a:chExt cx="940775" cy="270425"/>
            </a:xfrm>
          </p:grpSpPr>
          <p:sp>
            <p:nvSpPr>
              <p:cNvPr id="935" name="Google Shape;935;p20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20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7" name="Google Shape;937;p20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938" name="Google Shape;938;p20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20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40" name="Google Shape;940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10200" y="3792375"/>
              <a:ext cx="3570403" cy="200835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41" name="Google Shape;941;p20"/>
          <p:cNvGrpSpPr/>
          <p:nvPr/>
        </p:nvGrpSpPr>
        <p:grpSpPr>
          <a:xfrm>
            <a:off x="-1028710" y="3243250"/>
            <a:ext cx="4364586" cy="2440196"/>
            <a:chOff x="-1028710" y="3243250"/>
            <a:chExt cx="4364586" cy="2440196"/>
          </a:xfrm>
        </p:grpSpPr>
        <p:sp>
          <p:nvSpPr>
            <p:cNvPr id="942" name="Google Shape;942;p20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0"/>
            <p:cNvSpPr/>
            <p:nvPr/>
          </p:nvSpPr>
          <p:spPr>
            <a:xfrm rot="3818127">
              <a:off x="-1175654" y="4029628"/>
              <a:ext cx="2293552" cy="867440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44" name="Google Shape;944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-135474" y="3276600"/>
              <a:ext cx="3471350" cy="19526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BLANK_1_1_1_1">
    <p:bg>
      <p:bgPr>
        <a:solidFill>
          <a:srgbClr val="F7F8FC"/>
        </a:solidFill>
        <a:effectLst/>
      </p:bgPr>
    </p:bg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21"/>
          <p:cNvSpPr txBox="1">
            <a:spLocks noGrp="1"/>
          </p:cNvSpPr>
          <p:nvPr>
            <p:ph type="subTitle" idx="1"/>
          </p:nvPr>
        </p:nvSpPr>
        <p:spPr>
          <a:xfrm>
            <a:off x="3962670" y="1391720"/>
            <a:ext cx="2986500" cy="7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47" name="Google Shape;947;p21"/>
          <p:cNvSpPr txBox="1">
            <a:spLocks noGrp="1"/>
          </p:cNvSpPr>
          <p:nvPr>
            <p:ph type="subTitle" idx="2"/>
          </p:nvPr>
        </p:nvSpPr>
        <p:spPr>
          <a:xfrm>
            <a:off x="3954583" y="2161448"/>
            <a:ext cx="2986500" cy="42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2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48" name="Google Shape;948;p21"/>
          <p:cNvSpPr txBox="1">
            <a:spLocks noGrp="1"/>
          </p:cNvSpPr>
          <p:nvPr>
            <p:ph type="subTitle" idx="3"/>
          </p:nvPr>
        </p:nvSpPr>
        <p:spPr>
          <a:xfrm>
            <a:off x="2467426" y="3118946"/>
            <a:ext cx="2986500" cy="7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49" name="Google Shape;949;p21"/>
          <p:cNvSpPr txBox="1">
            <a:spLocks noGrp="1"/>
          </p:cNvSpPr>
          <p:nvPr>
            <p:ph type="subTitle" idx="4"/>
          </p:nvPr>
        </p:nvSpPr>
        <p:spPr>
          <a:xfrm>
            <a:off x="2467426" y="3887876"/>
            <a:ext cx="2986500" cy="37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2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50" name="Google Shape;950;p21"/>
          <p:cNvSpPr txBox="1">
            <a:spLocks noGrp="1"/>
          </p:cNvSpPr>
          <p:nvPr>
            <p:ph type="title"/>
          </p:nvPr>
        </p:nvSpPr>
        <p:spPr>
          <a:xfrm>
            <a:off x="914400" y="551820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51" name="Google Shape;951;p21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952" name="Google Shape;952;p21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953" name="Google Shape;953;p21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21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21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56" name="Google Shape;956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7" name="Google Shape;957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2">
  <p:cSld name="BLANK_1_1_1_1_1">
    <p:bg>
      <p:bgPr>
        <a:solidFill>
          <a:srgbClr val="F7F8FC"/>
        </a:solidFill>
        <a:effectLst/>
      </p:bgPr>
    </p:bg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22"/>
          <p:cNvSpPr txBox="1">
            <a:spLocks noGrp="1"/>
          </p:cNvSpPr>
          <p:nvPr>
            <p:ph type="title"/>
          </p:nvPr>
        </p:nvSpPr>
        <p:spPr>
          <a:xfrm>
            <a:off x="922200" y="432516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0" name="Google Shape;960;p22"/>
          <p:cNvSpPr txBox="1">
            <a:spLocks noGrp="1"/>
          </p:cNvSpPr>
          <p:nvPr>
            <p:ph type="subTitle" idx="1"/>
          </p:nvPr>
        </p:nvSpPr>
        <p:spPr>
          <a:xfrm>
            <a:off x="4758372" y="3001221"/>
            <a:ext cx="2116200" cy="12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61" name="Google Shape;961;p22"/>
          <p:cNvSpPr txBox="1">
            <a:spLocks noGrp="1"/>
          </p:cNvSpPr>
          <p:nvPr>
            <p:ph type="subTitle" idx="2"/>
          </p:nvPr>
        </p:nvSpPr>
        <p:spPr>
          <a:xfrm>
            <a:off x="2559249" y="2538821"/>
            <a:ext cx="18288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62" name="Google Shape;962;p22"/>
          <p:cNvSpPr txBox="1">
            <a:spLocks noGrp="1"/>
          </p:cNvSpPr>
          <p:nvPr>
            <p:ph type="subTitle" idx="3"/>
          </p:nvPr>
        </p:nvSpPr>
        <p:spPr>
          <a:xfrm>
            <a:off x="2273064" y="3001226"/>
            <a:ext cx="2116200" cy="12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63" name="Google Shape;963;p22"/>
          <p:cNvSpPr txBox="1">
            <a:spLocks noGrp="1"/>
          </p:cNvSpPr>
          <p:nvPr>
            <p:ph type="subTitle" idx="4"/>
          </p:nvPr>
        </p:nvSpPr>
        <p:spPr>
          <a:xfrm>
            <a:off x="4767476" y="2540105"/>
            <a:ext cx="18288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grpSp>
        <p:nvGrpSpPr>
          <p:cNvPr id="964" name="Google Shape;964;p22"/>
          <p:cNvGrpSpPr/>
          <p:nvPr/>
        </p:nvGrpSpPr>
        <p:grpSpPr>
          <a:xfrm>
            <a:off x="6002520" y="-102719"/>
            <a:ext cx="4477807" cy="5398619"/>
            <a:chOff x="6002520" y="-102719"/>
            <a:chExt cx="4477807" cy="5398619"/>
          </a:xfrm>
        </p:grpSpPr>
        <p:sp>
          <p:nvSpPr>
            <p:cNvPr id="965" name="Google Shape;965;p22"/>
            <p:cNvSpPr/>
            <p:nvPr/>
          </p:nvSpPr>
          <p:spPr>
            <a:xfrm rot="10800000" flipH="1">
              <a:off x="7915228" y="315002"/>
              <a:ext cx="1679305" cy="4839573"/>
            </a:xfrm>
            <a:custGeom>
              <a:avLst/>
              <a:gdLst/>
              <a:ahLst/>
              <a:cxnLst/>
              <a:rect l="l" t="t" r="r" b="b"/>
              <a:pathLst>
                <a:path w="35728" h="40732" extrusionOk="0">
                  <a:moveTo>
                    <a:pt x="18820" y="1"/>
                  </a:moveTo>
                  <a:cubicBezTo>
                    <a:pt x="19109" y="1207"/>
                    <a:pt x="19249" y="2430"/>
                    <a:pt x="19000" y="3636"/>
                  </a:cubicBezTo>
                  <a:cubicBezTo>
                    <a:pt x="18629" y="5447"/>
                    <a:pt x="17036" y="7130"/>
                    <a:pt x="15257" y="7130"/>
                  </a:cubicBezTo>
                  <a:cubicBezTo>
                    <a:pt x="15061" y="7130"/>
                    <a:pt x="14863" y="7110"/>
                    <a:pt x="14664" y="7067"/>
                  </a:cubicBezTo>
                  <a:cubicBezTo>
                    <a:pt x="13233" y="6760"/>
                    <a:pt x="12265" y="5466"/>
                    <a:pt x="11373" y="4304"/>
                  </a:cubicBezTo>
                  <a:cubicBezTo>
                    <a:pt x="10483" y="3139"/>
                    <a:pt x="9353" y="1922"/>
                    <a:pt x="7887" y="1886"/>
                  </a:cubicBezTo>
                  <a:cubicBezTo>
                    <a:pt x="7863" y="1885"/>
                    <a:pt x="7839" y="1885"/>
                    <a:pt x="7814" y="1885"/>
                  </a:cubicBezTo>
                  <a:cubicBezTo>
                    <a:pt x="5997" y="1885"/>
                    <a:pt x="4737" y="3650"/>
                    <a:pt x="3248" y="4713"/>
                  </a:cubicBezTo>
                  <a:cubicBezTo>
                    <a:pt x="2280" y="5405"/>
                    <a:pt x="1163" y="5790"/>
                    <a:pt x="1" y="5925"/>
                  </a:cubicBezTo>
                  <a:cubicBezTo>
                    <a:pt x="944" y="10790"/>
                    <a:pt x="4021" y="15270"/>
                    <a:pt x="8412" y="17604"/>
                  </a:cubicBezTo>
                  <a:cubicBezTo>
                    <a:pt x="10555" y="18738"/>
                    <a:pt x="12922" y="19389"/>
                    <a:pt x="15103" y="20449"/>
                  </a:cubicBezTo>
                  <a:cubicBezTo>
                    <a:pt x="17287" y="21508"/>
                    <a:pt x="19372" y="23106"/>
                    <a:pt x="20192" y="25384"/>
                  </a:cubicBezTo>
                  <a:cubicBezTo>
                    <a:pt x="21279" y="28400"/>
                    <a:pt x="19923" y="31871"/>
                    <a:pt x="20959" y="34903"/>
                  </a:cubicBezTo>
                  <a:cubicBezTo>
                    <a:pt x="21790" y="37345"/>
                    <a:pt x="24038" y="39046"/>
                    <a:pt x="26392" y="40098"/>
                  </a:cubicBezTo>
                  <a:cubicBezTo>
                    <a:pt x="26928" y="40337"/>
                    <a:pt x="27476" y="40548"/>
                    <a:pt x="28032" y="40732"/>
                  </a:cubicBezTo>
                  <a:cubicBezTo>
                    <a:pt x="29081" y="39274"/>
                    <a:pt x="30382" y="38007"/>
                    <a:pt x="31598" y="36678"/>
                  </a:cubicBezTo>
                  <a:cubicBezTo>
                    <a:pt x="32974" y="35172"/>
                    <a:pt x="34273" y="33520"/>
                    <a:pt x="34875" y="31575"/>
                  </a:cubicBezTo>
                  <a:cubicBezTo>
                    <a:pt x="35727" y="28822"/>
                    <a:pt x="35073" y="25810"/>
                    <a:pt x="33942" y="23160"/>
                  </a:cubicBezTo>
                  <a:cubicBezTo>
                    <a:pt x="32811" y="20510"/>
                    <a:pt x="31213" y="18081"/>
                    <a:pt x="30062" y="15441"/>
                  </a:cubicBezTo>
                  <a:cubicBezTo>
                    <a:pt x="28907" y="12797"/>
                    <a:pt x="28208" y="9806"/>
                    <a:pt x="28996" y="7032"/>
                  </a:cubicBezTo>
                  <a:cubicBezTo>
                    <a:pt x="29905" y="3827"/>
                    <a:pt x="32617" y="1518"/>
                    <a:pt x="3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2"/>
            <p:cNvSpPr/>
            <p:nvPr/>
          </p:nvSpPr>
          <p:spPr>
            <a:xfrm rot="10800000" flipH="1">
              <a:off x="9065267" y="201900"/>
              <a:ext cx="1287556" cy="4952684"/>
            </a:xfrm>
            <a:custGeom>
              <a:avLst/>
              <a:gdLst/>
              <a:ahLst/>
              <a:cxnLst/>
              <a:rect l="l" t="t" r="r" b="b"/>
              <a:pathLst>
                <a:path w="18724" h="41684" extrusionOk="0">
                  <a:moveTo>
                    <a:pt x="7614" y="1"/>
                  </a:moveTo>
                  <a:cubicBezTo>
                    <a:pt x="4586" y="1518"/>
                    <a:pt x="1874" y="3827"/>
                    <a:pt x="965" y="7032"/>
                  </a:cubicBezTo>
                  <a:cubicBezTo>
                    <a:pt x="177" y="9806"/>
                    <a:pt x="876" y="12797"/>
                    <a:pt x="2031" y="15441"/>
                  </a:cubicBezTo>
                  <a:cubicBezTo>
                    <a:pt x="3182" y="18081"/>
                    <a:pt x="4780" y="20510"/>
                    <a:pt x="5911" y="23160"/>
                  </a:cubicBezTo>
                  <a:cubicBezTo>
                    <a:pt x="7042" y="25810"/>
                    <a:pt x="7696" y="28822"/>
                    <a:pt x="6844" y="31575"/>
                  </a:cubicBezTo>
                  <a:cubicBezTo>
                    <a:pt x="6242" y="33520"/>
                    <a:pt x="4943" y="35172"/>
                    <a:pt x="3567" y="36678"/>
                  </a:cubicBezTo>
                  <a:cubicBezTo>
                    <a:pt x="2351" y="38007"/>
                    <a:pt x="1050" y="39274"/>
                    <a:pt x="1" y="40732"/>
                  </a:cubicBezTo>
                  <a:cubicBezTo>
                    <a:pt x="1909" y="41367"/>
                    <a:pt x="3922" y="41683"/>
                    <a:pt x="5935" y="41683"/>
                  </a:cubicBezTo>
                  <a:cubicBezTo>
                    <a:pt x="9028" y="41683"/>
                    <a:pt x="12122" y="40937"/>
                    <a:pt x="14840" y="39458"/>
                  </a:cubicBezTo>
                  <a:cubicBezTo>
                    <a:pt x="16257" y="38688"/>
                    <a:pt x="17562" y="37727"/>
                    <a:pt x="18724" y="36614"/>
                  </a:cubicBezTo>
                  <a:lnTo>
                    <a:pt x="187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2"/>
            <p:cNvSpPr/>
            <p:nvPr/>
          </p:nvSpPr>
          <p:spPr>
            <a:xfrm rot="10800000" flipH="1">
              <a:off x="8947883" y="-102719"/>
              <a:ext cx="1404938" cy="907153"/>
            </a:xfrm>
            <a:custGeom>
              <a:avLst/>
              <a:gdLst/>
              <a:ahLst/>
              <a:cxnLst/>
              <a:rect l="l" t="t" r="r" b="b"/>
              <a:pathLst>
                <a:path w="20431" h="7635" extrusionOk="0">
                  <a:moveTo>
                    <a:pt x="20431" y="1"/>
                  </a:moveTo>
                  <a:cubicBezTo>
                    <a:pt x="19269" y="1114"/>
                    <a:pt x="17964" y="2075"/>
                    <a:pt x="16547" y="2845"/>
                  </a:cubicBezTo>
                  <a:cubicBezTo>
                    <a:pt x="13829" y="4324"/>
                    <a:pt x="10735" y="5070"/>
                    <a:pt x="7642" y="5070"/>
                  </a:cubicBezTo>
                  <a:cubicBezTo>
                    <a:pt x="5629" y="5070"/>
                    <a:pt x="3616" y="4754"/>
                    <a:pt x="1708" y="4119"/>
                  </a:cubicBezTo>
                  <a:cubicBezTo>
                    <a:pt x="1568" y="4309"/>
                    <a:pt x="1435" y="4504"/>
                    <a:pt x="1305" y="4705"/>
                  </a:cubicBezTo>
                  <a:cubicBezTo>
                    <a:pt x="727" y="5601"/>
                    <a:pt x="260" y="6599"/>
                    <a:pt x="1" y="7635"/>
                  </a:cubicBezTo>
                  <a:lnTo>
                    <a:pt x="20431" y="7635"/>
                  </a:lnTo>
                  <a:lnTo>
                    <a:pt x="20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2"/>
            <p:cNvSpPr/>
            <p:nvPr/>
          </p:nvSpPr>
          <p:spPr>
            <a:xfrm rot="9683509" flipH="1">
              <a:off x="8237391" y="3788609"/>
              <a:ext cx="729045" cy="1405831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1" y="0"/>
                  </a:moveTo>
                  <a:cubicBezTo>
                    <a:pt x="2371" y="0"/>
                    <a:pt x="0" y="5907"/>
                    <a:pt x="1788" y="9382"/>
                  </a:cubicBezTo>
                  <a:cubicBezTo>
                    <a:pt x="2675" y="11107"/>
                    <a:pt x="4340" y="11832"/>
                    <a:pt x="5925" y="11832"/>
                  </a:cubicBezTo>
                  <a:cubicBezTo>
                    <a:pt x="7628" y="11832"/>
                    <a:pt x="9239" y="10997"/>
                    <a:pt x="9702" y="9655"/>
                  </a:cubicBezTo>
                  <a:cubicBezTo>
                    <a:pt x="10601" y="7063"/>
                    <a:pt x="9546" y="412"/>
                    <a:pt x="5713" y="14"/>
                  </a:cubicBezTo>
                  <a:cubicBezTo>
                    <a:pt x="5628" y="4"/>
                    <a:pt x="5546" y="0"/>
                    <a:pt x="5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69" name="Google Shape;969;p22"/>
            <p:cNvGrpSpPr/>
            <p:nvPr/>
          </p:nvGrpSpPr>
          <p:grpSpPr>
            <a:xfrm>
              <a:off x="6002520" y="4318199"/>
              <a:ext cx="4477807" cy="839588"/>
              <a:chOff x="3098100" y="3849750"/>
              <a:chExt cx="940775" cy="270425"/>
            </a:xfrm>
          </p:grpSpPr>
          <p:sp>
            <p:nvSpPr>
              <p:cNvPr id="970" name="Google Shape;970;p22"/>
              <p:cNvSpPr/>
              <p:nvPr/>
            </p:nvSpPr>
            <p:spPr>
              <a:xfrm>
                <a:off x="3304800" y="3882975"/>
                <a:ext cx="665525" cy="237200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9488" extrusionOk="0">
                    <a:moveTo>
                      <a:pt x="10146" y="1"/>
                    </a:moveTo>
                    <a:cubicBezTo>
                      <a:pt x="8817" y="1"/>
                      <a:pt x="7433" y="475"/>
                      <a:pt x="6262" y="1145"/>
                    </a:cubicBezTo>
                    <a:cubicBezTo>
                      <a:pt x="3158" y="2920"/>
                      <a:pt x="859" y="6023"/>
                      <a:pt x="1" y="9488"/>
                    </a:cubicBezTo>
                    <a:lnTo>
                      <a:pt x="26620" y="9488"/>
                    </a:lnTo>
                    <a:cubicBezTo>
                      <a:pt x="26617" y="9143"/>
                      <a:pt x="26593" y="8799"/>
                      <a:pt x="26498" y="8469"/>
                    </a:cubicBezTo>
                    <a:cubicBezTo>
                      <a:pt x="26007" y="6772"/>
                      <a:pt x="23963" y="6091"/>
                      <a:pt x="22202" y="6016"/>
                    </a:cubicBezTo>
                    <a:cubicBezTo>
                      <a:pt x="20437" y="5942"/>
                      <a:pt x="18550" y="6179"/>
                      <a:pt x="17017" y="5304"/>
                    </a:cubicBezTo>
                    <a:cubicBezTo>
                      <a:pt x="15112" y="4217"/>
                      <a:pt x="14363" y="1734"/>
                      <a:pt x="12482" y="610"/>
                    </a:cubicBezTo>
                    <a:cubicBezTo>
                      <a:pt x="11767" y="182"/>
                      <a:pt x="10967" y="1"/>
                      <a:pt x="10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22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22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73" name="Google Shape;973;p22"/>
            <p:cNvPicPr preferRelativeResize="0"/>
            <p:nvPr/>
          </p:nvPicPr>
          <p:blipFill rotWithShape="1">
            <a:blip r:embed="rId2">
              <a:alphaModFix/>
            </a:blip>
            <a:srcRect l="70893"/>
            <a:stretch/>
          </p:blipFill>
          <p:spPr>
            <a:xfrm>
              <a:off x="8305798" y="-52600"/>
              <a:ext cx="914400" cy="1767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4" name="Google Shape;974;p22"/>
            <p:cNvPicPr preferRelativeResize="0"/>
            <p:nvPr/>
          </p:nvPicPr>
          <p:blipFill rotWithShape="1">
            <a:blip r:embed="rId3">
              <a:alphaModFix/>
            </a:blip>
            <a:srcRect l="53175"/>
            <a:stretch/>
          </p:blipFill>
          <p:spPr>
            <a:xfrm>
              <a:off x="7967650" y="3608200"/>
              <a:ext cx="1404950" cy="1687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5" name="Google Shape;975;p22"/>
          <p:cNvGrpSpPr/>
          <p:nvPr/>
        </p:nvGrpSpPr>
        <p:grpSpPr>
          <a:xfrm>
            <a:off x="-1462108" y="-365290"/>
            <a:ext cx="4517256" cy="5656448"/>
            <a:chOff x="-1462108" y="-365290"/>
            <a:chExt cx="4517256" cy="5656448"/>
          </a:xfrm>
        </p:grpSpPr>
        <p:grpSp>
          <p:nvGrpSpPr>
            <p:cNvPr id="976" name="Google Shape;976;p22"/>
            <p:cNvGrpSpPr/>
            <p:nvPr/>
          </p:nvGrpSpPr>
          <p:grpSpPr>
            <a:xfrm rot="-373102" flipH="1">
              <a:off x="-1189137" y="-165666"/>
              <a:ext cx="3971313" cy="5257200"/>
              <a:chOff x="3268325" y="3013975"/>
              <a:chExt cx="1443800" cy="1106200"/>
            </a:xfrm>
          </p:grpSpPr>
          <p:sp>
            <p:nvSpPr>
              <p:cNvPr id="977" name="Google Shape;977;p22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5983" extrusionOk="0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22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40732" extrusionOk="0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22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avLst/>
                <a:gdLst/>
                <a:ahLst/>
                <a:cxnLst/>
                <a:rect l="l" t="t" r="r" b="b"/>
                <a:pathLst>
                  <a:path w="19661" h="7131" extrusionOk="0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22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avLst/>
                <a:gdLst/>
                <a:ahLst/>
                <a:cxnLst/>
                <a:rect l="l" t="t" r="r" b="b"/>
                <a:pathLst>
                  <a:path w="18724" h="41684" extrusionOk="0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22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avLst/>
                <a:gdLst/>
                <a:ahLst/>
                <a:cxnLst/>
                <a:rect l="l" t="t" r="r" b="b"/>
                <a:pathLst>
                  <a:path w="20431" h="7635" extrusionOk="0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22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10602" h="11832" extrusionOk="0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83" name="Google Shape;983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381000" y="-228600"/>
              <a:ext cx="3141475" cy="17670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4" name="Google Shape;984;p22"/>
            <p:cNvPicPr preferRelativeResize="0"/>
            <p:nvPr/>
          </p:nvPicPr>
          <p:blipFill rotWithShape="1">
            <a:blip r:embed="rId5">
              <a:alphaModFix/>
            </a:blip>
            <a:srcRect r="52408" b="36512"/>
            <a:stretch/>
          </p:blipFill>
          <p:spPr>
            <a:xfrm>
              <a:off x="-228600" y="4090400"/>
              <a:ext cx="1600195" cy="12007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"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3"/>
          <p:cNvSpPr txBox="1">
            <a:spLocks noGrp="1"/>
          </p:cNvSpPr>
          <p:nvPr>
            <p:ph type="subTitle" idx="1"/>
          </p:nvPr>
        </p:nvSpPr>
        <p:spPr>
          <a:xfrm>
            <a:off x="914400" y="1865868"/>
            <a:ext cx="3651600" cy="3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87" name="Google Shape;987;p23"/>
          <p:cNvSpPr txBox="1">
            <a:spLocks noGrp="1"/>
          </p:cNvSpPr>
          <p:nvPr>
            <p:ph type="subTitle" idx="2"/>
          </p:nvPr>
        </p:nvSpPr>
        <p:spPr>
          <a:xfrm>
            <a:off x="914400" y="2859300"/>
            <a:ext cx="3651600" cy="396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88" name="Google Shape;988;p23"/>
          <p:cNvSpPr txBox="1">
            <a:spLocks noGrp="1"/>
          </p:cNvSpPr>
          <p:nvPr>
            <p:ph type="subTitle" idx="3"/>
          </p:nvPr>
        </p:nvSpPr>
        <p:spPr>
          <a:xfrm>
            <a:off x="914400" y="3853135"/>
            <a:ext cx="3651600" cy="3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89" name="Google Shape;989;p23"/>
          <p:cNvSpPr txBox="1">
            <a:spLocks noGrp="1"/>
          </p:cNvSpPr>
          <p:nvPr>
            <p:ph type="title" hasCustomPrompt="1"/>
          </p:nvPr>
        </p:nvSpPr>
        <p:spPr>
          <a:xfrm>
            <a:off x="914400" y="1373735"/>
            <a:ext cx="2009100" cy="6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0" name="Google Shape;990;p23"/>
          <p:cNvSpPr txBox="1">
            <a:spLocks noGrp="1"/>
          </p:cNvSpPr>
          <p:nvPr>
            <p:ph type="title" idx="4" hasCustomPrompt="1"/>
          </p:nvPr>
        </p:nvSpPr>
        <p:spPr>
          <a:xfrm>
            <a:off x="914400" y="2373215"/>
            <a:ext cx="2009100" cy="6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3"/>
          <p:cNvSpPr txBox="1">
            <a:spLocks noGrp="1"/>
          </p:cNvSpPr>
          <p:nvPr>
            <p:ph type="title" idx="5" hasCustomPrompt="1"/>
          </p:nvPr>
        </p:nvSpPr>
        <p:spPr>
          <a:xfrm>
            <a:off x="914400" y="3362033"/>
            <a:ext cx="2009100" cy="6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taatliches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r>
              <a:t>xx%</a:t>
            </a:r>
          </a:p>
        </p:txBody>
      </p:sp>
      <p:sp>
        <p:nvSpPr>
          <p:cNvPr id="992" name="Google Shape;992;p23"/>
          <p:cNvSpPr txBox="1">
            <a:spLocks noGrp="1"/>
          </p:cNvSpPr>
          <p:nvPr>
            <p:ph type="title" idx="6"/>
          </p:nvPr>
        </p:nvSpPr>
        <p:spPr>
          <a:xfrm>
            <a:off x="868325" y="548472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93" name="Google Shape;993;p23"/>
          <p:cNvSpPr/>
          <p:nvPr/>
        </p:nvSpPr>
        <p:spPr>
          <a:xfrm>
            <a:off x="6411464" y="4341794"/>
            <a:ext cx="2814673" cy="858022"/>
          </a:xfrm>
          <a:custGeom>
            <a:avLst/>
            <a:gdLst/>
            <a:ahLst/>
            <a:cxnLst/>
            <a:rect l="l" t="t" r="r" b="b"/>
            <a:pathLst>
              <a:path w="44285" h="14312" extrusionOk="0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23"/>
          <p:cNvSpPr/>
          <p:nvPr/>
        </p:nvSpPr>
        <p:spPr>
          <a:xfrm>
            <a:off x="-2" y="-118694"/>
            <a:ext cx="2668237" cy="406084"/>
          </a:xfrm>
          <a:custGeom>
            <a:avLst/>
            <a:gdLst/>
            <a:ahLst/>
            <a:cxnLst/>
            <a:rect l="l" t="t" r="r" b="b"/>
            <a:pathLst>
              <a:path w="40411" h="17354" extrusionOk="0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23"/>
          <p:cNvSpPr/>
          <p:nvPr/>
        </p:nvSpPr>
        <p:spPr>
          <a:xfrm>
            <a:off x="-1" y="-118700"/>
            <a:ext cx="1946477" cy="876726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6" name="Google Shape;99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21700" y="3608350"/>
            <a:ext cx="2865178" cy="1611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23"/>
          <p:cNvPicPr preferRelativeResize="0"/>
          <p:nvPr/>
        </p:nvPicPr>
        <p:blipFill rotWithShape="1">
          <a:blip r:embed="rId3">
            <a:alphaModFix/>
          </a:blip>
          <a:srcRect t="63228" b="29"/>
          <a:stretch/>
        </p:blipFill>
        <p:spPr>
          <a:xfrm>
            <a:off x="-179200" y="-295274"/>
            <a:ext cx="1211950" cy="763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">
  <p:cSld name="CUSTOM_1">
    <p:bg>
      <p:bgPr>
        <a:solidFill>
          <a:srgbClr val="F7F8FC"/>
        </a:solidFill>
        <a:effectLst/>
      </p:bgPr>
    </p:bg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24"/>
          <p:cNvSpPr txBox="1">
            <a:spLocks noGrp="1"/>
          </p:cNvSpPr>
          <p:nvPr>
            <p:ph type="subTitle" idx="1"/>
          </p:nvPr>
        </p:nvSpPr>
        <p:spPr>
          <a:xfrm>
            <a:off x="1194409" y="3562931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0" name="Google Shape;1000;p24"/>
          <p:cNvSpPr txBox="1">
            <a:spLocks noGrp="1"/>
          </p:cNvSpPr>
          <p:nvPr>
            <p:ph type="subTitle" idx="2"/>
          </p:nvPr>
        </p:nvSpPr>
        <p:spPr>
          <a:xfrm>
            <a:off x="3527793" y="3562932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1" name="Google Shape;1001;p24"/>
          <p:cNvSpPr txBox="1">
            <a:spLocks noGrp="1"/>
          </p:cNvSpPr>
          <p:nvPr>
            <p:ph type="subTitle" idx="3"/>
          </p:nvPr>
        </p:nvSpPr>
        <p:spPr>
          <a:xfrm>
            <a:off x="5868937" y="3562932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2" name="Google Shape;1002;p24"/>
          <p:cNvSpPr txBox="1">
            <a:spLocks noGrp="1"/>
          </p:cNvSpPr>
          <p:nvPr>
            <p:ph type="subTitle" idx="4"/>
          </p:nvPr>
        </p:nvSpPr>
        <p:spPr>
          <a:xfrm>
            <a:off x="1331509" y="3226185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3" name="Google Shape;1003;p24"/>
          <p:cNvSpPr txBox="1">
            <a:spLocks noGrp="1"/>
          </p:cNvSpPr>
          <p:nvPr>
            <p:ph type="subTitle" idx="5"/>
          </p:nvPr>
        </p:nvSpPr>
        <p:spPr>
          <a:xfrm>
            <a:off x="3664893" y="322617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4" name="Google Shape;1004;p24"/>
          <p:cNvSpPr txBox="1">
            <a:spLocks noGrp="1"/>
          </p:cNvSpPr>
          <p:nvPr>
            <p:ph type="subTitle" idx="6"/>
          </p:nvPr>
        </p:nvSpPr>
        <p:spPr>
          <a:xfrm>
            <a:off x="6006037" y="322617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5" name="Google Shape;1005;p24"/>
          <p:cNvSpPr txBox="1">
            <a:spLocks noGrp="1"/>
          </p:cNvSpPr>
          <p:nvPr>
            <p:ph type="subTitle" idx="7"/>
          </p:nvPr>
        </p:nvSpPr>
        <p:spPr>
          <a:xfrm>
            <a:off x="1194409" y="2075551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6" name="Google Shape;1006;p24"/>
          <p:cNvSpPr txBox="1">
            <a:spLocks noGrp="1"/>
          </p:cNvSpPr>
          <p:nvPr>
            <p:ph type="subTitle" idx="8"/>
          </p:nvPr>
        </p:nvSpPr>
        <p:spPr>
          <a:xfrm>
            <a:off x="3527793" y="2075545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7" name="Google Shape;1007;p24"/>
          <p:cNvSpPr txBox="1">
            <a:spLocks noGrp="1"/>
          </p:cNvSpPr>
          <p:nvPr>
            <p:ph type="subTitle" idx="9"/>
          </p:nvPr>
        </p:nvSpPr>
        <p:spPr>
          <a:xfrm>
            <a:off x="5868937" y="2075545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8" name="Google Shape;1008;p24"/>
          <p:cNvSpPr txBox="1">
            <a:spLocks noGrp="1"/>
          </p:cNvSpPr>
          <p:nvPr>
            <p:ph type="subTitle" idx="13"/>
          </p:nvPr>
        </p:nvSpPr>
        <p:spPr>
          <a:xfrm>
            <a:off x="3664893" y="175685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9" name="Google Shape;1009;p24"/>
          <p:cNvSpPr txBox="1">
            <a:spLocks noGrp="1"/>
          </p:cNvSpPr>
          <p:nvPr>
            <p:ph type="subTitle" idx="14"/>
          </p:nvPr>
        </p:nvSpPr>
        <p:spPr>
          <a:xfrm>
            <a:off x="6006037" y="175685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10" name="Google Shape;1010;p24"/>
          <p:cNvSpPr txBox="1">
            <a:spLocks noGrp="1"/>
          </p:cNvSpPr>
          <p:nvPr>
            <p:ph type="title"/>
          </p:nvPr>
        </p:nvSpPr>
        <p:spPr>
          <a:xfrm>
            <a:off x="914316" y="550565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11" name="Google Shape;1011;p24"/>
          <p:cNvSpPr/>
          <p:nvPr/>
        </p:nvSpPr>
        <p:spPr>
          <a:xfrm>
            <a:off x="7913720" y="478129"/>
            <a:ext cx="94380" cy="86557"/>
          </a:xfrm>
          <a:custGeom>
            <a:avLst/>
            <a:gdLst/>
            <a:ahLst/>
            <a:cxnLst/>
            <a:rect l="l" t="t" r="r" b="b"/>
            <a:pathLst>
              <a:path w="941" h="863" extrusionOk="0">
                <a:moveTo>
                  <a:pt x="469" y="1"/>
                </a:moveTo>
                <a:cubicBezTo>
                  <a:pt x="272" y="1"/>
                  <a:pt x="91" y="141"/>
                  <a:pt x="48" y="341"/>
                </a:cubicBezTo>
                <a:cubicBezTo>
                  <a:pt x="1" y="576"/>
                  <a:pt x="148" y="803"/>
                  <a:pt x="379" y="853"/>
                </a:cubicBezTo>
                <a:cubicBezTo>
                  <a:pt x="409" y="860"/>
                  <a:pt x="439" y="863"/>
                  <a:pt x="469" y="863"/>
                </a:cubicBezTo>
                <a:cubicBezTo>
                  <a:pt x="669" y="863"/>
                  <a:pt x="847" y="723"/>
                  <a:pt x="891" y="522"/>
                </a:cubicBezTo>
                <a:cubicBezTo>
                  <a:pt x="941" y="288"/>
                  <a:pt x="791" y="60"/>
                  <a:pt x="559" y="10"/>
                </a:cubicBezTo>
                <a:cubicBezTo>
                  <a:pt x="529" y="4"/>
                  <a:pt x="499" y="1"/>
                  <a:pt x="4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2" name="Google Shape;1012;p24"/>
          <p:cNvGrpSpPr/>
          <p:nvPr/>
        </p:nvGrpSpPr>
        <p:grpSpPr>
          <a:xfrm>
            <a:off x="7970121" y="-679169"/>
            <a:ext cx="2287929" cy="3725209"/>
            <a:chOff x="7970121" y="-679169"/>
            <a:chExt cx="2287929" cy="3725209"/>
          </a:xfrm>
        </p:grpSpPr>
        <p:sp>
          <p:nvSpPr>
            <p:cNvPr id="1013" name="Google Shape;1013;p24"/>
            <p:cNvSpPr/>
            <p:nvPr/>
          </p:nvSpPr>
          <p:spPr>
            <a:xfrm>
              <a:off x="8141194" y="779020"/>
              <a:ext cx="114841" cy="114841"/>
            </a:xfrm>
            <a:custGeom>
              <a:avLst/>
              <a:gdLst/>
              <a:ahLst/>
              <a:cxnLst/>
              <a:rect l="l" t="t" r="r" b="b"/>
              <a:pathLst>
                <a:path w="1145" h="1145" extrusionOk="0">
                  <a:moveTo>
                    <a:pt x="573" y="1"/>
                  </a:moveTo>
                  <a:cubicBezTo>
                    <a:pt x="258" y="1"/>
                    <a:pt x="1" y="255"/>
                    <a:pt x="1" y="573"/>
                  </a:cubicBezTo>
                  <a:cubicBezTo>
                    <a:pt x="1" y="887"/>
                    <a:pt x="258" y="1145"/>
                    <a:pt x="573" y="1145"/>
                  </a:cubicBezTo>
                  <a:cubicBezTo>
                    <a:pt x="891" y="1145"/>
                    <a:pt x="1145" y="887"/>
                    <a:pt x="1145" y="573"/>
                  </a:cubicBezTo>
                  <a:cubicBezTo>
                    <a:pt x="1145" y="255"/>
                    <a:pt x="891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4"/>
            <p:cNvSpPr/>
            <p:nvPr/>
          </p:nvSpPr>
          <p:spPr>
            <a:xfrm>
              <a:off x="7985073" y="1238086"/>
              <a:ext cx="2272976" cy="1807954"/>
            </a:xfrm>
            <a:custGeom>
              <a:avLst/>
              <a:gdLst/>
              <a:ahLst/>
              <a:cxnLst/>
              <a:rect l="l" t="t" r="r" b="b"/>
              <a:pathLst>
                <a:path w="10725" h="8531" extrusionOk="0">
                  <a:moveTo>
                    <a:pt x="5102" y="1"/>
                  </a:moveTo>
                  <a:cubicBezTo>
                    <a:pt x="3336" y="1"/>
                    <a:pt x="1519" y="586"/>
                    <a:pt x="924" y="1918"/>
                  </a:cubicBezTo>
                  <a:cubicBezTo>
                    <a:pt x="1" y="3975"/>
                    <a:pt x="3175" y="5526"/>
                    <a:pt x="4529" y="7329"/>
                  </a:cubicBezTo>
                  <a:cubicBezTo>
                    <a:pt x="5175" y="8186"/>
                    <a:pt x="5888" y="8530"/>
                    <a:pt x="6584" y="8530"/>
                  </a:cubicBezTo>
                  <a:cubicBezTo>
                    <a:pt x="7921" y="8530"/>
                    <a:pt x="9196" y="7249"/>
                    <a:pt x="9801" y="5895"/>
                  </a:cubicBezTo>
                  <a:cubicBezTo>
                    <a:pt x="10725" y="3837"/>
                    <a:pt x="9801" y="1422"/>
                    <a:pt x="7744" y="502"/>
                  </a:cubicBezTo>
                  <a:cubicBezTo>
                    <a:pt x="7018" y="175"/>
                    <a:pt x="6068" y="1"/>
                    <a:pt x="5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5" name="Google Shape;1015;p24"/>
            <p:cNvGrpSpPr/>
            <p:nvPr/>
          </p:nvGrpSpPr>
          <p:grpSpPr>
            <a:xfrm rot="5400000">
              <a:off x="8433777" y="-1142825"/>
              <a:ext cx="1291147" cy="2218459"/>
              <a:chOff x="4895725" y="2485200"/>
              <a:chExt cx="464525" cy="744050"/>
            </a:xfrm>
          </p:grpSpPr>
          <p:sp>
            <p:nvSpPr>
              <p:cNvPr id="1016" name="Google Shape;1016;p24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avLst/>
                <a:gdLst/>
                <a:ahLst/>
                <a:cxnLst/>
                <a:rect l="l" t="t" r="r" b="b"/>
                <a:pathLst>
                  <a:path w="16299" h="16609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24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16165" extrusionOk="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24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avLst/>
                <a:gdLst/>
                <a:ahLst/>
                <a:cxnLst/>
                <a:rect l="l" t="t" r="r" b="b"/>
                <a:pathLst>
                  <a:path w="16204" h="16472" extrusionOk="0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24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avLst/>
                <a:gdLst/>
                <a:ahLst/>
                <a:cxnLst/>
                <a:rect l="l" t="t" r="r" b="b"/>
                <a:pathLst>
                  <a:path w="7567" h="7612" extrusionOk="0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24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12149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24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13839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24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avLst/>
                <a:gdLst/>
                <a:ahLst/>
                <a:cxnLst/>
                <a:rect l="l" t="t" r="r" b="b"/>
                <a:pathLst>
                  <a:path w="14990" h="15188" extrusionOk="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24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8906" extrusionOk="0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24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avLst/>
                <a:gdLst/>
                <a:ahLst/>
                <a:cxnLst/>
                <a:rect l="l" t="t" r="r" b="b"/>
                <a:pathLst>
                  <a:path w="11056" h="11162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24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avLst/>
                <a:gdLst/>
                <a:ahLst/>
                <a:cxnLst/>
                <a:rect l="l" t="t" r="r" b="b"/>
                <a:pathLst>
                  <a:path w="12895" h="13038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24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avLst/>
                <a:gdLst/>
                <a:ahLst/>
                <a:cxnLst/>
                <a:rect l="l" t="t" r="r" b="b"/>
                <a:pathLst>
                  <a:path w="14377" h="14557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24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4600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24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avLst/>
                <a:gdLst/>
                <a:ahLst/>
                <a:cxnLst/>
                <a:rect l="l" t="t" r="r" b="b"/>
                <a:pathLst>
                  <a:path w="6163" h="6185" extrusionOk="0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24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5270" extrusionOk="0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24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6102" extrusionOk="0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24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avLst/>
                <a:gdLst/>
                <a:ahLst/>
                <a:cxnLst/>
                <a:rect l="l" t="t" r="r" b="b"/>
                <a:pathLst>
                  <a:path w="9849" h="9767" extrusionOk="0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24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10087" extrusionOk="0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24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727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24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97" h="601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24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4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24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271" extrusionOk="0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24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4355" extrusionOk="0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24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avLst/>
                <a:gdLst/>
                <a:ahLst/>
                <a:cxnLst/>
                <a:rect l="l" t="t" r="r" b="b"/>
                <a:pathLst>
                  <a:path w="7059" h="6910" extrusionOk="0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24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11178" h="11178" extrusionOk="0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24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avLst/>
                <a:gdLst/>
                <a:ahLst/>
                <a:cxnLst/>
                <a:rect l="l" t="t" r="r" b="b"/>
                <a:pathLst>
                  <a:path w="8790" h="8674" extrusionOk="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24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145" h="16459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24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7748" extrusionOk="0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24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avLst/>
                <a:gdLst/>
                <a:ahLst/>
                <a:cxnLst/>
                <a:rect l="l" t="t" r="r" b="b"/>
                <a:pathLst>
                  <a:path w="15379" h="15692" extrusionOk="0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24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avLst/>
                <a:gdLst/>
                <a:ahLst/>
                <a:cxnLst/>
                <a:rect l="l" t="t" r="r" b="b"/>
                <a:pathLst>
                  <a:path w="13106" h="13103" extrusionOk="0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45" name="Google Shape;1045;p24"/>
          <p:cNvGrpSpPr/>
          <p:nvPr/>
        </p:nvGrpSpPr>
        <p:grpSpPr>
          <a:xfrm>
            <a:off x="-475512" y="3461619"/>
            <a:ext cx="1967899" cy="1878339"/>
            <a:chOff x="-475512" y="3461619"/>
            <a:chExt cx="1967899" cy="1878339"/>
          </a:xfrm>
        </p:grpSpPr>
        <p:sp>
          <p:nvSpPr>
            <p:cNvPr id="1046" name="Google Shape;1046;p24"/>
            <p:cNvSpPr/>
            <p:nvPr/>
          </p:nvSpPr>
          <p:spPr>
            <a:xfrm rot="4590804">
              <a:off x="-440975" y="4203758"/>
              <a:ext cx="971589" cy="837154"/>
            </a:xfrm>
            <a:custGeom>
              <a:avLst/>
              <a:gdLst/>
              <a:ahLst/>
              <a:cxnLst/>
              <a:rect l="l" t="t" r="r" b="b"/>
              <a:pathLst>
                <a:path w="7513" h="4982" extrusionOk="0">
                  <a:moveTo>
                    <a:pt x="5336" y="1"/>
                  </a:moveTo>
                  <a:cubicBezTo>
                    <a:pt x="4958" y="1"/>
                    <a:pt x="4536" y="111"/>
                    <a:pt x="4071" y="365"/>
                  </a:cubicBezTo>
                  <a:cubicBezTo>
                    <a:pt x="2643" y="1148"/>
                    <a:pt x="0" y="1429"/>
                    <a:pt x="107" y="2807"/>
                  </a:cubicBezTo>
                  <a:cubicBezTo>
                    <a:pt x="207" y="4095"/>
                    <a:pt x="2519" y="4981"/>
                    <a:pt x="4201" y="4981"/>
                  </a:cubicBezTo>
                  <a:cubicBezTo>
                    <a:pt x="4319" y="4981"/>
                    <a:pt x="4429" y="4975"/>
                    <a:pt x="4539" y="4968"/>
                  </a:cubicBezTo>
                  <a:cubicBezTo>
                    <a:pt x="6228" y="4834"/>
                    <a:pt x="7513" y="3610"/>
                    <a:pt x="7403" y="2235"/>
                  </a:cubicBezTo>
                  <a:cubicBezTo>
                    <a:pt x="7323" y="1178"/>
                    <a:pt x="6577" y="1"/>
                    <a:pt x="53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4"/>
            <p:cNvSpPr/>
            <p:nvPr/>
          </p:nvSpPr>
          <p:spPr>
            <a:xfrm>
              <a:off x="-272122" y="4502808"/>
              <a:ext cx="971581" cy="837150"/>
            </a:xfrm>
            <a:custGeom>
              <a:avLst/>
              <a:gdLst/>
              <a:ahLst/>
              <a:cxnLst/>
              <a:rect l="l" t="t" r="r" b="b"/>
              <a:pathLst>
                <a:path w="7513" h="4982" extrusionOk="0">
                  <a:moveTo>
                    <a:pt x="5336" y="1"/>
                  </a:moveTo>
                  <a:cubicBezTo>
                    <a:pt x="4958" y="1"/>
                    <a:pt x="4536" y="111"/>
                    <a:pt x="4071" y="365"/>
                  </a:cubicBezTo>
                  <a:cubicBezTo>
                    <a:pt x="2643" y="1148"/>
                    <a:pt x="0" y="1429"/>
                    <a:pt x="107" y="2807"/>
                  </a:cubicBezTo>
                  <a:cubicBezTo>
                    <a:pt x="207" y="4095"/>
                    <a:pt x="2519" y="4981"/>
                    <a:pt x="4201" y="4981"/>
                  </a:cubicBezTo>
                  <a:cubicBezTo>
                    <a:pt x="4319" y="4981"/>
                    <a:pt x="4429" y="4975"/>
                    <a:pt x="4539" y="4968"/>
                  </a:cubicBezTo>
                  <a:cubicBezTo>
                    <a:pt x="6228" y="4834"/>
                    <a:pt x="7513" y="3610"/>
                    <a:pt x="7403" y="2235"/>
                  </a:cubicBezTo>
                  <a:cubicBezTo>
                    <a:pt x="7323" y="1178"/>
                    <a:pt x="6577" y="1"/>
                    <a:pt x="53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48" name="Google Shape;1048;p24"/>
            <p:cNvGrpSpPr/>
            <p:nvPr/>
          </p:nvGrpSpPr>
          <p:grpSpPr>
            <a:xfrm rot="-5400000">
              <a:off x="-294075" y="3483559"/>
              <a:ext cx="1808401" cy="1764522"/>
              <a:chOff x="2024475" y="4433550"/>
              <a:chExt cx="623350" cy="608225"/>
            </a:xfrm>
          </p:grpSpPr>
          <p:sp>
            <p:nvSpPr>
              <p:cNvPr id="1049" name="Google Shape;1049;p24"/>
              <p:cNvSpPr/>
              <p:nvPr/>
            </p:nvSpPr>
            <p:spPr>
              <a:xfrm>
                <a:off x="2637250" y="4451875"/>
                <a:ext cx="787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168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4" y="96"/>
                      <a:pt x="106" y="167"/>
                      <a:pt x="208" y="167"/>
                    </a:cubicBezTo>
                    <a:cubicBezTo>
                      <a:pt x="246" y="167"/>
                      <a:pt x="283" y="154"/>
                      <a:pt x="314" y="137"/>
                    </a:cubicBezTo>
                    <a:cubicBezTo>
                      <a:pt x="297" y="93"/>
                      <a:pt x="283" y="52"/>
                      <a:pt x="263" y="8"/>
                    </a:cubicBezTo>
                    <a:lnTo>
                      <a:pt x="208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24"/>
              <p:cNvSpPr/>
              <p:nvPr/>
            </p:nvSpPr>
            <p:spPr>
              <a:xfrm>
                <a:off x="26190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24"/>
              <p:cNvSpPr/>
              <p:nvPr/>
            </p:nvSpPr>
            <p:spPr>
              <a:xfrm>
                <a:off x="26190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24"/>
              <p:cNvSpPr/>
              <p:nvPr/>
            </p:nvSpPr>
            <p:spPr>
              <a:xfrm>
                <a:off x="26370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5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24"/>
              <p:cNvSpPr/>
              <p:nvPr/>
            </p:nvSpPr>
            <p:spPr>
              <a:xfrm>
                <a:off x="26370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5"/>
                    </a:cubicBezTo>
                    <a:cubicBezTo>
                      <a:pt x="433" y="96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24"/>
              <p:cNvSpPr/>
              <p:nvPr/>
            </p:nvSpPr>
            <p:spPr>
              <a:xfrm>
                <a:off x="26190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24"/>
              <p:cNvSpPr/>
              <p:nvPr/>
            </p:nvSpPr>
            <p:spPr>
              <a:xfrm>
                <a:off x="2619025" y="4571375"/>
                <a:ext cx="7425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338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263"/>
                      <a:pt x="17" y="304"/>
                      <a:pt x="42" y="338"/>
                    </a:cubicBezTo>
                    <a:cubicBezTo>
                      <a:pt x="130" y="236"/>
                      <a:pt x="215" y="126"/>
                      <a:pt x="297" y="17"/>
                    </a:cubicBezTo>
                    <a:cubicBezTo>
                      <a:pt x="273" y="7"/>
                      <a:pt x="246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24"/>
              <p:cNvSpPr/>
              <p:nvPr/>
            </p:nvSpPr>
            <p:spPr>
              <a:xfrm>
                <a:off x="2600975" y="4450775"/>
                <a:ext cx="10750" cy="530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1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" y="120"/>
                      <a:pt x="99" y="211"/>
                      <a:pt x="218" y="211"/>
                    </a:cubicBezTo>
                    <a:cubicBezTo>
                      <a:pt x="330" y="211"/>
                      <a:pt x="419" y="123"/>
                      <a:pt x="429" y="14"/>
                    </a:cubicBezTo>
                    <a:lnTo>
                      <a:pt x="218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24"/>
              <p:cNvSpPr/>
              <p:nvPr/>
            </p:nvSpPr>
            <p:spPr>
              <a:xfrm>
                <a:off x="25830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24"/>
              <p:cNvSpPr/>
              <p:nvPr/>
            </p:nvSpPr>
            <p:spPr>
              <a:xfrm>
                <a:off x="26009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24"/>
              <p:cNvSpPr/>
              <p:nvPr/>
            </p:nvSpPr>
            <p:spPr>
              <a:xfrm>
                <a:off x="25830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24"/>
              <p:cNvSpPr/>
              <p:nvPr/>
            </p:nvSpPr>
            <p:spPr>
              <a:xfrm>
                <a:off x="25830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24"/>
              <p:cNvSpPr/>
              <p:nvPr/>
            </p:nvSpPr>
            <p:spPr>
              <a:xfrm>
                <a:off x="26009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24"/>
              <p:cNvSpPr/>
              <p:nvPr/>
            </p:nvSpPr>
            <p:spPr>
              <a:xfrm>
                <a:off x="26009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24"/>
              <p:cNvSpPr/>
              <p:nvPr/>
            </p:nvSpPr>
            <p:spPr>
              <a:xfrm>
                <a:off x="25830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24"/>
              <p:cNvSpPr/>
              <p:nvPr/>
            </p:nvSpPr>
            <p:spPr>
              <a:xfrm>
                <a:off x="2600975" y="4589425"/>
                <a:ext cx="8525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341" h="315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253"/>
                      <a:pt x="11" y="283"/>
                      <a:pt x="28" y="314"/>
                    </a:cubicBezTo>
                    <a:cubicBezTo>
                      <a:pt x="65" y="283"/>
                      <a:pt x="102" y="250"/>
                      <a:pt x="140" y="215"/>
                    </a:cubicBezTo>
                    <a:cubicBezTo>
                      <a:pt x="167" y="195"/>
                      <a:pt x="191" y="174"/>
                      <a:pt x="218" y="151"/>
                    </a:cubicBezTo>
                    <a:cubicBezTo>
                      <a:pt x="259" y="116"/>
                      <a:pt x="300" y="82"/>
                      <a:pt x="341" y="45"/>
                    </a:cubicBezTo>
                    <a:cubicBezTo>
                      <a:pt x="307" y="17"/>
                      <a:pt x="262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24"/>
              <p:cNvSpPr/>
              <p:nvPr/>
            </p:nvSpPr>
            <p:spPr>
              <a:xfrm>
                <a:off x="2584275" y="4607650"/>
                <a:ext cx="3000" cy="18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73" extrusionOk="0">
                    <a:moveTo>
                      <a:pt x="119" y="1"/>
                    </a:moveTo>
                    <a:lnTo>
                      <a:pt x="119" y="1"/>
                    </a:lnTo>
                    <a:cubicBezTo>
                      <a:pt x="72" y="11"/>
                      <a:pt x="31" y="35"/>
                      <a:pt x="1" y="72"/>
                    </a:cubicBezTo>
                    <a:cubicBezTo>
                      <a:pt x="38" y="48"/>
                      <a:pt x="83" y="24"/>
                      <a:pt x="1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24"/>
              <p:cNvSpPr/>
              <p:nvPr/>
            </p:nvSpPr>
            <p:spPr>
              <a:xfrm>
                <a:off x="25468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24"/>
              <p:cNvSpPr/>
              <p:nvPr/>
            </p:nvSpPr>
            <p:spPr>
              <a:xfrm>
                <a:off x="2564950" y="4449675"/>
                <a:ext cx="10825" cy="640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256" extrusionOk="0">
                    <a:moveTo>
                      <a:pt x="7" y="0"/>
                    </a:moveTo>
                    <a:cubicBezTo>
                      <a:pt x="7" y="14"/>
                      <a:pt x="0" y="27"/>
                      <a:pt x="0" y="41"/>
                    </a:cubicBezTo>
                    <a:cubicBezTo>
                      <a:pt x="0" y="160"/>
                      <a:pt x="95" y="255"/>
                      <a:pt x="215" y="255"/>
                    </a:cubicBezTo>
                    <a:cubicBezTo>
                      <a:pt x="334" y="255"/>
                      <a:pt x="433" y="160"/>
                      <a:pt x="433" y="41"/>
                    </a:cubicBezTo>
                    <a:cubicBezTo>
                      <a:pt x="433" y="30"/>
                      <a:pt x="430" y="24"/>
                      <a:pt x="426" y="14"/>
                    </a:cubicBezTo>
                    <a:lnTo>
                      <a:pt x="215" y="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24"/>
              <p:cNvSpPr/>
              <p:nvPr/>
            </p:nvSpPr>
            <p:spPr>
              <a:xfrm>
                <a:off x="25468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4"/>
              <p:cNvSpPr/>
              <p:nvPr/>
            </p:nvSpPr>
            <p:spPr>
              <a:xfrm>
                <a:off x="25649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25468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25649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25649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25468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25468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25649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24"/>
              <p:cNvSpPr/>
              <p:nvPr/>
            </p:nvSpPr>
            <p:spPr>
              <a:xfrm>
                <a:off x="2528900" y="4448575"/>
                <a:ext cx="10850" cy="7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00" extrusionOk="0">
                    <a:moveTo>
                      <a:pt x="18" y="0"/>
                    </a:moveTo>
                    <a:cubicBezTo>
                      <a:pt x="8" y="27"/>
                      <a:pt x="1" y="54"/>
                      <a:pt x="1" y="85"/>
                    </a:cubicBezTo>
                    <a:cubicBezTo>
                      <a:pt x="1" y="204"/>
                      <a:pt x="97" y="299"/>
                      <a:pt x="216" y="299"/>
                    </a:cubicBezTo>
                    <a:cubicBezTo>
                      <a:pt x="335" y="299"/>
                      <a:pt x="433" y="204"/>
                      <a:pt x="433" y="85"/>
                    </a:cubicBezTo>
                    <a:cubicBezTo>
                      <a:pt x="433" y="58"/>
                      <a:pt x="427" y="34"/>
                      <a:pt x="420" y="13"/>
                    </a:cubicBezTo>
                    <a:lnTo>
                      <a:pt x="216" y="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24"/>
              <p:cNvSpPr/>
              <p:nvPr/>
            </p:nvSpPr>
            <p:spPr>
              <a:xfrm>
                <a:off x="25108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25289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25108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25289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25108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25108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25289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24"/>
              <p:cNvSpPr/>
              <p:nvPr/>
            </p:nvSpPr>
            <p:spPr>
              <a:xfrm>
                <a:off x="25289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24"/>
              <p:cNvSpPr/>
              <p:nvPr/>
            </p:nvSpPr>
            <p:spPr>
              <a:xfrm>
                <a:off x="25108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24"/>
              <p:cNvSpPr/>
              <p:nvPr/>
            </p:nvSpPr>
            <p:spPr>
              <a:xfrm>
                <a:off x="2528900" y="4625450"/>
                <a:ext cx="1052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421" h="260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232"/>
                      <a:pt x="8" y="246"/>
                      <a:pt x="8" y="260"/>
                    </a:cubicBezTo>
                    <a:cubicBezTo>
                      <a:pt x="39" y="252"/>
                      <a:pt x="70" y="249"/>
                      <a:pt x="100" y="239"/>
                    </a:cubicBezTo>
                    <a:cubicBezTo>
                      <a:pt x="127" y="232"/>
                      <a:pt x="155" y="225"/>
                      <a:pt x="182" y="215"/>
                    </a:cubicBezTo>
                    <a:cubicBezTo>
                      <a:pt x="192" y="215"/>
                      <a:pt x="205" y="208"/>
                      <a:pt x="216" y="205"/>
                    </a:cubicBezTo>
                    <a:cubicBezTo>
                      <a:pt x="284" y="188"/>
                      <a:pt x="352" y="167"/>
                      <a:pt x="420" y="147"/>
                    </a:cubicBezTo>
                    <a:cubicBezTo>
                      <a:pt x="389" y="62"/>
                      <a:pt x="311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24"/>
              <p:cNvSpPr/>
              <p:nvPr/>
            </p:nvSpPr>
            <p:spPr>
              <a:xfrm>
                <a:off x="24748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24"/>
              <p:cNvSpPr/>
              <p:nvPr/>
            </p:nvSpPr>
            <p:spPr>
              <a:xfrm>
                <a:off x="2492900" y="4447450"/>
                <a:ext cx="10825" cy="86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45" extrusionOk="0">
                    <a:moveTo>
                      <a:pt x="48" y="1"/>
                    </a:moveTo>
                    <a:cubicBezTo>
                      <a:pt x="18" y="38"/>
                      <a:pt x="0" y="83"/>
                      <a:pt x="0" y="130"/>
                    </a:cubicBezTo>
                    <a:cubicBezTo>
                      <a:pt x="0" y="249"/>
                      <a:pt x="95" y="344"/>
                      <a:pt x="215" y="344"/>
                    </a:cubicBezTo>
                    <a:cubicBezTo>
                      <a:pt x="334" y="344"/>
                      <a:pt x="433" y="249"/>
                      <a:pt x="433" y="130"/>
                    </a:cubicBezTo>
                    <a:cubicBezTo>
                      <a:pt x="433" y="86"/>
                      <a:pt x="416" y="45"/>
                      <a:pt x="392" y="11"/>
                    </a:cubicBezTo>
                    <a:lnTo>
                      <a:pt x="215" y="7"/>
                    </a:lnTo>
                    <a:lnTo>
                      <a:pt x="4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24"/>
              <p:cNvSpPr/>
              <p:nvPr/>
            </p:nvSpPr>
            <p:spPr>
              <a:xfrm>
                <a:off x="24929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24"/>
              <p:cNvSpPr/>
              <p:nvPr/>
            </p:nvSpPr>
            <p:spPr>
              <a:xfrm>
                <a:off x="24748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24"/>
              <p:cNvSpPr/>
              <p:nvPr/>
            </p:nvSpPr>
            <p:spPr>
              <a:xfrm>
                <a:off x="24748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24"/>
              <p:cNvSpPr/>
              <p:nvPr/>
            </p:nvSpPr>
            <p:spPr>
              <a:xfrm>
                <a:off x="24929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24748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24"/>
              <p:cNvSpPr/>
              <p:nvPr/>
            </p:nvSpPr>
            <p:spPr>
              <a:xfrm>
                <a:off x="249290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24"/>
              <p:cNvSpPr/>
              <p:nvPr/>
            </p:nvSpPr>
            <p:spPr>
              <a:xfrm>
                <a:off x="24748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249290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24"/>
              <p:cNvSpPr/>
              <p:nvPr/>
            </p:nvSpPr>
            <p:spPr>
              <a:xfrm>
                <a:off x="2492900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24"/>
              <p:cNvSpPr/>
              <p:nvPr/>
            </p:nvSpPr>
            <p:spPr>
              <a:xfrm>
                <a:off x="2456850" y="4446450"/>
                <a:ext cx="10850" cy="96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5" extrusionOk="0">
                    <a:moveTo>
                      <a:pt x="90" y="0"/>
                    </a:moveTo>
                    <a:cubicBezTo>
                      <a:pt x="39" y="37"/>
                      <a:pt x="1" y="98"/>
                      <a:pt x="1" y="170"/>
                    </a:cubicBezTo>
                    <a:cubicBezTo>
                      <a:pt x="1" y="289"/>
                      <a:pt x="97" y="384"/>
                      <a:pt x="216" y="384"/>
                    </a:cubicBezTo>
                    <a:cubicBezTo>
                      <a:pt x="335" y="384"/>
                      <a:pt x="433" y="289"/>
                      <a:pt x="433" y="170"/>
                    </a:cubicBezTo>
                    <a:cubicBezTo>
                      <a:pt x="433" y="102"/>
                      <a:pt x="400" y="47"/>
                      <a:pt x="352" y="7"/>
                    </a:cubicBezTo>
                    <a:lnTo>
                      <a:pt x="216" y="3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24"/>
              <p:cNvSpPr/>
              <p:nvPr/>
            </p:nvSpPr>
            <p:spPr>
              <a:xfrm>
                <a:off x="24388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>
                <a:off x="24388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24"/>
              <p:cNvSpPr/>
              <p:nvPr/>
            </p:nvSpPr>
            <p:spPr>
              <a:xfrm>
                <a:off x="24568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24"/>
              <p:cNvSpPr/>
              <p:nvPr/>
            </p:nvSpPr>
            <p:spPr>
              <a:xfrm>
                <a:off x="24388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24"/>
              <p:cNvSpPr/>
              <p:nvPr/>
            </p:nvSpPr>
            <p:spPr>
              <a:xfrm>
                <a:off x="24568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24"/>
              <p:cNvSpPr/>
              <p:nvPr/>
            </p:nvSpPr>
            <p:spPr>
              <a:xfrm>
                <a:off x="24568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24388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4"/>
              <p:cNvSpPr/>
              <p:nvPr/>
            </p:nvSpPr>
            <p:spPr>
              <a:xfrm>
                <a:off x="24568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243880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24568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8"/>
                      <a:pt x="97" y="433"/>
                      <a:pt x="216" y="433"/>
                    </a:cubicBezTo>
                    <a:cubicBezTo>
                      <a:pt x="335" y="433"/>
                      <a:pt x="433" y="338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2420850" y="4445425"/>
                <a:ext cx="108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26" extrusionOk="0">
                    <a:moveTo>
                      <a:pt x="197" y="0"/>
                    </a:moveTo>
                    <a:cubicBezTo>
                      <a:pt x="85" y="7"/>
                      <a:pt x="0" y="98"/>
                      <a:pt x="0" y="211"/>
                    </a:cubicBezTo>
                    <a:cubicBezTo>
                      <a:pt x="0" y="330"/>
                      <a:pt x="95" y="425"/>
                      <a:pt x="214" y="425"/>
                    </a:cubicBezTo>
                    <a:cubicBezTo>
                      <a:pt x="334" y="425"/>
                      <a:pt x="433" y="330"/>
                      <a:pt x="433" y="211"/>
                    </a:cubicBezTo>
                    <a:cubicBezTo>
                      <a:pt x="433" y="98"/>
                      <a:pt x="348" y="13"/>
                      <a:pt x="23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24027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24"/>
              <p:cNvSpPr/>
              <p:nvPr/>
            </p:nvSpPr>
            <p:spPr>
              <a:xfrm>
                <a:off x="24208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24"/>
              <p:cNvSpPr/>
              <p:nvPr/>
            </p:nvSpPr>
            <p:spPr>
              <a:xfrm>
                <a:off x="24027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24"/>
              <p:cNvSpPr/>
              <p:nvPr/>
            </p:nvSpPr>
            <p:spPr>
              <a:xfrm>
                <a:off x="24027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24"/>
              <p:cNvSpPr/>
              <p:nvPr/>
            </p:nvSpPr>
            <p:spPr>
              <a:xfrm>
                <a:off x="24208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4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24"/>
              <p:cNvSpPr/>
              <p:nvPr/>
            </p:nvSpPr>
            <p:spPr>
              <a:xfrm>
                <a:off x="24208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24"/>
              <p:cNvSpPr/>
              <p:nvPr/>
            </p:nvSpPr>
            <p:spPr>
              <a:xfrm>
                <a:off x="24027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9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24"/>
              <p:cNvSpPr/>
              <p:nvPr/>
            </p:nvSpPr>
            <p:spPr>
              <a:xfrm>
                <a:off x="24208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4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24"/>
              <p:cNvSpPr/>
              <p:nvPr/>
            </p:nvSpPr>
            <p:spPr>
              <a:xfrm>
                <a:off x="2386025" y="4625450"/>
                <a:ext cx="9300" cy="412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165" extrusionOk="0">
                    <a:moveTo>
                      <a:pt x="167" y="1"/>
                    </a:moveTo>
                    <a:cubicBezTo>
                      <a:pt x="98" y="1"/>
                      <a:pt x="37" y="35"/>
                      <a:pt x="0" y="86"/>
                    </a:cubicBezTo>
                    <a:cubicBezTo>
                      <a:pt x="54" y="100"/>
                      <a:pt x="112" y="109"/>
                      <a:pt x="167" y="120"/>
                    </a:cubicBezTo>
                    <a:cubicBezTo>
                      <a:pt x="235" y="137"/>
                      <a:pt x="303" y="150"/>
                      <a:pt x="371" y="164"/>
                    </a:cubicBezTo>
                    <a:cubicBezTo>
                      <a:pt x="348" y="69"/>
                      <a:pt x="266" y="1"/>
                      <a:pt x="16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24"/>
              <p:cNvSpPr/>
              <p:nvPr/>
            </p:nvSpPr>
            <p:spPr>
              <a:xfrm>
                <a:off x="24027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24"/>
              <p:cNvSpPr/>
              <p:nvPr/>
            </p:nvSpPr>
            <p:spPr>
              <a:xfrm>
                <a:off x="2420850" y="4625450"/>
                <a:ext cx="1082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93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270"/>
                      <a:pt x="21" y="314"/>
                      <a:pt x="51" y="351"/>
                    </a:cubicBezTo>
                    <a:cubicBezTo>
                      <a:pt x="106" y="362"/>
                      <a:pt x="161" y="372"/>
                      <a:pt x="214" y="378"/>
                    </a:cubicBezTo>
                    <a:cubicBezTo>
                      <a:pt x="255" y="386"/>
                      <a:pt x="293" y="389"/>
                      <a:pt x="334" y="392"/>
                    </a:cubicBezTo>
                    <a:cubicBezTo>
                      <a:pt x="392" y="355"/>
                      <a:pt x="433" y="290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24"/>
              <p:cNvSpPr/>
              <p:nvPr/>
            </p:nvSpPr>
            <p:spPr>
              <a:xfrm>
                <a:off x="2384800" y="4445325"/>
                <a:ext cx="1077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0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6" y="429"/>
                    </a:cubicBezTo>
                    <a:cubicBezTo>
                      <a:pt x="335" y="429"/>
                      <a:pt x="430" y="334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24"/>
              <p:cNvSpPr/>
              <p:nvPr/>
            </p:nvSpPr>
            <p:spPr>
              <a:xfrm>
                <a:off x="23667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24"/>
              <p:cNvSpPr/>
              <p:nvPr/>
            </p:nvSpPr>
            <p:spPr>
              <a:xfrm>
                <a:off x="2384800" y="448135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24"/>
              <p:cNvSpPr/>
              <p:nvPr/>
            </p:nvSpPr>
            <p:spPr>
              <a:xfrm>
                <a:off x="23667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24"/>
              <p:cNvSpPr/>
              <p:nvPr/>
            </p:nvSpPr>
            <p:spPr>
              <a:xfrm>
                <a:off x="2384800" y="451737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6" y="433"/>
                    </a:cubicBezTo>
                    <a:cubicBezTo>
                      <a:pt x="335" y="433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24"/>
              <p:cNvSpPr/>
              <p:nvPr/>
            </p:nvSpPr>
            <p:spPr>
              <a:xfrm>
                <a:off x="23667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24"/>
              <p:cNvSpPr/>
              <p:nvPr/>
            </p:nvSpPr>
            <p:spPr>
              <a:xfrm>
                <a:off x="2384800" y="455340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24"/>
              <p:cNvSpPr/>
              <p:nvPr/>
            </p:nvSpPr>
            <p:spPr>
              <a:xfrm>
                <a:off x="23667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9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24"/>
              <p:cNvSpPr/>
              <p:nvPr/>
            </p:nvSpPr>
            <p:spPr>
              <a:xfrm>
                <a:off x="23667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24"/>
              <p:cNvSpPr/>
              <p:nvPr/>
            </p:nvSpPr>
            <p:spPr>
              <a:xfrm>
                <a:off x="2384800" y="458942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6" y="434"/>
                    </a:cubicBezTo>
                    <a:cubicBezTo>
                      <a:pt x="335" y="434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24"/>
              <p:cNvSpPr/>
              <p:nvPr/>
            </p:nvSpPr>
            <p:spPr>
              <a:xfrm>
                <a:off x="23487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24"/>
              <p:cNvSpPr/>
              <p:nvPr/>
            </p:nvSpPr>
            <p:spPr>
              <a:xfrm>
                <a:off x="23307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24"/>
              <p:cNvSpPr/>
              <p:nvPr/>
            </p:nvSpPr>
            <p:spPr>
              <a:xfrm>
                <a:off x="23307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24"/>
              <p:cNvSpPr/>
              <p:nvPr/>
            </p:nvSpPr>
            <p:spPr>
              <a:xfrm>
                <a:off x="23487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24"/>
              <p:cNvSpPr/>
              <p:nvPr/>
            </p:nvSpPr>
            <p:spPr>
              <a:xfrm>
                <a:off x="23487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24"/>
              <p:cNvSpPr/>
              <p:nvPr/>
            </p:nvSpPr>
            <p:spPr>
              <a:xfrm>
                <a:off x="23307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24"/>
              <p:cNvSpPr/>
              <p:nvPr/>
            </p:nvSpPr>
            <p:spPr>
              <a:xfrm>
                <a:off x="23307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24"/>
              <p:cNvSpPr/>
              <p:nvPr/>
            </p:nvSpPr>
            <p:spPr>
              <a:xfrm>
                <a:off x="23487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24"/>
              <p:cNvSpPr/>
              <p:nvPr/>
            </p:nvSpPr>
            <p:spPr>
              <a:xfrm>
                <a:off x="23487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24"/>
              <p:cNvSpPr/>
              <p:nvPr/>
            </p:nvSpPr>
            <p:spPr>
              <a:xfrm>
                <a:off x="2330725" y="4607400"/>
                <a:ext cx="10850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20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90"/>
                      <a:pt x="38" y="351"/>
                      <a:pt x="90" y="389"/>
                    </a:cubicBezTo>
                    <a:cubicBezTo>
                      <a:pt x="154" y="399"/>
                      <a:pt x="219" y="410"/>
                      <a:pt x="283" y="419"/>
                    </a:cubicBezTo>
                    <a:cubicBezTo>
                      <a:pt x="368" y="392"/>
                      <a:pt x="434" y="314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24"/>
              <p:cNvSpPr/>
              <p:nvPr/>
            </p:nvSpPr>
            <p:spPr>
              <a:xfrm>
                <a:off x="23126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24"/>
              <p:cNvSpPr/>
              <p:nvPr/>
            </p:nvSpPr>
            <p:spPr>
              <a:xfrm>
                <a:off x="22947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24"/>
              <p:cNvSpPr/>
              <p:nvPr/>
            </p:nvSpPr>
            <p:spPr>
              <a:xfrm>
                <a:off x="23126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24"/>
              <p:cNvSpPr/>
              <p:nvPr/>
            </p:nvSpPr>
            <p:spPr>
              <a:xfrm>
                <a:off x="22947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24"/>
              <p:cNvSpPr/>
              <p:nvPr/>
            </p:nvSpPr>
            <p:spPr>
              <a:xfrm>
                <a:off x="23126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24"/>
              <p:cNvSpPr/>
              <p:nvPr/>
            </p:nvSpPr>
            <p:spPr>
              <a:xfrm>
                <a:off x="22947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24"/>
              <p:cNvSpPr/>
              <p:nvPr/>
            </p:nvSpPr>
            <p:spPr>
              <a:xfrm>
                <a:off x="23126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24"/>
              <p:cNvSpPr/>
              <p:nvPr/>
            </p:nvSpPr>
            <p:spPr>
              <a:xfrm>
                <a:off x="22947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24"/>
              <p:cNvSpPr/>
              <p:nvPr/>
            </p:nvSpPr>
            <p:spPr>
              <a:xfrm>
                <a:off x="2294700" y="4607400"/>
                <a:ext cx="1085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267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232"/>
                      <a:pt x="4" y="242"/>
                      <a:pt x="7" y="256"/>
                    </a:cubicBezTo>
                    <a:cubicBezTo>
                      <a:pt x="147" y="256"/>
                      <a:pt x="284" y="259"/>
                      <a:pt x="424" y="266"/>
                    </a:cubicBezTo>
                    <a:cubicBezTo>
                      <a:pt x="427" y="249"/>
                      <a:pt x="433" y="235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24"/>
              <p:cNvSpPr/>
              <p:nvPr/>
            </p:nvSpPr>
            <p:spPr>
              <a:xfrm>
                <a:off x="23126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24"/>
              <p:cNvSpPr/>
              <p:nvPr/>
            </p:nvSpPr>
            <p:spPr>
              <a:xfrm>
                <a:off x="22766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24"/>
              <p:cNvSpPr/>
              <p:nvPr/>
            </p:nvSpPr>
            <p:spPr>
              <a:xfrm>
                <a:off x="22586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24"/>
              <p:cNvSpPr/>
              <p:nvPr/>
            </p:nvSpPr>
            <p:spPr>
              <a:xfrm>
                <a:off x="22586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24"/>
              <p:cNvSpPr/>
              <p:nvPr/>
            </p:nvSpPr>
            <p:spPr>
              <a:xfrm>
                <a:off x="22766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24"/>
              <p:cNvSpPr/>
              <p:nvPr/>
            </p:nvSpPr>
            <p:spPr>
              <a:xfrm>
                <a:off x="22586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24"/>
              <p:cNvSpPr/>
              <p:nvPr/>
            </p:nvSpPr>
            <p:spPr>
              <a:xfrm>
                <a:off x="22766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24"/>
              <p:cNvSpPr/>
              <p:nvPr/>
            </p:nvSpPr>
            <p:spPr>
              <a:xfrm>
                <a:off x="22586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24"/>
              <p:cNvSpPr/>
              <p:nvPr/>
            </p:nvSpPr>
            <p:spPr>
              <a:xfrm>
                <a:off x="22766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24"/>
              <p:cNvSpPr/>
              <p:nvPr/>
            </p:nvSpPr>
            <p:spPr>
              <a:xfrm>
                <a:off x="22766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24"/>
              <p:cNvSpPr/>
              <p:nvPr/>
            </p:nvSpPr>
            <p:spPr>
              <a:xfrm>
                <a:off x="2258675" y="4607400"/>
                <a:ext cx="108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2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87"/>
                      <a:pt x="31" y="344"/>
                      <a:pt x="79" y="382"/>
                    </a:cubicBezTo>
                    <a:cubicBezTo>
                      <a:pt x="188" y="361"/>
                      <a:pt x="294" y="341"/>
                      <a:pt x="399" y="324"/>
                    </a:cubicBezTo>
                    <a:cubicBezTo>
                      <a:pt x="420" y="293"/>
                      <a:pt x="434" y="256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24"/>
              <p:cNvSpPr/>
              <p:nvPr/>
            </p:nvSpPr>
            <p:spPr>
              <a:xfrm>
                <a:off x="22226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24"/>
              <p:cNvSpPr/>
              <p:nvPr/>
            </p:nvSpPr>
            <p:spPr>
              <a:xfrm>
                <a:off x="22406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24"/>
              <p:cNvSpPr/>
              <p:nvPr/>
            </p:nvSpPr>
            <p:spPr>
              <a:xfrm>
                <a:off x="22226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24"/>
              <p:cNvSpPr/>
              <p:nvPr/>
            </p:nvSpPr>
            <p:spPr>
              <a:xfrm>
                <a:off x="22406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24"/>
              <p:cNvSpPr/>
              <p:nvPr/>
            </p:nvSpPr>
            <p:spPr>
              <a:xfrm>
                <a:off x="22226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24"/>
              <p:cNvSpPr/>
              <p:nvPr/>
            </p:nvSpPr>
            <p:spPr>
              <a:xfrm>
                <a:off x="22406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24"/>
              <p:cNvSpPr/>
              <p:nvPr/>
            </p:nvSpPr>
            <p:spPr>
              <a:xfrm>
                <a:off x="22226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24"/>
              <p:cNvSpPr/>
              <p:nvPr/>
            </p:nvSpPr>
            <p:spPr>
              <a:xfrm>
                <a:off x="22406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24"/>
              <p:cNvSpPr/>
              <p:nvPr/>
            </p:nvSpPr>
            <p:spPr>
              <a:xfrm>
                <a:off x="22406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24"/>
              <p:cNvSpPr/>
              <p:nvPr/>
            </p:nvSpPr>
            <p:spPr>
              <a:xfrm>
                <a:off x="22226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24"/>
              <p:cNvSpPr/>
              <p:nvPr/>
            </p:nvSpPr>
            <p:spPr>
              <a:xfrm>
                <a:off x="21866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24"/>
              <p:cNvSpPr/>
              <p:nvPr/>
            </p:nvSpPr>
            <p:spPr>
              <a:xfrm>
                <a:off x="22046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24"/>
              <p:cNvSpPr/>
              <p:nvPr/>
            </p:nvSpPr>
            <p:spPr>
              <a:xfrm>
                <a:off x="22046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24"/>
              <p:cNvSpPr/>
              <p:nvPr/>
            </p:nvSpPr>
            <p:spPr>
              <a:xfrm>
                <a:off x="2204588" y="4481313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24"/>
              <p:cNvSpPr/>
              <p:nvPr/>
            </p:nvSpPr>
            <p:spPr>
              <a:xfrm>
                <a:off x="21866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24"/>
              <p:cNvSpPr/>
              <p:nvPr/>
            </p:nvSpPr>
            <p:spPr>
              <a:xfrm>
                <a:off x="22046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24"/>
              <p:cNvSpPr/>
              <p:nvPr/>
            </p:nvSpPr>
            <p:spPr>
              <a:xfrm>
                <a:off x="22046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24"/>
              <p:cNvSpPr/>
              <p:nvPr/>
            </p:nvSpPr>
            <p:spPr>
              <a:xfrm>
                <a:off x="21866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24"/>
              <p:cNvSpPr/>
              <p:nvPr/>
            </p:nvSpPr>
            <p:spPr>
              <a:xfrm>
                <a:off x="22046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24"/>
              <p:cNvSpPr/>
              <p:nvPr/>
            </p:nvSpPr>
            <p:spPr>
              <a:xfrm>
                <a:off x="21866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24"/>
              <p:cNvSpPr/>
              <p:nvPr/>
            </p:nvSpPr>
            <p:spPr>
              <a:xfrm>
                <a:off x="22046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8"/>
                      <a:pt x="99" y="433"/>
                      <a:pt x="218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24"/>
              <p:cNvSpPr/>
              <p:nvPr/>
            </p:nvSpPr>
            <p:spPr>
              <a:xfrm>
                <a:off x="2186625" y="4643500"/>
                <a:ext cx="10425" cy="10075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03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6"/>
                    </a:cubicBezTo>
                    <a:cubicBezTo>
                      <a:pt x="0" y="297"/>
                      <a:pt x="49" y="365"/>
                      <a:pt x="113" y="403"/>
                    </a:cubicBezTo>
                    <a:cubicBezTo>
                      <a:pt x="212" y="315"/>
                      <a:pt x="314" y="229"/>
                      <a:pt x="416" y="147"/>
                    </a:cubicBezTo>
                    <a:cubicBezTo>
                      <a:pt x="389" y="62"/>
                      <a:pt x="311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24"/>
              <p:cNvSpPr/>
              <p:nvPr/>
            </p:nvSpPr>
            <p:spPr>
              <a:xfrm>
                <a:off x="2152800" y="4436975"/>
                <a:ext cx="6000" cy="1125"/>
              </a:xfrm>
              <a:custGeom>
                <a:avLst/>
                <a:gdLst/>
                <a:ahLst/>
                <a:cxnLst/>
                <a:rect l="l" t="t" r="r" b="b"/>
                <a:pathLst>
                  <a:path w="240" h="4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9" y="27"/>
                      <a:pt x="79" y="45"/>
                      <a:pt x="127" y="45"/>
                    </a:cubicBezTo>
                    <a:cubicBezTo>
                      <a:pt x="172" y="45"/>
                      <a:pt x="209" y="27"/>
                      <a:pt x="240" y="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24"/>
              <p:cNvSpPr/>
              <p:nvPr/>
            </p:nvSpPr>
            <p:spPr>
              <a:xfrm>
                <a:off x="21506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24"/>
              <p:cNvSpPr/>
              <p:nvPr/>
            </p:nvSpPr>
            <p:spPr>
              <a:xfrm>
                <a:off x="21685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24"/>
              <p:cNvSpPr/>
              <p:nvPr/>
            </p:nvSpPr>
            <p:spPr>
              <a:xfrm>
                <a:off x="21685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24"/>
              <p:cNvSpPr/>
              <p:nvPr/>
            </p:nvSpPr>
            <p:spPr>
              <a:xfrm>
                <a:off x="21506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24"/>
              <p:cNvSpPr/>
              <p:nvPr/>
            </p:nvSpPr>
            <p:spPr>
              <a:xfrm>
                <a:off x="21506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24"/>
              <p:cNvSpPr/>
              <p:nvPr/>
            </p:nvSpPr>
            <p:spPr>
              <a:xfrm>
                <a:off x="21685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24"/>
              <p:cNvSpPr/>
              <p:nvPr/>
            </p:nvSpPr>
            <p:spPr>
              <a:xfrm>
                <a:off x="21506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24"/>
              <p:cNvSpPr/>
              <p:nvPr/>
            </p:nvSpPr>
            <p:spPr>
              <a:xfrm>
                <a:off x="21685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24"/>
              <p:cNvSpPr/>
              <p:nvPr/>
            </p:nvSpPr>
            <p:spPr>
              <a:xfrm>
                <a:off x="2150600" y="46074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24"/>
              <p:cNvSpPr/>
              <p:nvPr/>
            </p:nvSpPr>
            <p:spPr>
              <a:xfrm>
                <a:off x="21685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24"/>
              <p:cNvSpPr/>
              <p:nvPr/>
            </p:nvSpPr>
            <p:spPr>
              <a:xfrm>
                <a:off x="216857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9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24"/>
              <p:cNvSpPr/>
              <p:nvPr/>
            </p:nvSpPr>
            <p:spPr>
              <a:xfrm>
                <a:off x="2150600" y="4643500"/>
                <a:ext cx="107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0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6"/>
                    </a:cubicBezTo>
                    <a:cubicBezTo>
                      <a:pt x="1" y="335"/>
                      <a:pt x="96" y="430"/>
                      <a:pt x="215" y="430"/>
                    </a:cubicBezTo>
                    <a:cubicBezTo>
                      <a:pt x="334" y="430"/>
                      <a:pt x="430" y="335"/>
                      <a:pt x="430" y="216"/>
                    </a:cubicBezTo>
                    <a:cubicBezTo>
                      <a:pt x="430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24"/>
              <p:cNvSpPr/>
              <p:nvPr/>
            </p:nvSpPr>
            <p:spPr>
              <a:xfrm>
                <a:off x="2150600" y="4679550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5"/>
                      <a:pt x="1" y="214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0" y="334"/>
                      <a:pt x="430" y="214"/>
                    </a:cubicBezTo>
                    <a:cubicBezTo>
                      <a:pt x="430" y="95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24"/>
              <p:cNvSpPr/>
              <p:nvPr/>
            </p:nvSpPr>
            <p:spPr>
              <a:xfrm>
                <a:off x="2168575" y="4661475"/>
                <a:ext cx="10075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403" h="417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07"/>
                      <a:pt x="58" y="385"/>
                      <a:pt x="137" y="416"/>
                    </a:cubicBezTo>
                    <a:cubicBezTo>
                      <a:pt x="164" y="385"/>
                      <a:pt x="191" y="355"/>
                      <a:pt x="219" y="321"/>
                    </a:cubicBezTo>
                    <a:cubicBezTo>
                      <a:pt x="246" y="286"/>
                      <a:pt x="277" y="253"/>
                      <a:pt x="307" y="219"/>
                    </a:cubicBezTo>
                    <a:cubicBezTo>
                      <a:pt x="338" y="181"/>
                      <a:pt x="368" y="147"/>
                      <a:pt x="403" y="110"/>
                    </a:cubicBezTo>
                    <a:cubicBezTo>
                      <a:pt x="365" y="45"/>
                      <a:pt x="297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24"/>
              <p:cNvSpPr/>
              <p:nvPr/>
            </p:nvSpPr>
            <p:spPr>
              <a:xfrm>
                <a:off x="2150600" y="4896525"/>
                <a:ext cx="3450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383" extrusionOk="0">
                    <a:moveTo>
                      <a:pt x="103" y="1"/>
                    </a:moveTo>
                    <a:cubicBezTo>
                      <a:pt x="42" y="42"/>
                      <a:pt x="1" y="107"/>
                      <a:pt x="1" y="185"/>
                    </a:cubicBezTo>
                    <a:cubicBezTo>
                      <a:pt x="1" y="274"/>
                      <a:pt x="55" y="352"/>
                      <a:pt x="137" y="383"/>
                    </a:cubicBezTo>
                    <a:cubicBezTo>
                      <a:pt x="127" y="257"/>
                      <a:pt x="117" y="13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24"/>
              <p:cNvSpPr/>
              <p:nvPr/>
            </p:nvSpPr>
            <p:spPr>
              <a:xfrm>
                <a:off x="2150600" y="4932050"/>
                <a:ext cx="3850" cy="9975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99" extrusionOk="0">
                    <a:moveTo>
                      <a:pt x="154" y="1"/>
                    </a:moveTo>
                    <a:cubicBezTo>
                      <a:pt x="65" y="28"/>
                      <a:pt x="1" y="106"/>
                      <a:pt x="1" y="205"/>
                    </a:cubicBezTo>
                    <a:cubicBezTo>
                      <a:pt x="1" y="290"/>
                      <a:pt x="51" y="365"/>
                      <a:pt x="123" y="399"/>
                    </a:cubicBezTo>
                    <a:cubicBezTo>
                      <a:pt x="137" y="276"/>
                      <a:pt x="147" y="150"/>
                      <a:pt x="154" y="28"/>
                    </a:cubicBez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24"/>
              <p:cNvSpPr/>
              <p:nvPr/>
            </p:nvSpPr>
            <p:spPr>
              <a:xfrm>
                <a:off x="2115700" y="4435800"/>
                <a:ext cx="835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334" h="92" extrusionOk="0">
                    <a:moveTo>
                      <a:pt x="0" y="0"/>
                    </a:moveTo>
                    <a:cubicBezTo>
                      <a:pt x="37" y="54"/>
                      <a:pt x="98" y="92"/>
                      <a:pt x="170" y="92"/>
                    </a:cubicBezTo>
                    <a:cubicBezTo>
                      <a:pt x="238" y="92"/>
                      <a:pt x="293" y="58"/>
                      <a:pt x="334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24"/>
              <p:cNvSpPr/>
              <p:nvPr/>
            </p:nvSpPr>
            <p:spPr>
              <a:xfrm>
                <a:off x="21144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24"/>
              <p:cNvSpPr/>
              <p:nvPr/>
            </p:nvSpPr>
            <p:spPr>
              <a:xfrm>
                <a:off x="21325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24"/>
              <p:cNvSpPr/>
              <p:nvPr/>
            </p:nvSpPr>
            <p:spPr>
              <a:xfrm>
                <a:off x="21144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24"/>
              <p:cNvSpPr/>
              <p:nvPr/>
            </p:nvSpPr>
            <p:spPr>
              <a:xfrm>
                <a:off x="21325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24"/>
              <p:cNvSpPr/>
              <p:nvPr/>
            </p:nvSpPr>
            <p:spPr>
              <a:xfrm>
                <a:off x="21325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24"/>
              <p:cNvSpPr/>
              <p:nvPr/>
            </p:nvSpPr>
            <p:spPr>
              <a:xfrm>
                <a:off x="21144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24"/>
              <p:cNvSpPr/>
              <p:nvPr/>
            </p:nvSpPr>
            <p:spPr>
              <a:xfrm>
                <a:off x="21325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24"/>
              <p:cNvSpPr/>
              <p:nvPr/>
            </p:nvSpPr>
            <p:spPr>
              <a:xfrm>
                <a:off x="21144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24"/>
              <p:cNvSpPr/>
              <p:nvPr/>
            </p:nvSpPr>
            <p:spPr>
              <a:xfrm>
                <a:off x="21325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24"/>
              <p:cNvSpPr/>
              <p:nvPr/>
            </p:nvSpPr>
            <p:spPr>
              <a:xfrm>
                <a:off x="21144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24"/>
              <p:cNvSpPr/>
              <p:nvPr/>
            </p:nvSpPr>
            <p:spPr>
              <a:xfrm>
                <a:off x="211447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24"/>
              <p:cNvSpPr/>
              <p:nvPr/>
            </p:nvSpPr>
            <p:spPr>
              <a:xfrm>
                <a:off x="21325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24"/>
              <p:cNvSpPr/>
              <p:nvPr/>
            </p:nvSpPr>
            <p:spPr>
              <a:xfrm>
                <a:off x="213255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24"/>
              <p:cNvSpPr/>
              <p:nvPr/>
            </p:nvSpPr>
            <p:spPr>
              <a:xfrm>
                <a:off x="211447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24"/>
              <p:cNvSpPr/>
              <p:nvPr/>
            </p:nvSpPr>
            <p:spPr>
              <a:xfrm>
                <a:off x="211447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24"/>
              <p:cNvSpPr/>
              <p:nvPr/>
            </p:nvSpPr>
            <p:spPr>
              <a:xfrm>
                <a:off x="213255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100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24"/>
              <p:cNvSpPr/>
              <p:nvPr/>
            </p:nvSpPr>
            <p:spPr>
              <a:xfrm>
                <a:off x="211447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24"/>
              <p:cNvSpPr/>
              <p:nvPr/>
            </p:nvSpPr>
            <p:spPr>
              <a:xfrm>
                <a:off x="2132550" y="4733525"/>
                <a:ext cx="87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39" y="434"/>
                      <a:pt x="259" y="426"/>
                      <a:pt x="280" y="420"/>
                    </a:cubicBezTo>
                    <a:cubicBezTo>
                      <a:pt x="290" y="355"/>
                      <a:pt x="297" y="287"/>
                      <a:pt x="311" y="219"/>
                    </a:cubicBezTo>
                    <a:cubicBezTo>
                      <a:pt x="311" y="209"/>
                      <a:pt x="314" y="198"/>
                      <a:pt x="314" y="192"/>
                    </a:cubicBezTo>
                    <a:cubicBezTo>
                      <a:pt x="324" y="143"/>
                      <a:pt x="338" y="96"/>
                      <a:pt x="348" y="49"/>
                    </a:cubicBezTo>
                    <a:cubicBezTo>
                      <a:pt x="311" y="21"/>
                      <a:pt x="266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24"/>
              <p:cNvSpPr/>
              <p:nvPr/>
            </p:nvSpPr>
            <p:spPr>
              <a:xfrm>
                <a:off x="211447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24"/>
              <p:cNvSpPr/>
              <p:nvPr/>
            </p:nvSpPr>
            <p:spPr>
              <a:xfrm>
                <a:off x="2132550" y="4769725"/>
                <a:ext cx="505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424" extrusionOk="0">
                    <a:moveTo>
                      <a:pt x="198" y="0"/>
                    </a:moveTo>
                    <a:lnTo>
                      <a:pt x="198" y="0"/>
                    </a:lnTo>
                    <a:cubicBezTo>
                      <a:pt x="86" y="11"/>
                      <a:pt x="1" y="99"/>
                      <a:pt x="1" y="212"/>
                    </a:cubicBezTo>
                    <a:cubicBezTo>
                      <a:pt x="1" y="324"/>
                      <a:pt x="89" y="416"/>
                      <a:pt x="201" y="423"/>
                    </a:cubicBezTo>
                    <a:cubicBezTo>
                      <a:pt x="198" y="355"/>
                      <a:pt x="194" y="283"/>
                      <a:pt x="194" y="212"/>
                    </a:cubicBezTo>
                    <a:cubicBezTo>
                      <a:pt x="194" y="140"/>
                      <a:pt x="194" y="69"/>
                      <a:pt x="1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24"/>
              <p:cNvSpPr/>
              <p:nvPr/>
            </p:nvSpPr>
            <p:spPr>
              <a:xfrm>
                <a:off x="2132550" y="4805575"/>
                <a:ext cx="8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32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59" y="434"/>
                      <a:pt x="297" y="420"/>
                      <a:pt x="331" y="396"/>
                    </a:cubicBezTo>
                    <a:cubicBezTo>
                      <a:pt x="320" y="338"/>
                      <a:pt x="314" y="277"/>
                      <a:pt x="303" y="219"/>
                    </a:cubicBezTo>
                    <a:cubicBezTo>
                      <a:pt x="297" y="151"/>
                      <a:pt x="290" y="82"/>
                      <a:pt x="283" y="14"/>
                    </a:cubicBezTo>
                    <a:cubicBezTo>
                      <a:pt x="259" y="8"/>
                      <a:pt x="239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24"/>
              <p:cNvSpPr/>
              <p:nvPr/>
            </p:nvSpPr>
            <p:spPr>
              <a:xfrm>
                <a:off x="211447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24"/>
              <p:cNvSpPr/>
              <p:nvPr/>
            </p:nvSpPr>
            <p:spPr>
              <a:xfrm>
                <a:off x="213255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24"/>
              <p:cNvSpPr/>
              <p:nvPr/>
            </p:nvSpPr>
            <p:spPr>
              <a:xfrm>
                <a:off x="211447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24"/>
              <p:cNvSpPr/>
              <p:nvPr/>
            </p:nvSpPr>
            <p:spPr>
              <a:xfrm>
                <a:off x="211447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24"/>
              <p:cNvSpPr/>
              <p:nvPr/>
            </p:nvSpPr>
            <p:spPr>
              <a:xfrm>
                <a:off x="213255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24"/>
              <p:cNvSpPr/>
              <p:nvPr/>
            </p:nvSpPr>
            <p:spPr>
              <a:xfrm>
                <a:off x="211447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24"/>
              <p:cNvSpPr/>
              <p:nvPr/>
            </p:nvSpPr>
            <p:spPr>
              <a:xfrm>
                <a:off x="213255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24"/>
              <p:cNvSpPr/>
              <p:nvPr/>
            </p:nvSpPr>
            <p:spPr>
              <a:xfrm>
                <a:off x="211447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24"/>
              <p:cNvSpPr/>
              <p:nvPr/>
            </p:nvSpPr>
            <p:spPr>
              <a:xfrm>
                <a:off x="213255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24"/>
              <p:cNvSpPr/>
              <p:nvPr/>
            </p:nvSpPr>
            <p:spPr>
              <a:xfrm>
                <a:off x="2132550" y="4985800"/>
                <a:ext cx="940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76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27"/>
                      <a:pt x="86" y="420"/>
                      <a:pt x="198" y="430"/>
                    </a:cubicBezTo>
                    <a:cubicBezTo>
                      <a:pt x="205" y="416"/>
                      <a:pt x="212" y="406"/>
                      <a:pt x="215" y="395"/>
                    </a:cubicBezTo>
                    <a:cubicBezTo>
                      <a:pt x="249" y="334"/>
                      <a:pt x="283" y="277"/>
                      <a:pt x="314" y="215"/>
                    </a:cubicBezTo>
                    <a:cubicBezTo>
                      <a:pt x="338" y="170"/>
                      <a:pt x="355" y="120"/>
                      <a:pt x="375" y="72"/>
                    </a:cubicBezTo>
                    <a:cubicBezTo>
                      <a:pt x="338" y="27"/>
                      <a:pt x="280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24"/>
              <p:cNvSpPr/>
              <p:nvPr/>
            </p:nvSpPr>
            <p:spPr>
              <a:xfrm>
                <a:off x="211447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24"/>
              <p:cNvSpPr/>
              <p:nvPr/>
            </p:nvSpPr>
            <p:spPr>
              <a:xfrm>
                <a:off x="2078900" y="4434675"/>
                <a:ext cx="9900" cy="3425"/>
              </a:xfrm>
              <a:custGeom>
                <a:avLst/>
                <a:gdLst/>
                <a:ahLst/>
                <a:cxnLst/>
                <a:rect l="l" t="t" r="r" b="b"/>
                <a:pathLst>
                  <a:path w="396" h="137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4" y="79"/>
                      <a:pt x="109" y="137"/>
                      <a:pt x="201" y="137"/>
                    </a:cubicBezTo>
                    <a:cubicBezTo>
                      <a:pt x="287" y="137"/>
                      <a:pt x="358" y="86"/>
                      <a:pt x="395" y="1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24"/>
              <p:cNvSpPr/>
              <p:nvPr/>
            </p:nvSpPr>
            <p:spPr>
              <a:xfrm>
                <a:off x="20784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24"/>
              <p:cNvSpPr/>
              <p:nvPr/>
            </p:nvSpPr>
            <p:spPr>
              <a:xfrm>
                <a:off x="20965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24"/>
              <p:cNvSpPr/>
              <p:nvPr/>
            </p:nvSpPr>
            <p:spPr>
              <a:xfrm>
                <a:off x="20784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24"/>
              <p:cNvSpPr/>
              <p:nvPr/>
            </p:nvSpPr>
            <p:spPr>
              <a:xfrm>
                <a:off x="20965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24"/>
              <p:cNvSpPr/>
              <p:nvPr/>
            </p:nvSpPr>
            <p:spPr>
              <a:xfrm>
                <a:off x="20965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24"/>
              <p:cNvSpPr/>
              <p:nvPr/>
            </p:nvSpPr>
            <p:spPr>
              <a:xfrm>
                <a:off x="20784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24"/>
              <p:cNvSpPr/>
              <p:nvPr/>
            </p:nvSpPr>
            <p:spPr>
              <a:xfrm>
                <a:off x="20784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24"/>
              <p:cNvSpPr/>
              <p:nvPr/>
            </p:nvSpPr>
            <p:spPr>
              <a:xfrm>
                <a:off x="20965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24"/>
              <p:cNvSpPr/>
              <p:nvPr/>
            </p:nvSpPr>
            <p:spPr>
              <a:xfrm>
                <a:off x="20784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24"/>
              <p:cNvSpPr/>
              <p:nvPr/>
            </p:nvSpPr>
            <p:spPr>
              <a:xfrm>
                <a:off x="20965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24"/>
              <p:cNvSpPr/>
              <p:nvPr/>
            </p:nvSpPr>
            <p:spPr>
              <a:xfrm>
                <a:off x="209652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24"/>
              <p:cNvSpPr/>
              <p:nvPr/>
            </p:nvSpPr>
            <p:spPr>
              <a:xfrm>
                <a:off x="2078475" y="46435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0"/>
                      <a:pt x="218" y="430"/>
                    </a:cubicBezTo>
                    <a:cubicBezTo>
                      <a:pt x="337" y="430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24"/>
              <p:cNvSpPr/>
              <p:nvPr/>
            </p:nvSpPr>
            <p:spPr>
              <a:xfrm>
                <a:off x="2078475" y="46795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24"/>
              <p:cNvSpPr/>
              <p:nvPr/>
            </p:nvSpPr>
            <p:spPr>
              <a:xfrm>
                <a:off x="2096525" y="46614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24"/>
              <p:cNvSpPr/>
              <p:nvPr/>
            </p:nvSpPr>
            <p:spPr>
              <a:xfrm>
                <a:off x="2096525" y="46975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24"/>
              <p:cNvSpPr/>
              <p:nvPr/>
            </p:nvSpPr>
            <p:spPr>
              <a:xfrm>
                <a:off x="2078475" y="4715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24"/>
              <p:cNvSpPr/>
              <p:nvPr/>
            </p:nvSpPr>
            <p:spPr>
              <a:xfrm>
                <a:off x="2078475" y="47516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24"/>
              <p:cNvSpPr/>
              <p:nvPr/>
            </p:nvSpPr>
            <p:spPr>
              <a:xfrm>
                <a:off x="2096525" y="47335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24"/>
              <p:cNvSpPr/>
              <p:nvPr/>
            </p:nvSpPr>
            <p:spPr>
              <a:xfrm>
                <a:off x="2096525" y="4769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24"/>
              <p:cNvSpPr/>
              <p:nvPr/>
            </p:nvSpPr>
            <p:spPr>
              <a:xfrm>
                <a:off x="2078475" y="47876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24"/>
              <p:cNvSpPr/>
              <p:nvPr/>
            </p:nvSpPr>
            <p:spPr>
              <a:xfrm>
                <a:off x="2096525" y="48055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24"/>
              <p:cNvSpPr/>
              <p:nvPr/>
            </p:nvSpPr>
            <p:spPr>
              <a:xfrm>
                <a:off x="2078475" y="48236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24"/>
              <p:cNvSpPr/>
              <p:nvPr/>
            </p:nvSpPr>
            <p:spPr>
              <a:xfrm>
                <a:off x="2096525" y="48417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24"/>
              <p:cNvSpPr/>
              <p:nvPr/>
            </p:nvSpPr>
            <p:spPr>
              <a:xfrm>
                <a:off x="2078475" y="48596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24"/>
              <p:cNvSpPr/>
              <p:nvPr/>
            </p:nvSpPr>
            <p:spPr>
              <a:xfrm>
                <a:off x="2096525" y="48777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24"/>
              <p:cNvSpPr/>
              <p:nvPr/>
            </p:nvSpPr>
            <p:spPr>
              <a:xfrm>
                <a:off x="2078475" y="48957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24"/>
              <p:cNvSpPr/>
              <p:nvPr/>
            </p:nvSpPr>
            <p:spPr>
              <a:xfrm>
                <a:off x="2096525" y="4913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24"/>
              <p:cNvSpPr/>
              <p:nvPr/>
            </p:nvSpPr>
            <p:spPr>
              <a:xfrm>
                <a:off x="2078475" y="49317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24"/>
              <p:cNvSpPr/>
              <p:nvPr/>
            </p:nvSpPr>
            <p:spPr>
              <a:xfrm>
                <a:off x="2096525" y="49497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24"/>
              <p:cNvSpPr/>
              <p:nvPr/>
            </p:nvSpPr>
            <p:spPr>
              <a:xfrm>
                <a:off x="2078475" y="4967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24"/>
              <p:cNvSpPr/>
              <p:nvPr/>
            </p:nvSpPr>
            <p:spPr>
              <a:xfrm>
                <a:off x="2096525" y="49858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24"/>
              <p:cNvSpPr/>
              <p:nvPr/>
            </p:nvSpPr>
            <p:spPr>
              <a:xfrm>
                <a:off x="2078475" y="50037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24"/>
              <p:cNvSpPr/>
              <p:nvPr/>
            </p:nvSpPr>
            <p:spPr>
              <a:xfrm>
                <a:off x="2080950" y="5039875"/>
                <a:ext cx="3500" cy="975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9" extrusionOk="0">
                    <a:moveTo>
                      <a:pt x="119" y="1"/>
                    </a:moveTo>
                    <a:cubicBezTo>
                      <a:pt x="75" y="1"/>
                      <a:pt x="34" y="15"/>
                      <a:pt x="0" y="38"/>
                    </a:cubicBezTo>
                    <a:cubicBezTo>
                      <a:pt x="48" y="28"/>
                      <a:pt x="92" y="15"/>
                      <a:pt x="139" y="4"/>
                    </a:cubicBezTo>
                    <a:cubicBezTo>
                      <a:pt x="133" y="1"/>
                      <a:pt x="126" y="1"/>
                      <a:pt x="1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24"/>
              <p:cNvSpPr/>
              <p:nvPr/>
            </p:nvSpPr>
            <p:spPr>
              <a:xfrm>
                <a:off x="2096525" y="50218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228" y="433"/>
                      <a:pt x="242" y="426"/>
                      <a:pt x="252" y="426"/>
                    </a:cubicBezTo>
                    <a:cubicBezTo>
                      <a:pt x="297" y="399"/>
                      <a:pt x="341" y="375"/>
                      <a:pt x="382" y="348"/>
                    </a:cubicBezTo>
                    <a:cubicBezTo>
                      <a:pt x="412" y="311"/>
                      <a:pt x="433" y="266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24"/>
              <p:cNvSpPr/>
              <p:nvPr/>
            </p:nvSpPr>
            <p:spPr>
              <a:xfrm>
                <a:off x="2042625" y="4433550"/>
                <a:ext cx="10400" cy="4550"/>
              </a:xfrm>
              <a:custGeom>
                <a:avLst/>
                <a:gdLst/>
                <a:ahLst/>
                <a:cxnLst/>
                <a:rect l="l" t="t" r="r" b="b"/>
                <a:pathLst>
                  <a:path w="416" h="182" extrusionOk="0">
                    <a:moveTo>
                      <a:pt x="0" y="1"/>
                    </a:moveTo>
                    <a:cubicBezTo>
                      <a:pt x="21" y="103"/>
                      <a:pt x="102" y="182"/>
                      <a:pt x="211" y="182"/>
                    </a:cubicBezTo>
                    <a:cubicBezTo>
                      <a:pt x="313" y="182"/>
                      <a:pt x="395" y="110"/>
                      <a:pt x="416" y="15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24"/>
              <p:cNvSpPr/>
              <p:nvPr/>
            </p:nvSpPr>
            <p:spPr>
              <a:xfrm>
                <a:off x="20424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24"/>
              <p:cNvSpPr/>
              <p:nvPr/>
            </p:nvSpPr>
            <p:spPr>
              <a:xfrm>
                <a:off x="20605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24"/>
              <p:cNvSpPr/>
              <p:nvPr/>
            </p:nvSpPr>
            <p:spPr>
              <a:xfrm>
                <a:off x="20424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24"/>
              <p:cNvSpPr/>
              <p:nvPr/>
            </p:nvSpPr>
            <p:spPr>
              <a:xfrm>
                <a:off x="20605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24"/>
              <p:cNvSpPr/>
              <p:nvPr/>
            </p:nvSpPr>
            <p:spPr>
              <a:xfrm>
                <a:off x="20424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24"/>
              <p:cNvSpPr/>
              <p:nvPr/>
            </p:nvSpPr>
            <p:spPr>
              <a:xfrm>
                <a:off x="20605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24"/>
              <p:cNvSpPr/>
              <p:nvPr/>
            </p:nvSpPr>
            <p:spPr>
              <a:xfrm>
                <a:off x="20605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24"/>
              <p:cNvSpPr/>
              <p:nvPr/>
            </p:nvSpPr>
            <p:spPr>
              <a:xfrm>
                <a:off x="2024725" y="4589425"/>
                <a:ext cx="105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23" h="434" extrusionOk="0">
                    <a:moveTo>
                      <a:pt x="205" y="0"/>
                    </a:moveTo>
                    <a:cubicBezTo>
                      <a:pt x="106" y="0"/>
                      <a:pt x="28" y="69"/>
                      <a:pt x="1" y="157"/>
                    </a:cubicBezTo>
                    <a:lnTo>
                      <a:pt x="1" y="215"/>
                    </a:lnTo>
                    <a:cubicBezTo>
                      <a:pt x="1" y="239"/>
                      <a:pt x="1" y="259"/>
                      <a:pt x="4" y="280"/>
                    </a:cubicBezTo>
                    <a:cubicBezTo>
                      <a:pt x="31" y="368"/>
                      <a:pt x="110" y="434"/>
                      <a:pt x="205" y="434"/>
                    </a:cubicBezTo>
                    <a:cubicBezTo>
                      <a:pt x="324" y="434"/>
                      <a:pt x="423" y="335"/>
                      <a:pt x="423" y="215"/>
                    </a:cubicBezTo>
                    <a:cubicBezTo>
                      <a:pt x="423" y="96"/>
                      <a:pt x="324" y="0"/>
                      <a:pt x="2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24"/>
              <p:cNvSpPr/>
              <p:nvPr/>
            </p:nvSpPr>
            <p:spPr>
              <a:xfrm>
                <a:off x="20424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24"/>
              <p:cNvSpPr/>
              <p:nvPr/>
            </p:nvSpPr>
            <p:spPr>
              <a:xfrm>
                <a:off x="20424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24"/>
              <p:cNvSpPr/>
              <p:nvPr/>
            </p:nvSpPr>
            <p:spPr>
              <a:xfrm>
                <a:off x="20605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24"/>
              <p:cNvSpPr/>
              <p:nvPr/>
            </p:nvSpPr>
            <p:spPr>
              <a:xfrm>
                <a:off x="2025050" y="4625450"/>
                <a:ext cx="102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434" extrusionOk="0">
                    <a:moveTo>
                      <a:pt x="192" y="1"/>
                    </a:moveTo>
                    <a:cubicBezTo>
                      <a:pt x="106" y="1"/>
                      <a:pt x="35" y="51"/>
                      <a:pt x="1" y="123"/>
                    </a:cubicBezTo>
                    <a:lnTo>
                      <a:pt x="1" y="215"/>
                    </a:lnTo>
                    <a:lnTo>
                      <a:pt x="1" y="314"/>
                    </a:lnTo>
                    <a:cubicBezTo>
                      <a:pt x="39" y="382"/>
                      <a:pt x="110" y="433"/>
                      <a:pt x="192" y="433"/>
                    </a:cubicBezTo>
                    <a:cubicBezTo>
                      <a:pt x="311" y="433"/>
                      <a:pt x="410" y="338"/>
                      <a:pt x="410" y="215"/>
                    </a:cubicBezTo>
                    <a:cubicBezTo>
                      <a:pt x="410" y="96"/>
                      <a:pt x="311" y="1"/>
                      <a:pt x="1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24"/>
              <p:cNvSpPr/>
              <p:nvPr/>
            </p:nvSpPr>
            <p:spPr>
              <a:xfrm>
                <a:off x="204242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24"/>
              <p:cNvSpPr/>
              <p:nvPr/>
            </p:nvSpPr>
            <p:spPr>
              <a:xfrm>
                <a:off x="20605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24"/>
              <p:cNvSpPr/>
              <p:nvPr/>
            </p:nvSpPr>
            <p:spPr>
              <a:xfrm>
                <a:off x="2025325" y="4661475"/>
                <a:ext cx="99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434" extrusionOk="0">
                    <a:moveTo>
                      <a:pt x="181" y="0"/>
                    </a:moveTo>
                    <a:cubicBezTo>
                      <a:pt x="106" y="0"/>
                      <a:pt x="41" y="45"/>
                      <a:pt x="1" y="102"/>
                    </a:cubicBezTo>
                    <a:cubicBezTo>
                      <a:pt x="1" y="140"/>
                      <a:pt x="4" y="181"/>
                      <a:pt x="4" y="219"/>
                    </a:cubicBezTo>
                    <a:lnTo>
                      <a:pt x="4" y="331"/>
                    </a:lnTo>
                    <a:cubicBezTo>
                      <a:pt x="41" y="393"/>
                      <a:pt x="106" y="434"/>
                      <a:pt x="181" y="434"/>
                    </a:cubicBezTo>
                    <a:cubicBezTo>
                      <a:pt x="300" y="434"/>
                      <a:pt x="399" y="338"/>
                      <a:pt x="399" y="219"/>
                    </a:cubicBezTo>
                    <a:cubicBezTo>
                      <a:pt x="399" y="96"/>
                      <a:pt x="300" y="0"/>
                      <a:pt x="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24"/>
              <p:cNvSpPr/>
              <p:nvPr/>
            </p:nvSpPr>
            <p:spPr>
              <a:xfrm>
                <a:off x="206050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24"/>
              <p:cNvSpPr/>
              <p:nvPr/>
            </p:nvSpPr>
            <p:spPr>
              <a:xfrm>
                <a:off x="2025650" y="4697500"/>
                <a:ext cx="96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86" h="434" extrusionOk="0">
                    <a:moveTo>
                      <a:pt x="168" y="1"/>
                    </a:moveTo>
                    <a:cubicBezTo>
                      <a:pt x="100" y="1"/>
                      <a:pt x="42" y="35"/>
                      <a:pt x="1" y="86"/>
                    </a:cubicBezTo>
                    <a:lnTo>
                      <a:pt x="1" y="219"/>
                    </a:lnTo>
                    <a:cubicBezTo>
                      <a:pt x="1" y="263"/>
                      <a:pt x="5" y="307"/>
                      <a:pt x="5" y="351"/>
                    </a:cubicBezTo>
                    <a:cubicBezTo>
                      <a:pt x="42" y="399"/>
                      <a:pt x="100" y="433"/>
                      <a:pt x="168" y="433"/>
                    </a:cubicBezTo>
                    <a:cubicBezTo>
                      <a:pt x="287" y="433"/>
                      <a:pt x="386" y="338"/>
                      <a:pt x="386" y="219"/>
                    </a:cubicBezTo>
                    <a:cubicBezTo>
                      <a:pt x="386" y="100"/>
                      <a:pt x="287" y="1"/>
                      <a:pt x="1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24"/>
              <p:cNvSpPr/>
              <p:nvPr/>
            </p:nvSpPr>
            <p:spPr>
              <a:xfrm>
                <a:off x="204242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24"/>
              <p:cNvSpPr/>
              <p:nvPr/>
            </p:nvSpPr>
            <p:spPr>
              <a:xfrm>
                <a:off x="206050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24"/>
              <p:cNvSpPr/>
              <p:nvPr/>
            </p:nvSpPr>
            <p:spPr>
              <a:xfrm>
                <a:off x="2026000" y="4733525"/>
                <a:ext cx="9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72" h="434" extrusionOk="0">
                    <a:moveTo>
                      <a:pt x="154" y="0"/>
                    </a:moveTo>
                    <a:cubicBezTo>
                      <a:pt x="93" y="0"/>
                      <a:pt x="38" y="28"/>
                      <a:pt x="1" y="69"/>
                    </a:cubicBezTo>
                    <a:lnTo>
                      <a:pt x="1" y="219"/>
                    </a:lnTo>
                    <a:lnTo>
                      <a:pt x="1" y="372"/>
                    </a:lnTo>
                    <a:cubicBezTo>
                      <a:pt x="41" y="409"/>
                      <a:pt x="96" y="434"/>
                      <a:pt x="154" y="434"/>
                    </a:cubicBezTo>
                    <a:cubicBezTo>
                      <a:pt x="273" y="434"/>
                      <a:pt x="372" y="338"/>
                      <a:pt x="372" y="219"/>
                    </a:cubicBezTo>
                    <a:cubicBezTo>
                      <a:pt x="372" y="99"/>
                      <a:pt x="273" y="0"/>
                      <a:pt x="15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24"/>
              <p:cNvSpPr/>
              <p:nvPr/>
            </p:nvSpPr>
            <p:spPr>
              <a:xfrm>
                <a:off x="204242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24"/>
              <p:cNvSpPr/>
              <p:nvPr/>
            </p:nvSpPr>
            <p:spPr>
              <a:xfrm>
                <a:off x="204242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24"/>
              <p:cNvSpPr/>
              <p:nvPr/>
            </p:nvSpPr>
            <p:spPr>
              <a:xfrm>
                <a:off x="2026275" y="4769550"/>
                <a:ext cx="90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61" h="434" extrusionOk="0">
                    <a:moveTo>
                      <a:pt x="143" y="1"/>
                    </a:moveTo>
                    <a:cubicBezTo>
                      <a:pt x="88" y="1"/>
                      <a:pt x="37" y="25"/>
                      <a:pt x="0" y="59"/>
                    </a:cubicBezTo>
                    <a:cubicBezTo>
                      <a:pt x="0" y="113"/>
                      <a:pt x="0" y="164"/>
                      <a:pt x="3" y="219"/>
                    </a:cubicBezTo>
                    <a:lnTo>
                      <a:pt x="3" y="379"/>
                    </a:lnTo>
                    <a:cubicBezTo>
                      <a:pt x="41" y="413"/>
                      <a:pt x="88" y="433"/>
                      <a:pt x="143" y="433"/>
                    </a:cubicBezTo>
                    <a:cubicBezTo>
                      <a:pt x="262" y="433"/>
                      <a:pt x="361" y="338"/>
                      <a:pt x="361" y="219"/>
                    </a:cubicBezTo>
                    <a:cubicBezTo>
                      <a:pt x="361" y="100"/>
                      <a:pt x="262" y="1"/>
                      <a:pt x="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24"/>
              <p:cNvSpPr/>
              <p:nvPr/>
            </p:nvSpPr>
            <p:spPr>
              <a:xfrm>
                <a:off x="2060500" y="47335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24"/>
              <p:cNvSpPr/>
              <p:nvPr/>
            </p:nvSpPr>
            <p:spPr>
              <a:xfrm>
                <a:off x="204242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24"/>
              <p:cNvSpPr/>
              <p:nvPr/>
            </p:nvSpPr>
            <p:spPr>
              <a:xfrm>
                <a:off x="2060500" y="4769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24"/>
              <p:cNvSpPr/>
              <p:nvPr/>
            </p:nvSpPr>
            <p:spPr>
              <a:xfrm>
                <a:off x="2026600" y="4805575"/>
                <a:ext cx="87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434" extrusionOk="0">
                    <a:moveTo>
                      <a:pt x="130" y="0"/>
                    </a:moveTo>
                    <a:cubicBezTo>
                      <a:pt x="79" y="0"/>
                      <a:pt x="38" y="21"/>
                      <a:pt x="0" y="52"/>
                    </a:cubicBezTo>
                    <a:lnTo>
                      <a:pt x="0" y="219"/>
                    </a:lnTo>
                    <a:cubicBezTo>
                      <a:pt x="0" y="277"/>
                      <a:pt x="4" y="332"/>
                      <a:pt x="4" y="389"/>
                    </a:cubicBezTo>
                    <a:cubicBezTo>
                      <a:pt x="38" y="417"/>
                      <a:pt x="82" y="434"/>
                      <a:pt x="130" y="434"/>
                    </a:cubicBezTo>
                    <a:cubicBezTo>
                      <a:pt x="249" y="434"/>
                      <a:pt x="348" y="338"/>
                      <a:pt x="348" y="219"/>
                    </a:cubicBezTo>
                    <a:cubicBezTo>
                      <a:pt x="348" y="99"/>
                      <a:pt x="249" y="0"/>
                      <a:pt x="1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24"/>
              <p:cNvSpPr/>
              <p:nvPr/>
            </p:nvSpPr>
            <p:spPr>
              <a:xfrm>
                <a:off x="2060500" y="48055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24"/>
              <p:cNvSpPr/>
              <p:nvPr/>
            </p:nvSpPr>
            <p:spPr>
              <a:xfrm>
                <a:off x="2026850" y="4841700"/>
                <a:ext cx="84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430" extrusionOk="0">
                    <a:moveTo>
                      <a:pt x="120" y="0"/>
                    </a:moveTo>
                    <a:cubicBezTo>
                      <a:pt x="75" y="0"/>
                      <a:pt x="38" y="14"/>
                      <a:pt x="1" y="38"/>
                    </a:cubicBezTo>
                    <a:cubicBezTo>
                      <a:pt x="4" y="96"/>
                      <a:pt x="4" y="157"/>
                      <a:pt x="4" y="215"/>
                    </a:cubicBezTo>
                    <a:lnTo>
                      <a:pt x="4" y="392"/>
                    </a:lnTo>
                    <a:cubicBezTo>
                      <a:pt x="38" y="415"/>
                      <a:pt x="75" y="429"/>
                      <a:pt x="120" y="429"/>
                    </a:cubicBezTo>
                    <a:cubicBezTo>
                      <a:pt x="239" y="429"/>
                      <a:pt x="338" y="334"/>
                      <a:pt x="338" y="215"/>
                    </a:cubicBezTo>
                    <a:cubicBezTo>
                      <a:pt x="338" y="96"/>
                      <a:pt x="239" y="0"/>
                      <a:pt x="1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24"/>
              <p:cNvSpPr/>
              <p:nvPr/>
            </p:nvSpPr>
            <p:spPr>
              <a:xfrm>
                <a:off x="204242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24"/>
              <p:cNvSpPr/>
              <p:nvPr/>
            </p:nvSpPr>
            <p:spPr>
              <a:xfrm>
                <a:off x="2027175" y="4877725"/>
                <a:ext cx="81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25" h="434" extrusionOk="0">
                    <a:moveTo>
                      <a:pt x="107" y="1"/>
                    </a:moveTo>
                    <a:cubicBezTo>
                      <a:pt x="70" y="1"/>
                      <a:pt x="32" y="14"/>
                      <a:pt x="1" y="31"/>
                    </a:cubicBezTo>
                    <a:cubicBezTo>
                      <a:pt x="1" y="92"/>
                      <a:pt x="1" y="153"/>
                      <a:pt x="5" y="215"/>
                    </a:cubicBezTo>
                    <a:lnTo>
                      <a:pt x="5" y="402"/>
                    </a:lnTo>
                    <a:cubicBezTo>
                      <a:pt x="35" y="419"/>
                      <a:pt x="70" y="433"/>
                      <a:pt x="107" y="433"/>
                    </a:cubicBezTo>
                    <a:cubicBezTo>
                      <a:pt x="226" y="433"/>
                      <a:pt x="325" y="334"/>
                      <a:pt x="325" y="215"/>
                    </a:cubicBezTo>
                    <a:cubicBezTo>
                      <a:pt x="325" y="95"/>
                      <a:pt x="226" y="1"/>
                      <a:pt x="10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24"/>
              <p:cNvSpPr/>
              <p:nvPr/>
            </p:nvSpPr>
            <p:spPr>
              <a:xfrm>
                <a:off x="204242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24"/>
              <p:cNvSpPr/>
              <p:nvPr/>
            </p:nvSpPr>
            <p:spPr>
              <a:xfrm>
                <a:off x="206050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24"/>
              <p:cNvSpPr/>
              <p:nvPr/>
            </p:nvSpPr>
            <p:spPr>
              <a:xfrm>
                <a:off x="206050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24"/>
              <p:cNvSpPr/>
              <p:nvPr/>
            </p:nvSpPr>
            <p:spPr>
              <a:xfrm>
                <a:off x="2027525" y="4913750"/>
                <a:ext cx="77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311" h="433" extrusionOk="0">
                    <a:moveTo>
                      <a:pt x="93" y="0"/>
                    </a:moveTo>
                    <a:cubicBezTo>
                      <a:pt x="59" y="0"/>
                      <a:pt x="28" y="7"/>
                      <a:pt x="1" y="24"/>
                    </a:cubicBezTo>
                    <a:lnTo>
                      <a:pt x="1" y="215"/>
                    </a:lnTo>
                    <a:cubicBezTo>
                      <a:pt x="1" y="280"/>
                      <a:pt x="4" y="344"/>
                      <a:pt x="4" y="409"/>
                    </a:cubicBezTo>
                    <a:cubicBezTo>
                      <a:pt x="32" y="423"/>
                      <a:pt x="62" y="433"/>
                      <a:pt x="93" y="433"/>
                    </a:cubicBezTo>
                    <a:cubicBezTo>
                      <a:pt x="212" y="433"/>
                      <a:pt x="311" y="334"/>
                      <a:pt x="311" y="215"/>
                    </a:cubicBezTo>
                    <a:cubicBezTo>
                      <a:pt x="311" y="96"/>
                      <a:pt x="212" y="0"/>
                      <a:pt x="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24"/>
              <p:cNvSpPr/>
              <p:nvPr/>
            </p:nvSpPr>
            <p:spPr>
              <a:xfrm>
                <a:off x="204242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24"/>
              <p:cNvSpPr/>
              <p:nvPr/>
            </p:nvSpPr>
            <p:spPr>
              <a:xfrm>
                <a:off x="2027800" y="4949775"/>
                <a:ext cx="75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34" extrusionOk="0">
                    <a:moveTo>
                      <a:pt x="82" y="1"/>
                    </a:moveTo>
                    <a:cubicBezTo>
                      <a:pt x="54" y="1"/>
                      <a:pt x="27" y="7"/>
                      <a:pt x="0" y="17"/>
                    </a:cubicBezTo>
                    <a:cubicBezTo>
                      <a:pt x="4" y="82"/>
                      <a:pt x="4" y="150"/>
                      <a:pt x="4" y="215"/>
                    </a:cubicBezTo>
                    <a:lnTo>
                      <a:pt x="4" y="416"/>
                    </a:lnTo>
                    <a:cubicBezTo>
                      <a:pt x="31" y="426"/>
                      <a:pt x="54" y="433"/>
                      <a:pt x="82" y="433"/>
                    </a:cubicBezTo>
                    <a:cubicBezTo>
                      <a:pt x="201" y="433"/>
                      <a:pt x="300" y="334"/>
                      <a:pt x="300" y="215"/>
                    </a:cubicBezTo>
                    <a:cubicBezTo>
                      <a:pt x="300" y="95"/>
                      <a:pt x="201" y="1"/>
                      <a:pt x="8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24"/>
              <p:cNvSpPr/>
              <p:nvPr/>
            </p:nvSpPr>
            <p:spPr>
              <a:xfrm>
                <a:off x="204242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24"/>
              <p:cNvSpPr/>
              <p:nvPr/>
            </p:nvSpPr>
            <p:spPr>
              <a:xfrm>
                <a:off x="206050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24"/>
              <p:cNvSpPr/>
              <p:nvPr/>
            </p:nvSpPr>
            <p:spPr>
              <a:xfrm>
                <a:off x="2028125" y="4985800"/>
                <a:ext cx="71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287" h="433" extrusionOk="0">
                    <a:moveTo>
                      <a:pt x="69" y="0"/>
                    </a:moveTo>
                    <a:cubicBezTo>
                      <a:pt x="45" y="0"/>
                      <a:pt x="21" y="7"/>
                      <a:pt x="1" y="14"/>
                    </a:cubicBezTo>
                    <a:cubicBezTo>
                      <a:pt x="1" y="82"/>
                      <a:pt x="1" y="150"/>
                      <a:pt x="4" y="215"/>
                    </a:cubicBezTo>
                    <a:lnTo>
                      <a:pt x="4" y="420"/>
                    </a:lnTo>
                    <a:cubicBezTo>
                      <a:pt x="24" y="426"/>
                      <a:pt x="45" y="433"/>
                      <a:pt x="69" y="433"/>
                    </a:cubicBezTo>
                    <a:cubicBezTo>
                      <a:pt x="188" y="433"/>
                      <a:pt x="287" y="334"/>
                      <a:pt x="287" y="215"/>
                    </a:cubicBezTo>
                    <a:cubicBezTo>
                      <a:pt x="287" y="96"/>
                      <a:pt x="188" y="0"/>
                      <a:pt x="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24"/>
              <p:cNvSpPr/>
              <p:nvPr/>
            </p:nvSpPr>
            <p:spPr>
              <a:xfrm>
                <a:off x="206050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24"/>
              <p:cNvSpPr/>
              <p:nvPr/>
            </p:nvSpPr>
            <p:spPr>
              <a:xfrm>
                <a:off x="204242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24"/>
              <p:cNvSpPr/>
              <p:nvPr/>
            </p:nvSpPr>
            <p:spPr>
              <a:xfrm>
                <a:off x="2028475" y="5021825"/>
                <a:ext cx="6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434" extrusionOk="0">
                    <a:moveTo>
                      <a:pt x="55" y="1"/>
                    </a:moveTo>
                    <a:cubicBezTo>
                      <a:pt x="35" y="1"/>
                      <a:pt x="18" y="7"/>
                      <a:pt x="0" y="11"/>
                    </a:cubicBezTo>
                    <a:lnTo>
                      <a:pt x="0" y="215"/>
                    </a:lnTo>
                    <a:cubicBezTo>
                      <a:pt x="0" y="287"/>
                      <a:pt x="4" y="355"/>
                      <a:pt x="4" y="423"/>
                    </a:cubicBezTo>
                    <a:cubicBezTo>
                      <a:pt x="21" y="426"/>
                      <a:pt x="38" y="433"/>
                      <a:pt x="55" y="433"/>
                    </a:cubicBezTo>
                    <a:cubicBezTo>
                      <a:pt x="174" y="433"/>
                      <a:pt x="273" y="334"/>
                      <a:pt x="273" y="215"/>
                    </a:cubicBezTo>
                    <a:cubicBezTo>
                      <a:pt x="273" y="96"/>
                      <a:pt x="174" y="1"/>
                      <a:pt x="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24"/>
              <p:cNvSpPr/>
              <p:nvPr/>
            </p:nvSpPr>
            <p:spPr>
              <a:xfrm>
                <a:off x="204242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24"/>
              <p:cNvSpPr/>
              <p:nvPr/>
            </p:nvSpPr>
            <p:spPr>
              <a:xfrm>
                <a:off x="2060500" y="49858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24"/>
              <p:cNvSpPr/>
              <p:nvPr/>
            </p:nvSpPr>
            <p:spPr>
              <a:xfrm>
                <a:off x="2045675" y="5039875"/>
                <a:ext cx="6250" cy="19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" extrusionOk="0">
                    <a:moveTo>
                      <a:pt x="89" y="1"/>
                    </a:moveTo>
                    <a:cubicBezTo>
                      <a:pt x="55" y="1"/>
                      <a:pt x="28" y="7"/>
                      <a:pt x="1" y="18"/>
                    </a:cubicBezTo>
                    <a:cubicBezTo>
                      <a:pt x="83" y="42"/>
                      <a:pt x="164" y="62"/>
                      <a:pt x="249" y="76"/>
                    </a:cubicBezTo>
                    <a:cubicBezTo>
                      <a:pt x="212" y="28"/>
                      <a:pt x="154" y="1"/>
                      <a:pt x="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24"/>
              <p:cNvSpPr/>
              <p:nvPr/>
            </p:nvSpPr>
            <p:spPr>
              <a:xfrm>
                <a:off x="2060500" y="50218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24"/>
              <p:cNvSpPr/>
              <p:nvPr/>
            </p:nvSpPr>
            <p:spPr>
              <a:xfrm>
                <a:off x="20244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24"/>
              <p:cNvSpPr/>
              <p:nvPr/>
            </p:nvSpPr>
            <p:spPr>
              <a:xfrm>
                <a:off x="20244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24"/>
              <p:cNvSpPr/>
              <p:nvPr/>
            </p:nvSpPr>
            <p:spPr>
              <a:xfrm>
                <a:off x="20244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24"/>
              <p:cNvSpPr/>
              <p:nvPr/>
            </p:nvSpPr>
            <p:spPr>
              <a:xfrm>
                <a:off x="20244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20" name="Google Shape;1320;p24"/>
          <p:cNvSpPr txBox="1">
            <a:spLocks noGrp="1"/>
          </p:cNvSpPr>
          <p:nvPr>
            <p:ph type="subTitle" idx="15"/>
          </p:nvPr>
        </p:nvSpPr>
        <p:spPr>
          <a:xfrm>
            <a:off x="1331509" y="175686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bg>
      <p:bgPr>
        <a:solidFill>
          <a:schemeClr val="accent1"/>
        </a:solidFill>
        <a:effectLst/>
      </p:bgPr>
    </p:bg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25"/>
          <p:cNvSpPr txBox="1">
            <a:spLocks noGrp="1"/>
          </p:cNvSpPr>
          <p:nvPr>
            <p:ph type="ctrTitle"/>
          </p:nvPr>
        </p:nvSpPr>
        <p:spPr>
          <a:xfrm>
            <a:off x="914400" y="1126912"/>
            <a:ext cx="3651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Font typeface="Staatliches"/>
              <a:buNone/>
              <a:defRPr sz="48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23" name="Google Shape;1323;p25"/>
          <p:cNvSpPr txBox="1">
            <a:spLocks noGrp="1"/>
          </p:cNvSpPr>
          <p:nvPr>
            <p:ph type="subTitle" idx="1"/>
          </p:nvPr>
        </p:nvSpPr>
        <p:spPr>
          <a:xfrm>
            <a:off x="914400" y="2608180"/>
            <a:ext cx="3651600" cy="12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324" name="Google Shape;1324;p25"/>
          <p:cNvSpPr txBox="1"/>
          <p:nvPr/>
        </p:nvSpPr>
        <p:spPr>
          <a:xfrm>
            <a:off x="888381" y="3681550"/>
            <a:ext cx="34395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lang="en" sz="1200" b="1">
                <a:solidFill>
                  <a:srgbClr val="FFFFF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lang="en" sz="1200" b="1">
                <a:solidFill>
                  <a:srgbClr val="FFFFF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200" b="1">
                <a:solidFill>
                  <a:srgbClr val="FFFFF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5" name="Google Shape;1325;p25"/>
          <p:cNvSpPr/>
          <p:nvPr/>
        </p:nvSpPr>
        <p:spPr>
          <a:xfrm rot="10800000" flipH="1">
            <a:off x="4366399" y="335155"/>
            <a:ext cx="3758237" cy="4824215"/>
          </a:xfrm>
          <a:custGeom>
            <a:avLst/>
            <a:gdLst/>
            <a:ahLst/>
            <a:cxnLst/>
            <a:rect l="l" t="t" r="r" b="b"/>
            <a:pathLst>
              <a:path w="49457" h="56384" extrusionOk="0">
                <a:moveTo>
                  <a:pt x="26052" y="1"/>
                </a:moveTo>
                <a:cubicBezTo>
                  <a:pt x="26452" y="1670"/>
                  <a:pt x="26646" y="3363"/>
                  <a:pt x="26302" y="5033"/>
                </a:cubicBezTo>
                <a:cubicBezTo>
                  <a:pt x="25788" y="7540"/>
                  <a:pt x="23582" y="9869"/>
                  <a:pt x="21120" y="9869"/>
                </a:cubicBezTo>
                <a:cubicBezTo>
                  <a:pt x="20849" y="9869"/>
                  <a:pt x="20574" y="9841"/>
                  <a:pt x="20299" y="9782"/>
                </a:cubicBezTo>
                <a:cubicBezTo>
                  <a:pt x="18318" y="9357"/>
                  <a:pt x="16978" y="7566"/>
                  <a:pt x="15743" y="5957"/>
                </a:cubicBezTo>
                <a:cubicBezTo>
                  <a:pt x="14512" y="4345"/>
                  <a:pt x="12946" y="2661"/>
                  <a:pt x="10918" y="2610"/>
                </a:cubicBezTo>
                <a:cubicBezTo>
                  <a:pt x="10884" y="2609"/>
                  <a:pt x="10851" y="2608"/>
                  <a:pt x="10817" y="2608"/>
                </a:cubicBezTo>
                <a:cubicBezTo>
                  <a:pt x="8301" y="2608"/>
                  <a:pt x="6557" y="5052"/>
                  <a:pt x="4495" y="6523"/>
                </a:cubicBezTo>
                <a:cubicBezTo>
                  <a:pt x="3156" y="7481"/>
                  <a:pt x="1609" y="8014"/>
                  <a:pt x="1" y="8202"/>
                </a:cubicBezTo>
                <a:cubicBezTo>
                  <a:pt x="1307" y="14936"/>
                  <a:pt x="5566" y="21137"/>
                  <a:pt x="11645" y="24368"/>
                </a:cubicBezTo>
                <a:cubicBezTo>
                  <a:pt x="14611" y="25938"/>
                  <a:pt x="17888" y="26839"/>
                  <a:pt x="20906" y="28306"/>
                </a:cubicBezTo>
                <a:cubicBezTo>
                  <a:pt x="23929" y="29773"/>
                  <a:pt x="26816" y="31984"/>
                  <a:pt x="27952" y="35139"/>
                </a:cubicBezTo>
                <a:cubicBezTo>
                  <a:pt x="29456" y="39313"/>
                  <a:pt x="27580" y="44118"/>
                  <a:pt x="29014" y="48315"/>
                </a:cubicBezTo>
                <a:cubicBezTo>
                  <a:pt x="30163" y="51696"/>
                  <a:pt x="33276" y="54050"/>
                  <a:pt x="36534" y="55507"/>
                </a:cubicBezTo>
                <a:cubicBezTo>
                  <a:pt x="37276" y="55837"/>
                  <a:pt x="38034" y="56129"/>
                  <a:pt x="38804" y="56384"/>
                </a:cubicBezTo>
                <a:cubicBezTo>
                  <a:pt x="40256" y="54366"/>
                  <a:pt x="42058" y="52612"/>
                  <a:pt x="43741" y="50772"/>
                </a:cubicBezTo>
                <a:cubicBezTo>
                  <a:pt x="45645" y="48688"/>
                  <a:pt x="47443" y="46400"/>
                  <a:pt x="48277" y="43708"/>
                </a:cubicBezTo>
                <a:cubicBezTo>
                  <a:pt x="49456" y="39897"/>
                  <a:pt x="48551" y="35728"/>
                  <a:pt x="46985" y="32059"/>
                </a:cubicBezTo>
                <a:cubicBezTo>
                  <a:pt x="45419" y="28391"/>
                  <a:pt x="43207" y="25028"/>
                  <a:pt x="41614" y="21374"/>
                </a:cubicBezTo>
                <a:cubicBezTo>
                  <a:pt x="40015" y="17713"/>
                  <a:pt x="39048" y="13573"/>
                  <a:pt x="40138" y="9734"/>
                </a:cubicBezTo>
                <a:cubicBezTo>
                  <a:pt x="41397" y="5298"/>
                  <a:pt x="45151" y="2100"/>
                  <a:pt x="4934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6" name="Google Shape;1326;p25"/>
          <p:cNvSpPr/>
          <p:nvPr/>
        </p:nvSpPr>
        <p:spPr>
          <a:xfrm rot="10800000" flipH="1">
            <a:off x="4323086" y="4314893"/>
            <a:ext cx="2068144" cy="844477"/>
          </a:xfrm>
          <a:custGeom>
            <a:avLst/>
            <a:gdLst/>
            <a:ahLst/>
            <a:cxnLst/>
            <a:rect l="l" t="t" r="r" b="b"/>
            <a:pathLst>
              <a:path w="27216" h="9870" extrusionOk="0">
                <a:moveTo>
                  <a:pt x="501" y="1"/>
                </a:moveTo>
                <a:cubicBezTo>
                  <a:pt x="1" y="2713"/>
                  <a:pt x="44" y="5500"/>
                  <a:pt x="571" y="8202"/>
                </a:cubicBezTo>
                <a:cubicBezTo>
                  <a:pt x="2179" y="8014"/>
                  <a:pt x="3726" y="7481"/>
                  <a:pt x="5065" y="6523"/>
                </a:cubicBezTo>
                <a:cubicBezTo>
                  <a:pt x="7127" y="5052"/>
                  <a:pt x="8871" y="2608"/>
                  <a:pt x="11387" y="2608"/>
                </a:cubicBezTo>
                <a:cubicBezTo>
                  <a:pt x="11421" y="2608"/>
                  <a:pt x="11454" y="2609"/>
                  <a:pt x="11488" y="2610"/>
                </a:cubicBezTo>
                <a:cubicBezTo>
                  <a:pt x="13516" y="2661"/>
                  <a:pt x="15082" y="4345"/>
                  <a:pt x="16313" y="5957"/>
                </a:cubicBezTo>
                <a:cubicBezTo>
                  <a:pt x="17548" y="7566"/>
                  <a:pt x="18888" y="9357"/>
                  <a:pt x="20869" y="9782"/>
                </a:cubicBezTo>
                <a:cubicBezTo>
                  <a:pt x="21144" y="9841"/>
                  <a:pt x="21419" y="9869"/>
                  <a:pt x="21690" y="9869"/>
                </a:cubicBezTo>
                <a:cubicBezTo>
                  <a:pt x="24152" y="9869"/>
                  <a:pt x="26358" y="7540"/>
                  <a:pt x="26872" y="5033"/>
                </a:cubicBezTo>
                <a:cubicBezTo>
                  <a:pt x="27216" y="3363"/>
                  <a:pt x="27022" y="1670"/>
                  <a:pt x="2662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7" name="Google Shape;1327;p25"/>
          <p:cNvSpPr/>
          <p:nvPr/>
        </p:nvSpPr>
        <p:spPr>
          <a:xfrm rot="10800000" flipH="1">
            <a:off x="3363131" y="-81230"/>
            <a:ext cx="2800232" cy="1123659"/>
          </a:xfrm>
          <a:custGeom>
            <a:avLst/>
            <a:gdLst/>
            <a:ahLst/>
            <a:cxnLst/>
            <a:rect l="l" t="t" r="r" b="b"/>
            <a:pathLst>
              <a:path w="36850" h="13133" extrusionOk="0">
                <a:moveTo>
                  <a:pt x="14044" y="0"/>
                </a:moveTo>
                <a:cubicBezTo>
                  <a:pt x="12205" y="0"/>
                  <a:pt x="10289" y="657"/>
                  <a:pt x="8668" y="1584"/>
                </a:cubicBezTo>
                <a:cubicBezTo>
                  <a:pt x="4371" y="4041"/>
                  <a:pt x="1189" y="8337"/>
                  <a:pt x="0" y="13133"/>
                </a:cubicBezTo>
                <a:lnTo>
                  <a:pt x="36850" y="13133"/>
                </a:lnTo>
                <a:cubicBezTo>
                  <a:pt x="36845" y="12656"/>
                  <a:pt x="36812" y="12180"/>
                  <a:pt x="36680" y="11722"/>
                </a:cubicBezTo>
                <a:cubicBezTo>
                  <a:pt x="36001" y="9374"/>
                  <a:pt x="33171" y="8431"/>
                  <a:pt x="30733" y="8327"/>
                </a:cubicBezTo>
                <a:cubicBezTo>
                  <a:pt x="28290" y="8224"/>
                  <a:pt x="25678" y="8553"/>
                  <a:pt x="23555" y="7341"/>
                </a:cubicBezTo>
                <a:cubicBezTo>
                  <a:pt x="20919" y="5837"/>
                  <a:pt x="19882" y="2400"/>
                  <a:pt x="17278" y="843"/>
                </a:cubicBezTo>
                <a:cubicBezTo>
                  <a:pt x="16288" y="251"/>
                  <a:pt x="15181" y="0"/>
                  <a:pt x="140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8" name="Google Shape;1328;p25"/>
          <p:cNvSpPr/>
          <p:nvPr/>
        </p:nvSpPr>
        <p:spPr>
          <a:xfrm rot="10800000" flipH="1">
            <a:off x="7314957" y="222473"/>
            <a:ext cx="1969585" cy="4936898"/>
          </a:xfrm>
          <a:custGeom>
            <a:avLst/>
            <a:gdLst/>
            <a:ahLst/>
            <a:cxnLst/>
            <a:rect l="l" t="t" r="r" b="b"/>
            <a:pathLst>
              <a:path w="25919" h="57701" extrusionOk="0">
                <a:moveTo>
                  <a:pt x="10540" y="1"/>
                </a:moveTo>
                <a:cubicBezTo>
                  <a:pt x="6348" y="2100"/>
                  <a:pt x="2594" y="5298"/>
                  <a:pt x="1335" y="9734"/>
                </a:cubicBezTo>
                <a:cubicBezTo>
                  <a:pt x="245" y="13573"/>
                  <a:pt x="1212" y="17713"/>
                  <a:pt x="2811" y="21374"/>
                </a:cubicBezTo>
                <a:cubicBezTo>
                  <a:pt x="4404" y="25028"/>
                  <a:pt x="6616" y="28391"/>
                  <a:pt x="8182" y="32059"/>
                </a:cubicBezTo>
                <a:cubicBezTo>
                  <a:pt x="9748" y="35728"/>
                  <a:pt x="10653" y="39897"/>
                  <a:pt x="9474" y="43708"/>
                </a:cubicBezTo>
                <a:cubicBezTo>
                  <a:pt x="8640" y="46400"/>
                  <a:pt x="6842" y="48688"/>
                  <a:pt x="4938" y="50772"/>
                </a:cubicBezTo>
                <a:cubicBezTo>
                  <a:pt x="3255" y="52612"/>
                  <a:pt x="1453" y="54366"/>
                  <a:pt x="1" y="56384"/>
                </a:cubicBezTo>
                <a:cubicBezTo>
                  <a:pt x="2642" y="57263"/>
                  <a:pt x="5429" y="57701"/>
                  <a:pt x="8215" y="57701"/>
                </a:cubicBezTo>
                <a:cubicBezTo>
                  <a:pt x="12497" y="57701"/>
                  <a:pt x="16780" y="56668"/>
                  <a:pt x="20543" y="54620"/>
                </a:cubicBezTo>
                <a:cubicBezTo>
                  <a:pt x="22504" y="53554"/>
                  <a:pt x="24311" y="52224"/>
                  <a:pt x="25919" y="50683"/>
                </a:cubicBezTo>
                <a:lnTo>
                  <a:pt x="2591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9" name="Google Shape;1329;p25"/>
          <p:cNvSpPr/>
          <p:nvPr/>
        </p:nvSpPr>
        <p:spPr>
          <a:xfrm rot="10800000" flipH="1">
            <a:off x="2493374" y="-81232"/>
            <a:ext cx="3958471" cy="1281175"/>
          </a:xfrm>
          <a:custGeom>
            <a:avLst/>
            <a:gdLst/>
            <a:ahLst/>
            <a:cxnLst/>
            <a:rect l="l" t="t" r="r" b="b"/>
            <a:pathLst>
              <a:path w="52092" h="14974" extrusionOk="0">
                <a:moveTo>
                  <a:pt x="10073" y="5769"/>
                </a:moveTo>
                <a:cubicBezTo>
                  <a:pt x="7479" y="5769"/>
                  <a:pt x="4891" y="6731"/>
                  <a:pt x="3028" y="8466"/>
                </a:cubicBezTo>
                <a:cubicBezTo>
                  <a:pt x="1213" y="10159"/>
                  <a:pt x="137" y="12540"/>
                  <a:pt x="0" y="14974"/>
                </a:cubicBezTo>
                <a:lnTo>
                  <a:pt x="11446" y="14974"/>
                </a:lnTo>
                <a:cubicBezTo>
                  <a:pt x="12158" y="12102"/>
                  <a:pt x="13582" y="9408"/>
                  <a:pt x="15534" y="7183"/>
                </a:cubicBezTo>
                <a:cubicBezTo>
                  <a:pt x="14502" y="6711"/>
                  <a:pt x="13450" y="6278"/>
                  <a:pt x="12337" y="6023"/>
                </a:cubicBezTo>
                <a:cubicBezTo>
                  <a:pt x="11597" y="5853"/>
                  <a:pt x="10833" y="5769"/>
                  <a:pt x="10073" y="5769"/>
                </a:cubicBezTo>
                <a:close/>
                <a:moveTo>
                  <a:pt x="45074" y="1"/>
                </a:moveTo>
                <a:cubicBezTo>
                  <a:pt x="43566" y="1"/>
                  <a:pt x="41995" y="486"/>
                  <a:pt x="40619" y="1128"/>
                </a:cubicBezTo>
                <a:cubicBezTo>
                  <a:pt x="37595" y="2533"/>
                  <a:pt x="34973" y="4604"/>
                  <a:pt x="32144" y="6344"/>
                </a:cubicBezTo>
                <a:cubicBezTo>
                  <a:pt x="32964" y="7452"/>
                  <a:pt x="33822" y="8509"/>
                  <a:pt x="35001" y="9182"/>
                </a:cubicBezTo>
                <a:cubicBezTo>
                  <a:pt x="37124" y="10394"/>
                  <a:pt x="39736" y="10065"/>
                  <a:pt x="42179" y="10168"/>
                </a:cubicBezTo>
                <a:cubicBezTo>
                  <a:pt x="44617" y="10272"/>
                  <a:pt x="47447" y="11215"/>
                  <a:pt x="48126" y="13563"/>
                </a:cubicBezTo>
                <a:cubicBezTo>
                  <a:pt x="48258" y="14021"/>
                  <a:pt x="48291" y="14497"/>
                  <a:pt x="48296" y="14974"/>
                </a:cubicBezTo>
                <a:lnTo>
                  <a:pt x="51884" y="14974"/>
                </a:lnTo>
                <a:cubicBezTo>
                  <a:pt x="52092" y="11470"/>
                  <a:pt x="51993" y="7956"/>
                  <a:pt x="50790" y="4670"/>
                </a:cubicBezTo>
                <a:cubicBezTo>
                  <a:pt x="50211" y="3085"/>
                  <a:pt x="49299" y="1505"/>
                  <a:pt x="47791" y="661"/>
                </a:cubicBezTo>
                <a:cubicBezTo>
                  <a:pt x="46951" y="194"/>
                  <a:pt x="46027" y="1"/>
                  <a:pt x="45074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0" name="Google Shape;1330;p25"/>
          <p:cNvSpPr/>
          <p:nvPr/>
        </p:nvSpPr>
        <p:spPr>
          <a:xfrm rot="10800000" flipH="1">
            <a:off x="3363131" y="-81227"/>
            <a:ext cx="2800232" cy="738468"/>
          </a:xfrm>
          <a:custGeom>
            <a:avLst/>
            <a:gdLst/>
            <a:ahLst/>
            <a:cxnLst/>
            <a:rect l="l" t="t" r="r" b="b"/>
            <a:pathLst>
              <a:path w="36850" h="8631" extrusionOk="0">
                <a:moveTo>
                  <a:pt x="20698" y="1"/>
                </a:moveTo>
                <a:cubicBezTo>
                  <a:pt x="20434" y="166"/>
                  <a:pt x="20169" y="321"/>
                  <a:pt x="19905" y="477"/>
                </a:cubicBezTo>
                <a:cubicBezTo>
                  <a:pt x="17354" y="1968"/>
                  <a:pt x="14431" y="3137"/>
                  <a:pt x="11488" y="3137"/>
                </a:cubicBezTo>
                <a:cubicBezTo>
                  <a:pt x="10814" y="3137"/>
                  <a:pt x="10134" y="3076"/>
                  <a:pt x="9460" y="2943"/>
                </a:cubicBezTo>
                <a:cubicBezTo>
                  <a:pt x="7564" y="2566"/>
                  <a:pt x="5847" y="1642"/>
                  <a:pt x="4088" y="840"/>
                </a:cubicBezTo>
                <a:cubicBezTo>
                  <a:pt x="2136" y="3065"/>
                  <a:pt x="712" y="5759"/>
                  <a:pt x="0" y="8631"/>
                </a:cubicBezTo>
                <a:lnTo>
                  <a:pt x="36850" y="8631"/>
                </a:lnTo>
                <a:cubicBezTo>
                  <a:pt x="36845" y="8154"/>
                  <a:pt x="36812" y="7678"/>
                  <a:pt x="36680" y="7220"/>
                </a:cubicBezTo>
                <a:cubicBezTo>
                  <a:pt x="36001" y="4872"/>
                  <a:pt x="33171" y="3929"/>
                  <a:pt x="30733" y="3825"/>
                </a:cubicBezTo>
                <a:cubicBezTo>
                  <a:pt x="28290" y="3722"/>
                  <a:pt x="25678" y="4051"/>
                  <a:pt x="23555" y="2839"/>
                </a:cubicBezTo>
                <a:cubicBezTo>
                  <a:pt x="22376" y="2166"/>
                  <a:pt x="21518" y="1109"/>
                  <a:pt x="20698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1" name="Google Shape;1331;p25"/>
          <p:cNvSpPr/>
          <p:nvPr/>
        </p:nvSpPr>
        <p:spPr>
          <a:xfrm rot="10800000" flipH="1">
            <a:off x="6530534" y="703175"/>
            <a:ext cx="1115229" cy="1401387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32" name="Google Shape;133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9400" y="2457450"/>
            <a:ext cx="5587997" cy="3143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3" name="Google Shape;1333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5374" y="-152400"/>
            <a:ext cx="4467226" cy="251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bg>
      <p:bgPr>
        <a:solidFill>
          <a:schemeClr val="accent2"/>
        </a:solidFill>
        <a:effectLst/>
      </p:bgPr>
    </p:bg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5" name="Google Shape;1335;p26"/>
          <p:cNvPicPr preferRelativeResize="0"/>
          <p:nvPr/>
        </p:nvPicPr>
        <p:blipFill rotWithShape="1">
          <a:blip r:embed="rId2">
            <a:alphaModFix/>
          </a:blip>
          <a:srcRect l="30159" r="11269"/>
          <a:stretch/>
        </p:blipFill>
        <p:spPr>
          <a:xfrm>
            <a:off x="6989200" y="-504825"/>
            <a:ext cx="2419373" cy="2323453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26"/>
          <p:cNvSpPr txBox="1">
            <a:spLocks noGrp="1"/>
          </p:cNvSpPr>
          <p:nvPr>
            <p:ph type="title"/>
          </p:nvPr>
        </p:nvSpPr>
        <p:spPr>
          <a:xfrm>
            <a:off x="1606114" y="1182607"/>
            <a:ext cx="5943600" cy="32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72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37" name="Google Shape;1337;p26"/>
          <p:cNvSpPr/>
          <p:nvPr/>
        </p:nvSpPr>
        <p:spPr>
          <a:xfrm rot="-1367296">
            <a:off x="-275194" y="4012351"/>
            <a:ext cx="1004493" cy="1183378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8" name="Google Shape;1338;p26"/>
          <p:cNvSpPr/>
          <p:nvPr/>
        </p:nvSpPr>
        <p:spPr>
          <a:xfrm flipH="1">
            <a:off x="-1028710" y="4433100"/>
            <a:ext cx="2293560" cy="786605"/>
          </a:xfrm>
          <a:custGeom>
            <a:avLst/>
            <a:gdLst/>
            <a:ahLst/>
            <a:cxnLst/>
            <a:rect l="l" t="t" r="r" b="b"/>
            <a:pathLst>
              <a:path w="21688" h="6095" extrusionOk="0">
                <a:moveTo>
                  <a:pt x="6915" y="1"/>
                </a:moveTo>
                <a:cubicBezTo>
                  <a:pt x="5690" y="1"/>
                  <a:pt x="4466" y="306"/>
                  <a:pt x="3406" y="923"/>
                </a:cubicBezTo>
                <a:cubicBezTo>
                  <a:pt x="1557" y="2000"/>
                  <a:pt x="287" y="3982"/>
                  <a:pt x="0" y="6094"/>
                </a:cubicBezTo>
                <a:lnTo>
                  <a:pt x="21687" y="6094"/>
                </a:lnTo>
                <a:cubicBezTo>
                  <a:pt x="21561" y="5767"/>
                  <a:pt x="21367" y="5468"/>
                  <a:pt x="21112" y="5236"/>
                </a:cubicBezTo>
                <a:cubicBezTo>
                  <a:pt x="20315" y="4524"/>
                  <a:pt x="19180" y="4357"/>
                  <a:pt x="18114" y="4330"/>
                </a:cubicBezTo>
                <a:cubicBezTo>
                  <a:pt x="17047" y="4303"/>
                  <a:pt x="15954" y="4385"/>
                  <a:pt x="14939" y="4058"/>
                </a:cubicBezTo>
                <a:cubicBezTo>
                  <a:pt x="13300" y="3526"/>
                  <a:pt x="12179" y="2044"/>
                  <a:pt x="10735" y="1103"/>
                </a:cubicBezTo>
                <a:cubicBezTo>
                  <a:pt x="9607" y="370"/>
                  <a:pt x="8261" y="1"/>
                  <a:pt x="69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9" name="Google Shape;1339;p26"/>
          <p:cNvSpPr/>
          <p:nvPr/>
        </p:nvSpPr>
        <p:spPr>
          <a:xfrm rot="-6757373">
            <a:off x="-455518" y="312304"/>
            <a:ext cx="1004486" cy="1183368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0" name="Google Shape;1340;p26"/>
          <p:cNvSpPr/>
          <p:nvPr/>
        </p:nvSpPr>
        <p:spPr>
          <a:xfrm rot="-9377702">
            <a:off x="-262311" y="-637304"/>
            <a:ext cx="2150190" cy="2278942"/>
          </a:xfrm>
          <a:custGeom>
            <a:avLst/>
            <a:gdLst/>
            <a:ahLst/>
            <a:cxnLst/>
            <a:rect l="l" t="t" r="r" b="b"/>
            <a:pathLst>
              <a:path w="37180" h="44554" extrusionOk="0">
                <a:moveTo>
                  <a:pt x="27786" y="0"/>
                </a:moveTo>
                <a:cubicBezTo>
                  <a:pt x="24969" y="3347"/>
                  <a:pt x="24958" y="8209"/>
                  <a:pt x="23557" y="12382"/>
                </a:cubicBezTo>
                <a:cubicBezTo>
                  <a:pt x="21980" y="17084"/>
                  <a:pt x="18515" y="21019"/>
                  <a:pt x="14327" y="23676"/>
                </a:cubicBezTo>
                <a:cubicBezTo>
                  <a:pt x="10400" y="26173"/>
                  <a:pt x="5653" y="27775"/>
                  <a:pt x="2944" y="31561"/>
                </a:cubicBezTo>
                <a:cubicBezTo>
                  <a:pt x="1949" y="32947"/>
                  <a:pt x="1294" y="34553"/>
                  <a:pt x="798" y="36188"/>
                </a:cubicBezTo>
                <a:cubicBezTo>
                  <a:pt x="336" y="37712"/>
                  <a:pt x="0" y="39289"/>
                  <a:pt x="38" y="40880"/>
                </a:cubicBezTo>
                <a:cubicBezTo>
                  <a:pt x="71" y="42154"/>
                  <a:pt x="347" y="43387"/>
                  <a:pt x="817" y="44553"/>
                </a:cubicBezTo>
                <a:lnTo>
                  <a:pt x="37179" y="44553"/>
                </a:lnTo>
                <a:lnTo>
                  <a:pt x="3717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1" name="Google Shape;1341;p26"/>
          <p:cNvSpPr/>
          <p:nvPr/>
        </p:nvSpPr>
        <p:spPr>
          <a:xfrm rot="-3371401">
            <a:off x="8078731" y="-548232"/>
            <a:ext cx="1004487" cy="1183374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p26"/>
          <p:cNvSpPr/>
          <p:nvPr/>
        </p:nvSpPr>
        <p:spPr>
          <a:xfrm rot="-4335824">
            <a:off x="7567586" y="-1492275"/>
            <a:ext cx="2150167" cy="2278960"/>
          </a:xfrm>
          <a:custGeom>
            <a:avLst/>
            <a:gdLst/>
            <a:ahLst/>
            <a:cxnLst/>
            <a:rect l="l" t="t" r="r" b="b"/>
            <a:pathLst>
              <a:path w="37180" h="44554" extrusionOk="0">
                <a:moveTo>
                  <a:pt x="27786" y="0"/>
                </a:moveTo>
                <a:cubicBezTo>
                  <a:pt x="24969" y="3347"/>
                  <a:pt x="24958" y="8209"/>
                  <a:pt x="23557" y="12382"/>
                </a:cubicBezTo>
                <a:cubicBezTo>
                  <a:pt x="21980" y="17084"/>
                  <a:pt x="18515" y="21019"/>
                  <a:pt x="14327" y="23676"/>
                </a:cubicBezTo>
                <a:cubicBezTo>
                  <a:pt x="10400" y="26173"/>
                  <a:pt x="5653" y="27775"/>
                  <a:pt x="2944" y="31561"/>
                </a:cubicBezTo>
                <a:cubicBezTo>
                  <a:pt x="1949" y="32947"/>
                  <a:pt x="1294" y="34553"/>
                  <a:pt x="798" y="36188"/>
                </a:cubicBezTo>
                <a:cubicBezTo>
                  <a:pt x="336" y="37712"/>
                  <a:pt x="0" y="39289"/>
                  <a:pt x="38" y="40880"/>
                </a:cubicBezTo>
                <a:cubicBezTo>
                  <a:pt x="71" y="42154"/>
                  <a:pt x="347" y="43387"/>
                  <a:pt x="817" y="44553"/>
                </a:cubicBezTo>
                <a:lnTo>
                  <a:pt x="37179" y="44553"/>
                </a:lnTo>
                <a:lnTo>
                  <a:pt x="3717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3" name="Google Shape;1343;p26"/>
          <p:cNvSpPr/>
          <p:nvPr/>
        </p:nvSpPr>
        <p:spPr>
          <a:xfrm flipH="1">
            <a:off x="6993440" y="4290800"/>
            <a:ext cx="2293560" cy="786605"/>
          </a:xfrm>
          <a:custGeom>
            <a:avLst/>
            <a:gdLst/>
            <a:ahLst/>
            <a:cxnLst/>
            <a:rect l="l" t="t" r="r" b="b"/>
            <a:pathLst>
              <a:path w="21688" h="6095" extrusionOk="0">
                <a:moveTo>
                  <a:pt x="6915" y="1"/>
                </a:moveTo>
                <a:cubicBezTo>
                  <a:pt x="5690" y="1"/>
                  <a:pt x="4466" y="306"/>
                  <a:pt x="3406" y="923"/>
                </a:cubicBezTo>
                <a:cubicBezTo>
                  <a:pt x="1557" y="2000"/>
                  <a:pt x="287" y="3982"/>
                  <a:pt x="0" y="6094"/>
                </a:cubicBezTo>
                <a:lnTo>
                  <a:pt x="21687" y="6094"/>
                </a:lnTo>
                <a:cubicBezTo>
                  <a:pt x="21561" y="5767"/>
                  <a:pt x="21367" y="5468"/>
                  <a:pt x="21112" y="5236"/>
                </a:cubicBezTo>
                <a:cubicBezTo>
                  <a:pt x="20315" y="4524"/>
                  <a:pt x="19180" y="4357"/>
                  <a:pt x="18114" y="4330"/>
                </a:cubicBezTo>
                <a:cubicBezTo>
                  <a:pt x="17047" y="4303"/>
                  <a:pt x="15954" y="4385"/>
                  <a:pt x="14939" y="4058"/>
                </a:cubicBezTo>
                <a:cubicBezTo>
                  <a:pt x="13300" y="3526"/>
                  <a:pt x="12179" y="2044"/>
                  <a:pt x="10735" y="1103"/>
                </a:cubicBezTo>
                <a:cubicBezTo>
                  <a:pt x="9607" y="370"/>
                  <a:pt x="8261" y="1"/>
                  <a:pt x="69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4" name="Google Shape;1344;p26"/>
          <p:cNvSpPr/>
          <p:nvPr/>
        </p:nvSpPr>
        <p:spPr>
          <a:xfrm>
            <a:off x="6529813" y="4336457"/>
            <a:ext cx="2878771" cy="827501"/>
          </a:xfrm>
          <a:custGeom>
            <a:avLst/>
            <a:gdLst/>
            <a:ahLst/>
            <a:cxnLst/>
            <a:rect l="l" t="t" r="r" b="b"/>
            <a:pathLst>
              <a:path w="37631" h="10817" extrusionOk="0">
                <a:moveTo>
                  <a:pt x="7277" y="4167"/>
                </a:moveTo>
                <a:cubicBezTo>
                  <a:pt x="5403" y="4167"/>
                  <a:pt x="3533" y="4862"/>
                  <a:pt x="2187" y="6115"/>
                </a:cubicBezTo>
                <a:cubicBezTo>
                  <a:pt x="876" y="7338"/>
                  <a:pt x="99" y="9059"/>
                  <a:pt x="0" y="10817"/>
                </a:cubicBezTo>
                <a:lnTo>
                  <a:pt x="8269" y="10817"/>
                </a:lnTo>
                <a:cubicBezTo>
                  <a:pt x="8783" y="8742"/>
                  <a:pt x="9811" y="6796"/>
                  <a:pt x="11222" y="5189"/>
                </a:cubicBezTo>
                <a:cubicBezTo>
                  <a:pt x="10476" y="4848"/>
                  <a:pt x="9716" y="4535"/>
                  <a:pt x="8912" y="4351"/>
                </a:cubicBezTo>
                <a:cubicBezTo>
                  <a:pt x="8377" y="4228"/>
                  <a:pt x="7825" y="4167"/>
                  <a:pt x="7277" y="4167"/>
                </a:cubicBezTo>
                <a:close/>
                <a:moveTo>
                  <a:pt x="32561" y="0"/>
                </a:moveTo>
                <a:cubicBezTo>
                  <a:pt x="31471" y="0"/>
                  <a:pt x="30337" y="351"/>
                  <a:pt x="29342" y="815"/>
                </a:cubicBezTo>
                <a:cubicBezTo>
                  <a:pt x="27159" y="1829"/>
                  <a:pt x="25264" y="3326"/>
                  <a:pt x="23220" y="4582"/>
                </a:cubicBezTo>
                <a:cubicBezTo>
                  <a:pt x="23813" y="5383"/>
                  <a:pt x="24433" y="6146"/>
                  <a:pt x="25285" y="6633"/>
                </a:cubicBezTo>
                <a:cubicBezTo>
                  <a:pt x="26818" y="7508"/>
                  <a:pt x="28705" y="7271"/>
                  <a:pt x="30470" y="7345"/>
                </a:cubicBezTo>
                <a:cubicBezTo>
                  <a:pt x="32231" y="7420"/>
                  <a:pt x="34275" y="8101"/>
                  <a:pt x="34766" y="9798"/>
                </a:cubicBezTo>
                <a:cubicBezTo>
                  <a:pt x="34861" y="10128"/>
                  <a:pt x="34885" y="10472"/>
                  <a:pt x="34888" y="10817"/>
                </a:cubicBezTo>
                <a:lnTo>
                  <a:pt x="37481" y="10817"/>
                </a:lnTo>
                <a:cubicBezTo>
                  <a:pt x="37631" y="8285"/>
                  <a:pt x="37559" y="5747"/>
                  <a:pt x="36690" y="3373"/>
                </a:cubicBezTo>
                <a:cubicBezTo>
                  <a:pt x="36272" y="2228"/>
                  <a:pt x="35613" y="1087"/>
                  <a:pt x="34524" y="477"/>
                </a:cubicBezTo>
                <a:cubicBezTo>
                  <a:pt x="33917" y="140"/>
                  <a:pt x="33250" y="0"/>
                  <a:pt x="32561" y="0"/>
                </a:cubicBezTo>
                <a:close/>
              </a:path>
            </a:pathLst>
          </a:cu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5" name="Google Shape;1345;p26"/>
          <p:cNvSpPr/>
          <p:nvPr/>
        </p:nvSpPr>
        <p:spPr>
          <a:xfrm>
            <a:off x="7162315" y="4686980"/>
            <a:ext cx="2036507" cy="476978"/>
          </a:xfrm>
          <a:custGeom>
            <a:avLst/>
            <a:gdLst/>
            <a:ahLst/>
            <a:cxnLst/>
            <a:rect l="l" t="t" r="r" b="b"/>
            <a:pathLst>
              <a:path w="26621" h="6235" extrusionOk="0">
                <a:moveTo>
                  <a:pt x="14952" y="0"/>
                </a:moveTo>
                <a:cubicBezTo>
                  <a:pt x="14762" y="120"/>
                  <a:pt x="14570" y="232"/>
                  <a:pt x="14380" y="344"/>
                </a:cubicBezTo>
                <a:cubicBezTo>
                  <a:pt x="12537" y="1421"/>
                  <a:pt x="10425" y="2266"/>
                  <a:pt x="8299" y="2266"/>
                </a:cubicBezTo>
                <a:cubicBezTo>
                  <a:pt x="7812" y="2266"/>
                  <a:pt x="7321" y="2222"/>
                  <a:pt x="6834" y="2126"/>
                </a:cubicBezTo>
                <a:cubicBezTo>
                  <a:pt x="5465" y="1854"/>
                  <a:pt x="4224" y="1186"/>
                  <a:pt x="2954" y="607"/>
                </a:cubicBezTo>
                <a:cubicBezTo>
                  <a:pt x="1543" y="2214"/>
                  <a:pt x="515" y="4160"/>
                  <a:pt x="1" y="6235"/>
                </a:cubicBezTo>
                <a:lnTo>
                  <a:pt x="26620" y="6235"/>
                </a:lnTo>
                <a:cubicBezTo>
                  <a:pt x="26617" y="5890"/>
                  <a:pt x="26593" y="5546"/>
                  <a:pt x="26498" y="5216"/>
                </a:cubicBezTo>
                <a:cubicBezTo>
                  <a:pt x="26007" y="3519"/>
                  <a:pt x="23963" y="2838"/>
                  <a:pt x="22202" y="2763"/>
                </a:cubicBezTo>
                <a:cubicBezTo>
                  <a:pt x="20437" y="2689"/>
                  <a:pt x="18550" y="2926"/>
                  <a:pt x="17017" y="2051"/>
                </a:cubicBezTo>
                <a:cubicBezTo>
                  <a:pt x="16165" y="1564"/>
                  <a:pt x="15545" y="801"/>
                  <a:pt x="14952" y="0"/>
                </a:cubicBezTo>
                <a:close/>
              </a:path>
            </a:pathLst>
          </a:cu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6" name="Google Shape;13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33400" y="-483400"/>
            <a:ext cx="3105101" cy="174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7" name="Google Shape;1347;p26"/>
          <p:cNvPicPr preferRelativeResize="0"/>
          <p:nvPr/>
        </p:nvPicPr>
        <p:blipFill rotWithShape="1">
          <a:blip r:embed="rId4">
            <a:alphaModFix/>
          </a:blip>
          <a:srcRect r="46635"/>
          <a:stretch/>
        </p:blipFill>
        <p:spPr>
          <a:xfrm>
            <a:off x="-237075" y="3105150"/>
            <a:ext cx="2132554" cy="2247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8" name="Google Shape;134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5924" y="4475325"/>
            <a:ext cx="1594272" cy="896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">
          <p15:clr>
            <a:srgbClr val="FA7B17"/>
          </p15:clr>
        </p15:guide>
        <p15:guide id="2" orient="horz" pos="2982">
          <p15:clr>
            <a:srgbClr val="FA7B17"/>
          </p15:clr>
        </p15:guide>
        <p15:guide id="3" pos="288">
          <p15:clr>
            <a:srgbClr val="FA7B17"/>
          </p15:clr>
        </p15:guide>
        <p15:guide id="4" pos="4554">
          <p15:clr>
            <a:srgbClr val="FA7B17"/>
          </p15:clr>
        </p15:guide>
        <p15:guide id="5" pos="5226">
          <p15:clr>
            <a:srgbClr val="FA7B17"/>
          </p15:clr>
        </p15:guide>
        <p15:guide id="6" pos="1421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1_1">
    <p:bg>
      <p:bgPr>
        <a:solidFill>
          <a:srgbClr val="F7F8FC"/>
        </a:solidFill>
        <a:effectLst/>
      </p:bgPr>
    </p:bg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27"/>
          <p:cNvSpPr txBox="1">
            <a:spLocks noGrp="1"/>
          </p:cNvSpPr>
          <p:nvPr>
            <p:ph type="title"/>
          </p:nvPr>
        </p:nvSpPr>
        <p:spPr>
          <a:xfrm>
            <a:off x="899550" y="503388"/>
            <a:ext cx="734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51" name="Google Shape;1351;p27"/>
          <p:cNvSpPr txBox="1">
            <a:spLocks noGrp="1"/>
          </p:cNvSpPr>
          <p:nvPr>
            <p:ph type="body" idx="1"/>
          </p:nvPr>
        </p:nvSpPr>
        <p:spPr>
          <a:xfrm>
            <a:off x="720663" y="1832800"/>
            <a:ext cx="3851400" cy="26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50800" lvl="0" indent="-30480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100" u="sng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1352" name="Google Shape;1352;p27"/>
          <p:cNvGrpSpPr/>
          <p:nvPr/>
        </p:nvGrpSpPr>
        <p:grpSpPr>
          <a:xfrm>
            <a:off x="-2255105" y="4433249"/>
            <a:ext cx="4477807" cy="839588"/>
            <a:chOff x="3098100" y="3849750"/>
            <a:chExt cx="940775" cy="270425"/>
          </a:xfrm>
        </p:grpSpPr>
        <p:sp>
          <p:nvSpPr>
            <p:cNvPr id="1353" name="Google Shape;1353;p27"/>
            <p:cNvSpPr/>
            <p:nvPr/>
          </p:nvSpPr>
          <p:spPr>
            <a:xfrm>
              <a:off x="3304800" y="3882975"/>
              <a:ext cx="665525" cy="237200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>
              <a:off x="3098100" y="3849750"/>
              <a:ext cx="940775" cy="270425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7"/>
            <p:cNvSpPr/>
            <p:nvPr/>
          </p:nvSpPr>
          <p:spPr>
            <a:xfrm>
              <a:off x="3304800" y="3964300"/>
              <a:ext cx="665525" cy="155875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6" name="Google Shape;1356;p27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1357" name="Google Shape;1357;p27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1358" name="Google Shape;1358;p27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27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27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61" name="Google Shape;1361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2" name="Google Shape;136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3_2"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28"/>
          <p:cNvSpPr txBox="1">
            <a:spLocks noGrp="1"/>
          </p:cNvSpPr>
          <p:nvPr>
            <p:ph type="title"/>
          </p:nvPr>
        </p:nvSpPr>
        <p:spPr>
          <a:xfrm>
            <a:off x="914400" y="499701"/>
            <a:ext cx="729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65" name="Google Shape;1365;p28"/>
          <p:cNvGrpSpPr/>
          <p:nvPr/>
        </p:nvGrpSpPr>
        <p:grpSpPr>
          <a:xfrm>
            <a:off x="4340703" y="4855367"/>
            <a:ext cx="2740195" cy="335138"/>
            <a:chOff x="3731103" y="4808559"/>
            <a:chExt cx="2740195" cy="335138"/>
          </a:xfrm>
        </p:grpSpPr>
        <p:sp>
          <p:nvSpPr>
            <p:cNvPr id="1366" name="Google Shape;1366;p28"/>
            <p:cNvSpPr/>
            <p:nvPr/>
          </p:nvSpPr>
          <p:spPr>
            <a:xfrm>
              <a:off x="4333158" y="4849734"/>
              <a:ext cx="1938475" cy="293962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/>
            <p:cNvSpPr/>
            <p:nvPr/>
          </p:nvSpPr>
          <p:spPr>
            <a:xfrm>
              <a:off x="3731103" y="4808559"/>
              <a:ext cx="2740195" cy="335138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/>
            <p:cNvSpPr/>
            <p:nvPr/>
          </p:nvSpPr>
          <p:spPr>
            <a:xfrm>
              <a:off x="4333158" y="4950520"/>
              <a:ext cx="1938475" cy="193176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8"/>
          <p:cNvGrpSpPr/>
          <p:nvPr/>
        </p:nvGrpSpPr>
        <p:grpSpPr>
          <a:xfrm>
            <a:off x="5345050" y="-1560054"/>
            <a:ext cx="4971049" cy="3954101"/>
            <a:chOff x="5345050" y="-1560054"/>
            <a:chExt cx="4971049" cy="3954101"/>
          </a:xfrm>
        </p:grpSpPr>
        <p:sp>
          <p:nvSpPr>
            <p:cNvPr id="1370" name="Google Shape;1370;p28"/>
            <p:cNvSpPr/>
            <p:nvPr/>
          </p:nvSpPr>
          <p:spPr>
            <a:xfrm rot="7712825">
              <a:off x="7528643" y="-1441460"/>
              <a:ext cx="1662997" cy="2821926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/>
            <p:cNvSpPr/>
            <p:nvPr/>
          </p:nvSpPr>
          <p:spPr>
            <a:xfrm rot="10617885">
              <a:off x="8579541" y="-469927"/>
              <a:ext cx="1662996" cy="282192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2" name="Google Shape;1372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345050" y="-72575"/>
              <a:ext cx="4074470" cy="2291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73" name="Google Shape;1373;p28"/>
          <p:cNvGrpSpPr/>
          <p:nvPr/>
        </p:nvGrpSpPr>
        <p:grpSpPr>
          <a:xfrm>
            <a:off x="-601612" y="3343275"/>
            <a:ext cx="3894259" cy="3108268"/>
            <a:chOff x="-601612" y="3343275"/>
            <a:chExt cx="3894259" cy="3108268"/>
          </a:xfrm>
        </p:grpSpPr>
        <p:sp>
          <p:nvSpPr>
            <p:cNvPr id="1374" name="Google Shape;1374;p28"/>
            <p:cNvSpPr/>
            <p:nvPr/>
          </p:nvSpPr>
          <p:spPr>
            <a:xfrm rot="10800000" flipH="1">
              <a:off x="-350341" y="4191700"/>
              <a:ext cx="1115229" cy="140138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/>
            <p:cNvSpPr/>
            <p:nvPr/>
          </p:nvSpPr>
          <p:spPr>
            <a:xfrm rot="6129409">
              <a:off x="121333" y="3930606"/>
              <a:ext cx="1662990" cy="2821948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6" name="Google Shape;1376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82800" y="3343275"/>
              <a:ext cx="3375446" cy="18986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_1_2"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29"/>
          <p:cNvSpPr txBox="1">
            <a:spLocks noGrp="1"/>
          </p:cNvSpPr>
          <p:nvPr>
            <p:ph type="title"/>
          </p:nvPr>
        </p:nvSpPr>
        <p:spPr>
          <a:xfrm>
            <a:off x="914400" y="504464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79" name="Google Shape;1379;p29"/>
          <p:cNvGrpSpPr/>
          <p:nvPr/>
        </p:nvGrpSpPr>
        <p:grpSpPr>
          <a:xfrm>
            <a:off x="6820200" y="-775628"/>
            <a:ext cx="2733576" cy="1948491"/>
            <a:chOff x="6820200" y="-775628"/>
            <a:chExt cx="2733576" cy="1948491"/>
          </a:xfrm>
        </p:grpSpPr>
        <p:pic>
          <p:nvPicPr>
            <p:cNvPr id="1380" name="Google Shape;1380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20200" y="-775628"/>
              <a:ext cx="2733576" cy="15376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29"/>
            <p:cNvGrpSpPr/>
            <p:nvPr/>
          </p:nvGrpSpPr>
          <p:grpSpPr>
            <a:xfrm>
              <a:off x="7971350" y="-76206"/>
              <a:ext cx="1248849" cy="1249070"/>
              <a:chOff x="4566375" y="4123125"/>
              <a:chExt cx="565525" cy="565625"/>
            </a:xfrm>
          </p:grpSpPr>
          <p:sp>
            <p:nvSpPr>
              <p:cNvPr id="1382" name="Google Shape;1382;p29"/>
              <p:cNvSpPr/>
              <p:nvPr/>
            </p:nvSpPr>
            <p:spPr>
              <a:xfrm>
                <a:off x="4566375" y="4123125"/>
                <a:ext cx="565525" cy="565625"/>
              </a:xfrm>
              <a:custGeom>
                <a:avLst/>
                <a:gdLst/>
                <a:ahLst/>
                <a:cxnLst/>
                <a:rect l="l" t="t" r="r" b="b"/>
                <a:pathLst>
                  <a:path w="22621" h="22625" extrusionOk="0">
                    <a:moveTo>
                      <a:pt x="0" y="1"/>
                    </a:moveTo>
                    <a:lnTo>
                      <a:pt x="0" y="5911"/>
                    </a:lnTo>
                    <a:cubicBezTo>
                      <a:pt x="511" y="8092"/>
                      <a:pt x="1547" y="10275"/>
                      <a:pt x="3540" y="11314"/>
                    </a:cubicBezTo>
                    <a:cubicBezTo>
                      <a:pt x="6922" y="13074"/>
                      <a:pt x="8863" y="13333"/>
                      <a:pt x="10258" y="13333"/>
                    </a:cubicBezTo>
                    <a:cubicBezTo>
                      <a:pt x="10645" y="13333"/>
                      <a:pt x="10989" y="13313"/>
                      <a:pt x="11311" y="13300"/>
                    </a:cubicBezTo>
                    <a:cubicBezTo>
                      <a:pt x="11443" y="13295"/>
                      <a:pt x="11572" y="13292"/>
                      <a:pt x="11699" y="13292"/>
                    </a:cubicBezTo>
                    <a:cubicBezTo>
                      <a:pt x="19177" y="13292"/>
                      <a:pt x="18328" y="22209"/>
                      <a:pt x="21544" y="22625"/>
                    </a:cubicBezTo>
                    <a:lnTo>
                      <a:pt x="22621" y="22625"/>
                    </a:lnTo>
                    <a:lnTo>
                      <a:pt x="226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29"/>
              <p:cNvSpPr/>
              <p:nvPr/>
            </p:nvSpPr>
            <p:spPr>
              <a:xfrm>
                <a:off x="4575400" y="4123125"/>
                <a:ext cx="556500" cy="428500"/>
              </a:xfrm>
              <a:custGeom>
                <a:avLst/>
                <a:gdLst/>
                <a:ahLst/>
                <a:cxnLst/>
                <a:rect l="l" t="t" r="r" b="b"/>
                <a:pathLst>
                  <a:path w="22260" h="17140" extrusionOk="0">
                    <a:moveTo>
                      <a:pt x="982" y="1"/>
                    </a:moveTo>
                    <a:cubicBezTo>
                      <a:pt x="498" y="2099"/>
                      <a:pt x="1" y="6644"/>
                      <a:pt x="4004" y="8776"/>
                    </a:cubicBezTo>
                    <a:cubicBezTo>
                      <a:pt x="9307" y="11607"/>
                      <a:pt x="14728" y="9249"/>
                      <a:pt x="16376" y="12609"/>
                    </a:cubicBezTo>
                    <a:cubicBezTo>
                      <a:pt x="17722" y="15343"/>
                      <a:pt x="19573" y="17139"/>
                      <a:pt x="21583" y="17139"/>
                    </a:cubicBezTo>
                    <a:cubicBezTo>
                      <a:pt x="21807" y="17139"/>
                      <a:pt x="22033" y="17117"/>
                      <a:pt x="22260" y="17071"/>
                    </a:cubicBezTo>
                    <a:lnTo>
                      <a:pt x="2226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29"/>
              <p:cNvSpPr/>
              <p:nvPr/>
            </p:nvSpPr>
            <p:spPr>
              <a:xfrm>
                <a:off x="4932850" y="4123125"/>
                <a:ext cx="194025" cy="75100"/>
              </a:xfrm>
              <a:custGeom>
                <a:avLst/>
                <a:gdLst/>
                <a:ahLst/>
                <a:cxnLst/>
                <a:rect l="l" t="t" r="r" b="b"/>
                <a:pathLst>
                  <a:path w="7761" h="3004" extrusionOk="0">
                    <a:moveTo>
                      <a:pt x="324" y="1"/>
                    </a:moveTo>
                    <a:cubicBezTo>
                      <a:pt x="151" y="300"/>
                      <a:pt x="1" y="798"/>
                      <a:pt x="239" y="1489"/>
                    </a:cubicBezTo>
                    <a:cubicBezTo>
                      <a:pt x="536" y="2352"/>
                      <a:pt x="1622" y="3004"/>
                      <a:pt x="2776" y="3004"/>
                    </a:cubicBezTo>
                    <a:cubicBezTo>
                      <a:pt x="3239" y="3004"/>
                      <a:pt x="3712" y="2899"/>
                      <a:pt x="4150" y="2661"/>
                    </a:cubicBezTo>
                    <a:cubicBezTo>
                      <a:pt x="5676" y="1826"/>
                      <a:pt x="6292" y="1210"/>
                      <a:pt x="6947" y="1012"/>
                    </a:cubicBezTo>
                    <a:cubicBezTo>
                      <a:pt x="7359" y="886"/>
                      <a:pt x="7761" y="402"/>
                      <a:pt x="7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29"/>
              <p:cNvSpPr/>
              <p:nvPr/>
            </p:nvSpPr>
            <p:spPr>
              <a:xfrm>
                <a:off x="4836025" y="4582925"/>
                <a:ext cx="124500" cy="87550"/>
              </a:xfrm>
              <a:custGeom>
                <a:avLst/>
                <a:gdLst/>
                <a:ahLst/>
                <a:cxnLst/>
                <a:rect l="l" t="t" r="r" b="b"/>
                <a:pathLst>
                  <a:path w="4980" h="3502" extrusionOk="0">
                    <a:moveTo>
                      <a:pt x="2355" y="0"/>
                    </a:moveTo>
                    <a:cubicBezTo>
                      <a:pt x="1993" y="0"/>
                      <a:pt x="1597" y="92"/>
                      <a:pt x="1179" y="304"/>
                    </a:cubicBezTo>
                    <a:cubicBezTo>
                      <a:pt x="1179" y="304"/>
                      <a:pt x="0" y="965"/>
                      <a:pt x="395" y="2283"/>
                    </a:cubicBezTo>
                    <a:cubicBezTo>
                      <a:pt x="626" y="3060"/>
                      <a:pt x="1728" y="3502"/>
                      <a:pt x="2740" y="3502"/>
                    </a:cubicBezTo>
                    <a:cubicBezTo>
                      <a:pt x="3447" y="3502"/>
                      <a:pt x="4110" y="3286"/>
                      <a:pt x="4401" y="2818"/>
                    </a:cubicBezTo>
                    <a:cubicBezTo>
                      <a:pt x="4980" y="1883"/>
                      <a:pt x="4003" y="0"/>
                      <a:pt x="23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86" name="Google Shape;1386;p29"/>
          <p:cNvGrpSpPr/>
          <p:nvPr/>
        </p:nvGrpSpPr>
        <p:grpSpPr>
          <a:xfrm>
            <a:off x="-124850" y="3209925"/>
            <a:ext cx="2622160" cy="2514600"/>
            <a:chOff x="-124850" y="3209925"/>
            <a:chExt cx="2622160" cy="2514600"/>
          </a:xfrm>
        </p:grpSpPr>
        <p:grpSp>
          <p:nvGrpSpPr>
            <p:cNvPr id="1387" name="Google Shape;1387;p29"/>
            <p:cNvGrpSpPr/>
            <p:nvPr/>
          </p:nvGrpSpPr>
          <p:grpSpPr>
            <a:xfrm rot="5400000">
              <a:off x="380886" y="3067041"/>
              <a:ext cx="1659337" cy="2573510"/>
              <a:chOff x="5827590" y="0"/>
              <a:chExt cx="3316410" cy="5143508"/>
            </a:xfrm>
          </p:grpSpPr>
          <p:sp>
            <p:nvSpPr>
              <p:cNvPr id="1388" name="Google Shape;1388;p29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29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29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91" name="Google Shape;139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1130338" y="4215413"/>
              <a:ext cx="2514600" cy="5036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3_1_1_1"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30"/>
          <p:cNvSpPr txBox="1">
            <a:spLocks noGrp="1"/>
          </p:cNvSpPr>
          <p:nvPr>
            <p:ph type="title"/>
          </p:nvPr>
        </p:nvSpPr>
        <p:spPr>
          <a:xfrm>
            <a:off x="914400" y="511791"/>
            <a:ext cx="729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94" name="Google Shape;1394;p30"/>
          <p:cNvGrpSpPr/>
          <p:nvPr/>
        </p:nvGrpSpPr>
        <p:grpSpPr>
          <a:xfrm>
            <a:off x="6391275" y="-678989"/>
            <a:ext cx="3190877" cy="2248692"/>
            <a:chOff x="6391275" y="-678989"/>
            <a:chExt cx="3190877" cy="2248692"/>
          </a:xfrm>
        </p:grpSpPr>
        <p:sp>
          <p:nvSpPr>
            <p:cNvPr id="1395" name="Google Shape;1395;p30"/>
            <p:cNvSpPr/>
            <p:nvPr/>
          </p:nvSpPr>
          <p:spPr>
            <a:xfrm rot="9432676">
              <a:off x="7552803" y="-428059"/>
              <a:ext cx="1513587" cy="1081190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0"/>
            <p:cNvSpPr/>
            <p:nvPr/>
          </p:nvSpPr>
          <p:spPr>
            <a:xfrm>
              <a:off x="7734153" y="-225157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97" name="Google Shape;1397;p3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391275" y="-22514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98" name="Google Shape;1398;p30"/>
          <p:cNvGrpSpPr/>
          <p:nvPr/>
        </p:nvGrpSpPr>
        <p:grpSpPr>
          <a:xfrm>
            <a:off x="-895800" y="3667189"/>
            <a:ext cx="3610425" cy="1978317"/>
            <a:chOff x="-895800" y="3667189"/>
            <a:chExt cx="3610425" cy="1978317"/>
          </a:xfrm>
        </p:grpSpPr>
        <p:sp>
          <p:nvSpPr>
            <p:cNvPr id="1399" name="Google Shape;1399;p30"/>
            <p:cNvSpPr/>
            <p:nvPr/>
          </p:nvSpPr>
          <p:spPr>
            <a:xfrm rot="9097042">
              <a:off x="-663141" y="3964503"/>
              <a:ext cx="1600810" cy="1383689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0"/>
            <p:cNvSpPr/>
            <p:nvPr/>
          </p:nvSpPr>
          <p:spPr>
            <a:xfrm rot="10800000">
              <a:off x="-205900" y="4116925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01" name="Google Shape;1401;p30"/>
            <p:cNvPicPr preferRelativeResize="0"/>
            <p:nvPr/>
          </p:nvPicPr>
          <p:blipFill rotWithShape="1">
            <a:blip r:embed="rId3">
              <a:alphaModFix/>
            </a:blip>
            <a:srcRect r="19309"/>
            <a:stretch/>
          </p:blipFill>
          <p:spPr>
            <a:xfrm flipH="1">
              <a:off x="-205897" y="3864925"/>
              <a:ext cx="2920522" cy="13836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ONLY_2_1">
    <p:bg>
      <p:bgPr>
        <a:solidFill>
          <a:srgbClr val="F7F8FC"/>
        </a:solidFill>
        <a:effectLst/>
      </p:bgPr>
    </p:bg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31"/>
          <p:cNvSpPr txBox="1">
            <a:spLocks noGrp="1"/>
          </p:cNvSpPr>
          <p:nvPr>
            <p:ph type="title"/>
          </p:nvPr>
        </p:nvSpPr>
        <p:spPr>
          <a:xfrm>
            <a:off x="914400" y="506399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04" name="Google Shape;1404;p31"/>
          <p:cNvSpPr txBox="1">
            <a:spLocks noGrp="1"/>
          </p:cNvSpPr>
          <p:nvPr>
            <p:ph type="subTitle" idx="1"/>
          </p:nvPr>
        </p:nvSpPr>
        <p:spPr>
          <a:xfrm>
            <a:off x="2278575" y="2250767"/>
            <a:ext cx="9762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5" name="Google Shape;1405;p31"/>
          <p:cNvSpPr txBox="1">
            <a:spLocks noGrp="1"/>
          </p:cNvSpPr>
          <p:nvPr>
            <p:ph type="subTitle" idx="2"/>
          </p:nvPr>
        </p:nvSpPr>
        <p:spPr>
          <a:xfrm>
            <a:off x="4606500" y="2250767"/>
            <a:ext cx="9846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6" name="Google Shape;1406;p31"/>
          <p:cNvSpPr txBox="1">
            <a:spLocks noGrp="1"/>
          </p:cNvSpPr>
          <p:nvPr>
            <p:ph type="subTitle" idx="3"/>
          </p:nvPr>
        </p:nvSpPr>
        <p:spPr>
          <a:xfrm>
            <a:off x="7238755" y="2250767"/>
            <a:ext cx="9846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7" name="Google Shape;1407;p31"/>
          <p:cNvSpPr txBox="1">
            <a:spLocks noGrp="1"/>
          </p:cNvSpPr>
          <p:nvPr>
            <p:ph type="subTitle" idx="4"/>
          </p:nvPr>
        </p:nvSpPr>
        <p:spPr>
          <a:xfrm>
            <a:off x="1235357" y="2858255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8" name="Google Shape;1408;p31"/>
          <p:cNvSpPr txBox="1">
            <a:spLocks noGrp="1"/>
          </p:cNvSpPr>
          <p:nvPr>
            <p:ph type="subTitle" idx="5"/>
          </p:nvPr>
        </p:nvSpPr>
        <p:spPr>
          <a:xfrm>
            <a:off x="3661898" y="2858255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9" name="Google Shape;1409;p31"/>
          <p:cNvSpPr txBox="1">
            <a:spLocks noGrp="1"/>
          </p:cNvSpPr>
          <p:nvPr>
            <p:ph type="subTitle" idx="6"/>
          </p:nvPr>
        </p:nvSpPr>
        <p:spPr>
          <a:xfrm>
            <a:off x="6088439" y="2858255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10" name="Google Shape;1410;p31"/>
          <p:cNvSpPr txBox="1">
            <a:spLocks noGrp="1"/>
          </p:cNvSpPr>
          <p:nvPr>
            <p:ph type="subTitle" idx="7"/>
          </p:nvPr>
        </p:nvSpPr>
        <p:spPr>
          <a:xfrm>
            <a:off x="1326857" y="3467290"/>
            <a:ext cx="16458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11" name="Google Shape;1411;p31"/>
          <p:cNvSpPr txBox="1">
            <a:spLocks noGrp="1"/>
          </p:cNvSpPr>
          <p:nvPr>
            <p:ph type="subTitle" idx="8"/>
          </p:nvPr>
        </p:nvSpPr>
        <p:spPr>
          <a:xfrm>
            <a:off x="3753398" y="3467290"/>
            <a:ext cx="16458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12" name="Google Shape;1412;p31"/>
          <p:cNvSpPr txBox="1">
            <a:spLocks noGrp="1"/>
          </p:cNvSpPr>
          <p:nvPr>
            <p:ph type="subTitle" idx="9"/>
          </p:nvPr>
        </p:nvSpPr>
        <p:spPr>
          <a:xfrm>
            <a:off x="6179939" y="3467290"/>
            <a:ext cx="16458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grpSp>
        <p:nvGrpSpPr>
          <p:cNvPr id="1413" name="Google Shape;1413;p31"/>
          <p:cNvGrpSpPr/>
          <p:nvPr/>
        </p:nvGrpSpPr>
        <p:grpSpPr>
          <a:xfrm>
            <a:off x="6130725" y="-876298"/>
            <a:ext cx="4393354" cy="2471251"/>
            <a:chOff x="6130725" y="-876298"/>
            <a:chExt cx="4393354" cy="2471251"/>
          </a:xfrm>
        </p:grpSpPr>
        <p:grpSp>
          <p:nvGrpSpPr>
            <p:cNvPr id="1414" name="Google Shape;1414;p31"/>
            <p:cNvGrpSpPr/>
            <p:nvPr/>
          </p:nvGrpSpPr>
          <p:grpSpPr>
            <a:xfrm rot="-5400000">
              <a:off x="7712133" y="-113876"/>
              <a:ext cx="1317976" cy="1546047"/>
              <a:chOff x="5361850" y="4911470"/>
              <a:chExt cx="349800" cy="408780"/>
            </a:xfrm>
          </p:grpSpPr>
          <p:sp>
            <p:nvSpPr>
              <p:cNvPr id="1415" name="Google Shape;1415;p31"/>
              <p:cNvSpPr/>
              <p:nvPr/>
            </p:nvSpPr>
            <p:spPr>
              <a:xfrm>
                <a:off x="5361850" y="4931975"/>
                <a:ext cx="349800" cy="388275"/>
              </a:xfrm>
              <a:custGeom>
                <a:avLst/>
                <a:gdLst/>
                <a:ahLst/>
                <a:cxnLst/>
                <a:rect l="l" t="t" r="r" b="b"/>
                <a:pathLst>
                  <a:path w="13992" h="15531" extrusionOk="0">
                    <a:moveTo>
                      <a:pt x="10225" y="0"/>
                    </a:moveTo>
                    <a:cubicBezTo>
                      <a:pt x="7827" y="0"/>
                      <a:pt x="4994" y="1281"/>
                      <a:pt x="2395" y="5342"/>
                    </a:cubicBezTo>
                    <a:cubicBezTo>
                      <a:pt x="0" y="9089"/>
                      <a:pt x="1881" y="13115"/>
                      <a:pt x="4984" y="15531"/>
                    </a:cubicBezTo>
                    <a:lnTo>
                      <a:pt x="13992" y="15531"/>
                    </a:lnTo>
                    <a:lnTo>
                      <a:pt x="13992" y="1100"/>
                    </a:lnTo>
                    <a:cubicBezTo>
                      <a:pt x="13003" y="482"/>
                      <a:pt x="11696" y="0"/>
                      <a:pt x="1022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31"/>
              <p:cNvSpPr/>
              <p:nvPr/>
            </p:nvSpPr>
            <p:spPr>
              <a:xfrm>
                <a:off x="5509608" y="4911470"/>
                <a:ext cx="94200" cy="64975"/>
              </a:xfrm>
              <a:custGeom>
                <a:avLst/>
                <a:gdLst/>
                <a:ahLst/>
                <a:cxnLst/>
                <a:rect l="l" t="t" r="r" b="b"/>
                <a:pathLst>
                  <a:path w="3768" h="2599" extrusionOk="0">
                    <a:moveTo>
                      <a:pt x="1869" y="1"/>
                    </a:moveTo>
                    <a:cubicBezTo>
                      <a:pt x="1535" y="1"/>
                      <a:pt x="1173" y="108"/>
                      <a:pt x="805" y="368"/>
                    </a:cubicBezTo>
                    <a:cubicBezTo>
                      <a:pt x="805" y="368"/>
                      <a:pt x="1" y="981"/>
                      <a:pt x="433" y="1918"/>
                    </a:cubicBezTo>
                    <a:cubicBezTo>
                      <a:pt x="645" y="2376"/>
                      <a:pt x="1278" y="2599"/>
                      <a:pt x="1916" y="2599"/>
                    </a:cubicBezTo>
                    <a:cubicBezTo>
                      <a:pt x="2582" y="2599"/>
                      <a:pt x="3253" y="2356"/>
                      <a:pt x="3459" y="1887"/>
                    </a:cubicBezTo>
                    <a:cubicBezTo>
                      <a:pt x="3768" y="1180"/>
                      <a:pt x="2974" y="1"/>
                      <a:pt x="18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17" name="Google Shape;1417;p31"/>
            <p:cNvSpPr/>
            <p:nvPr/>
          </p:nvSpPr>
          <p:spPr>
            <a:xfrm rot="-5400000" flipH="1">
              <a:off x="7684384" y="-520131"/>
              <a:ext cx="1080761" cy="2022672"/>
            </a:xfrm>
            <a:custGeom>
              <a:avLst/>
              <a:gdLst/>
              <a:ahLst/>
              <a:cxnLst/>
              <a:rect l="l" t="t" r="r" b="b"/>
              <a:pathLst>
                <a:path w="10796" h="20205" extrusionOk="0">
                  <a:moveTo>
                    <a:pt x="1011" y="0"/>
                  </a:moveTo>
                  <a:cubicBezTo>
                    <a:pt x="612" y="0"/>
                    <a:pt x="252" y="113"/>
                    <a:pt x="0" y="221"/>
                  </a:cubicBezTo>
                  <a:lnTo>
                    <a:pt x="0" y="20205"/>
                  </a:lnTo>
                  <a:lnTo>
                    <a:pt x="10557" y="20205"/>
                  </a:lnTo>
                  <a:cubicBezTo>
                    <a:pt x="10796" y="15023"/>
                    <a:pt x="5999" y="14475"/>
                    <a:pt x="4037" y="13947"/>
                  </a:cubicBezTo>
                  <a:cubicBezTo>
                    <a:pt x="1983" y="13398"/>
                    <a:pt x="1683" y="10993"/>
                    <a:pt x="2283" y="8537"/>
                  </a:cubicBezTo>
                  <a:cubicBezTo>
                    <a:pt x="2885" y="6085"/>
                    <a:pt x="4088" y="3478"/>
                    <a:pt x="2885" y="1267"/>
                  </a:cubicBezTo>
                  <a:cubicBezTo>
                    <a:pt x="2344" y="274"/>
                    <a:pt x="1632" y="0"/>
                    <a:pt x="10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18" name="Google Shape;1418;p3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30725" y="-876298"/>
              <a:ext cx="4393354" cy="24712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9" name="Google Shape;1419;p31"/>
          <p:cNvGrpSpPr/>
          <p:nvPr/>
        </p:nvGrpSpPr>
        <p:grpSpPr>
          <a:xfrm>
            <a:off x="-262476" y="3425575"/>
            <a:ext cx="3392746" cy="1908425"/>
            <a:chOff x="-262476" y="3425575"/>
            <a:chExt cx="3392746" cy="1908425"/>
          </a:xfrm>
        </p:grpSpPr>
        <p:grpSp>
          <p:nvGrpSpPr>
            <p:cNvPr id="1420" name="Google Shape;1420;p31"/>
            <p:cNvGrpSpPr/>
            <p:nvPr/>
          </p:nvGrpSpPr>
          <p:grpSpPr>
            <a:xfrm rot="10800000">
              <a:off x="-146133" y="3463523"/>
              <a:ext cx="1807022" cy="1717916"/>
              <a:chOff x="4566375" y="4123125"/>
              <a:chExt cx="565525" cy="565625"/>
            </a:xfrm>
          </p:grpSpPr>
          <p:sp>
            <p:nvSpPr>
              <p:cNvPr id="1421" name="Google Shape;1421;p31"/>
              <p:cNvSpPr/>
              <p:nvPr/>
            </p:nvSpPr>
            <p:spPr>
              <a:xfrm>
                <a:off x="4566375" y="4123125"/>
                <a:ext cx="565525" cy="565625"/>
              </a:xfrm>
              <a:custGeom>
                <a:avLst/>
                <a:gdLst/>
                <a:ahLst/>
                <a:cxnLst/>
                <a:rect l="l" t="t" r="r" b="b"/>
                <a:pathLst>
                  <a:path w="22621" h="22625" extrusionOk="0">
                    <a:moveTo>
                      <a:pt x="0" y="1"/>
                    </a:moveTo>
                    <a:lnTo>
                      <a:pt x="0" y="5911"/>
                    </a:lnTo>
                    <a:cubicBezTo>
                      <a:pt x="511" y="8092"/>
                      <a:pt x="1547" y="10275"/>
                      <a:pt x="3540" y="11314"/>
                    </a:cubicBezTo>
                    <a:cubicBezTo>
                      <a:pt x="6922" y="13074"/>
                      <a:pt x="8863" y="13333"/>
                      <a:pt x="10258" y="13333"/>
                    </a:cubicBezTo>
                    <a:cubicBezTo>
                      <a:pt x="10645" y="13333"/>
                      <a:pt x="10989" y="13313"/>
                      <a:pt x="11311" y="13300"/>
                    </a:cubicBezTo>
                    <a:cubicBezTo>
                      <a:pt x="11443" y="13295"/>
                      <a:pt x="11572" y="13292"/>
                      <a:pt x="11699" y="13292"/>
                    </a:cubicBezTo>
                    <a:cubicBezTo>
                      <a:pt x="19177" y="13292"/>
                      <a:pt x="18328" y="22209"/>
                      <a:pt x="21544" y="22625"/>
                    </a:cubicBezTo>
                    <a:lnTo>
                      <a:pt x="22621" y="22625"/>
                    </a:lnTo>
                    <a:lnTo>
                      <a:pt x="226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31"/>
              <p:cNvSpPr/>
              <p:nvPr/>
            </p:nvSpPr>
            <p:spPr>
              <a:xfrm>
                <a:off x="4575400" y="4123125"/>
                <a:ext cx="556500" cy="428500"/>
              </a:xfrm>
              <a:custGeom>
                <a:avLst/>
                <a:gdLst/>
                <a:ahLst/>
                <a:cxnLst/>
                <a:rect l="l" t="t" r="r" b="b"/>
                <a:pathLst>
                  <a:path w="22260" h="17140" extrusionOk="0">
                    <a:moveTo>
                      <a:pt x="982" y="1"/>
                    </a:moveTo>
                    <a:cubicBezTo>
                      <a:pt x="498" y="2099"/>
                      <a:pt x="1" y="6644"/>
                      <a:pt x="4004" y="8776"/>
                    </a:cubicBezTo>
                    <a:cubicBezTo>
                      <a:pt x="9307" y="11607"/>
                      <a:pt x="14728" y="9249"/>
                      <a:pt x="16376" y="12609"/>
                    </a:cubicBezTo>
                    <a:cubicBezTo>
                      <a:pt x="17722" y="15343"/>
                      <a:pt x="19573" y="17139"/>
                      <a:pt x="21583" y="17139"/>
                    </a:cubicBezTo>
                    <a:cubicBezTo>
                      <a:pt x="21807" y="17139"/>
                      <a:pt x="22033" y="17117"/>
                      <a:pt x="22260" y="17071"/>
                    </a:cubicBezTo>
                    <a:lnTo>
                      <a:pt x="2226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31"/>
              <p:cNvSpPr/>
              <p:nvPr/>
            </p:nvSpPr>
            <p:spPr>
              <a:xfrm>
                <a:off x="4932850" y="4123125"/>
                <a:ext cx="194025" cy="75100"/>
              </a:xfrm>
              <a:custGeom>
                <a:avLst/>
                <a:gdLst/>
                <a:ahLst/>
                <a:cxnLst/>
                <a:rect l="l" t="t" r="r" b="b"/>
                <a:pathLst>
                  <a:path w="7761" h="3004" extrusionOk="0">
                    <a:moveTo>
                      <a:pt x="324" y="1"/>
                    </a:moveTo>
                    <a:cubicBezTo>
                      <a:pt x="151" y="300"/>
                      <a:pt x="1" y="798"/>
                      <a:pt x="239" y="1489"/>
                    </a:cubicBezTo>
                    <a:cubicBezTo>
                      <a:pt x="536" y="2352"/>
                      <a:pt x="1622" y="3004"/>
                      <a:pt x="2776" y="3004"/>
                    </a:cubicBezTo>
                    <a:cubicBezTo>
                      <a:pt x="3239" y="3004"/>
                      <a:pt x="3712" y="2899"/>
                      <a:pt x="4150" y="2661"/>
                    </a:cubicBezTo>
                    <a:cubicBezTo>
                      <a:pt x="5676" y="1826"/>
                      <a:pt x="6292" y="1210"/>
                      <a:pt x="6947" y="1012"/>
                    </a:cubicBezTo>
                    <a:cubicBezTo>
                      <a:pt x="7359" y="886"/>
                      <a:pt x="7761" y="402"/>
                      <a:pt x="7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31"/>
              <p:cNvSpPr/>
              <p:nvPr/>
            </p:nvSpPr>
            <p:spPr>
              <a:xfrm>
                <a:off x="4836025" y="4582925"/>
                <a:ext cx="124500" cy="87550"/>
              </a:xfrm>
              <a:custGeom>
                <a:avLst/>
                <a:gdLst/>
                <a:ahLst/>
                <a:cxnLst/>
                <a:rect l="l" t="t" r="r" b="b"/>
                <a:pathLst>
                  <a:path w="4980" h="3502" extrusionOk="0">
                    <a:moveTo>
                      <a:pt x="2355" y="0"/>
                    </a:moveTo>
                    <a:cubicBezTo>
                      <a:pt x="1993" y="0"/>
                      <a:pt x="1597" y="92"/>
                      <a:pt x="1179" y="304"/>
                    </a:cubicBezTo>
                    <a:cubicBezTo>
                      <a:pt x="1179" y="304"/>
                      <a:pt x="0" y="965"/>
                      <a:pt x="395" y="2283"/>
                    </a:cubicBezTo>
                    <a:cubicBezTo>
                      <a:pt x="626" y="3060"/>
                      <a:pt x="1728" y="3502"/>
                      <a:pt x="2740" y="3502"/>
                    </a:cubicBezTo>
                    <a:cubicBezTo>
                      <a:pt x="3447" y="3502"/>
                      <a:pt x="4110" y="3286"/>
                      <a:pt x="4401" y="2818"/>
                    </a:cubicBezTo>
                    <a:cubicBezTo>
                      <a:pt x="4980" y="1883"/>
                      <a:pt x="4003" y="0"/>
                      <a:pt x="23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25" name="Google Shape;14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262476" y="3425575"/>
              <a:ext cx="3392746" cy="1908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_ONLY_1_1">
    <p:bg>
      <p:bgPr>
        <a:solidFill>
          <a:srgbClr val="F7F8FC"/>
        </a:solidFill>
        <a:effectLst/>
      </p:bgPr>
    </p:bg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32"/>
          <p:cNvSpPr txBox="1">
            <a:spLocks noGrp="1"/>
          </p:cNvSpPr>
          <p:nvPr>
            <p:ph type="title"/>
          </p:nvPr>
        </p:nvSpPr>
        <p:spPr>
          <a:xfrm>
            <a:off x="914400" y="502480"/>
            <a:ext cx="729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28" name="Google Shape;1428;p32"/>
          <p:cNvSpPr/>
          <p:nvPr/>
        </p:nvSpPr>
        <p:spPr>
          <a:xfrm rot="9432608">
            <a:off x="7960777" y="-398872"/>
            <a:ext cx="938669" cy="1081190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9" name="Google Shape;1429;p32"/>
          <p:cNvSpPr/>
          <p:nvPr/>
        </p:nvSpPr>
        <p:spPr>
          <a:xfrm rot="9432653">
            <a:off x="7848993" y="-97641"/>
            <a:ext cx="2075495" cy="1081190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30" name="Google Shape;1430;p32"/>
          <p:cNvGrpSpPr/>
          <p:nvPr/>
        </p:nvGrpSpPr>
        <p:grpSpPr>
          <a:xfrm>
            <a:off x="6529813" y="3757661"/>
            <a:ext cx="3264035" cy="1583051"/>
            <a:chOff x="6529813" y="3757661"/>
            <a:chExt cx="3264035" cy="1583051"/>
          </a:xfrm>
        </p:grpSpPr>
        <p:sp>
          <p:nvSpPr>
            <p:cNvPr id="1431" name="Google Shape;1431;p32"/>
            <p:cNvSpPr/>
            <p:nvPr/>
          </p:nvSpPr>
          <p:spPr>
            <a:xfrm rot="9432676">
              <a:off x="8129941" y="4008591"/>
              <a:ext cx="1513587" cy="1081190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32" name="Google Shape;1432;p32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1433" name="Google Shape;1433;p32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32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5" name="Google Shape;1435;p32"/>
          <p:cNvGrpSpPr/>
          <p:nvPr/>
        </p:nvGrpSpPr>
        <p:grpSpPr>
          <a:xfrm>
            <a:off x="-1028710" y="3879719"/>
            <a:ext cx="2293560" cy="1480066"/>
            <a:chOff x="-1028710" y="3879719"/>
            <a:chExt cx="2293560" cy="1480066"/>
          </a:xfrm>
        </p:grpSpPr>
        <p:sp>
          <p:nvSpPr>
            <p:cNvPr id="1436" name="Google Shape;1436;p32"/>
            <p:cNvSpPr/>
            <p:nvPr/>
          </p:nvSpPr>
          <p:spPr>
            <a:xfrm rot="9432704">
              <a:off x="-384173" y="4028063"/>
              <a:ext cx="1004493" cy="118337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2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8" name="Google Shape;1438;p32"/>
          <p:cNvSpPr txBox="1">
            <a:spLocks noGrp="1"/>
          </p:cNvSpPr>
          <p:nvPr>
            <p:ph type="title" idx="2" hasCustomPrompt="1"/>
          </p:nvPr>
        </p:nvSpPr>
        <p:spPr>
          <a:xfrm>
            <a:off x="2700408" y="1638393"/>
            <a:ext cx="188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39" name="Google Shape;1439;p32"/>
          <p:cNvSpPr txBox="1">
            <a:spLocks noGrp="1"/>
          </p:cNvSpPr>
          <p:nvPr>
            <p:ph type="title" idx="3" hasCustomPrompt="1"/>
          </p:nvPr>
        </p:nvSpPr>
        <p:spPr>
          <a:xfrm>
            <a:off x="922135" y="1638393"/>
            <a:ext cx="17769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0" name="Google Shape;1440;p32"/>
          <p:cNvSpPr txBox="1">
            <a:spLocks noGrp="1"/>
          </p:cNvSpPr>
          <p:nvPr>
            <p:ph type="title" idx="4" hasCustomPrompt="1"/>
          </p:nvPr>
        </p:nvSpPr>
        <p:spPr>
          <a:xfrm>
            <a:off x="6441309" y="1638394"/>
            <a:ext cx="1799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1" name="Google Shape;1441;p32"/>
          <p:cNvSpPr txBox="1">
            <a:spLocks noGrp="1"/>
          </p:cNvSpPr>
          <p:nvPr>
            <p:ph type="title" idx="5" hasCustomPrompt="1"/>
          </p:nvPr>
        </p:nvSpPr>
        <p:spPr>
          <a:xfrm>
            <a:off x="4575208" y="1638393"/>
            <a:ext cx="18423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2" name="Google Shape;1442;p32"/>
          <p:cNvSpPr txBox="1">
            <a:spLocks noGrp="1"/>
          </p:cNvSpPr>
          <p:nvPr>
            <p:ph type="subTitle" idx="1"/>
          </p:nvPr>
        </p:nvSpPr>
        <p:spPr>
          <a:xfrm>
            <a:off x="896185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3" name="Google Shape;1443;p32"/>
          <p:cNvSpPr txBox="1">
            <a:spLocks noGrp="1"/>
          </p:cNvSpPr>
          <p:nvPr>
            <p:ph type="subTitle" idx="6"/>
          </p:nvPr>
        </p:nvSpPr>
        <p:spPr>
          <a:xfrm>
            <a:off x="2739609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4" name="Google Shape;1444;p32"/>
          <p:cNvSpPr txBox="1">
            <a:spLocks noGrp="1"/>
          </p:cNvSpPr>
          <p:nvPr>
            <p:ph type="subTitle" idx="7"/>
          </p:nvPr>
        </p:nvSpPr>
        <p:spPr>
          <a:xfrm>
            <a:off x="4583034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5" name="Google Shape;1445;p32"/>
          <p:cNvSpPr txBox="1">
            <a:spLocks noGrp="1"/>
          </p:cNvSpPr>
          <p:nvPr>
            <p:ph type="subTitle" idx="8"/>
          </p:nvPr>
        </p:nvSpPr>
        <p:spPr>
          <a:xfrm>
            <a:off x="6426459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6" name="Google Shape;1446;p32"/>
          <p:cNvSpPr txBox="1">
            <a:spLocks noGrp="1"/>
          </p:cNvSpPr>
          <p:nvPr>
            <p:ph type="subTitle" idx="9"/>
          </p:nvPr>
        </p:nvSpPr>
        <p:spPr>
          <a:xfrm>
            <a:off x="941935" y="2910668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47" name="Google Shape;1447;p32"/>
          <p:cNvSpPr txBox="1">
            <a:spLocks noGrp="1"/>
          </p:cNvSpPr>
          <p:nvPr>
            <p:ph type="subTitle" idx="13"/>
          </p:nvPr>
        </p:nvSpPr>
        <p:spPr>
          <a:xfrm>
            <a:off x="2785359" y="2921193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48" name="Google Shape;1448;p32"/>
          <p:cNvSpPr txBox="1">
            <a:spLocks noGrp="1"/>
          </p:cNvSpPr>
          <p:nvPr>
            <p:ph type="subTitle" idx="14"/>
          </p:nvPr>
        </p:nvSpPr>
        <p:spPr>
          <a:xfrm>
            <a:off x="4628784" y="2921193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49" name="Google Shape;1449;p32"/>
          <p:cNvSpPr txBox="1">
            <a:spLocks noGrp="1"/>
          </p:cNvSpPr>
          <p:nvPr>
            <p:ph type="subTitle" idx="15"/>
          </p:nvPr>
        </p:nvSpPr>
        <p:spPr>
          <a:xfrm>
            <a:off x="6472209" y="2921193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pic>
        <p:nvPicPr>
          <p:cNvPr id="1450" name="Google Shape;145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21050" y="-317876"/>
            <a:ext cx="1964802" cy="150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ONE_COLUMN_TEXT_2_2"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33"/>
          <p:cNvSpPr txBox="1">
            <a:spLocks noGrp="1"/>
          </p:cNvSpPr>
          <p:nvPr>
            <p:ph type="title"/>
          </p:nvPr>
        </p:nvSpPr>
        <p:spPr>
          <a:xfrm>
            <a:off x="4579962" y="1665460"/>
            <a:ext cx="36576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53" name="Google Shape;1453;p33"/>
          <p:cNvSpPr txBox="1">
            <a:spLocks noGrp="1"/>
          </p:cNvSpPr>
          <p:nvPr>
            <p:ph type="subTitle" idx="1"/>
          </p:nvPr>
        </p:nvSpPr>
        <p:spPr>
          <a:xfrm>
            <a:off x="4572000" y="2587749"/>
            <a:ext cx="36576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54" name="Google Shape;1454;p33"/>
          <p:cNvGrpSpPr/>
          <p:nvPr/>
        </p:nvGrpSpPr>
        <p:grpSpPr>
          <a:xfrm>
            <a:off x="6912145" y="4433249"/>
            <a:ext cx="4477807" cy="839588"/>
            <a:chOff x="3098100" y="3849750"/>
            <a:chExt cx="940775" cy="270425"/>
          </a:xfrm>
        </p:grpSpPr>
        <p:sp>
          <p:nvSpPr>
            <p:cNvPr id="1455" name="Google Shape;1455;p33"/>
            <p:cNvSpPr/>
            <p:nvPr/>
          </p:nvSpPr>
          <p:spPr>
            <a:xfrm>
              <a:off x="3304800" y="3882975"/>
              <a:ext cx="665525" cy="237200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3"/>
            <p:cNvSpPr/>
            <p:nvPr/>
          </p:nvSpPr>
          <p:spPr>
            <a:xfrm>
              <a:off x="3098100" y="3849750"/>
              <a:ext cx="940775" cy="270425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3"/>
            <p:cNvSpPr/>
            <p:nvPr/>
          </p:nvSpPr>
          <p:spPr>
            <a:xfrm>
              <a:off x="3304800" y="3964300"/>
              <a:ext cx="665525" cy="155875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8" name="Google Shape;1458;p33"/>
          <p:cNvGrpSpPr/>
          <p:nvPr/>
        </p:nvGrpSpPr>
        <p:grpSpPr>
          <a:xfrm>
            <a:off x="-731964" y="-152400"/>
            <a:ext cx="4770701" cy="5600699"/>
            <a:chOff x="-731964" y="-152400"/>
            <a:chExt cx="4770701" cy="5600699"/>
          </a:xfrm>
        </p:grpSpPr>
        <p:sp>
          <p:nvSpPr>
            <p:cNvPr id="1459" name="Google Shape;1459;p33"/>
            <p:cNvSpPr/>
            <p:nvPr/>
          </p:nvSpPr>
          <p:spPr>
            <a:xfrm rot="10800000">
              <a:off x="-731964" y="433244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3"/>
            <p:cNvSpPr/>
            <p:nvPr/>
          </p:nvSpPr>
          <p:spPr>
            <a:xfrm rot="10800000">
              <a:off x="-729152" y="4335697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1" name="Google Shape;1461;p33"/>
            <p:cNvGrpSpPr/>
            <p:nvPr/>
          </p:nvGrpSpPr>
          <p:grpSpPr>
            <a:xfrm flipH="1">
              <a:off x="-597508" y="-49993"/>
              <a:ext cx="4636245" cy="5256773"/>
              <a:chOff x="3268325" y="3013975"/>
              <a:chExt cx="1443800" cy="1106200"/>
            </a:xfrm>
          </p:grpSpPr>
          <p:sp>
            <p:nvSpPr>
              <p:cNvPr id="1462" name="Google Shape;1462;p33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5983" extrusionOk="0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33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40732" extrusionOk="0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33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avLst/>
                <a:gdLst/>
                <a:ahLst/>
                <a:cxnLst/>
                <a:rect l="l" t="t" r="r" b="b"/>
                <a:pathLst>
                  <a:path w="19661" h="7131" extrusionOk="0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33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avLst/>
                <a:gdLst/>
                <a:ahLst/>
                <a:cxnLst/>
                <a:rect l="l" t="t" r="r" b="b"/>
                <a:pathLst>
                  <a:path w="18724" h="41684" extrusionOk="0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33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avLst/>
                <a:gdLst/>
                <a:ahLst/>
                <a:cxnLst/>
                <a:rect l="l" t="t" r="r" b="b"/>
                <a:pathLst>
                  <a:path w="20431" h="7635" extrusionOk="0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33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10602" h="11832" extrusionOk="0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68" name="Google Shape;1468;p33"/>
            <p:cNvPicPr preferRelativeResize="0"/>
            <p:nvPr/>
          </p:nvPicPr>
          <p:blipFill rotWithShape="1">
            <a:blip r:embed="rId2">
              <a:alphaModFix/>
            </a:blip>
            <a:srcRect r="41660"/>
            <a:stretch/>
          </p:blipFill>
          <p:spPr>
            <a:xfrm>
              <a:off x="-627150" y="-152400"/>
              <a:ext cx="2884579" cy="27813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33"/>
            <p:cNvPicPr preferRelativeResize="0"/>
            <p:nvPr/>
          </p:nvPicPr>
          <p:blipFill rotWithShape="1">
            <a:blip r:embed="rId3">
              <a:alphaModFix/>
            </a:blip>
            <a:srcRect l="49480"/>
            <a:stretch/>
          </p:blipFill>
          <p:spPr>
            <a:xfrm>
              <a:off x="-587773" y="3690950"/>
              <a:ext cx="1578374" cy="17573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3">
  <p:cSld name="ONE_COLUMN_TEXT_2_1_1"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34"/>
          <p:cNvSpPr txBox="1">
            <a:spLocks noGrp="1"/>
          </p:cNvSpPr>
          <p:nvPr>
            <p:ph type="title"/>
          </p:nvPr>
        </p:nvSpPr>
        <p:spPr>
          <a:xfrm>
            <a:off x="909458" y="1664014"/>
            <a:ext cx="36576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72" name="Google Shape;1472;p34"/>
          <p:cNvSpPr txBox="1">
            <a:spLocks noGrp="1"/>
          </p:cNvSpPr>
          <p:nvPr>
            <p:ph type="subTitle" idx="1"/>
          </p:nvPr>
        </p:nvSpPr>
        <p:spPr>
          <a:xfrm>
            <a:off x="909138" y="2587749"/>
            <a:ext cx="36576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73" name="Google Shape;1473;p34"/>
          <p:cNvGrpSpPr/>
          <p:nvPr/>
        </p:nvGrpSpPr>
        <p:grpSpPr>
          <a:xfrm>
            <a:off x="-2255105" y="4433249"/>
            <a:ext cx="4477807" cy="839588"/>
            <a:chOff x="3098100" y="3849750"/>
            <a:chExt cx="940775" cy="270425"/>
          </a:xfrm>
        </p:grpSpPr>
        <p:sp>
          <p:nvSpPr>
            <p:cNvPr id="1474" name="Google Shape;1474;p34"/>
            <p:cNvSpPr/>
            <p:nvPr/>
          </p:nvSpPr>
          <p:spPr>
            <a:xfrm>
              <a:off x="3304800" y="3882975"/>
              <a:ext cx="665525" cy="237200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4"/>
            <p:cNvSpPr/>
            <p:nvPr/>
          </p:nvSpPr>
          <p:spPr>
            <a:xfrm>
              <a:off x="3098100" y="3849750"/>
              <a:ext cx="940775" cy="270425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4"/>
            <p:cNvSpPr/>
            <p:nvPr/>
          </p:nvSpPr>
          <p:spPr>
            <a:xfrm>
              <a:off x="3304800" y="3964300"/>
              <a:ext cx="665525" cy="155875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7" name="Google Shape;1477;p34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1478" name="Google Shape;1478;p34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1479" name="Google Shape;1479;p34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4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4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82" name="Google Shape;1482;p3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3" name="Google Shape;1483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2">
  <p:cSld name="CAPTION_ONLY_1">
    <p:bg>
      <p:bgPr>
        <a:noFill/>
        <a:effectLst/>
      </p:bgPr>
    </p:bg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35"/>
          <p:cNvSpPr/>
          <p:nvPr/>
        </p:nvSpPr>
        <p:spPr>
          <a:xfrm>
            <a:off x="0" y="-94075"/>
            <a:ext cx="5010300" cy="528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6" name="Google Shape;1486;p35"/>
          <p:cNvSpPr txBox="1">
            <a:spLocks noGrp="1"/>
          </p:cNvSpPr>
          <p:nvPr>
            <p:ph type="title"/>
          </p:nvPr>
        </p:nvSpPr>
        <p:spPr>
          <a:xfrm>
            <a:off x="914400" y="989590"/>
            <a:ext cx="2743200" cy="15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87" name="Google Shape;1487;p35"/>
          <p:cNvSpPr txBox="1">
            <a:spLocks noGrp="1"/>
          </p:cNvSpPr>
          <p:nvPr>
            <p:ph type="subTitle" idx="1"/>
          </p:nvPr>
        </p:nvSpPr>
        <p:spPr>
          <a:xfrm>
            <a:off x="914400" y="2602412"/>
            <a:ext cx="3657600" cy="18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grpSp>
        <p:nvGrpSpPr>
          <p:cNvPr id="1488" name="Google Shape;1488;p35"/>
          <p:cNvGrpSpPr/>
          <p:nvPr/>
        </p:nvGrpSpPr>
        <p:grpSpPr>
          <a:xfrm>
            <a:off x="-665807" y="3431744"/>
            <a:ext cx="2280393" cy="2280580"/>
            <a:chOff x="-665807" y="3431744"/>
            <a:chExt cx="2280393" cy="2280580"/>
          </a:xfrm>
        </p:grpSpPr>
        <p:sp>
          <p:nvSpPr>
            <p:cNvPr id="1489" name="Google Shape;1489;p35"/>
            <p:cNvSpPr/>
            <p:nvPr/>
          </p:nvSpPr>
          <p:spPr>
            <a:xfrm rot="6847533" flipH="1">
              <a:off x="-356027" y="4216323"/>
              <a:ext cx="1115230" cy="140137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0" name="Google Shape;1490;p35"/>
            <p:cNvGrpSpPr/>
            <p:nvPr/>
          </p:nvGrpSpPr>
          <p:grpSpPr>
            <a:xfrm rot="-5400000">
              <a:off x="-171875" y="3453684"/>
              <a:ext cx="1808401" cy="1764522"/>
              <a:chOff x="2024475" y="4433550"/>
              <a:chExt cx="623350" cy="608225"/>
            </a:xfrm>
          </p:grpSpPr>
          <p:sp>
            <p:nvSpPr>
              <p:cNvPr id="1491" name="Google Shape;1491;p35"/>
              <p:cNvSpPr/>
              <p:nvPr/>
            </p:nvSpPr>
            <p:spPr>
              <a:xfrm>
                <a:off x="2637250" y="4451875"/>
                <a:ext cx="787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168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4" y="96"/>
                      <a:pt x="106" y="167"/>
                      <a:pt x="208" y="167"/>
                    </a:cubicBezTo>
                    <a:cubicBezTo>
                      <a:pt x="246" y="167"/>
                      <a:pt x="283" y="154"/>
                      <a:pt x="314" y="137"/>
                    </a:cubicBezTo>
                    <a:cubicBezTo>
                      <a:pt x="297" y="93"/>
                      <a:pt x="283" y="52"/>
                      <a:pt x="263" y="8"/>
                    </a:cubicBezTo>
                    <a:lnTo>
                      <a:pt x="208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5"/>
              <p:cNvSpPr/>
              <p:nvPr/>
            </p:nvSpPr>
            <p:spPr>
              <a:xfrm>
                <a:off x="26190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5"/>
              <p:cNvSpPr/>
              <p:nvPr/>
            </p:nvSpPr>
            <p:spPr>
              <a:xfrm>
                <a:off x="26190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5"/>
              <p:cNvSpPr/>
              <p:nvPr/>
            </p:nvSpPr>
            <p:spPr>
              <a:xfrm>
                <a:off x="26370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5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5"/>
              <p:cNvSpPr/>
              <p:nvPr/>
            </p:nvSpPr>
            <p:spPr>
              <a:xfrm>
                <a:off x="26370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5"/>
                    </a:cubicBezTo>
                    <a:cubicBezTo>
                      <a:pt x="433" y="96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5"/>
              <p:cNvSpPr/>
              <p:nvPr/>
            </p:nvSpPr>
            <p:spPr>
              <a:xfrm>
                <a:off x="26190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35"/>
              <p:cNvSpPr/>
              <p:nvPr/>
            </p:nvSpPr>
            <p:spPr>
              <a:xfrm>
                <a:off x="2619025" y="4571375"/>
                <a:ext cx="7425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338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263"/>
                      <a:pt x="17" y="304"/>
                      <a:pt x="42" y="338"/>
                    </a:cubicBezTo>
                    <a:cubicBezTo>
                      <a:pt x="130" y="236"/>
                      <a:pt x="215" y="126"/>
                      <a:pt x="297" y="17"/>
                    </a:cubicBezTo>
                    <a:cubicBezTo>
                      <a:pt x="273" y="7"/>
                      <a:pt x="246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5"/>
              <p:cNvSpPr/>
              <p:nvPr/>
            </p:nvSpPr>
            <p:spPr>
              <a:xfrm>
                <a:off x="2600975" y="4450775"/>
                <a:ext cx="10750" cy="530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1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" y="120"/>
                      <a:pt x="99" y="211"/>
                      <a:pt x="218" y="211"/>
                    </a:cubicBezTo>
                    <a:cubicBezTo>
                      <a:pt x="330" y="211"/>
                      <a:pt x="419" y="123"/>
                      <a:pt x="429" y="14"/>
                    </a:cubicBezTo>
                    <a:lnTo>
                      <a:pt x="218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5"/>
              <p:cNvSpPr/>
              <p:nvPr/>
            </p:nvSpPr>
            <p:spPr>
              <a:xfrm>
                <a:off x="25830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5"/>
              <p:cNvSpPr/>
              <p:nvPr/>
            </p:nvSpPr>
            <p:spPr>
              <a:xfrm>
                <a:off x="26009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5"/>
              <p:cNvSpPr/>
              <p:nvPr/>
            </p:nvSpPr>
            <p:spPr>
              <a:xfrm>
                <a:off x="25830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5"/>
              <p:cNvSpPr/>
              <p:nvPr/>
            </p:nvSpPr>
            <p:spPr>
              <a:xfrm>
                <a:off x="25830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5"/>
              <p:cNvSpPr/>
              <p:nvPr/>
            </p:nvSpPr>
            <p:spPr>
              <a:xfrm>
                <a:off x="26009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5"/>
              <p:cNvSpPr/>
              <p:nvPr/>
            </p:nvSpPr>
            <p:spPr>
              <a:xfrm>
                <a:off x="26009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5"/>
              <p:cNvSpPr/>
              <p:nvPr/>
            </p:nvSpPr>
            <p:spPr>
              <a:xfrm>
                <a:off x="25830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5"/>
              <p:cNvSpPr/>
              <p:nvPr/>
            </p:nvSpPr>
            <p:spPr>
              <a:xfrm>
                <a:off x="2600975" y="4589425"/>
                <a:ext cx="8525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341" h="315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253"/>
                      <a:pt x="11" y="283"/>
                      <a:pt x="28" y="314"/>
                    </a:cubicBezTo>
                    <a:cubicBezTo>
                      <a:pt x="65" y="283"/>
                      <a:pt x="102" y="250"/>
                      <a:pt x="140" y="215"/>
                    </a:cubicBezTo>
                    <a:cubicBezTo>
                      <a:pt x="167" y="195"/>
                      <a:pt x="191" y="174"/>
                      <a:pt x="218" y="151"/>
                    </a:cubicBezTo>
                    <a:cubicBezTo>
                      <a:pt x="259" y="116"/>
                      <a:pt x="300" y="82"/>
                      <a:pt x="341" y="45"/>
                    </a:cubicBezTo>
                    <a:cubicBezTo>
                      <a:pt x="307" y="17"/>
                      <a:pt x="262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5"/>
              <p:cNvSpPr/>
              <p:nvPr/>
            </p:nvSpPr>
            <p:spPr>
              <a:xfrm>
                <a:off x="2584275" y="4607650"/>
                <a:ext cx="3000" cy="18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73" extrusionOk="0">
                    <a:moveTo>
                      <a:pt x="119" y="1"/>
                    </a:moveTo>
                    <a:lnTo>
                      <a:pt x="119" y="1"/>
                    </a:lnTo>
                    <a:cubicBezTo>
                      <a:pt x="72" y="11"/>
                      <a:pt x="31" y="35"/>
                      <a:pt x="1" y="72"/>
                    </a:cubicBezTo>
                    <a:cubicBezTo>
                      <a:pt x="38" y="48"/>
                      <a:pt x="83" y="24"/>
                      <a:pt x="1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35"/>
              <p:cNvSpPr/>
              <p:nvPr/>
            </p:nvSpPr>
            <p:spPr>
              <a:xfrm>
                <a:off x="25468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5"/>
              <p:cNvSpPr/>
              <p:nvPr/>
            </p:nvSpPr>
            <p:spPr>
              <a:xfrm>
                <a:off x="2564950" y="4449675"/>
                <a:ext cx="10825" cy="640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256" extrusionOk="0">
                    <a:moveTo>
                      <a:pt x="7" y="0"/>
                    </a:moveTo>
                    <a:cubicBezTo>
                      <a:pt x="7" y="14"/>
                      <a:pt x="0" y="27"/>
                      <a:pt x="0" y="41"/>
                    </a:cubicBezTo>
                    <a:cubicBezTo>
                      <a:pt x="0" y="160"/>
                      <a:pt x="95" y="255"/>
                      <a:pt x="215" y="255"/>
                    </a:cubicBezTo>
                    <a:cubicBezTo>
                      <a:pt x="334" y="255"/>
                      <a:pt x="433" y="160"/>
                      <a:pt x="433" y="41"/>
                    </a:cubicBezTo>
                    <a:cubicBezTo>
                      <a:pt x="433" y="30"/>
                      <a:pt x="430" y="24"/>
                      <a:pt x="426" y="14"/>
                    </a:cubicBezTo>
                    <a:lnTo>
                      <a:pt x="215" y="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5"/>
              <p:cNvSpPr/>
              <p:nvPr/>
            </p:nvSpPr>
            <p:spPr>
              <a:xfrm>
                <a:off x="25468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5"/>
              <p:cNvSpPr/>
              <p:nvPr/>
            </p:nvSpPr>
            <p:spPr>
              <a:xfrm>
                <a:off x="25649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5"/>
              <p:cNvSpPr/>
              <p:nvPr/>
            </p:nvSpPr>
            <p:spPr>
              <a:xfrm>
                <a:off x="25468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5"/>
              <p:cNvSpPr/>
              <p:nvPr/>
            </p:nvSpPr>
            <p:spPr>
              <a:xfrm>
                <a:off x="25649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5"/>
              <p:cNvSpPr/>
              <p:nvPr/>
            </p:nvSpPr>
            <p:spPr>
              <a:xfrm>
                <a:off x="25649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5"/>
              <p:cNvSpPr/>
              <p:nvPr/>
            </p:nvSpPr>
            <p:spPr>
              <a:xfrm>
                <a:off x="25468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35"/>
              <p:cNvSpPr/>
              <p:nvPr/>
            </p:nvSpPr>
            <p:spPr>
              <a:xfrm>
                <a:off x="25468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5"/>
              <p:cNvSpPr/>
              <p:nvPr/>
            </p:nvSpPr>
            <p:spPr>
              <a:xfrm>
                <a:off x="25649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5"/>
              <p:cNvSpPr/>
              <p:nvPr/>
            </p:nvSpPr>
            <p:spPr>
              <a:xfrm>
                <a:off x="2528900" y="4448575"/>
                <a:ext cx="10850" cy="7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00" extrusionOk="0">
                    <a:moveTo>
                      <a:pt x="18" y="0"/>
                    </a:moveTo>
                    <a:cubicBezTo>
                      <a:pt x="8" y="27"/>
                      <a:pt x="1" y="54"/>
                      <a:pt x="1" y="85"/>
                    </a:cubicBezTo>
                    <a:cubicBezTo>
                      <a:pt x="1" y="204"/>
                      <a:pt x="97" y="299"/>
                      <a:pt x="216" y="299"/>
                    </a:cubicBezTo>
                    <a:cubicBezTo>
                      <a:pt x="335" y="299"/>
                      <a:pt x="433" y="204"/>
                      <a:pt x="433" y="85"/>
                    </a:cubicBezTo>
                    <a:cubicBezTo>
                      <a:pt x="433" y="58"/>
                      <a:pt x="427" y="34"/>
                      <a:pt x="420" y="13"/>
                    </a:cubicBezTo>
                    <a:lnTo>
                      <a:pt x="216" y="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5"/>
              <p:cNvSpPr/>
              <p:nvPr/>
            </p:nvSpPr>
            <p:spPr>
              <a:xfrm>
                <a:off x="25108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5"/>
              <p:cNvSpPr/>
              <p:nvPr/>
            </p:nvSpPr>
            <p:spPr>
              <a:xfrm>
                <a:off x="25289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5"/>
              <p:cNvSpPr/>
              <p:nvPr/>
            </p:nvSpPr>
            <p:spPr>
              <a:xfrm>
                <a:off x="25108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35"/>
              <p:cNvSpPr/>
              <p:nvPr/>
            </p:nvSpPr>
            <p:spPr>
              <a:xfrm>
                <a:off x="25289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35"/>
              <p:cNvSpPr/>
              <p:nvPr/>
            </p:nvSpPr>
            <p:spPr>
              <a:xfrm>
                <a:off x="25108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5"/>
              <p:cNvSpPr/>
              <p:nvPr/>
            </p:nvSpPr>
            <p:spPr>
              <a:xfrm>
                <a:off x="25108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5"/>
              <p:cNvSpPr/>
              <p:nvPr/>
            </p:nvSpPr>
            <p:spPr>
              <a:xfrm>
                <a:off x="25289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5"/>
              <p:cNvSpPr/>
              <p:nvPr/>
            </p:nvSpPr>
            <p:spPr>
              <a:xfrm>
                <a:off x="25289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35"/>
              <p:cNvSpPr/>
              <p:nvPr/>
            </p:nvSpPr>
            <p:spPr>
              <a:xfrm>
                <a:off x="25108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35"/>
              <p:cNvSpPr/>
              <p:nvPr/>
            </p:nvSpPr>
            <p:spPr>
              <a:xfrm>
                <a:off x="2528900" y="4625450"/>
                <a:ext cx="1052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421" h="260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232"/>
                      <a:pt x="8" y="246"/>
                      <a:pt x="8" y="260"/>
                    </a:cubicBezTo>
                    <a:cubicBezTo>
                      <a:pt x="39" y="252"/>
                      <a:pt x="70" y="249"/>
                      <a:pt x="100" y="239"/>
                    </a:cubicBezTo>
                    <a:cubicBezTo>
                      <a:pt x="127" y="232"/>
                      <a:pt x="155" y="225"/>
                      <a:pt x="182" y="215"/>
                    </a:cubicBezTo>
                    <a:cubicBezTo>
                      <a:pt x="192" y="215"/>
                      <a:pt x="205" y="208"/>
                      <a:pt x="216" y="205"/>
                    </a:cubicBezTo>
                    <a:cubicBezTo>
                      <a:pt x="284" y="188"/>
                      <a:pt x="352" y="167"/>
                      <a:pt x="420" y="147"/>
                    </a:cubicBezTo>
                    <a:cubicBezTo>
                      <a:pt x="389" y="62"/>
                      <a:pt x="311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5"/>
              <p:cNvSpPr/>
              <p:nvPr/>
            </p:nvSpPr>
            <p:spPr>
              <a:xfrm>
                <a:off x="24748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5"/>
              <p:cNvSpPr/>
              <p:nvPr/>
            </p:nvSpPr>
            <p:spPr>
              <a:xfrm>
                <a:off x="2492900" y="4447450"/>
                <a:ext cx="10825" cy="86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45" extrusionOk="0">
                    <a:moveTo>
                      <a:pt x="48" y="1"/>
                    </a:moveTo>
                    <a:cubicBezTo>
                      <a:pt x="18" y="38"/>
                      <a:pt x="0" y="83"/>
                      <a:pt x="0" y="130"/>
                    </a:cubicBezTo>
                    <a:cubicBezTo>
                      <a:pt x="0" y="249"/>
                      <a:pt x="95" y="344"/>
                      <a:pt x="215" y="344"/>
                    </a:cubicBezTo>
                    <a:cubicBezTo>
                      <a:pt x="334" y="344"/>
                      <a:pt x="433" y="249"/>
                      <a:pt x="433" y="130"/>
                    </a:cubicBezTo>
                    <a:cubicBezTo>
                      <a:pt x="433" y="86"/>
                      <a:pt x="416" y="45"/>
                      <a:pt x="392" y="11"/>
                    </a:cubicBezTo>
                    <a:lnTo>
                      <a:pt x="215" y="7"/>
                    </a:lnTo>
                    <a:lnTo>
                      <a:pt x="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5"/>
              <p:cNvSpPr/>
              <p:nvPr/>
            </p:nvSpPr>
            <p:spPr>
              <a:xfrm>
                <a:off x="24929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35"/>
              <p:cNvSpPr/>
              <p:nvPr/>
            </p:nvSpPr>
            <p:spPr>
              <a:xfrm>
                <a:off x="24748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35"/>
              <p:cNvSpPr/>
              <p:nvPr/>
            </p:nvSpPr>
            <p:spPr>
              <a:xfrm>
                <a:off x="24748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35"/>
              <p:cNvSpPr/>
              <p:nvPr/>
            </p:nvSpPr>
            <p:spPr>
              <a:xfrm>
                <a:off x="24929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35"/>
              <p:cNvSpPr/>
              <p:nvPr/>
            </p:nvSpPr>
            <p:spPr>
              <a:xfrm>
                <a:off x="24748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5"/>
              <p:cNvSpPr/>
              <p:nvPr/>
            </p:nvSpPr>
            <p:spPr>
              <a:xfrm>
                <a:off x="249290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5"/>
              <p:cNvSpPr/>
              <p:nvPr/>
            </p:nvSpPr>
            <p:spPr>
              <a:xfrm>
                <a:off x="24748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35"/>
              <p:cNvSpPr/>
              <p:nvPr/>
            </p:nvSpPr>
            <p:spPr>
              <a:xfrm>
                <a:off x="249290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35"/>
              <p:cNvSpPr/>
              <p:nvPr/>
            </p:nvSpPr>
            <p:spPr>
              <a:xfrm>
                <a:off x="2492900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5"/>
              <p:cNvSpPr/>
              <p:nvPr/>
            </p:nvSpPr>
            <p:spPr>
              <a:xfrm>
                <a:off x="2456850" y="4446450"/>
                <a:ext cx="10850" cy="96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5" extrusionOk="0">
                    <a:moveTo>
                      <a:pt x="90" y="0"/>
                    </a:moveTo>
                    <a:cubicBezTo>
                      <a:pt x="39" y="37"/>
                      <a:pt x="1" y="98"/>
                      <a:pt x="1" y="170"/>
                    </a:cubicBezTo>
                    <a:cubicBezTo>
                      <a:pt x="1" y="289"/>
                      <a:pt x="97" y="384"/>
                      <a:pt x="216" y="384"/>
                    </a:cubicBezTo>
                    <a:cubicBezTo>
                      <a:pt x="335" y="384"/>
                      <a:pt x="433" y="289"/>
                      <a:pt x="433" y="170"/>
                    </a:cubicBezTo>
                    <a:cubicBezTo>
                      <a:pt x="433" y="102"/>
                      <a:pt x="400" y="47"/>
                      <a:pt x="352" y="7"/>
                    </a:cubicBezTo>
                    <a:lnTo>
                      <a:pt x="216" y="3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5"/>
              <p:cNvSpPr/>
              <p:nvPr/>
            </p:nvSpPr>
            <p:spPr>
              <a:xfrm>
                <a:off x="24388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35"/>
              <p:cNvSpPr/>
              <p:nvPr/>
            </p:nvSpPr>
            <p:spPr>
              <a:xfrm>
                <a:off x="24388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35"/>
              <p:cNvSpPr/>
              <p:nvPr/>
            </p:nvSpPr>
            <p:spPr>
              <a:xfrm>
                <a:off x="24568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5"/>
              <p:cNvSpPr/>
              <p:nvPr/>
            </p:nvSpPr>
            <p:spPr>
              <a:xfrm>
                <a:off x="24388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5"/>
              <p:cNvSpPr/>
              <p:nvPr/>
            </p:nvSpPr>
            <p:spPr>
              <a:xfrm>
                <a:off x="24568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35"/>
              <p:cNvSpPr/>
              <p:nvPr/>
            </p:nvSpPr>
            <p:spPr>
              <a:xfrm>
                <a:off x="24568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35"/>
              <p:cNvSpPr/>
              <p:nvPr/>
            </p:nvSpPr>
            <p:spPr>
              <a:xfrm>
                <a:off x="24388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35"/>
              <p:cNvSpPr/>
              <p:nvPr/>
            </p:nvSpPr>
            <p:spPr>
              <a:xfrm>
                <a:off x="24568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35"/>
              <p:cNvSpPr/>
              <p:nvPr/>
            </p:nvSpPr>
            <p:spPr>
              <a:xfrm>
                <a:off x="243880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35"/>
              <p:cNvSpPr/>
              <p:nvPr/>
            </p:nvSpPr>
            <p:spPr>
              <a:xfrm>
                <a:off x="24568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8"/>
                      <a:pt x="97" y="433"/>
                      <a:pt x="216" y="433"/>
                    </a:cubicBezTo>
                    <a:cubicBezTo>
                      <a:pt x="335" y="433"/>
                      <a:pt x="433" y="338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35"/>
              <p:cNvSpPr/>
              <p:nvPr/>
            </p:nvSpPr>
            <p:spPr>
              <a:xfrm>
                <a:off x="2420850" y="4445425"/>
                <a:ext cx="108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26" extrusionOk="0">
                    <a:moveTo>
                      <a:pt x="197" y="0"/>
                    </a:moveTo>
                    <a:cubicBezTo>
                      <a:pt x="85" y="7"/>
                      <a:pt x="0" y="98"/>
                      <a:pt x="0" y="211"/>
                    </a:cubicBezTo>
                    <a:cubicBezTo>
                      <a:pt x="0" y="330"/>
                      <a:pt x="95" y="425"/>
                      <a:pt x="214" y="425"/>
                    </a:cubicBezTo>
                    <a:cubicBezTo>
                      <a:pt x="334" y="425"/>
                      <a:pt x="433" y="330"/>
                      <a:pt x="433" y="211"/>
                    </a:cubicBezTo>
                    <a:cubicBezTo>
                      <a:pt x="433" y="98"/>
                      <a:pt x="348" y="13"/>
                      <a:pt x="2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35"/>
              <p:cNvSpPr/>
              <p:nvPr/>
            </p:nvSpPr>
            <p:spPr>
              <a:xfrm>
                <a:off x="24027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35"/>
              <p:cNvSpPr/>
              <p:nvPr/>
            </p:nvSpPr>
            <p:spPr>
              <a:xfrm>
                <a:off x="24208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35"/>
              <p:cNvSpPr/>
              <p:nvPr/>
            </p:nvSpPr>
            <p:spPr>
              <a:xfrm>
                <a:off x="24027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35"/>
              <p:cNvSpPr/>
              <p:nvPr/>
            </p:nvSpPr>
            <p:spPr>
              <a:xfrm>
                <a:off x="24027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35"/>
              <p:cNvSpPr/>
              <p:nvPr/>
            </p:nvSpPr>
            <p:spPr>
              <a:xfrm>
                <a:off x="24208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4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35"/>
              <p:cNvSpPr/>
              <p:nvPr/>
            </p:nvSpPr>
            <p:spPr>
              <a:xfrm>
                <a:off x="24208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35"/>
              <p:cNvSpPr/>
              <p:nvPr/>
            </p:nvSpPr>
            <p:spPr>
              <a:xfrm>
                <a:off x="24027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9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35"/>
              <p:cNvSpPr/>
              <p:nvPr/>
            </p:nvSpPr>
            <p:spPr>
              <a:xfrm>
                <a:off x="24208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4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35"/>
              <p:cNvSpPr/>
              <p:nvPr/>
            </p:nvSpPr>
            <p:spPr>
              <a:xfrm>
                <a:off x="2386025" y="4625450"/>
                <a:ext cx="9300" cy="412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165" extrusionOk="0">
                    <a:moveTo>
                      <a:pt x="167" y="1"/>
                    </a:moveTo>
                    <a:cubicBezTo>
                      <a:pt x="98" y="1"/>
                      <a:pt x="37" y="35"/>
                      <a:pt x="0" y="86"/>
                    </a:cubicBezTo>
                    <a:cubicBezTo>
                      <a:pt x="54" y="100"/>
                      <a:pt x="112" y="109"/>
                      <a:pt x="167" y="120"/>
                    </a:cubicBezTo>
                    <a:cubicBezTo>
                      <a:pt x="235" y="137"/>
                      <a:pt x="303" y="150"/>
                      <a:pt x="371" y="164"/>
                    </a:cubicBezTo>
                    <a:cubicBezTo>
                      <a:pt x="348" y="69"/>
                      <a:pt x="266" y="1"/>
                      <a:pt x="16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35"/>
              <p:cNvSpPr/>
              <p:nvPr/>
            </p:nvSpPr>
            <p:spPr>
              <a:xfrm>
                <a:off x="24027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35"/>
              <p:cNvSpPr/>
              <p:nvPr/>
            </p:nvSpPr>
            <p:spPr>
              <a:xfrm>
                <a:off x="2420850" y="4625450"/>
                <a:ext cx="1082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93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270"/>
                      <a:pt x="21" y="314"/>
                      <a:pt x="51" y="351"/>
                    </a:cubicBezTo>
                    <a:cubicBezTo>
                      <a:pt x="106" y="362"/>
                      <a:pt x="161" y="372"/>
                      <a:pt x="214" y="378"/>
                    </a:cubicBezTo>
                    <a:cubicBezTo>
                      <a:pt x="255" y="386"/>
                      <a:pt x="293" y="389"/>
                      <a:pt x="334" y="392"/>
                    </a:cubicBezTo>
                    <a:cubicBezTo>
                      <a:pt x="392" y="355"/>
                      <a:pt x="433" y="290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35"/>
              <p:cNvSpPr/>
              <p:nvPr/>
            </p:nvSpPr>
            <p:spPr>
              <a:xfrm>
                <a:off x="2384800" y="4445325"/>
                <a:ext cx="1077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0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6" y="429"/>
                    </a:cubicBezTo>
                    <a:cubicBezTo>
                      <a:pt x="335" y="429"/>
                      <a:pt x="430" y="334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35"/>
              <p:cNvSpPr/>
              <p:nvPr/>
            </p:nvSpPr>
            <p:spPr>
              <a:xfrm>
                <a:off x="23667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35"/>
              <p:cNvSpPr/>
              <p:nvPr/>
            </p:nvSpPr>
            <p:spPr>
              <a:xfrm>
                <a:off x="2384800" y="448135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35"/>
              <p:cNvSpPr/>
              <p:nvPr/>
            </p:nvSpPr>
            <p:spPr>
              <a:xfrm>
                <a:off x="23667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35"/>
              <p:cNvSpPr/>
              <p:nvPr/>
            </p:nvSpPr>
            <p:spPr>
              <a:xfrm>
                <a:off x="2384800" y="451737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6" y="433"/>
                    </a:cubicBezTo>
                    <a:cubicBezTo>
                      <a:pt x="335" y="433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35"/>
              <p:cNvSpPr/>
              <p:nvPr/>
            </p:nvSpPr>
            <p:spPr>
              <a:xfrm>
                <a:off x="23667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35"/>
              <p:cNvSpPr/>
              <p:nvPr/>
            </p:nvSpPr>
            <p:spPr>
              <a:xfrm>
                <a:off x="2384800" y="455340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5"/>
              <p:cNvSpPr/>
              <p:nvPr/>
            </p:nvSpPr>
            <p:spPr>
              <a:xfrm>
                <a:off x="23667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9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35"/>
              <p:cNvSpPr/>
              <p:nvPr/>
            </p:nvSpPr>
            <p:spPr>
              <a:xfrm>
                <a:off x="23667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35"/>
              <p:cNvSpPr/>
              <p:nvPr/>
            </p:nvSpPr>
            <p:spPr>
              <a:xfrm>
                <a:off x="2384800" y="458942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6" y="434"/>
                    </a:cubicBezTo>
                    <a:cubicBezTo>
                      <a:pt x="335" y="434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35"/>
              <p:cNvSpPr/>
              <p:nvPr/>
            </p:nvSpPr>
            <p:spPr>
              <a:xfrm>
                <a:off x="23487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35"/>
              <p:cNvSpPr/>
              <p:nvPr/>
            </p:nvSpPr>
            <p:spPr>
              <a:xfrm>
                <a:off x="23307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5"/>
              <p:cNvSpPr/>
              <p:nvPr/>
            </p:nvSpPr>
            <p:spPr>
              <a:xfrm>
                <a:off x="23307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35"/>
              <p:cNvSpPr/>
              <p:nvPr/>
            </p:nvSpPr>
            <p:spPr>
              <a:xfrm>
                <a:off x="23487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35"/>
              <p:cNvSpPr/>
              <p:nvPr/>
            </p:nvSpPr>
            <p:spPr>
              <a:xfrm>
                <a:off x="23487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35"/>
              <p:cNvSpPr/>
              <p:nvPr/>
            </p:nvSpPr>
            <p:spPr>
              <a:xfrm>
                <a:off x="23307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35"/>
              <p:cNvSpPr/>
              <p:nvPr/>
            </p:nvSpPr>
            <p:spPr>
              <a:xfrm>
                <a:off x="23307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35"/>
              <p:cNvSpPr/>
              <p:nvPr/>
            </p:nvSpPr>
            <p:spPr>
              <a:xfrm>
                <a:off x="23487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35"/>
              <p:cNvSpPr/>
              <p:nvPr/>
            </p:nvSpPr>
            <p:spPr>
              <a:xfrm>
                <a:off x="23487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35"/>
              <p:cNvSpPr/>
              <p:nvPr/>
            </p:nvSpPr>
            <p:spPr>
              <a:xfrm>
                <a:off x="2330725" y="4607400"/>
                <a:ext cx="10850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20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90"/>
                      <a:pt x="38" y="351"/>
                      <a:pt x="90" y="389"/>
                    </a:cubicBezTo>
                    <a:cubicBezTo>
                      <a:pt x="154" y="399"/>
                      <a:pt x="219" y="410"/>
                      <a:pt x="283" y="419"/>
                    </a:cubicBezTo>
                    <a:cubicBezTo>
                      <a:pt x="368" y="392"/>
                      <a:pt x="434" y="314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35"/>
              <p:cNvSpPr/>
              <p:nvPr/>
            </p:nvSpPr>
            <p:spPr>
              <a:xfrm>
                <a:off x="23126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35"/>
              <p:cNvSpPr/>
              <p:nvPr/>
            </p:nvSpPr>
            <p:spPr>
              <a:xfrm>
                <a:off x="22947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35"/>
              <p:cNvSpPr/>
              <p:nvPr/>
            </p:nvSpPr>
            <p:spPr>
              <a:xfrm>
                <a:off x="23126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35"/>
              <p:cNvSpPr/>
              <p:nvPr/>
            </p:nvSpPr>
            <p:spPr>
              <a:xfrm>
                <a:off x="22947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35"/>
              <p:cNvSpPr/>
              <p:nvPr/>
            </p:nvSpPr>
            <p:spPr>
              <a:xfrm>
                <a:off x="23126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35"/>
              <p:cNvSpPr/>
              <p:nvPr/>
            </p:nvSpPr>
            <p:spPr>
              <a:xfrm>
                <a:off x="22947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35"/>
              <p:cNvSpPr/>
              <p:nvPr/>
            </p:nvSpPr>
            <p:spPr>
              <a:xfrm>
                <a:off x="23126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35"/>
              <p:cNvSpPr/>
              <p:nvPr/>
            </p:nvSpPr>
            <p:spPr>
              <a:xfrm>
                <a:off x="22947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5"/>
              <p:cNvSpPr/>
              <p:nvPr/>
            </p:nvSpPr>
            <p:spPr>
              <a:xfrm>
                <a:off x="2294700" y="4607400"/>
                <a:ext cx="1085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267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232"/>
                      <a:pt x="4" y="242"/>
                      <a:pt x="7" y="256"/>
                    </a:cubicBezTo>
                    <a:cubicBezTo>
                      <a:pt x="147" y="256"/>
                      <a:pt x="284" y="259"/>
                      <a:pt x="424" y="266"/>
                    </a:cubicBezTo>
                    <a:cubicBezTo>
                      <a:pt x="427" y="249"/>
                      <a:pt x="433" y="235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5"/>
              <p:cNvSpPr/>
              <p:nvPr/>
            </p:nvSpPr>
            <p:spPr>
              <a:xfrm>
                <a:off x="23126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5"/>
              <p:cNvSpPr/>
              <p:nvPr/>
            </p:nvSpPr>
            <p:spPr>
              <a:xfrm>
                <a:off x="22766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35"/>
              <p:cNvSpPr/>
              <p:nvPr/>
            </p:nvSpPr>
            <p:spPr>
              <a:xfrm>
                <a:off x="22586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35"/>
              <p:cNvSpPr/>
              <p:nvPr/>
            </p:nvSpPr>
            <p:spPr>
              <a:xfrm>
                <a:off x="22586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35"/>
              <p:cNvSpPr/>
              <p:nvPr/>
            </p:nvSpPr>
            <p:spPr>
              <a:xfrm>
                <a:off x="22766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35"/>
              <p:cNvSpPr/>
              <p:nvPr/>
            </p:nvSpPr>
            <p:spPr>
              <a:xfrm>
                <a:off x="22586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35"/>
              <p:cNvSpPr/>
              <p:nvPr/>
            </p:nvSpPr>
            <p:spPr>
              <a:xfrm>
                <a:off x="22766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35"/>
              <p:cNvSpPr/>
              <p:nvPr/>
            </p:nvSpPr>
            <p:spPr>
              <a:xfrm>
                <a:off x="22586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35"/>
              <p:cNvSpPr/>
              <p:nvPr/>
            </p:nvSpPr>
            <p:spPr>
              <a:xfrm>
                <a:off x="22766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35"/>
              <p:cNvSpPr/>
              <p:nvPr/>
            </p:nvSpPr>
            <p:spPr>
              <a:xfrm>
                <a:off x="22766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35"/>
              <p:cNvSpPr/>
              <p:nvPr/>
            </p:nvSpPr>
            <p:spPr>
              <a:xfrm>
                <a:off x="2258675" y="4607400"/>
                <a:ext cx="108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2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87"/>
                      <a:pt x="31" y="344"/>
                      <a:pt x="79" y="382"/>
                    </a:cubicBezTo>
                    <a:cubicBezTo>
                      <a:pt x="188" y="361"/>
                      <a:pt x="294" y="341"/>
                      <a:pt x="399" y="324"/>
                    </a:cubicBezTo>
                    <a:cubicBezTo>
                      <a:pt x="420" y="293"/>
                      <a:pt x="434" y="256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35"/>
              <p:cNvSpPr/>
              <p:nvPr/>
            </p:nvSpPr>
            <p:spPr>
              <a:xfrm>
                <a:off x="22226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35"/>
              <p:cNvSpPr/>
              <p:nvPr/>
            </p:nvSpPr>
            <p:spPr>
              <a:xfrm>
                <a:off x="22406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35"/>
              <p:cNvSpPr/>
              <p:nvPr/>
            </p:nvSpPr>
            <p:spPr>
              <a:xfrm>
                <a:off x="22226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35"/>
              <p:cNvSpPr/>
              <p:nvPr/>
            </p:nvSpPr>
            <p:spPr>
              <a:xfrm>
                <a:off x="22406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35"/>
              <p:cNvSpPr/>
              <p:nvPr/>
            </p:nvSpPr>
            <p:spPr>
              <a:xfrm>
                <a:off x="22226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35"/>
              <p:cNvSpPr/>
              <p:nvPr/>
            </p:nvSpPr>
            <p:spPr>
              <a:xfrm>
                <a:off x="22406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35"/>
              <p:cNvSpPr/>
              <p:nvPr/>
            </p:nvSpPr>
            <p:spPr>
              <a:xfrm>
                <a:off x="22226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35"/>
              <p:cNvSpPr/>
              <p:nvPr/>
            </p:nvSpPr>
            <p:spPr>
              <a:xfrm>
                <a:off x="22406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35"/>
              <p:cNvSpPr/>
              <p:nvPr/>
            </p:nvSpPr>
            <p:spPr>
              <a:xfrm>
                <a:off x="22406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5"/>
              <p:cNvSpPr/>
              <p:nvPr/>
            </p:nvSpPr>
            <p:spPr>
              <a:xfrm>
                <a:off x="22226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5"/>
              <p:cNvSpPr/>
              <p:nvPr/>
            </p:nvSpPr>
            <p:spPr>
              <a:xfrm>
                <a:off x="21866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35"/>
              <p:cNvSpPr/>
              <p:nvPr/>
            </p:nvSpPr>
            <p:spPr>
              <a:xfrm>
                <a:off x="22046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35"/>
              <p:cNvSpPr/>
              <p:nvPr/>
            </p:nvSpPr>
            <p:spPr>
              <a:xfrm>
                <a:off x="22046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5"/>
              <p:cNvSpPr/>
              <p:nvPr/>
            </p:nvSpPr>
            <p:spPr>
              <a:xfrm>
                <a:off x="2204588" y="4481313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5"/>
              <p:cNvSpPr/>
              <p:nvPr/>
            </p:nvSpPr>
            <p:spPr>
              <a:xfrm>
                <a:off x="21866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35"/>
              <p:cNvSpPr/>
              <p:nvPr/>
            </p:nvSpPr>
            <p:spPr>
              <a:xfrm>
                <a:off x="22046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35"/>
              <p:cNvSpPr/>
              <p:nvPr/>
            </p:nvSpPr>
            <p:spPr>
              <a:xfrm>
                <a:off x="22046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35"/>
              <p:cNvSpPr/>
              <p:nvPr/>
            </p:nvSpPr>
            <p:spPr>
              <a:xfrm>
                <a:off x="21866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35"/>
              <p:cNvSpPr/>
              <p:nvPr/>
            </p:nvSpPr>
            <p:spPr>
              <a:xfrm>
                <a:off x="22046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35"/>
              <p:cNvSpPr/>
              <p:nvPr/>
            </p:nvSpPr>
            <p:spPr>
              <a:xfrm>
                <a:off x="21866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35"/>
              <p:cNvSpPr/>
              <p:nvPr/>
            </p:nvSpPr>
            <p:spPr>
              <a:xfrm>
                <a:off x="22046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8"/>
                      <a:pt x="99" y="433"/>
                      <a:pt x="218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35"/>
              <p:cNvSpPr/>
              <p:nvPr/>
            </p:nvSpPr>
            <p:spPr>
              <a:xfrm>
                <a:off x="2186625" y="4643500"/>
                <a:ext cx="10425" cy="10075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03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6"/>
                    </a:cubicBezTo>
                    <a:cubicBezTo>
                      <a:pt x="0" y="297"/>
                      <a:pt x="49" y="365"/>
                      <a:pt x="113" y="403"/>
                    </a:cubicBezTo>
                    <a:cubicBezTo>
                      <a:pt x="212" y="315"/>
                      <a:pt x="314" y="229"/>
                      <a:pt x="416" y="147"/>
                    </a:cubicBezTo>
                    <a:cubicBezTo>
                      <a:pt x="389" y="62"/>
                      <a:pt x="311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35"/>
              <p:cNvSpPr/>
              <p:nvPr/>
            </p:nvSpPr>
            <p:spPr>
              <a:xfrm>
                <a:off x="2152800" y="4436975"/>
                <a:ext cx="6000" cy="1125"/>
              </a:xfrm>
              <a:custGeom>
                <a:avLst/>
                <a:gdLst/>
                <a:ahLst/>
                <a:cxnLst/>
                <a:rect l="l" t="t" r="r" b="b"/>
                <a:pathLst>
                  <a:path w="240" h="4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9" y="27"/>
                      <a:pt x="79" y="45"/>
                      <a:pt x="127" y="45"/>
                    </a:cubicBezTo>
                    <a:cubicBezTo>
                      <a:pt x="172" y="45"/>
                      <a:pt x="209" y="27"/>
                      <a:pt x="240" y="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35"/>
              <p:cNvSpPr/>
              <p:nvPr/>
            </p:nvSpPr>
            <p:spPr>
              <a:xfrm>
                <a:off x="21506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35"/>
              <p:cNvSpPr/>
              <p:nvPr/>
            </p:nvSpPr>
            <p:spPr>
              <a:xfrm>
                <a:off x="21685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35"/>
              <p:cNvSpPr/>
              <p:nvPr/>
            </p:nvSpPr>
            <p:spPr>
              <a:xfrm>
                <a:off x="21685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35"/>
              <p:cNvSpPr/>
              <p:nvPr/>
            </p:nvSpPr>
            <p:spPr>
              <a:xfrm>
                <a:off x="21506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35"/>
              <p:cNvSpPr/>
              <p:nvPr/>
            </p:nvSpPr>
            <p:spPr>
              <a:xfrm>
                <a:off x="21506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35"/>
              <p:cNvSpPr/>
              <p:nvPr/>
            </p:nvSpPr>
            <p:spPr>
              <a:xfrm>
                <a:off x="21685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35"/>
              <p:cNvSpPr/>
              <p:nvPr/>
            </p:nvSpPr>
            <p:spPr>
              <a:xfrm>
                <a:off x="21506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35"/>
              <p:cNvSpPr/>
              <p:nvPr/>
            </p:nvSpPr>
            <p:spPr>
              <a:xfrm>
                <a:off x="21685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35"/>
              <p:cNvSpPr/>
              <p:nvPr/>
            </p:nvSpPr>
            <p:spPr>
              <a:xfrm>
                <a:off x="2150600" y="46074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35"/>
              <p:cNvSpPr/>
              <p:nvPr/>
            </p:nvSpPr>
            <p:spPr>
              <a:xfrm>
                <a:off x="21685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35"/>
              <p:cNvSpPr/>
              <p:nvPr/>
            </p:nvSpPr>
            <p:spPr>
              <a:xfrm>
                <a:off x="216857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9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35"/>
              <p:cNvSpPr/>
              <p:nvPr/>
            </p:nvSpPr>
            <p:spPr>
              <a:xfrm>
                <a:off x="2150600" y="4643500"/>
                <a:ext cx="107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0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6"/>
                    </a:cubicBezTo>
                    <a:cubicBezTo>
                      <a:pt x="1" y="335"/>
                      <a:pt x="96" y="430"/>
                      <a:pt x="215" y="430"/>
                    </a:cubicBezTo>
                    <a:cubicBezTo>
                      <a:pt x="334" y="430"/>
                      <a:pt x="430" y="335"/>
                      <a:pt x="430" y="216"/>
                    </a:cubicBezTo>
                    <a:cubicBezTo>
                      <a:pt x="430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35"/>
              <p:cNvSpPr/>
              <p:nvPr/>
            </p:nvSpPr>
            <p:spPr>
              <a:xfrm>
                <a:off x="2150600" y="4679550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5"/>
                      <a:pt x="1" y="214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0" y="334"/>
                      <a:pt x="430" y="214"/>
                    </a:cubicBezTo>
                    <a:cubicBezTo>
                      <a:pt x="430" y="95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35"/>
              <p:cNvSpPr/>
              <p:nvPr/>
            </p:nvSpPr>
            <p:spPr>
              <a:xfrm>
                <a:off x="2168575" y="4661475"/>
                <a:ext cx="10075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403" h="417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07"/>
                      <a:pt x="58" y="385"/>
                      <a:pt x="137" y="416"/>
                    </a:cubicBezTo>
                    <a:cubicBezTo>
                      <a:pt x="164" y="385"/>
                      <a:pt x="191" y="355"/>
                      <a:pt x="219" y="321"/>
                    </a:cubicBezTo>
                    <a:cubicBezTo>
                      <a:pt x="246" y="286"/>
                      <a:pt x="277" y="253"/>
                      <a:pt x="307" y="219"/>
                    </a:cubicBezTo>
                    <a:cubicBezTo>
                      <a:pt x="338" y="181"/>
                      <a:pt x="368" y="147"/>
                      <a:pt x="403" y="110"/>
                    </a:cubicBezTo>
                    <a:cubicBezTo>
                      <a:pt x="365" y="45"/>
                      <a:pt x="297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35"/>
              <p:cNvSpPr/>
              <p:nvPr/>
            </p:nvSpPr>
            <p:spPr>
              <a:xfrm>
                <a:off x="2150600" y="4896525"/>
                <a:ext cx="3450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383" extrusionOk="0">
                    <a:moveTo>
                      <a:pt x="103" y="1"/>
                    </a:moveTo>
                    <a:cubicBezTo>
                      <a:pt x="42" y="42"/>
                      <a:pt x="1" y="107"/>
                      <a:pt x="1" y="185"/>
                    </a:cubicBezTo>
                    <a:cubicBezTo>
                      <a:pt x="1" y="274"/>
                      <a:pt x="55" y="352"/>
                      <a:pt x="137" y="383"/>
                    </a:cubicBezTo>
                    <a:cubicBezTo>
                      <a:pt x="127" y="257"/>
                      <a:pt x="117" y="131"/>
                      <a:pt x="10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35"/>
              <p:cNvSpPr/>
              <p:nvPr/>
            </p:nvSpPr>
            <p:spPr>
              <a:xfrm>
                <a:off x="2150600" y="4932050"/>
                <a:ext cx="3850" cy="9975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99" extrusionOk="0">
                    <a:moveTo>
                      <a:pt x="154" y="1"/>
                    </a:moveTo>
                    <a:cubicBezTo>
                      <a:pt x="65" y="28"/>
                      <a:pt x="1" y="106"/>
                      <a:pt x="1" y="205"/>
                    </a:cubicBezTo>
                    <a:cubicBezTo>
                      <a:pt x="1" y="290"/>
                      <a:pt x="51" y="365"/>
                      <a:pt x="123" y="399"/>
                    </a:cubicBezTo>
                    <a:cubicBezTo>
                      <a:pt x="137" y="276"/>
                      <a:pt x="147" y="150"/>
                      <a:pt x="154" y="28"/>
                    </a:cubicBez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35"/>
              <p:cNvSpPr/>
              <p:nvPr/>
            </p:nvSpPr>
            <p:spPr>
              <a:xfrm>
                <a:off x="2115700" y="4435800"/>
                <a:ext cx="835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334" h="92" extrusionOk="0">
                    <a:moveTo>
                      <a:pt x="0" y="0"/>
                    </a:moveTo>
                    <a:cubicBezTo>
                      <a:pt x="37" y="54"/>
                      <a:pt x="98" y="92"/>
                      <a:pt x="170" y="92"/>
                    </a:cubicBezTo>
                    <a:cubicBezTo>
                      <a:pt x="238" y="92"/>
                      <a:pt x="293" y="58"/>
                      <a:pt x="334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35"/>
              <p:cNvSpPr/>
              <p:nvPr/>
            </p:nvSpPr>
            <p:spPr>
              <a:xfrm>
                <a:off x="21144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35"/>
              <p:cNvSpPr/>
              <p:nvPr/>
            </p:nvSpPr>
            <p:spPr>
              <a:xfrm>
                <a:off x="21325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35"/>
              <p:cNvSpPr/>
              <p:nvPr/>
            </p:nvSpPr>
            <p:spPr>
              <a:xfrm>
                <a:off x="21144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35"/>
              <p:cNvSpPr/>
              <p:nvPr/>
            </p:nvSpPr>
            <p:spPr>
              <a:xfrm>
                <a:off x="21325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35"/>
              <p:cNvSpPr/>
              <p:nvPr/>
            </p:nvSpPr>
            <p:spPr>
              <a:xfrm>
                <a:off x="21325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35"/>
              <p:cNvSpPr/>
              <p:nvPr/>
            </p:nvSpPr>
            <p:spPr>
              <a:xfrm>
                <a:off x="21144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35"/>
              <p:cNvSpPr/>
              <p:nvPr/>
            </p:nvSpPr>
            <p:spPr>
              <a:xfrm>
                <a:off x="21325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35"/>
              <p:cNvSpPr/>
              <p:nvPr/>
            </p:nvSpPr>
            <p:spPr>
              <a:xfrm>
                <a:off x="21144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35"/>
              <p:cNvSpPr/>
              <p:nvPr/>
            </p:nvSpPr>
            <p:spPr>
              <a:xfrm>
                <a:off x="21325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35"/>
              <p:cNvSpPr/>
              <p:nvPr/>
            </p:nvSpPr>
            <p:spPr>
              <a:xfrm>
                <a:off x="21144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35"/>
              <p:cNvSpPr/>
              <p:nvPr/>
            </p:nvSpPr>
            <p:spPr>
              <a:xfrm>
                <a:off x="211447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35"/>
              <p:cNvSpPr/>
              <p:nvPr/>
            </p:nvSpPr>
            <p:spPr>
              <a:xfrm>
                <a:off x="21325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35"/>
              <p:cNvSpPr/>
              <p:nvPr/>
            </p:nvSpPr>
            <p:spPr>
              <a:xfrm>
                <a:off x="213255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35"/>
              <p:cNvSpPr/>
              <p:nvPr/>
            </p:nvSpPr>
            <p:spPr>
              <a:xfrm>
                <a:off x="211447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35"/>
              <p:cNvSpPr/>
              <p:nvPr/>
            </p:nvSpPr>
            <p:spPr>
              <a:xfrm>
                <a:off x="211447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35"/>
              <p:cNvSpPr/>
              <p:nvPr/>
            </p:nvSpPr>
            <p:spPr>
              <a:xfrm>
                <a:off x="213255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100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35"/>
              <p:cNvSpPr/>
              <p:nvPr/>
            </p:nvSpPr>
            <p:spPr>
              <a:xfrm>
                <a:off x="211447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35"/>
              <p:cNvSpPr/>
              <p:nvPr/>
            </p:nvSpPr>
            <p:spPr>
              <a:xfrm>
                <a:off x="2132550" y="4733525"/>
                <a:ext cx="87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39" y="434"/>
                      <a:pt x="259" y="426"/>
                      <a:pt x="280" y="420"/>
                    </a:cubicBezTo>
                    <a:cubicBezTo>
                      <a:pt x="290" y="355"/>
                      <a:pt x="297" y="287"/>
                      <a:pt x="311" y="219"/>
                    </a:cubicBezTo>
                    <a:cubicBezTo>
                      <a:pt x="311" y="209"/>
                      <a:pt x="314" y="198"/>
                      <a:pt x="314" y="192"/>
                    </a:cubicBezTo>
                    <a:cubicBezTo>
                      <a:pt x="324" y="143"/>
                      <a:pt x="338" y="96"/>
                      <a:pt x="348" y="49"/>
                    </a:cubicBezTo>
                    <a:cubicBezTo>
                      <a:pt x="311" y="21"/>
                      <a:pt x="266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35"/>
              <p:cNvSpPr/>
              <p:nvPr/>
            </p:nvSpPr>
            <p:spPr>
              <a:xfrm>
                <a:off x="211447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35"/>
              <p:cNvSpPr/>
              <p:nvPr/>
            </p:nvSpPr>
            <p:spPr>
              <a:xfrm>
                <a:off x="2132550" y="4769725"/>
                <a:ext cx="505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424" extrusionOk="0">
                    <a:moveTo>
                      <a:pt x="198" y="0"/>
                    </a:moveTo>
                    <a:lnTo>
                      <a:pt x="198" y="0"/>
                    </a:lnTo>
                    <a:cubicBezTo>
                      <a:pt x="86" y="11"/>
                      <a:pt x="1" y="99"/>
                      <a:pt x="1" y="212"/>
                    </a:cubicBezTo>
                    <a:cubicBezTo>
                      <a:pt x="1" y="324"/>
                      <a:pt x="89" y="416"/>
                      <a:pt x="201" y="423"/>
                    </a:cubicBezTo>
                    <a:cubicBezTo>
                      <a:pt x="198" y="355"/>
                      <a:pt x="194" y="283"/>
                      <a:pt x="194" y="212"/>
                    </a:cubicBezTo>
                    <a:cubicBezTo>
                      <a:pt x="194" y="140"/>
                      <a:pt x="194" y="69"/>
                      <a:pt x="1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35"/>
              <p:cNvSpPr/>
              <p:nvPr/>
            </p:nvSpPr>
            <p:spPr>
              <a:xfrm>
                <a:off x="2132550" y="4805575"/>
                <a:ext cx="8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32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59" y="434"/>
                      <a:pt x="297" y="420"/>
                      <a:pt x="331" y="396"/>
                    </a:cubicBezTo>
                    <a:cubicBezTo>
                      <a:pt x="320" y="338"/>
                      <a:pt x="314" y="277"/>
                      <a:pt x="303" y="219"/>
                    </a:cubicBezTo>
                    <a:cubicBezTo>
                      <a:pt x="297" y="151"/>
                      <a:pt x="290" y="82"/>
                      <a:pt x="283" y="14"/>
                    </a:cubicBezTo>
                    <a:cubicBezTo>
                      <a:pt x="259" y="8"/>
                      <a:pt x="239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35"/>
              <p:cNvSpPr/>
              <p:nvPr/>
            </p:nvSpPr>
            <p:spPr>
              <a:xfrm>
                <a:off x="211447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35"/>
              <p:cNvSpPr/>
              <p:nvPr/>
            </p:nvSpPr>
            <p:spPr>
              <a:xfrm>
                <a:off x="213255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35"/>
              <p:cNvSpPr/>
              <p:nvPr/>
            </p:nvSpPr>
            <p:spPr>
              <a:xfrm>
                <a:off x="211447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35"/>
              <p:cNvSpPr/>
              <p:nvPr/>
            </p:nvSpPr>
            <p:spPr>
              <a:xfrm>
                <a:off x="211447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35"/>
              <p:cNvSpPr/>
              <p:nvPr/>
            </p:nvSpPr>
            <p:spPr>
              <a:xfrm>
                <a:off x="213255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35"/>
              <p:cNvSpPr/>
              <p:nvPr/>
            </p:nvSpPr>
            <p:spPr>
              <a:xfrm>
                <a:off x="211447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35"/>
              <p:cNvSpPr/>
              <p:nvPr/>
            </p:nvSpPr>
            <p:spPr>
              <a:xfrm>
                <a:off x="213255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35"/>
              <p:cNvSpPr/>
              <p:nvPr/>
            </p:nvSpPr>
            <p:spPr>
              <a:xfrm>
                <a:off x="211447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35"/>
              <p:cNvSpPr/>
              <p:nvPr/>
            </p:nvSpPr>
            <p:spPr>
              <a:xfrm>
                <a:off x="213255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35"/>
              <p:cNvSpPr/>
              <p:nvPr/>
            </p:nvSpPr>
            <p:spPr>
              <a:xfrm>
                <a:off x="2132550" y="4985800"/>
                <a:ext cx="940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76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27"/>
                      <a:pt x="86" y="420"/>
                      <a:pt x="198" y="430"/>
                    </a:cubicBezTo>
                    <a:cubicBezTo>
                      <a:pt x="205" y="416"/>
                      <a:pt x="212" y="406"/>
                      <a:pt x="215" y="395"/>
                    </a:cubicBezTo>
                    <a:cubicBezTo>
                      <a:pt x="249" y="334"/>
                      <a:pt x="283" y="277"/>
                      <a:pt x="314" y="215"/>
                    </a:cubicBezTo>
                    <a:cubicBezTo>
                      <a:pt x="338" y="170"/>
                      <a:pt x="355" y="120"/>
                      <a:pt x="375" y="72"/>
                    </a:cubicBezTo>
                    <a:cubicBezTo>
                      <a:pt x="338" y="27"/>
                      <a:pt x="280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35"/>
              <p:cNvSpPr/>
              <p:nvPr/>
            </p:nvSpPr>
            <p:spPr>
              <a:xfrm>
                <a:off x="211447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35"/>
              <p:cNvSpPr/>
              <p:nvPr/>
            </p:nvSpPr>
            <p:spPr>
              <a:xfrm>
                <a:off x="2078900" y="4434675"/>
                <a:ext cx="9900" cy="3425"/>
              </a:xfrm>
              <a:custGeom>
                <a:avLst/>
                <a:gdLst/>
                <a:ahLst/>
                <a:cxnLst/>
                <a:rect l="l" t="t" r="r" b="b"/>
                <a:pathLst>
                  <a:path w="396" h="137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4" y="79"/>
                      <a:pt x="109" y="137"/>
                      <a:pt x="201" y="137"/>
                    </a:cubicBezTo>
                    <a:cubicBezTo>
                      <a:pt x="287" y="137"/>
                      <a:pt x="358" y="86"/>
                      <a:pt x="395" y="1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35"/>
              <p:cNvSpPr/>
              <p:nvPr/>
            </p:nvSpPr>
            <p:spPr>
              <a:xfrm>
                <a:off x="20784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35"/>
              <p:cNvSpPr/>
              <p:nvPr/>
            </p:nvSpPr>
            <p:spPr>
              <a:xfrm>
                <a:off x="20965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35"/>
              <p:cNvSpPr/>
              <p:nvPr/>
            </p:nvSpPr>
            <p:spPr>
              <a:xfrm>
                <a:off x="20784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35"/>
              <p:cNvSpPr/>
              <p:nvPr/>
            </p:nvSpPr>
            <p:spPr>
              <a:xfrm>
                <a:off x="20965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35"/>
              <p:cNvSpPr/>
              <p:nvPr/>
            </p:nvSpPr>
            <p:spPr>
              <a:xfrm>
                <a:off x="20965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35"/>
              <p:cNvSpPr/>
              <p:nvPr/>
            </p:nvSpPr>
            <p:spPr>
              <a:xfrm>
                <a:off x="20784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35"/>
              <p:cNvSpPr/>
              <p:nvPr/>
            </p:nvSpPr>
            <p:spPr>
              <a:xfrm>
                <a:off x="20784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35"/>
              <p:cNvSpPr/>
              <p:nvPr/>
            </p:nvSpPr>
            <p:spPr>
              <a:xfrm>
                <a:off x="20965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35"/>
              <p:cNvSpPr/>
              <p:nvPr/>
            </p:nvSpPr>
            <p:spPr>
              <a:xfrm>
                <a:off x="20784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35"/>
              <p:cNvSpPr/>
              <p:nvPr/>
            </p:nvSpPr>
            <p:spPr>
              <a:xfrm>
                <a:off x="20965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35"/>
              <p:cNvSpPr/>
              <p:nvPr/>
            </p:nvSpPr>
            <p:spPr>
              <a:xfrm>
                <a:off x="209652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35"/>
              <p:cNvSpPr/>
              <p:nvPr/>
            </p:nvSpPr>
            <p:spPr>
              <a:xfrm>
                <a:off x="2078475" y="46435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0"/>
                      <a:pt x="218" y="430"/>
                    </a:cubicBezTo>
                    <a:cubicBezTo>
                      <a:pt x="337" y="430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35"/>
              <p:cNvSpPr/>
              <p:nvPr/>
            </p:nvSpPr>
            <p:spPr>
              <a:xfrm>
                <a:off x="2078475" y="46795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35"/>
              <p:cNvSpPr/>
              <p:nvPr/>
            </p:nvSpPr>
            <p:spPr>
              <a:xfrm>
                <a:off x="2096525" y="46614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35"/>
              <p:cNvSpPr/>
              <p:nvPr/>
            </p:nvSpPr>
            <p:spPr>
              <a:xfrm>
                <a:off x="2096525" y="46975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35"/>
              <p:cNvSpPr/>
              <p:nvPr/>
            </p:nvSpPr>
            <p:spPr>
              <a:xfrm>
                <a:off x="2078475" y="4715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35"/>
              <p:cNvSpPr/>
              <p:nvPr/>
            </p:nvSpPr>
            <p:spPr>
              <a:xfrm>
                <a:off x="2078475" y="47516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35"/>
              <p:cNvSpPr/>
              <p:nvPr/>
            </p:nvSpPr>
            <p:spPr>
              <a:xfrm>
                <a:off x="2096525" y="47335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35"/>
              <p:cNvSpPr/>
              <p:nvPr/>
            </p:nvSpPr>
            <p:spPr>
              <a:xfrm>
                <a:off x="2096525" y="4769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35"/>
              <p:cNvSpPr/>
              <p:nvPr/>
            </p:nvSpPr>
            <p:spPr>
              <a:xfrm>
                <a:off x="2078475" y="47876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35"/>
              <p:cNvSpPr/>
              <p:nvPr/>
            </p:nvSpPr>
            <p:spPr>
              <a:xfrm>
                <a:off x="2096525" y="48055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35"/>
              <p:cNvSpPr/>
              <p:nvPr/>
            </p:nvSpPr>
            <p:spPr>
              <a:xfrm>
                <a:off x="2078475" y="48236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35"/>
              <p:cNvSpPr/>
              <p:nvPr/>
            </p:nvSpPr>
            <p:spPr>
              <a:xfrm>
                <a:off x="2096525" y="48417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35"/>
              <p:cNvSpPr/>
              <p:nvPr/>
            </p:nvSpPr>
            <p:spPr>
              <a:xfrm>
                <a:off x="2078475" y="48596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35"/>
              <p:cNvSpPr/>
              <p:nvPr/>
            </p:nvSpPr>
            <p:spPr>
              <a:xfrm>
                <a:off x="2096525" y="48777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35"/>
              <p:cNvSpPr/>
              <p:nvPr/>
            </p:nvSpPr>
            <p:spPr>
              <a:xfrm>
                <a:off x="2078475" y="48957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35"/>
              <p:cNvSpPr/>
              <p:nvPr/>
            </p:nvSpPr>
            <p:spPr>
              <a:xfrm>
                <a:off x="2096525" y="4913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35"/>
              <p:cNvSpPr/>
              <p:nvPr/>
            </p:nvSpPr>
            <p:spPr>
              <a:xfrm>
                <a:off x="2078475" y="49317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35"/>
              <p:cNvSpPr/>
              <p:nvPr/>
            </p:nvSpPr>
            <p:spPr>
              <a:xfrm>
                <a:off x="2096525" y="49497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35"/>
              <p:cNvSpPr/>
              <p:nvPr/>
            </p:nvSpPr>
            <p:spPr>
              <a:xfrm>
                <a:off x="2078475" y="4967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35"/>
              <p:cNvSpPr/>
              <p:nvPr/>
            </p:nvSpPr>
            <p:spPr>
              <a:xfrm>
                <a:off x="2096525" y="49858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35"/>
              <p:cNvSpPr/>
              <p:nvPr/>
            </p:nvSpPr>
            <p:spPr>
              <a:xfrm>
                <a:off x="2078475" y="50037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35"/>
              <p:cNvSpPr/>
              <p:nvPr/>
            </p:nvSpPr>
            <p:spPr>
              <a:xfrm>
                <a:off x="2080950" y="5039875"/>
                <a:ext cx="3500" cy="975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9" extrusionOk="0">
                    <a:moveTo>
                      <a:pt x="119" y="1"/>
                    </a:moveTo>
                    <a:cubicBezTo>
                      <a:pt x="75" y="1"/>
                      <a:pt x="34" y="15"/>
                      <a:pt x="0" y="38"/>
                    </a:cubicBezTo>
                    <a:cubicBezTo>
                      <a:pt x="48" y="28"/>
                      <a:pt x="92" y="15"/>
                      <a:pt x="139" y="4"/>
                    </a:cubicBezTo>
                    <a:cubicBezTo>
                      <a:pt x="133" y="1"/>
                      <a:pt x="126" y="1"/>
                      <a:pt x="1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35"/>
              <p:cNvSpPr/>
              <p:nvPr/>
            </p:nvSpPr>
            <p:spPr>
              <a:xfrm>
                <a:off x="2096525" y="50218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228" y="433"/>
                      <a:pt x="242" y="426"/>
                      <a:pt x="252" y="426"/>
                    </a:cubicBezTo>
                    <a:cubicBezTo>
                      <a:pt x="297" y="399"/>
                      <a:pt x="341" y="375"/>
                      <a:pt x="382" y="348"/>
                    </a:cubicBezTo>
                    <a:cubicBezTo>
                      <a:pt x="412" y="311"/>
                      <a:pt x="433" y="266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35"/>
              <p:cNvSpPr/>
              <p:nvPr/>
            </p:nvSpPr>
            <p:spPr>
              <a:xfrm>
                <a:off x="2042625" y="4433550"/>
                <a:ext cx="10400" cy="4550"/>
              </a:xfrm>
              <a:custGeom>
                <a:avLst/>
                <a:gdLst/>
                <a:ahLst/>
                <a:cxnLst/>
                <a:rect l="l" t="t" r="r" b="b"/>
                <a:pathLst>
                  <a:path w="416" h="182" extrusionOk="0">
                    <a:moveTo>
                      <a:pt x="0" y="1"/>
                    </a:moveTo>
                    <a:cubicBezTo>
                      <a:pt x="21" y="103"/>
                      <a:pt x="102" y="182"/>
                      <a:pt x="211" y="182"/>
                    </a:cubicBezTo>
                    <a:cubicBezTo>
                      <a:pt x="313" y="182"/>
                      <a:pt x="395" y="110"/>
                      <a:pt x="416" y="15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35"/>
              <p:cNvSpPr/>
              <p:nvPr/>
            </p:nvSpPr>
            <p:spPr>
              <a:xfrm>
                <a:off x="20424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35"/>
              <p:cNvSpPr/>
              <p:nvPr/>
            </p:nvSpPr>
            <p:spPr>
              <a:xfrm>
                <a:off x="20605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35"/>
              <p:cNvSpPr/>
              <p:nvPr/>
            </p:nvSpPr>
            <p:spPr>
              <a:xfrm>
                <a:off x="20424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35"/>
              <p:cNvSpPr/>
              <p:nvPr/>
            </p:nvSpPr>
            <p:spPr>
              <a:xfrm>
                <a:off x="20605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35"/>
              <p:cNvSpPr/>
              <p:nvPr/>
            </p:nvSpPr>
            <p:spPr>
              <a:xfrm>
                <a:off x="20424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35"/>
              <p:cNvSpPr/>
              <p:nvPr/>
            </p:nvSpPr>
            <p:spPr>
              <a:xfrm>
                <a:off x="20605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35"/>
              <p:cNvSpPr/>
              <p:nvPr/>
            </p:nvSpPr>
            <p:spPr>
              <a:xfrm>
                <a:off x="20605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35"/>
              <p:cNvSpPr/>
              <p:nvPr/>
            </p:nvSpPr>
            <p:spPr>
              <a:xfrm>
                <a:off x="2024725" y="4589425"/>
                <a:ext cx="105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23" h="434" extrusionOk="0">
                    <a:moveTo>
                      <a:pt x="205" y="0"/>
                    </a:moveTo>
                    <a:cubicBezTo>
                      <a:pt x="106" y="0"/>
                      <a:pt x="28" y="69"/>
                      <a:pt x="1" y="157"/>
                    </a:cubicBezTo>
                    <a:lnTo>
                      <a:pt x="1" y="215"/>
                    </a:lnTo>
                    <a:cubicBezTo>
                      <a:pt x="1" y="239"/>
                      <a:pt x="1" y="259"/>
                      <a:pt x="4" y="280"/>
                    </a:cubicBezTo>
                    <a:cubicBezTo>
                      <a:pt x="31" y="368"/>
                      <a:pt x="110" y="434"/>
                      <a:pt x="205" y="434"/>
                    </a:cubicBezTo>
                    <a:cubicBezTo>
                      <a:pt x="324" y="434"/>
                      <a:pt x="423" y="335"/>
                      <a:pt x="423" y="215"/>
                    </a:cubicBezTo>
                    <a:cubicBezTo>
                      <a:pt x="423" y="96"/>
                      <a:pt x="324" y="0"/>
                      <a:pt x="2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35"/>
              <p:cNvSpPr/>
              <p:nvPr/>
            </p:nvSpPr>
            <p:spPr>
              <a:xfrm>
                <a:off x="20424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35"/>
              <p:cNvSpPr/>
              <p:nvPr/>
            </p:nvSpPr>
            <p:spPr>
              <a:xfrm>
                <a:off x="20424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35"/>
              <p:cNvSpPr/>
              <p:nvPr/>
            </p:nvSpPr>
            <p:spPr>
              <a:xfrm>
                <a:off x="20605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35"/>
              <p:cNvSpPr/>
              <p:nvPr/>
            </p:nvSpPr>
            <p:spPr>
              <a:xfrm>
                <a:off x="2025050" y="4625450"/>
                <a:ext cx="102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434" extrusionOk="0">
                    <a:moveTo>
                      <a:pt x="192" y="1"/>
                    </a:moveTo>
                    <a:cubicBezTo>
                      <a:pt x="106" y="1"/>
                      <a:pt x="35" y="51"/>
                      <a:pt x="1" y="123"/>
                    </a:cubicBezTo>
                    <a:lnTo>
                      <a:pt x="1" y="215"/>
                    </a:lnTo>
                    <a:lnTo>
                      <a:pt x="1" y="314"/>
                    </a:lnTo>
                    <a:cubicBezTo>
                      <a:pt x="39" y="382"/>
                      <a:pt x="110" y="433"/>
                      <a:pt x="192" y="433"/>
                    </a:cubicBezTo>
                    <a:cubicBezTo>
                      <a:pt x="311" y="433"/>
                      <a:pt x="410" y="338"/>
                      <a:pt x="410" y="215"/>
                    </a:cubicBezTo>
                    <a:cubicBezTo>
                      <a:pt x="410" y="96"/>
                      <a:pt x="311" y="1"/>
                      <a:pt x="19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35"/>
              <p:cNvSpPr/>
              <p:nvPr/>
            </p:nvSpPr>
            <p:spPr>
              <a:xfrm>
                <a:off x="204242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35"/>
              <p:cNvSpPr/>
              <p:nvPr/>
            </p:nvSpPr>
            <p:spPr>
              <a:xfrm>
                <a:off x="20605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35"/>
              <p:cNvSpPr/>
              <p:nvPr/>
            </p:nvSpPr>
            <p:spPr>
              <a:xfrm>
                <a:off x="2025325" y="4661475"/>
                <a:ext cx="99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434" extrusionOk="0">
                    <a:moveTo>
                      <a:pt x="181" y="0"/>
                    </a:moveTo>
                    <a:cubicBezTo>
                      <a:pt x="106" y="0"/>
                      <a:pt x="41" y="45"/>
                      <a:pt x="1" y="102"/>
                    </a:cubicBezTo>
                    <a:cubicBezTo>
                      <a:pt x="1" y="140"/>
                      <a:pt x="4" y="181"/>
                      <a:pt x="4" y="219"/>
                    </a:cubicBezTo>
                    <a:lnTo>
                      <a:pt x="4" y="331"/>
                    </a:lnTo>
                    <a:cubicBezTo>
                      <a:pt x="41" y="393"/>
                      <a:pt x="106" y="434"/>
                      <a:pt x="181" y="434"/>
                    </a:cubicBezTo>
                    <a:cubicBezTo>
                      <a:pt x="300" y="434"/>
                      <a:pt x="399" y="338"/>
                      <a:pt x="399" y="219"/>
                    </a:cubicBezTo>
                    <a:cubicBezTo>
                      <a:pt x="399" y="96"/>
                      <a:pt x="300" y="0"/>
                      <a:pt x="18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35"/>
              <p:cNvSpPr/>
              <p:nvPr/>
            </p:nvSpPr>
            <p:spPr>
              <a:xfrm>
                <a:off x="206050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35"/>
              <p:cNvSpPr/>
              <p:nvPr/>
            </p:nvSpPr>
            <p:spPr>
              <a:xfrm>
                <a:off x="2025650" y="4697500"/>
                <a:ext cx="96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86" h="434" extrusionOk="0">
                    <a:moveTo>
                      <a:pt x="168" y="1"/>
                    </a:moveTo>
                    <a:cubicBezTo>
                      <a:pt x="100" y="1"/>
                      <a:pt x="42" y="35"/>
                      <a:pt x="1" y="86"/>
                    </a:cubicBezTo>
                    <a:lnTo>
                      <a:pt x="1" y="219"/>
                    </a:lnTo>
                    <a:cubicBezTo>
                      <a:pt x="1" y="263"/>
                      <a:pt x="5" y="307"/>
                      <a:pt x="5" y="351"/>
                    </a:cubicBezTo>
                    <a:cubicBezTo>
                      <a:pt x="42" y="399"/>
                      <a:pt x="100" y="433"/>
                      <a:pt x="168" y="433"/>
                    </a:cubicBezTo>
                    <a:cubicBezTo>
                      <a:pt x="287" y="433"/>
                      <a:pt x="386" y="338"/>
                      <a:pt x="386" y="219"/>
                    </a:cubicBezTo>
                    <a:cubicBezTo>
                      <a:pt x="386" y="100"/>
                      <a:pt x="287" y="1"/>
                      <a:pt x="1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35"/>
              <p:cNvSpPr/>
              <p:nvPr/>
            </p:nvSpPr>
            <p:spPr>
              <a:xfrm>
                <a:off x="204242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35"/>
              <p:cNvSpPr/>
              <p:nvPr/>
            </p:nvSpPr>
            <p:spPr>
              <a:xfrm>
                <a:off x="206050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35"/>
              <p:cNvSpPr/>
              <p:nvPr/>
            </p:nvSpPr>
            <p:spPr>
              <a:xfrm>
                <a:off x="2026000" y="4733525"/>
                <a:ext cx="9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72" h="434" extrusionOk="0">
                    <a:moveTo>
                      <a:pt x="154" y="0"/>
                    </a:moveTo>
                    <a:cubicBezTo>
                      <a:pt x="93" y="0"/>
                      <a:pt x="38" y="28"/>
                      <a:pt x="1" y="69"/>
                    </a:cubicBezTo>
                    <a:lnTo>
                      <a:pt x="1" y="219"/>
                    </a:lnTo>
                    <a:lnTo>
                      <a:pt x="1" y="372"/>
                    </a:lnTo>
                    <a:cubicBezTo>
                      <a:pt x="41" y="409"/>
                      <a:pt x="96" y="434"/>
                      <a:pt x="154" y="434"/>
                    </a:cubicBezTo>
                    <a:cubicBezTo>
                      <a:pt x="273" y="434"/>
                      <a:pt x="372" y="338"/>
                      <a:pt x="372" y="219"/>
                    </a:cubicBezTo>
                    <a:cubicBezTo>
                      <a:pt x="372" y="99"/>
                      <a:pt x="273" y="0"/>
                      <a:pt x="1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35"/>
              <p:cNvSpPr/>
              <p:nvPr/>
            </p:nvSpPr>
            <p:spPr>
              <a:xfrm>
                <a:off x="204242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35"/>
              <p:cNvSpPr/>
              <p:nvPr/>
            </p:nvSpPr>
            <p:spPr>
              <a:xfrm>
                <a:off x="204242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35"/>
              <p:cNvSpPr/>
              <p:nvPr/>
            </p:nvSpPr>
            <p:spPr>
              <a:xfrm>
                <a:off x="2026275" y="4769550"/>
                <a:ext cx="90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61" h="434" extrusionOk="0">
                    <a:moveTo>
                      <a:pt x="143" y="1"/>
                    </a:moveTo>
                    <a:cubicBezTo>
                      <a:pt x="88" y="1"/>
                      <a:pt x="37" y="25"/>
                      <a:pt x="0" y="59"/>
                    </a:cubicBezTo>
                    <a:cubicBezTo>
                      <a:pt x="0" y="113"/>
                      <a:pt x="0" y="164"/>
                      <a:pt x="3" y="219"/>
                    </a:cubicBezTo>
                    <a:lnTo>
                      <a:pt x="3" y="379"/>
                    </a:lnTo>
                    <a:cubicBezTo>
                      <a:pt x="41" y="413"/>
                      <a:pt x="88" y="433"/>
                      <a:pt x="143" y="433"/>
                    </a:cubicBezTo>
                    <a:cubicBezTo>
                      <a:pt x="262" y="433"/>
                      <a:pt x="361" y="338"/>
                      <a:pt x="361" y="219"/>
                    </a:cubicBezTo>
                    <a:cubicBezTo>
                      <a:pt x="361" y="100"/>
                      <a:pt x="262" y="1"/>
                      <a:pt x="14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35"/>
              <p:cNvSpPr/>
              <p:nvPr/>
            </p:nvSpPr>
            <p:spPr>
              <a:xfrm>
                <a:off x="2060500" y="47335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35"/>
              <p:cNvSpPr/>
              <p:nvPr/>
            </p:nvSpPr>
            <p:spPr>
              <a:xfrm>
                <a:off x="204242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35"/>
              <p:cNvSpPr/>
              <p:nvPr/>
            </p:nvSpPr>
            <p:spPr>
              <a:xfrm>
                <a:off x="2060500" y="4769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35"/>
              <p:cNvSpPr/>
              <p:nvPr/>
            </p:nvSpPr>
            <p:spPr>
              <a:xfrm>
                <a:off x="2026600" y="4805575"/>
                <a:ext cx="87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434" extrusionOk="0">
                    <a:moveTo>
                      <a:pt x="130" y="0"/>
                    </a:moveTo>
                    <a:cubicBezTo>
                      <a:pt x="79" y="0"/>
                      <a:pt x="38" y="21"/>
                      <a:pt x="0" y="52"/>
                    </a:cubicBezTo>
                    <a:lnTo>
                      <a:pt x="0" y="219"/>
                    </a:lnTo>
                    <a:cubicBezTo>
                      <a:pt x="0" y="277"/>
                      <a:pt x="4" y="332"/>
                      <a:pt x="4" y="389"/>
                    </a:cubicBezTo>
                    <a:cubicBezTo>
                      <a:pt x="38" y="417"/>
                      <a:pt x="82" y="434"/>
                      <a:pt x="130" y="434"/>
                    </a:cubicBezTo>
                    <a:cubicBezTo>
                      <a:pt x="249" y="434"/>
                      <a:pt x="348" y="338"/>
                      <a:pt x="348" y="219"/>
                    </a:cubicBezTo>
                    <a:cubicBezTo>
                      <a:pt x="348" y="99"/>
                      <a:pt x="249" y="0"/>
                      <a:pt x="1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35"/>
              <p:cNvSpPr/>
              <p:nvPr/>
            </p:nvSpPr>
            <p:spPr>
              <a:xfrm>
                <a:off x="2060500" y="48055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35"/>
              <p:cNvSpPr/>
              <p:nvPr/>
            </p:nvSpPr>
            <p:spPr>
              <a:xfrm>
                <a:off x="2026850" y="4841700"/>
                <a:ext cx="84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430" extrusionOk="0">
                    <a:moveTo>
                      <a:pt x="120" y="0"/>
                    </a:moveTo>
                    <a:cubicBezTo>
                      <a:pt x="75" y="0"/>
                      <a:pt x="38" y="14"/>
                      <a:pt x="1" y="38"/>
                    </a:cubicBezTo>
                    <a:cubicBezTo>
                      <a:pt x="4" y="96"/>
                      <a:pt x="4" y="157"/>
                      <a:pt x="4" y="215"/>
                    </a:cubicBezTo>
                    <a:lnTo>
                      <a:pt x="4" y="392"/>
                    </a:lnTo>
                    <a:cubicBezTo>
                      <a:pt x="38" y="415"/>
                      <a:pt x="75" y="429"/>
                      <a:pt x="120" y="429"/>
                    </a:cubicBezTo>
                    <a:cubicBezTo>
                      <a:pt x="239" y="429"/>
                      <a:pt x="338" y="334"/>
                      <a:pt x="338" y="215"/>
                    </a:cubicBezTo>
                    <a:cubicBezTo>
                      <a:pt x="338" y="96"/>
                      <a:pt x="239" y="0"/>
                      <a:pt x="1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35"/>
              <p:cNvSpPr/>
              <p:nvPr/>
            </p:nvSpPr>
            <p:spPr>
              <a:xfrm>
                <a:off x="204242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35"/>
              <p:cNvSpPr/>
              <p:nvPr/>
            </p:nvSpPr>
            <p:spPr>
              <a:xfrm>
                <a:off x="2027175" y="4877725"/>
                <a:ext cx="81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25" h="434" extrusionOk="0">
                    <a:moveTo>
                      <a:pt x="107" y="1"/>
                    </a:moveTo>
                    <a:cubicBezTo>
                      <a:pt x="70" y="1"/>
                      <a:pt x="32" y="14"/>
                      <a:pt x="1" y="31"/>
                    </a:cubicBezTo>
                    <a:cubicBezTo>
                      <a:pt x="1" y="92"/>
                      <a:pt x="1" y="153"/>
                      <a:pt x="5" y="215"/>
                    </a:cubicBezTo>
                    <a:lnTo>
                      <a:pt x="5" y="402"/>
                    </a:lnTo>
                    <a:cubicBezTo>
                      <a:pt x="35" y="419"/>
                      <a:pt x="70" y="433"/>
                      <a:pt x="107" y="433"/>
                    </a:cubicBezTo>
                    <a:cubicBezTo>
                      <a:pt x="226" y="433"/>
                      <a:pt x="325" y="334"/>
                      <a:pt x="325" y="215"/>
                    </a:cubicBezTo>
                    <a:cubicBezTo>
                      <a:pt x="325" y="95"/>
                      <a:pt x="226" y="1"/>
                      <a:pt x="10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35"/>
              <p:cNvSpPr/>
              <p:nvPr/>
            </p:nvSpPr>
            <p:spPr>
              <a:xfrm>
                <a:off x="204242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35"/>
              <p:cNvSpPr/>
              <p:nvPr/>
            </p:nvSpPr>
            <p:spPr>
              <a:xfrm>
                <a:off x="206050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35"/>
              <p:cNvSpPr/>
              <p:nvPr/>
            </p:nvSpPr>
            <p:spPr>
              <a:xfrm>
                <a:off x="206050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35"/>
              <p:cNvSpPr/>
              <p:nvPr/>
            </p:nvSpPr>
            <p:spPr>
              <a:xfrm>
                <a:off x="2027525" y="4913750"/>
                <a:ext cx="77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311" h="433" extrusionOk="0">
                    <a:moveTo>
                      <a:pt x="93" y="0"/>
                    </a:moveTo>
                    <a:cubicBezTo>
                      <a:pt x="59" y="0"/>
                      <a:pt x="28" y="7"/>
                      <a:pt x="1" y="24"/>
                    </a:cubicBezTo>
                    <a:lnTo>
                      <a:pt x="1" y="215"/>
                    </a:lnTo>
                    <a:cubicBezTo>
                      <a:pt x="1" y="280"/>
                      <a:pt x="4" y="344"/>
                      <a:pt x="4" y="409"/>
                    </a:cubicBezTo>
                    <a:cubicBezTo>
                      <a:pt x="32" y="423"/>
                      <a:pt x="62" y="433"/>
                      <a:pt x="93" y="433"/>
                    </a:cubicBezTo>
                    <a:cubicBezTo>
                      <a:pt x="212" y="433"/>
                      <a:pt x="311" y="334"/>
                      <a:pt x="311" y="215"/>
                    </a:cubicBezTo>
                    <a:cubicBezTo>
                      <a:pt x="311" y="96"/>
                      <a:pt x="212" y="0"/>
                      <a:pt x="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35"/>
              <p:cNvSpPr/>
              <p:nvPr/>
            </p:nvSpPr>
            <p:spPr>
              <a:xfrm>
                <a:off x="204242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35"/>
              <p:cNvSpPr/>
              <p:nvPr/>
            </p:nvSpPr>
            <p:spPr>
              <a:xfrm>
                <a:off x="2027800" y="4949775"/>
                <a:ext cx="75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34" extrusionOk="0">
                    <a:moveTo>
                      <a:pt x="82" y="1"/>
                    </a:moveTo>
                    <a:cubicBezTo>
                      <a:pt x="54" y="1"/>
                      <a:pt x="27" y="7"/>
                      <a:pt x="0" y="17"/>
                    </a:cubicBezTo>
                    <a:cubicBezTo>
                      <a:pt x="4" y="82"/>
                      <a:pt x="4" y="150"/>
                      <a:pt x="4" y="215"/>
                    </a:cubicBezTo>
                    <a:lnTo>
                      <a:pt x="4" y="416"/>
                    </a:lnTo>
                    <a:cubicBezTo>
                      <a:pt x="31" y="426"/>
                      <a:pt x="54" y="433"/>
                      <a:pt x="82" y="433"/>
                    </a:cubicBezTo>
                    <a:cubicBezTo>
                      <a:pt x="201" y="433"/>
                      <a:pt x="300" y="334"/>
                      <a:pt x="300" y="215"/>
                    </a:cubicBezTo>
                    <a:cubicBezTo>
                      <a:pt x="300" y="95"/>
                      <a:pt x="201" y="1"/>
                      <a:pt x="8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35"/>
              <p:cNvSpPr/>
              <p:nvPr/>
            </p:nvSpPr>
            <p:spPr>
              <a:xfrm>
                <a:off x="204242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35"/>
              <p:cNvSpPr/>
              <p:nvPr/>
            </p:nvSpPr>
            <p:spPr>
              <a:xfrm>
                <a:off x="206050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35"/>
              <p:cNvSpPr/>
              <p:nvPr/>
            </p:nvSpPr>
            <p:spPr>
              <a:xfrm>
                <a:off x="2028125" y="4985800"/>
                <a:ext cx="71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287" h="433" extrusionOk="0">
                    <a:moveTo>
                      <a:pt x="69" y="0"/>
                    </a:moveTo>
                    <a:cubicBezTo>
                      <a:pt x="45" y="0"/>
                      <a:pt x="21" y="7"/>
                      <a:pt x="1" y="14"/>
                    </a:cubicBezTo>
                    <a:cubicBezTo>
                      <a:pt x="1" y="82"/>
                      <a:pt x="1" y="150"/>
                      <a:pt x="4" y="215"/>
                    </a:cubicBezTo>
                    <a:lnTo>
                      <a:pt x="4" y="420"/>
                    </a:lnTo>
                    <a:cubicBezTo>
                      <a:pt x="24" y="426"/>
                      <a:pt x="45" y="433"/>
                      <a:pt x="69" y="433"/>
                    </a:cubicBezTo>
                    <a:cubicBezTo>
                      <a:pt x="188" y="433"/>
                      <a:pt x="287" y="334"/>
                      <a:pt x="287" y="215"/>
                    </a:cubicBezTo>
                    <a:cubicBezTo>
                      <a:pt x="287" y="96"/>
                      <a:pt x="188" y="0"/>
                      <a:pt x="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35"/>
              <p:cNvSpPr/>
              <p:nvPr/>
            </p:nvSpPr>
            <p:spPr>
              <a:xfrm>
                <a:off x="206050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35"/>
              <p:cNvSpPr/>
              <p:nvPr/>
            </p:nvSpPr>
            <p:spPr>
              <a:xfrm>
                <a:off x="204242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35"/>
              <p:cNvSpPr/>
              <p:nvPr/>
            </p:nvSpPr>
            <p:spPr>
              <a:xfrm>
                <a:off x="2028475" y="5021825"/>
                <a:ext cx="6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434" extrusionOk="0">
                    <a:moveTo>
                      <a:pt x="55" y="1"/>
                    </a:moveTo>
                    <a:cubicBezTo>
                      <a:pt x="35" y="1"/>
                      <a:pt x="18" y="7"/>
                      <a:pt x="0" y="11"/>
                    </a:cubicBezTo>
                    <a:lnTo>
                      <a:pt x="0" y="215"/>
                    </a:lnTo>
                    <a:cubicBezTo>
                      <a:pt x="0" y="287"/>
                      <a:pt x="4" y="355"/>
                      <a:pt x="4" y="423"/>
                    </a:cubicBezTo>
                    <a:cubicBezTo>
                      <a:pt x="21" y="426"/>
                      <a:pt x="38" y="433"/>
                      <a:pt x="55" y="433"/>
                    </a:cubicBezTo>
                    <a:cubicBezTo>
                      <a:pt x="174" y="433"/>
                      <a:pt x="273" y="334"/>
                      <a:pt x="273" y="215"/>
                    </a:cubicBezTo>
                    <a:cubicBezTo>
                      <a:pt x="273" y="96"/>
                      <a:pt x="174" y="1"/>
                      <a:pt x="5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35"/>
              <p:cNvSpPr/>
              <p:nvPr/>
            </p:nvSpPr>
            <p:spPr>
              <a:xfrm>
                <a:off x="204242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35"/>
              <p:cNvSpPr/>
              <p:nvPr/>
            </p:nvSpPr>
            <p:spPr>
              <a:xfrm>
                <a:off x="2060500" y="49858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35"/>
              <p:cNvSpPr/>
              <p:nvPr/>
            </p:nvSpPr>
            <p:spPr>
              <a:xfrm>
                <a:off x="2045675" y="5039875"/>
                <a:ext cx="6250" cy="19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" extrusionOk="0">
                    <a:moveTo>
                      <a:pt x="89" y="1"/>
                    </a:moveTo>
                    <a:cubicBezTo>
                      <a:pt x="55" y="1"/>
                      <a:pt x="28" y="7"/>
                      <a:pt x="1" y="18"/>
                    </a:cubicBezTo>
                    <a:cubicBezTo>
                      <a:pt x="83" y="42"/>
                      <a:pt x="164" y="62"/>
                      <a:pt x="249" y="76"/>
                    </a:cubicBezTo>
                    <a:cubicBezTo>
                      <a:pt x="212" y="28"/>
                      <a:pt x="154" y="1"/>
                      <a:pt x="8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35"/>
              <p:cNvSpPr/>
              <p:nvPr/>
            </p:nvSpPr>
            <p:spPr>
              <a:xfrm>
                <a:off x="2060500" y="50218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35"/>
              <p:cNvSpPr/>
              <p:nvPr/>
            </p:nvSpPr>
            <p:spPr>
              <a:xfrm>
                <a:off x="20244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35"/>
              <p:cNvSpPr/>
              <p:nvPr/>
            </p:nvSpPr>
            <p:spPr>
              <a:xfrm>
                <a:off x="20244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35"/>
              <p:cNvSpPr/>
              <p:nvPr/>
            </p:nvSpPr>
            <p:spPr>
              <a:xfrm>
                <a:off x="20244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35"/>
              <p:cNvSpPr/>
              <p:nvPr/>
            </p:nvSpPr>
            <p:spPr>
              <a:xfrm>
                <a:off x="20244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62" name="Google Shape;1762;p35"/>
          <p:cNvSpPr/>
          <p:nvPr/>
        </p:nvSpPr>
        <p:spPr>
          <a:xfrm rot="-4421961">
            <a:off x="2756334" y="1581448"/>
            <a:ext cx="5541644" cy="2735785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63" name="Google Shape;1763;p35"/>
          <p:cNvGrpSpPr/>
          <p:nvPr/>
        </p:nvGrpSpPr>
        <p:grpSpPr>
          <a:xfrm>
            <a:off x="6539446" y="-344139"/>
            <a:ext cx="2878067" cy="5824284"/>
            <a:chOff x="5883539" y="-344156"/>
            <a:chExt cx="3534407" cy="5824284"/>
          </a:xfrm>
        </p:grpSpPr>
        <p:sp>
          <p:nvSpPr>
            <p:cNvPr id="1764" name="Google Shape;1764;p35"/>
            <p:cNvSpPr/>
            <p:nvPr/>
          </p:nvSpPr>
          <p:spPr>
            <a:xfrm rot="5400000">
              <a:off x="6900504" y="863896"/>
              <a:ext cx="3234092" cy="138320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 rot="5400000">
              <a:off x="4775506" y="1046483"/>
              <a:ext cx="5541677" cy="3325611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 rot="5400000">
              <a:off x="8150941" y="3716902"/>
              <a:ext cx="789976" cy="451130"/>
            </a:xfrm>
            <a:custGeom>
              <a:avLst/>
              <a:gdLst/>
              <a:ahLst/>
              <a:cxnLst/>
              <a:rect l="l" t="t" r="r" b="b"/>
              <a:pathLst>
                <a:path w="9871" h="5660" extrusionOk="0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 rot="5400000">
              <a:off x="8024895" y="1980397"/>
              <a:ext cx="1785149" cy="530118"/>
            </a:xfrm>
            <a:custGeom>
              <a:avLst/>
              <a:gdLst/>
              <a:ahLst/>
              <a:cxnLst/>
              <a:rect l="l" t="t" r="r" b="b"/>
              <a:pathLst>
                <a:path w="22306" h="6651" extrusionOk="0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 rot="5400000">
              <a:off x="7621400" y="2799386"/>
              <a:ext cx="2407783" cy="714476"/>
            </a:xfrm>
            <a:custGeom>
              <a:avLst/>
              <a:gdLst/>
              <a:ahLst/>
              <a:cxnLst/>
              <a:rect l="l" t="t" r="r" b="b"/>
              <a:pathLst>
                <a:path w="30086" h="8964" extrusionOk="0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69" name="Google Shape;1769;p35"/>
            <p:cNvGrpSpPr/>
            <p:nvPr/>
          </p:nvGrpSpPr>
          <p:grpSpPr>
            <a:xfrm flipH="1">
              <a:off x="6930507" y="-344156"/>
              <a:ext cx="2487438" cy="2254471"/>
              <a:chOff x="4895725" y="2485200"/>
              <a:chExt cx="464525" cy="744050"/>
            </a:xfrm>
          </p:grpSpPr>
          <p:sp>
            <p:nvSpPr>
              <p:cNvPr id="1770" name="Google Shape;1770;p35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avLst/>
                <a:gdLst/>
                <a:ahLst/>
                <a:cxnLst/>
                <a:rect l="l" t="t" r="r" b="b"/>
                <a:pathLst>
                  <a:path w="16299" h="16609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35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16165" extrusionOk="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35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avLst/>
                <a:gdLst/>
                <a:ahLst/>
                <a:cxnLst/>
                <a:rect l="l" t="t" r="r" b="b"/>
                <a:pathLst>
                  <a:path w="16204" h="16472" extrusionOk="0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35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avLst/>
                <a:gdLst/>
                <a:ahLst/>
                <a:cxnLst/>
                <a:rect l="l" t="t" r="r" b="b"/>
                <a:pathLst>
                  <a:path w="7567" h="7612" extrusionOk="0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35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12149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35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13839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35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avLst/>
                <a:gdLst/>
                <a:ahLst/>
                <a:cxnLst/>
                <a:rect l="l" t="t" r="r" b="b"/>
                <a:pathLst>
                  <a:path w="14990" h="15188" extrusionOk="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35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8906" extrusionOk="0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35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avLst/>
                <a:gdLst/>
                <a:ahLst/>
                <a:cxnLst/>
                <a:rect l="l" t="t" r="r" b="b"/>
                <a:pathLst>
                  <a:path w="11056" h="11162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35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avLst/>
                <a:gdLst/>
                <a:ahLst/>
                <a:cxnLst/>
                <a:rect l="l" t="t" r="r" b="b"/>
                <a:pathLst>
                  <a:path w="12895" h="13038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35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avLst/>
                <a:gdLst/>
                <a:ahLst/>
                <a:cxnLst/>
                <a:rect l="l" t="t" r="r" b="b"/>
                <a:pathLst>
                  <a:path w="14377" h="14557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35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4600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35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avLst/>
                <a:gdLst/>
                <a:ahLst/>
                <a:cxnLst/>
                <a:rect l="l" t="t" r="r" b="b"/>
                <a:pathLst>
                  <a:path w="6163" h="6185" extrusionOk="0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35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5270" extrusionOk="0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35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6102" extrusionOk="0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35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avLst/>
                <a:gdLst/>
                <a:ahLst/>
                <a:cxnLst/>
                <a:rect l="l" t="t" r="r" b="b"/>
                <a:pathLst>
                  <a:path w="9849" h="9767" extrusionOk="0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35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10087" extrusionOk="0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35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727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35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97" h="601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35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4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35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271" extrusionOk="0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35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4355" extrusionOk="0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35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avLst/>
                <a:gdLst/>
                <a:ahLst/>
                <a:cxnLst/>
                <a:rect l="l" t="t" r="r" b="b"/>
                <a:pathLst>
                  <a:path w="7059" h="6910" extrusionOk="0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35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11178" h="11178" extrusionOk="0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35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avLst/>
                <a:gdLst/>
                <a:ahLst/>
                <a:cxnLst/>
                <a:rect l="l" t="t" r="r" b="b"/>
                <a:pathLst>
                  <a:path w="8790" h="8674" extrusionOk="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35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145" h="16459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35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7748" extrusionOk="0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35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avLst/>
                <a:gdLst/>
                <a:ahLst/>
                <a:cxnLst/>
                <a:rect l="l" t="t" r="r" b="b"/>
                <a:pathLst>
                  <a:path w="15379" h="15692" extrusionOk="0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35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avLst/>
                <a:gdLst/>
                <a:ahLst/>
                <a:cxnLst/>
                <a:rect l="l" t="t" r="r" b="b"/>
                <a:pathLst>
                  <a:path w="13106" h="13103" extrusionOk="0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99" name="Google Shape;1799;p35"/>
          <p:cNvGrpSpPr/>
          <p:nvPr/>
        </p:nvGrpSpPr>
        <p:grpSpPr>
          <a:xfrm>
            <a:off x="4340703" y="4855367"/>
            <a:ext cx="2740195" cy="335138"/>
            <a:chOff x="3731103" y="4808559"/>
            <a:chExt cx="2740195" cy="335138"/>
          </a:xfrm>
        </p:grpSpPr>
        <p:sp>
          <p:nvSpPr>
            <p:cNvPr id="1800" name="Google Shape;1800;p35"/>
            <p:cNvSpPr/>
            <p:nvPr/>
          </p:nvSpPr>
          <p:spPr>
            <a:xfrm>
              <a:off x="4333158" y="4849734"/>
              <a:ext cx="1938475" cy="293962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731103" y="4808559"/>
              <a:ext cx="2740195" cy="335138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4333158" y="4950520"/>
              <a:ext cx="1938475" cy="193176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7F8F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○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■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○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■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○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Lato"/>
              <a:buChar char="■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3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805" name="Google Shape;1805;p3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anvas.id/" TargetMode="External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60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56.png"/><Relationship Id="rId11" Type="http://schemas.openxmlformats.org/officeDocument/2006/relationships/image" Target="../media/image50.png"/><Relationship Id="rId5" Type="http://schemas.openxmlformats.org/officeDocument/2006/relationships/image" Target="../media/image55.png"/><Relationship Id="rId15" Type="http://schemas.openxmlformats.org/officeDocument/2006/relationships/image" Target="../media/image44.png"/><Relationship Id="rId10" Type="http://schemas.openxmlformats.org/officeDocument/2006/relationships/image" Target="../media/image59.png"/><Relationship Id="rId4" Type="http://schemas.openxmlformats.org/officeDocument/2006/relationships/image" Target="../media/image54.png"/><Relationship Id="rId9" Type="http://schemas.openxmlformats.org/officeDocument/2006/relationships/image" Target="../media/image58.png"/><Relationship Id="rId14" Type="http://schemas.openxmlformats.org/officeDocument/2006/relationships/image" Target="../media/image4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1.png"/><Relationship Id="rId4" Type="http://schemas.openxmlformats.org/officeDocument/2006/relationships/image" Target="../media/image5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41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56.png"/><Relationship Id="rId5" Type="http://schemas.openxmlformats.org/officeDocument/2006/relationships/image" Target="../media/image54.png"/><Relationship Id="rId4" Type="http://schemas.openxmlformats.org/officeDocument/2006/relationships/image" Target="../media/image67.png"/><Relationship Id="rId9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0352" y="1371600"/>
            <a:ext cx="365760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Fredoka"/>
              </a:rPr>
              <a:t>SCANVAS</a:t>
            </a:r>
          </a:p>
        </p:txBody>
      </p:sp>
      <p:pic>
        <p:nvPicPr>
          <p:cNvPr id="3" name="Picture 2" descr="Scanva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13232"/>
            <a:ext cx="561290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21408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7C3AED"/>
                </a:solidFill>
                <a:latin typeface="Fredoka"/>
              </a:rPr>
              <a:t>Where Children’s Creativity Comes Alive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44368"/>
            <a:ext cx="27889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72033"/>
                </a:solidFill>
                <a:latin typeface="Varela Round"/>
              </a:rPr>
              <a:t>Children turn their own paper drawings into characters, interactive worlds, and stories, directly in the browser.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13632"/>
            <a:ext cx="2163572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3697" tIns="0" bIns="0" rtlCol="0" anchor="ctr">
            <a:noAutofit/>
          </a:bodyPr>
          <a:lstStyle/>
          <a:p>
            <a:pPr algn="l"/>
            <a:r>
              <a:rPr sz="850" b="0" i="0">
                <a:solidFill>
                  <a:srgbClr val="5B21B6"/>
                </a:solidFill>
                <a:latin typeface="Fredoka SemiBold"/>
              </a:rPr>
              <a:t>For children aged 3–10</a:t>
            </a:r>
          </a:p>
        </p:txBody>
      </p:sp>
      <p:pic>
        <p:nvPicPr>
          <p:cNvPr id="7" name="Picture 6" descr="palette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965752"/>
            <a:ext cx="170078" cy="170078"/>
          </a:xfrm>
          <a:prstGeom prst="rect">
            <a:avLst/>
          </a:prstGeom>
        </p:spPr>
      </p:pic>
      <p:pic>
        <p:nvPicPr>
          <p:cNvPr id="8" name="Picture 7" descr="Child-colored Scanvas whale shee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96" y="0"/>
            <a:ext cx="2514600" cy="2471030"/>
          </a:xfrm>
          <a:prstGeom prst="rect">
            <a:avLst/>
          </a:prstGeom>
        </p:spPr>
      </p:pic>
      <p:pic>
        <p:nvPicPr>
          <p:cNvPr id="9" name="Picture 8" descr="The same whale scanned and alive in Scanva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1481328"/>
            <a:ext cx="4069080" cy="249693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041648" y="3108960"/>
            <a:ext cx="1655064" cy="1627632"/>
          </a:xfrm>
          <a:prstGeom prst="roundRect">
            <a:avLst>
              <a:gd name="adj" fmla="val 955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QR code to scanvas.i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32" y="3227832"/>
            <a:ext cx="1453896" cy="145389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041648" y="4809744"/>
            <a:ext cx="1655064" cy="27432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800" b="1" i="0" u="sng">
                <a:solidFill>
                  <a:srgbClr val="2563EB"/>
                </a:solidFill>
                <a:latin typeface="Fredoka"/>
                <a:hlinkClick r:id="rId8"/>
              </a:rPr>
              <a:t>scanvas.id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4206240"/>
            <a:ext cx="2834640" cy="475488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07608" y="4224528"/>
            <a:ext cx="272491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950" b="0" i="0">
                <a:solidFill>
                  <a:srgbClr val="172033"/>
                </a:solidFill>
                <a:latin typeface="Fredoka SemiBold"/>
              </a:rPr>
              <a:t>Salsabila Khoirunnisa · CEO &amp; Co-Founder</a:t>
            </a:r>
          </a:p>
          <a:p>
            <a:pPr algn="r"/>
            <a:r>
              <a:rPr sz="800" b="0" i="0">
                <a:solidFill>
                  <a:srgbClr val="172033"/>
                </a:solidFill>
                <a:latin typeface="Varela Round"/>
              </a:rPr>
              <a:t>Haikal Hilmi · CTO &amp; Co-Founder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81728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72033"/>
                </a:solidFill>
                <a:latin typeface="Fredoka SemiBold"/>
              </a:rPr>
              <a:t>ITEC SEA 2026 · Digital Culture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8046720" cy="82296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300" b="1" i="0">
                <a:solidFill>
                  <a:srgbClr val="172033"/>
                </a:solidFill>
                <a:latin typeface="Fredoka"/>
              </a:rPr>
              <a:t>A child’s creativity ends with the finished page,</a:t>
            </a:r>
            <a:br/>
            <a:r>
              <a:rPr sz="2300" b="1" i="0">
                <a:solidFill>
                  <a:srgbClr val="172033"/>
                </a:solidFill>
                <a:latin typeface="Fredoka"/>
              </a:rPr>
              <a:t>and screens mostly ask children to watch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3931920" cy="31546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hild coloring a Scanvas she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45920"/>
            <a:ext cx="1874519" cy="16308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34640" y="1691640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400" b="1" i="0">
                <a:solidFill>
                  <a:srgbClr val="172033"/>
                </a:solidFill>
                <a:latin typeface="Fredoka"/>
              </a:rPr>
              <a:t>Physical creativity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2286000"/>
            <a:ext cx="150876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172033"/>
                </a:solidFill>
                <a:latin typeface="Varela Round"/>
              </a:rPr>
              <a:t>Children draw, color, and imagine. But when the page is finished, the experience usually ends.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749039"/>
            <a:ext cx="821436" cy="32918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50" b="0" i="0">
                <a:solidFill>
                  <a:srgbClr val="5B21B6"/>
                </a:solidFill>
                <a:latin typeface="Fredoka SemiBold"/>
              </a:rPr>
              <a:t>Create</a:t>
            </a:r>
          </a:p>
        </p:txBody>
      </p:sp>
      <p:pic>
        <p:nvPicPr>
          <p:cNvPr id="8" name="Picture 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9824" y="3845052"/>
            <a:ext cx="137160" cy="137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818132" y="3749039"/>
            <a:ext cx="985520" cy="32918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50" b="0" i="0">
                <a:solidFill>
                  <a:srgbClr val="5B21B6"/>
                </a:solidFill>
                <a:latin typeface="Fredoka SemiBold"/>
              </a:rPr>
              <a:t>Finished</a:t>
            </a:r>
          </a:p>
        </p:txBody>
      </p:sp>
      <p:pic>
        <p:nvPicPr>
          <p:cNvPr id="10" name="Picture 9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4800" y="3845052"/>
            <a:ext cx="137160" cy="1371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023108" y="3749039"/>
            <a:ext cx="6573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50" b="0" i="0">
                <a:solidFill>
                  <a:srgbClr val="526078"/>
                </a:solidFill>
                <a:latin typeface="Fredoka SemiBold"/>
              </a:rPr>
              <a:t>Stop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417320"/>
            <a:ext cx="3931920" cy="31546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892040" y="1645920"/>
            <a:ext cx="1874519" cy="1636776"/>
          </a:xfrm>
          <a:prstGeom prst="roundRect">
            <a:avLst>
              <a:gd name="adj" fmla="val 726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49824" y="1810512"/>
            <a:ext cx="758952" cy="1307592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254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monitor-play_gr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2240280"/>
            <a:ext cx="502920" cy="502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49440" y="1691640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400" b="1" i="0">
                <a:solidFill>
                  <a:srgbClr val="172033"/>
                </a:solidFill>
                <a:latin typeface="Fredoka"/>
              </a:rPr>
              <a:t>Digital entertainment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286000"/>
            <a:ext cx="150876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172033"/>
                </a:solidFill>
                <a:latin typeface="Varela Round"/>
              </a:rPr>
              <a:t>Engaging, but children often watch, swipe, and consume someone else’s content.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3749039"/>
            <a:ext cx="739394" cy="32918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50" b="0" i="0">
                <a:solidFill>
                  <a:srgbClr val="526078"/>
                </a:solidFill>
                <a:latin typeface="Fredoka SemiBold"/>
              </a:rPr>
              <a:t>Watch</a:t>
            </a:r>
          </a:p>
        </p:txBody>
      </p:sp>
      <p:pic>
        <p:nvPicPr>
          <p:cNvPr id="19" name="Picture 18" descr="arrow-right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2582" y="3845052"/>
            <a:ext cx="137160" cy="13716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5850890" y="3749039"/>
            <a:ext cx="739394" cy="32918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50" b="0" i="0">
                <a:solidFill>
                  <a:srgbClr val="526078"/>
                </a:solidFill>
                <a:latin typeface="Fredoka SemiBold"/>
              </a:rPr>
              <a:t>Swipe</a:t>
            </a:r>
          </a:p>
        </p:txBody>
      </p:sp>
      <p:pic>
        <p:nvPicPr>
          <p:cNvPr id="21" name="Picture 20" descr="arrow-right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1432" y="3845052"/>
            <a:ext cx="137160" cy="13716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809740" y="3749039"/>
            <a:ext cx="739394" cy="32918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50" b="0" i="0">
                <a:solidFill>
                  <a:srgbClr val="526078"/>
                </a:solidFill>
                <a:latin typeface="Fredoka SemiBold"/>
              </a:rPr>
              <a:t>Watch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7315200" cy="82296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72033"/>
                </a:solidFill>
                <a:latin typeface="Fredoka"/>
              </a:rPr>
              <a:t>A child’s own drawing becomes</a:t>
            </a:r>
            <a:br/>
            <a:r>
              <a:rPr sz="2600" b="1" i="0">
                <a:solidFill>
                  <a:srgbClr val="172033"/>
                </a:solidFill>
                <a:latin typeface="Fredoka"/>
              </a:rPr>
              <a:t>an animated character in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75895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86384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lor ste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095430"/>
            <a:ext cx="1335024" cy="1304682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13232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Color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Child colors a Scanvas sheet</a:t>
            </a:r>
          </a:p>
        </p:txBody>
      </p:sp>
      <p:sp>
        <p:nvSpPr>
          <p:cNvPr id="9" name="Chevron 8"/>
          <p:cNvSpPr/>
          <p:nvPr/>
        </p:nvSpPr>
        <p:spPr>
          <a:xfrm>
            <a:off x="2221991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395728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an ste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3548" y="1984248"/>
            <a:ext cx="775959" cy="1527048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2322576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Photograph or upload it in the browser</a:t>
            </a:r>
          </a:p>
        </p:txBody>
      </p:sp>
      <p:sp>
        <p:nvSpPr>
          <p:cNvPr id="15" name="Chevron 14"/>
          <p:cNvSpPr/>
          <p:nvPr/>
        </p:nvSpPr>
        <p:spPr>
          <a:xfrm>
            <a:off x="3831336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005072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ome Alive ste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2367290"/>
            <a:ext cx="1335024" cy="760963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3931920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5072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Come Alive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5072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The artwork is extracted and animated</a:t>
            </a:r>
          </a:p>
        </p:txBody>
      </p:sp>
      <p:sp>
        <p:nvSpPr>
          <p:cNvPr id="21" name="Chevron 20"/>
          <p:cNvSpPr/>
          <p:nvPr/>
        </p:nvSpPr>
        <p:spPr>
          <a:xfrm>
            <a:off x="5440680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614416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Explore ste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2236" y="1984248"/>
            <a:ext cx="775959" cy="1527048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5541264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14416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Explore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14416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Their character enters an interactive world</a:t>
            </a:r>
          </a:p>
        </p:txBody>
      </p:sp>
      <p:sp>
        <p:nvSpPr>
          <p:cNvPr id="27" name="Chevron 26"/>
          <p:cNvSpPr/>
          <p:nvPr/>
        </p:nvSpPr>
        <p:spPr>
          <a:xfrm>
            <a:off x="7050024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223760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Discover step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2048" y="2338162"/>
            <a:ext cx="1335024" cy="819219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7150608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Discover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Stories, sounds, and facts extend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804672"/>
            <a:ext cx="3383280" cy="7772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172033"/>
                </a:solidFill>
                <a:latin typeface="Fredoka"/>
              </a:rPr>
              <a:t>Scanvas runs live</a:t>
            </a:r>
            <a:br/>
            <a:r>
              <a:rPr sz="2200" b="1" i="0">
                <a:solidFill>
                  <a:srgbClr val="172033"/>
                </a:solidFill>
                <a:latin typeface="Fredoka"/>
              </a:rPr>
              <a:t>in any browser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36977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3697" tIns="0" bIns="0" rtlCol="0" anchor="ctr">
            <a:noAutofit/>
          </a:bodyPr>
          <a:lstStyle/>
          <a:p>
            <a:pPr algn="l"/>
            <a:r>
              <a:rPr sz="850" b="0" i="0">
                <a:solidFill>
                  <a:srgbClr val="15803D"/>
                </a:solidFill>
                <a:latin typeface="Fredoka SemiBold"/>
              </a:rPr>
              <a:t>LIVE TODAY · scanvas.id</a:t>
            </a:r>
          </a:p>
        </p:txBody>
      </p:sp>
      <p:pic>
        <p:nvPicPr>
          <p:cNvPr id="4" name="Picture 3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3600"/>
            <a:ext cx="170078" cy="17007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48640" y="180136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an-line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1" y="1893539"/>
            <a:ext cx="199704" cy="1997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177393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Physical </a:t>
            </a:r>
            <a:r>
              <a:rPr sz="10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1050" b="0" i="0">
                <a:solidFill>
                  <a:srgbClr val="172033"/>
                </a:solidFill>
                <a:latin typeface="Fredoka SemiBold"/>
              </a:rPr>
              <a:t>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Print </a:t>
            </a:r>
            <a:r>
              <a:rPr sz="9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950" b="0" i="0">
                <a:solidFill>
                  <a:srgbClr val="172033"/>
                </a:solidFill>
                <a:latin typeface="Varela Round"/>
              </a:rPr>
              <a:t> photo/upload </a:t>
            </a:r>
            <a:r>
              <a:rPr sz="9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950" b="0" i="0">
                <a:solidFill>
                  <a:srgbClr val="172033"/>
                </a:solidFill>
                <a:latin typeface="Varela Round"/>
              </a:rPr>
              <a:t> interactive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25856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ompass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1" y="2350739"/>
            <a:ext cx="199704" cy="199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" y="223113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2 interactive worlds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5059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Ocean + Vehicle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71576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wand-sparkles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11" y="2807939"/>
            <a:ext cx="199704" cy="1997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1560" y="268833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Personalized animation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90779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The child’s own artwork is the character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17296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music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811" y="3265139"/>
            <a:ext cx="199704" cy="1997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51560" y="314553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Story &amp; sound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6499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Objects unlock sound, story, and facts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363016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palette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811" y="3722339"/>
            <a:ext cx="199704" cy="1997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51560" y="360273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Digital trial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82219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Try the experience before buying a pack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408736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globe_pur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811" y="4179539"/>
            <a:ext cx="199704" cy="19970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51560" y="405993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Browser-based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27939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No mandatory app installation</a:t>
            </a:r>
          </a:p>
        </p:txBody>
      </p:sp>
      <p:pic>
        <p:nvPicPr>
          <p:cNvPr id="29" name="Picture 28" descr="Landing p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23360" y="182880"/>
            <a:ext cx="1486868" cy="29260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023360" y="3081528"/>
            <a:ext cx="1499616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50" b="0" i="0">
                <a:solidFill>
                  <a:srgbClr val="172033"/>
                </a:solidFill>
                <a:latin typeface="Fredoka SemiBold"/>
              </a:rPr>
              <a:t>Landing page</a:t>
            </a:r>
          </a:p>
        </p:txBody>
      </p:sp>
      <p:pic>
        <p:nvPicPr>
          <p:cNvPr id="31" name="Picture 30" descr="Scan / uploa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96128" y="182880"/>
            <a:ext cx="1486868" cy="29260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596128" y="3081528"/>
            <a:ext cx="1499616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50" b="0" i="0">
                <a:solidFill>
                  <a:srgbClr val="172033"/>
                </a:solidFill>
                <a:latin typeface="Fredoka SemiBold"/>
              </a:rPr>
              <a:t>Scan / upload</a:t>
            </a:r>
          </a:p>
        </p:txBody>
      </p:sp>
      <p:pic>
        <p:nvPicPr>
          <p:cNvPr id="33" name="Picture 32" descr="Alive in the world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68896" y="182880"/>
            <a:ext cx="1486868" cy="29260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168896" y="3081528"/>
            <a:ext cx="1499616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50" b="0" i="0">
                <a:solidFill>
                  <a:srgbClr val="172033"/>
                </a:solidFill>
                <a:latin typeface="Fredoka SemiBold"/>
              </a:rPr>
              <a:t>Alive in the world</a:t>
            </a:r>
          </a:p>
        </p:txBody>
      </p:sp>
      <p:pic>
        <p:nvPicPr>
          <p:cNvPr id="35" name="Picture 34" descr="Vehicle world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69080" y="3310128"/>
            <a:ext cx="2286000" cy="1402772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4297680" y="3465576"/>
            <a:ext cx="117119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Fredoka SemiBold"/>
              </a:rPr>
              <a:t>Vehicle world</a:t>
            </a:r>
          </a:p>
        </p:txBody>
      </p:sp>
      <p:pic>
        <p:nvPicPr>
          <p:cNvPr id="37" name="Picture 36" descr="Story &amp; sound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28232" y="3310128"/>
            <a:ext cx="2286000" cy="1402772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656832" y="3465576"/>
            <a:ext cx="117119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Fredoka SemiBold"/>
              </a:rPr>
              <a:t>Story &amp; sound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0" y="82296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QR code to scanvas.id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36976" y="859536"/>
            <a:ext cx="658368" cy="65836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971800" y="1591056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700" b="0" i="0">
                <a:solidFill>
                  <a:srgbClr val="5B21B6"/>
                </a:solidFill>
                <a:latin typeface="Fredoka SemiBold"/>
              </a:rPr>
              <a:t>Scan to try live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4048"/>
            <a:ext cx="777240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172033"/>
                </a:solidFill>
                <a:latin typeface="Fredoka"/>
              </a:rPr>
              <a:t>One scanning engine powers every world,</a:t>
            </a:r>
            <a:br/>
            <a:r>
              <a:rPr sz="2200" b="1" i="0">
                <a:solidFill>
                  <a:srgbClr val="172033"/>
                </a:solidFill>
                <a:latin typeface="Fredoka"/>
              </a:rPr>
              <a:t>so new content needs no rebuild</a:t>
            </a:r>
          </a:p>
        </p:txBody>
      </p:sp>
      <p:sp>
        <p:nvSpPr>
          <p:cNvPr id="3" name="Oval 2"/>
          <p:cNvSpPr/>
          <p:nvPr/>
        </p:nvSpPr>
        <p:spPr>
          <a:xfrm>
            <a:off x="3337560" y="1325880"/>
            <a:ext cx="2468880" cy="246888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he scanned whale swimming in the Ocean world on a ph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024128"/>
            <a:ext cx="1835352" cy="3611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123444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6968" y="141732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744" y="1380744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72033"/>
                </a:solidFill>
                <a:latin typeface="Fredoka"/>
              </a:rPr>
              <a:t>Computer-Vision 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2938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Four printed markers guide perspective correction, cropping, and object extraction.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23444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961888" y="141732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1380744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72033"/>
                </a:solidFill>
                <a:latin typeface="Fredoka"/>
              </a:rPr>
              <a:t>Personalized Animation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1888" y="192938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The extracted artwork, not a stock character, enters the world.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2608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86968" y="310896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Fredok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744" y="3072384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72033"/>
                </a:solidFill>
                <a:latin typeface="Fredoka"/>
              </a:rPr>
              <a:t>Code-Linked Sheets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62102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Each physical sheet links to its template and digital experience.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292608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961888" y="310896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Fredok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072384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72033"/>
                </a:solidFill>
                <a:latin typeface="Fredoka"/>
              </a:rPr>
              <a:t>Reusable Content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362102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The same engine supports new animals, vehicles, nature, culture, characters, and stories.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8046720" cy="82296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Fredoka"/>
              </a:rPr>
              <a:t>Children stop only consuming digital culture</a:t>
            </a:r>
            <a:br/>
            <a:r>
              <a:rPr sz="2400" b="1" i="0">
                <a:solidFill>
                  <a:srgbClr val="172033"/>
                </a:solidFill>
                <a:latin typeface="Fredoka"/>
              </a:rPr>
              <a:t>and start creating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468880" cy="324612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alette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64207"/>
            <a:ext cx="237744" cy="2377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298448" y="1645920"/>
            <a:ext cx="743712" cy="25603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CREATE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172033"/>
                </a:solidFill>
                <a:latin typeface="Fredoka"/>
              </a:rPr>
              <a:t>Child-generated creativity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72033"/>
                </a:solidFill>
                <a:latin typeface="Varela Round"/>
              </a:rPr>
              <a:t>Children begin with their own imagination and physical artwork.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687704" cy="219456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Drawing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74089" y="3520440"/>
            <a:ext cx="746760" cy="219456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Coloring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923925" cy="219456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Imagination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3108960" y="2852928"/>
            <a:ext cx="137160" cy="274320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337560" y="1371600"/>
            <a:ext cx="2468880" cy="3246120"/>
          </a:xfrm>
          <a:prstGeom prst="roundRect">
            <a:avLst>
              <a:gd name="adj" fmla="val 6666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20440" y="15544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ompass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1664207"/>
            <a:ext cx="237744" cy="23774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087368" y="1645920"/>
            <a:ext cx="1020064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19456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172033"/>
                </a:solidFill>
                <a:latin typeface="Fredoka"/>
              </a:rPr>
              <a:t>Interactive digital worlds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7432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72033"/>
                </a:solidFill>
                <a:latin typeface="Varela Round"/>
              </a:rPr>
              <a:t>Their creation becomes part of a living world.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3520440"/>
            <a:ext cx="805815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Animation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1119" y="3520440"/>
            <a:ext cx="569595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Sound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3794760"/>
            <a:ext cx="68770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Stories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3009" y="3794760"/>
            <a:ext cx="923925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Interaction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4069080"/>
            <a:ext cx="805815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Discovery</a:t>
            </a:r>
          </a:p>
        </p:txBody>
      </p:sp>
      <p:sp>
        <p:nvSpPr>
          <p:cNvPr id="24" name="Chevron 23"/>
          <p:cNvSpPr/>
          <p:nvPr/>
        </p:nvSpPr>
        <p:spPr>
          <a:xfrm>
            <a:off x="5897880" y="2852928"/>
            <a:ext cx="137160" cy="274320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126480" y="1371600"/>
            <a:ext cx="2468880" cy="3246120"/>
          </a:xfrm>
          <a:prstGeom prst="roundRect">
            <a:avLst>
              <a:gd name="adj" fmla="val 6666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09360" y="15544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layers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664207"/>
            <a:ext cx="237744" cy="237744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876288" y="1645920"/>
            <a:ext cx="1158240" cy="25603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CONTENT &amp; 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19456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FFFFFF"/>
                </a:solidFill>
                <a:latin typeface="Fredoka"/>
              </a:rPr>
              <a:t>Scalable worlds and characters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7432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Varela Round"/>
              </a:rPr>
              <a:t>The same platform expands into new content.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520440"/>
            <a:ext cx="62865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Nature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92874" y="3520440"/>
            <a:ext cx="74676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Vehicles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794760"/>
            <a:ext cx="1042035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Local culture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259" y="3794760"/>
            <a:ext cx="86487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Characters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069080"/>
            <a:ext cx="74676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Partners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8046720" cy="82296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172033"/>
                </a:solidFill>
                <a:latin typeface="Fredoka"/>
              </a:rPr>
              <a:t>Scanvas starts with 7,123 schools in Yogyakarta</a:t>
            </a:r>
            <a:br/>
            <a:r>
              <a:rPr sz="2200" b="1" i="0">
                <a:solidFill>
                  <a:srgbClr val="172033"/>
                </a:solidFill>
                <a:latin typeface="Fredoka"/>
              </a:rPr>
              <a:t>and scales the same engine to Indonesia and SEA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377440"/>
            <a:ext cx="1874519" cy="1965960"/>
          </a:xfrm>
          <a:prstGeom prst="roundRect">
            <a:avLst>
              <a:gd name="adj" fmla="val 7804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94944" y="2523744"/>
            <a:ext cx="65303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WEDGE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834640"/>
            <a:ext cx="160019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Fredoka SemiBold"/>
              </a:rPr>
              <a:t>D.I. Yogyakarta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108960"/>
            <a:ext cx="160019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Fredoka"/>
              </a:rPr>
              <a:t>7,123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566160"/>
            <a:ext cx="160019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EDE9FE"/>
                </a:solidFill>
                <a:latin typeface="Fredoka SemiBold"/>
              </a:rPr>
              <a:t>PAUD + primary schools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3822191"/>
            <a:ext cx="1600199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FFFFFF"/>
                </a:solidFill>
                <a:latin typeface="Varela Round"/>
              </a:rPr>
              <a:t>First institutional beachhead, where our first pilot ran.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993392"/>
            <a:ext cx="1874519" cy="2350008"/>
          </a:xfrm>
          <a:prstGeom prst="roundRect">
            <a:avLst>
              <a:gd name="adj" fmla="val 7804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52344" y="2139696"/>
            <a:ext cx="653034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2344" y="2450592"/>
            <a:ext cx="160019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172033"/>
                </a:solidFill>
                <a:latin typeface="Fredoka SemiBold"/>
              </a:rPr>
              <a:t>Central Java + DIY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2344" y="2724912"/>
            <a:ext cx="160019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5B21B6"/>
                </a:solidFill>
                <a:latin typeface="Fredoka"/>
              </a:rPr>
              <a:t>62,797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2344" y="3182112"/>
            <a:ext cx="160019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172033"/>
                </a:solidFill>
                <a:latin typeface="Fredoka SemiBold"/>
              </a:rPr>
              <a:t>PAUD + primary schools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2344" y="3438144"/>
            <a:ext cx="1600199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School sessions, events, and Scanvas Studio.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1609344"/>
            <a:ext cx="1874519" cy="2734056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09744" y="1755648"/>
            <a:ext cx="847344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NATIONAL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2066544"/>
            <a:ext cx="160019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172033"/>
                </a:solidFill>
                <a:latin typeface="Fredoka SemiBold"/>
              </a:rPr>
              <a:t>Indonesia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2340864"/>
            <a:ext cx="160019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5B21B6"/>
                </a:solidFill>
                <a:latin typeface="Fredoka"/>
              </a:rPr>
              <a:t>420,886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9744" y="2798064"/>
            <a:ext cx="160019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172033"/>
                </a:solidFill>
                <a:latin typeface="Fredoka SemiBold"/>
              </a:rPr>
              <a:t>PAUD + primary schools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9744" y="3054096"/>
            <a:ext cx="1600199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≈35M children aged 3–10.*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1225296"/>
            <a:ext cx="1874519" cy="3118104"/>
          </a:xfrm>
          <a:prstGeom prst="roundRect">
            <a:avLst>
              <a:gd name="adj" fmla="val 7804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867144" y="1371600"/>
            <a:ext cx="717804" cy="237744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EXPAND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7144" y="1682496"/>
            <a:ext cx="1600199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172033"/>
                </a:solidFill>
                <a:latin typeface="Fredoka SemiBold"/>
              </a:rPr>
              <a:t>Southeast Asia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7144" y="1956816"/>
            <a:ext cx="160019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7C3AED"/>
                </a:solidFill>
                <a:latin typeface="Fredoka"/>
              </a:rPr>
              <a:t>SEA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67144" y="2414016"/>
            <a:ext cx="160019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172033"/>
                </a:solidFill>
                <a:latin typeface="Fredoka SemiBold"/>
              </a:rPr>
              <a:t>replicate the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7144" y="2670048"/>
            <a:ext cx="1600199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New languages, new worlds, local cultural content, partners.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480560"/>
            <a:ext cx="80467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0" i="0">
                <a:solidFill>
                  <a:srgbClr val="172033"/>
                </a:solidFill>
                <a:latin typeface="Varela Round"/>
              </a:rPr>
              <a:t>School counts are the institutional beachhead only; families, events, and content add to it. Sources: Kemendikdasmen Data Referensi Pendidikan (PAUD, SD), accessed Sep 2026 · *estimated from BPS population by 5-year age group, 2022. Details in Appendix 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8046720" cy="82296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172033"/>
                </a:solidFill>
                <a:latin typeface="Fredoka"/>
              </a:rPr>
              <a:t>Families buy today, schools and events come next,</a:t>
            </a:r>
            <a:br/>
            <a:r>
              <a:rPr sz="2200" b="1" i="0">
                <a:solidFill>
                  <a:srgbClr val="172033"/>
                </a:solidFill>
                <a:latin typeface="Fredoka"/>
              </a:rPr>
              <a:t>and content and IP grow the same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2560320" cy="3611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298448"/>
            <a:ext cx="1171194" cy="23774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15803D"/>
                </a:solidFill>
                <a:latin typeface="Fredoka SemiBold"/>
              </a:rPr>
              <a:t>AVAILABLE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45920"/>
            <a:ext cx="223113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B2C · Families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93392"/>
            <a:ext cx="2231136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Physical creative packs that unlock the Scanvas digital experience.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2697480"/>
            <a:ext cx="2304287" cy="566928"/>
          </a:xfrm>
          <a:prstGeom prst="roundRect">
            <a:avLst>
              <a:gd name="adj" fmla="val 16129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2724912"/>
            <a:ext cx="212140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Revenue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889504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Fredoka SemiBold"/>
              </a:rPr>
              <a:t>Per-pack purchase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401568"/>
            <a:ext cx="22311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How we reach them</a:t>
            </a:r>
          </a:p>
        </p:txBody>
      </p:sp>
      <p:pic>
        <p:nvPicPr>
          <p:cNvPr id="11" name="Picture 10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57600"/>
            <a:ext cx="128016" cy="1280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2688" y="3621024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Short video</a:t>
            </a:r>
          </a:p>
        </p:txBody>
      </p:sp>
      <p:pic>
        <p:nvPicPr>
          <p:cNvPr id="13" name="Picture 12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77056"/>
            <a:ext cx="128016" cy="1280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2688" y="3840480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Digital trial</a:t>
            </a:r>
          </a:p>
        </p:txBody>
      </p:sp>
      <p:pic>
        <p:nvPicPr>
          <p:cNvPr id="15" name="Picture 14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96511"/>
            <a:ext cx="128016" cy="1280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32688" y="4059935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Creative pack</a:t>
            </a:r>
          </a:p>
        </p:txBody>
      </p:sp>
      <p:pic>
        <p:nvPicPr>
          <p:cNvPr id="17" name="Picture 16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315968"/>
            <a:ext cx="128016" cy="1280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2688" y="4279392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New world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1143000"/>
            <a:ext cx="2560320" cy="3611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456432" y="1298448"/>
            <a:ext cx="976884" cy="23774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92400E"/>
                </a:solidFill>
                <a:latin typeface="Fredoka SemiBold"/>
              </a:rPr>
              <a:t>VALIDATING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1645920"/>
            <a:ext cx="223113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B2B · Schools &amp; Events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993392"/>
            <a:ext cx="2231136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Managed sessions today, then Scanvas Studio for repeatable institutional use.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19856" y="2697480"/>
            <a:ext cx="2304287" cy="566928"/>
          </a:xfrm>
          <a:prstGeom prst="roundRect">
            <a:avLst>
              <a:gd name="adj" fmla="val 16129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11296" y="2724912"/>
            <a:ext cx="212140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Revenue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11296" y="2889504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Fredoka SemiBold"/>
              </a:rPr>
              <a:t>Per session · per participant · usage-based (under validation)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6432" y="3401568"/>
            <a:ext cx="22311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How we reach them</a:t>
            </a:r>
          </a:p>
        </p:txBody>
      </p:sp>
      <p:pic>
        <p:nvPicPr>
          <p:cNvPr id="27" name="Picture 26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657600"/>
            <a:ext cx="128016" cy="12801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675888" y="3621024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Outreach</a:t>
            </a:r>
          </a:p>
        </p:txBody>
      </p:sp>
      <p:pic>
        <p:nvPicPr>
          <p:cNvPr id="29" name="Picture 28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877056"/>
            <a:ext cx="128016" cy="12801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75888" y="3840480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Demo</a:t>
            </a:r>
          </a:p>
        </p:txBody>
      </p:sp>
      <p:pic>
        <p:nvPicPr>
          <p:cNvPr id="31" name="Picture 30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096511"/>
            <a:ext cx="128016" cy="12801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675888" y="4059935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Pilot</a:t>
            </a:r>
          </a:p>
        </p:txBody>
      </p:sp>
      <p:pic>
        <p:nvPicPr>
          <p:cNvPr id="33" name="Picture 32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315968"/>
            <a:ext cx="128016" cy="12801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675888" y="4279392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Paid session</a:t>
            </a:r>
          </a:p>
        </p:txBody>
      </p:sp>
      <p:pic>
        <p:nvPicPr>
          <p:cNvPr id="35" name="Picture 34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535424"/>
            <a:ext cx="128016" cy="12801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675888" y="4498848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Repeat use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0" y="1143000"/>
            <a:ext cx="2560320" cy="3611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199631" y="1298448"/>
            <a:ext cx="71780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FUTURE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9631" y="1645920"/>
            <a:ext cx="223113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Content &amp; 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9631" y="1993392"/>
            <a:ext cx="2231136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Interactive worlds, character packs, creative lessons, stories, cultural content, licensed collaborations.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63055" y="2697480"/>
            <a:ext cx="2304287" cy="566928"/>
          </a:xfrm>
          <a:prstGeom prst="roundRect">
            <a:avLst>
              <a:gd name="adj" fmla="val 16129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54496" y="2724912"/>
            <a:ext cx="212140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Revenue 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54496" y="2889504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Fredoka SemiBold"/>
              </a:rPr>
              <a:t>Subscriptions · content add-ons · partnerships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99631" y="3401568"/>
            <a:ext cx="223113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 i="0">
                <a:solidFill>
                  <a:srgbClr val="7C3AED"/>
                </a:solidFill>
                <a:latin typeface="Fredoka SemiBold"/>
              </a:rPr>
              <a:t>How it grows</a:t>
            </a:r>
          </a:p>
        </p:txBody>
      </p:sp>
      <p:pic>
        <p:nvPicPr>
          <p:cNvPr id="45" name="Picture 44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657600"/>
            <a:ext cx="128016" cy="12801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419088" y="3621024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New worlds</a:t>
            </a:r>
          </a:p>
        </p:txBody>
      </p:sp>
      <p:pic>
        <p:nvPicPr>
          <p:cNvPr id="47" name="Picture 46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877056"/>
            <a:ext cx="128016" cy="12801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419088" y="3840480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Characters</a:t>
            </a:r>
          </a:p>
        </p:txBody>
      </p:sp>
      <p:pic>
        <p:nvPicPr>
          <p:cNvPr id="49" name="Picture 48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4096511"/>
            <a:ext cx="128016" cy="128016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419088" y="4059935"/>
            <a:ext cx="2011679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Partners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8046720" cy="64008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172033"/>
                </a:solidFill>
                <a:latin typeface="Fredoka"/>
              </a:rPr>
              <a:t>Our first 30-child pilot led to five product changes,</a:t>
            </a:r>
            <a:br/>
            <a:r>
              <a:rPr sz="2000" b="1" i="0">
                <a:solidFill>
                  <a:srgbClr val="172033"/>
                </a:solidFill>
                <a:latin typeface="Fredoka"/>
              </a:rPr>
              <a:t>two of them already shipped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918971" cy="1188720"/>
          </a:xfrm>
          <a:prstGeom prst="roundRect">
            <a:avLst>
              <a:gd name="adj" fmla="val 1393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918971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3000" b="1" i="0">
                <a:solidFill>
                  <a:srgbClr val="5B21B6"/>
                </a:solidFill>
                <a:latin typeface="Fredok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67712"/>
            <a:ext cx="7360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Fredoka SemiBold"/>
              </a:rPr>
              <a:t>interactive worlds live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77340" y="1600200"/>
            <a:ext cx="918971" cy="1188720"/>
          </a:xfrm>
          <a:prstGeom prst="roundRect">
            <a:avLst>
              <a:gd name="adj" fmla="val 1393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7340" y="1691640"/>
            <a:ext cx="918971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3000" b="1" i="0">
                <a:solidFill>
                  <a:srgbClr val="5B21B6"/>
                </a:solidFill>
                <a:latin typeface="Fredoka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8780" y="2267712"/>
            <a:ext cx="7360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Fredoka SemiBold"/>
              </a:rPr>
              <a:t>children in first real-world 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600200"/>
            <a:ext cx="918971" cy="1188720"/>
          </a:xfrm>
          <a:prstGeom prst="roundRect">
            <a:avLst>
              <a:gd name="adj" fmla="val 1393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06040" y="1691640"/>
            <a:ext cx="918971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3000" b="1" i="0">
                <a:solidFill>
                  <a:srgbClr val="5B21B6"/>
                </a:solidFill>
                <a:latin typeface="Fredok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267712"/>
            <a:ext cx="7360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Fredoka SemiBold"/>
              </a:rPr>
              <a:t>TPA pilot completed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4740" y="1600200"/>
            <a:ext cx="918971" cy="1188720"/>
          </a:xfrm>
          <a:prstGeom prst="roundRect">
            <a:avLst>
              <a:gd name="adj" fmla="val 1393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4740" y="1691640"/>
            <a:ext cx="918971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3000" b="1" i="0">
                <a:solidFill>
                  <a:srgbClr val="5B21B6"/>
                </a:solidFill>
                <a:latin typeface="Fredok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6180" y="2267712"/>
            <a:ext cx="73609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Fredoka SemiBold"/>
              </a:rPr>
              <a:t>product improvements from feedback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63240"/>
            <a:ext cx="739394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50" b="0" i="0">
                <a:solidFill>
                  <a:srgbClr val="5B21B6"/>
                </a:solidFill>
                <a:latin typeface="Fredoka SemiBold"/>
              </a:rPr>
              <a:t>Built</a:t>
            </a:r>
          </a:p>
        </p:txBody>
      </p:sp>
      <p:pic>
        <p:nvPicPr>
          <p:cNvPr id="16" name="Picture 15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181" y="3150108"/>
            <a:ext cx="137160" cy="13716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507490" y="3063240"/>
            <a:ext cx="821436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50" b="0" i="0">
                <a:solidFill>
                  <a:srgbClr val="5B21B6"/>
                </a:solidFill>
                <a:latin typeface="Fredoka SemiBold"/>
              </a:rPr>
              <a:t>Tested</a:t>
            </a:r>
          </a:p>
        </p:txBody>
      </p:sp>
      <p:pic>
        <p:nvPicPr>
          <p:cNvPr id="18" name="Picture 17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074" y="3150108"/>
            <a:ext cx="137160" cy="13716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2548382" y="3063240"/>
            <a:ext cx="903478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50" b="0" i="0">
                <a:solidFill>
                  <a:srgbClr val="5B21B6"/>
                </a:solidFill>
                <a:latin typeface="Fredoka SemiBold"/>
              </a:rPr>
              <a:t>Learned</a:t>
            </a:r>
          </a:p>
        </p:txBody>
      </p:sp>
      <p:pic>
        <p:nvPicPr>
          <p:cNvPr id="20" name="Picture 19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3150108"/>
            <a:ext cx="137160" cy="13716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3671316" y="3063240"/>
            <a:ext cx="903478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50" b="0" i="0">
                <a:solidFill>
                  <a:srgbClr val="5B21B6"/>
                </a:solidFill>
                <a:latin typeface="Fredoka SemiBold"/>
              </a:rPr>
              <a:t>Shipped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61188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Live at scanvas.id · public digital trial · pre-revenue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1097280"/>
            <a:ext cx="3749039" cy="3520440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47488" y="1261872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72033"/>
                </a:solidFill>
                <a:latin typeface="Fredoka"/>
              </a:rPr>
              <a:t>Feedback already changed the product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47488" y="192024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15803D"/>
                </a:solidFill>
                <a:latin typeface="Fredoka SemiBold"/>
              </a:rPr>
              <a:t>Shipped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1883664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172033"/>
                </a:solidFill>
                <a:latin typeface="Varela Round"/>
              </a:rPr>
              <a:t>Larger interactive world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47488" y="2432304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15803D"/>
                </a:solidFill>
                <a:latin typeface="Fredoka SemiBold"/>
              </a:rPr>
              <a:t>Shipped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2395728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172033"/>
                </a:solidFill>
                <a:latin typeface="Varela Round"/>
              </a:rPr>
              <a:t>Digital trial before purchase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47488" y="294436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Building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2907792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172033"/>
                </a:solidFill>
                <a:latin typeface="Varela Round"/>
              </a:rPr>
              <a:t>Bulk drawing processing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47488" y="345643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Building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3419856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172033"/>
                </a:solidFill>
                <a:latin typeface="Varela Round"/>
              </a:rPr>
              <a:t>Story &amp; learning space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47488" y="3968496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Building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931920"/>
            <a:ext cx="242316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172033"/>
                </a:solidFill>
                <a:latin typeface="Varela Round"/>
              </a:rPr>
              <a:t>Additional worlds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48640" y="347472"/>
            <a:ext cx="8046720" cy="5029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172033"/>
                </a:solidFill>
                <a:latin typeface="Fredoka"/>
              </a:rPr>
              <a:t>Next, Scanvas makes the magic repeatable and scales content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987552"/>
            <a:ext cx="2560320" cy="1783080"/>
          </a:xfrm>
          <a:prstGeom prst="roundRect">
            <a:avLst>
              <a:gd name="adj" fmla="val 8205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06070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EDE9FE"/>
                </a:solidFill>
                <a:latin typeface="Fredoka SemiBold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243584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Fredoka"/>
              </a:rPr>
              <a:t>Validate the Magic</a:t>
            </a:r>
          </a:p>
        </p:txBody>
      </p:sp>
      <p:pic>
        <p:nvPicPr>
          <p:cNvPr id="12" name="Picture 11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55064"/>
            <a:ext cx="146304" cy="1463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2688" y="160934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Varela Round"/>
              </a:rPr>
              <a:t>Improve scan reliability</a:t>
            </a:r>
          </a:p>
        </p:txBody>
      </p:sp>
      <p:pic>
        <p:nvPicPr>
          <p:cNvPr id="14" name="Picture 13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929384"/>
            <a:ext cx="146304" cy="1463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2688" y="188366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Varela Round"/>
              </a:rPr>
              <a:t>More family testing</a:t>
            </a:r>
          </a:p>
        </p:txBody>
      </p:sp>
      <p:pic>
        <p:nvPicPr>
          <p:cNvPr id="16" name="Picture 15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203703"/>
            <a:ext cx="146304" cy="1463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2688" y="215798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Varela Round"/>
              </a:rPr>
              <a:t>More school / TPA pilots</a:t>
            </a:r>
          </a:p>
        </p:txBody>
      </p:sp>
      <p:pic>
        <p:nvPicPr>
          <p:cNvPr id="18" name="Picture 17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478024"/>
            <a:ext cx="146304" cy="1463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2688" y="243230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Varela Round"/>
              </a:rPr>
              <a:t>Validate willingness to pay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64408" y="987552"/>
            <a:ext cx="2560320" cy="1783080"/>
          </a:xfrm>
          <a:prstGeom prst="roundRect">
            <a:avLst>
              <a:gd name="adj" fmla="val 8205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9000" y="106070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7C3AED"/>
                </a:solidFill>
                <a:latin typeface="Fredoka SemiBold"/>
              </a:rP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1243584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172033"/>
                </a:solidFill>
                <a:latin typeface="Fredoka"/>
              </a:rPr>
              <a:t>Make It Repeatable</a:t>
            </a:r>
          </a:p>
        </p:txBody>
      </p:sp>
      <p:pic>
        <p:nvPicPr>
          <p:cNvPr id="23" name="Picture 22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655064"/>
            <a:ext cx="146304" cy="14630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648456" y="160934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Bulk processing</a:t>
            </a:r>
          </a:p>
        </p:txBody>
      </p:sp>
      <p:pic>
        <p:nvPicPr>
          <p:cNvPr id="25" name="Picture 24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929384"/>
            <a:ext cx="146304" cy="1463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648456" y="188366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Scanvas Studio</a:t>
            </a:r>
          </a:p>
        </p:txBody>
      </p:sp>
      <p:pic>
        <p:nvPicPr>
          <p:cNvPr id="27" name="Picture 26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203703"/>
            <a:ext cx="146304" cy="14630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648456" y="215798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School / event sessions</a:t>
            </a:r>
          </a:p>
        </p:txBody>
      </p:sp>
      <p:pic>
        <p:nvPicPr>
          <p:cNvPr id="29" name="Picture 28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478024"/>
            <a:ext cx="146304" cy="14630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648456" y="243230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Stories, quizzes, guided activities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0176" y="987552"/>
            <a:ext cx="256032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44768" y="106070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7C3AED"/>
                </a:solidFill>
                <a:latin typeface="Fredoka SemiBold"/>
              </a:rPr>
              <a:t>PHASE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1243584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172033"/>
                </a:solidFill>
                <a:latin typeface="Fredoka"/>
              </a:rPr>
              <a:t>Scale the Content</a:t>
            </a:r>
          </a:p>
        </p:txBody>
      </p:sp>
      <p:pic>
        <p:nvPicPr>
          <p:cNvPr id="34" name="Picture 33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1655064"/>
            <a:ext cx="146304" cy="14630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364224" y="160934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Additional worlds</a:t>
            </a:r>
          </a:p>
        </p:txBody>
      </p:sp>
      <p:pic>
        <p:nvPicPr>
          <p:cNvPr id="36" name="Picture 35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1929384"/>
            <a:ext cx="146304" cy="14630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364224" y="188366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Original Scanvas characters</a:t>
            </a:r>
          </a:p>
        </p:txBody>
      </p:sp>
      <p:pic>
        <p:nvPicPr>
          <p:cNvPr id="38" name="Picture 37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2203703"/>
            <a:ext cx="146304" cy="14630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364224" y="215798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Cultural themes &amp; partners</a:t>
            </a:r>
          </a:p>
        </p:txBody>
      </p:sp>
      <p:pic>
        <p:nvPicPr>
          <p:cNvPr id="40" name="Picture 39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2478024"/>
            <a:ext cx="146304" cy="14630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364224" y="243230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Regional content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2944368"/>
            <a:ext cx="4663440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Salsabila Khoirunnis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017520"/>
            <a:ext cx="696783" cy="78638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572768" y="3054096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172033"/>
                </a:solidFill>
                <a:latin typeface="Fredoka"/>
              </a:rPr>
              <a:t>Salsabila Khoirunnisa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72768" y="3291839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7C3AED"/>
                </a:solidFill>
                <a:latin typeface="Fredoka SemiBold"/>
              </a:rPr>
              <a:t>CEO &amp; Co-Founder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72768" y="349300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172033"/>
                </a:solidFill>
                <a:latin typeface="Varela Round"/>
              </a:rPr>
              <a:t>Business · partnerships · customer discovery · GTM</a:t>
            </a:r>
          </a:p>
        </p:txBody>
      </p:sp>
      <p:pic>
        <p:nvPicPr>
          <p:cNvPr id="47" name="Picture 46" descr="Haikal Hilm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867911"/>
            <a:ext cx="737540" cy="78638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572768" y="3904487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172033"/>
                </a:solidFill>
                <a:latin typeface="Fredoka"/>
              </a:rPr>
              <a:t>Haikal Hilmi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72768" y="4142231"/>
            <a:ext cx="35661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7C3AED"/>
                </a:solidFill>
                <a:latin typeface="Fredoka SemiBold"/>
              </a:rPr>
              <a:t>CTO &amp; Co-Founder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72768" y="43434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172033"/>
                </a:solidFill>
                <a:latin typeface="Varela Round"/>
              </a:rPr>
              <a:t>Product · engineering · computer vision · interactive platform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394960" y="2944368"/>
            <a:ext cx="3200400" cy="1783080"/>
          </a:xfrm>
          <a:prstGeom prst="roundRect">
            <a:avLst>
              <a:gd name="adj" fmla="val 8205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51" descr="quote_dee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9552" y="3072384"/>
            <a:ext cx="274320" cy="2743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559552" y="3401568"/>
            <a:ext cx="2880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172033"/>
                </a:solidFill>
                <a:latin typeface="Fredoka"/>
              </a:rPr>
              <a:t>Scanvas turns children from digital-content consumers into creators inside interactive worlds.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59552" y="4297680"/>
            <a:ext cx="28803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5B21B6"/>
                </a:solidFill>
                <a:latin typeface="Fredoka SemiBold"/>
              </a:rPr>
              <a:t>With ITEC SEA: partners · commercialization · regional expansion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47472"/>
            <a:ext cx="804672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172033"/>
                </a:solidFill>
                <a:latin typeface="Fredoka"/>
              </a:rPr>
              <a:t>Competitors prove the category; Scanvas differs</a:t>
            </a:r>
            <a:br/>
            <a:r>
              <a:rPr sz="2200" b="1" i="0">
                <a:solidFill>
                  <a:srgbClr val="172033"/>
                </a:solidFill>
                <a:latin typeface="Fredoka"/>
              </a:rPr>
              <a:t>by browser access and shared worlds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8321040" cy="3264408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697480" y="1289304"/>
            <a:ext cx="12161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5B21B6"/>
                </a:solidFill>
                <a:latin typeface="Fredoka"/>
              </a:rPr>
              <a:t>Scanvas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13632" y="1289304"/>
            <a:ext cx="12161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172033"/>
                </a:solidFill>
                <a:latin typeface="Fredoka"/>
              </a:rPr>
              <a:t>Faber-Castell</a:t>
            </a:r>
            <a:br/>
            <a:r>
              <a:rPr sz="850" b="1" i="0">
                <a:solidFill>
                  <a:srgbClr val="172033"/>
                </a:solidFill>
                <a:latin typeface="Fredoka"/>
              </a:rPr>
              <a:t>ARt Alive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1289304"/>
            <a:ext cx="12161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172033"/>
                </a:solidFill>
                <a:latin typeface="Fredoka"/>
              </a:rPr>
              <a:t>Quiver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45936" y="1289304"/>
            <a:ext cx="12161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172033"/>
                </a:solidFill>
                <a:latin typeface="Fredoka"/>
              </a:rPr>
              <a:t>WAGZAK</a:t>
            </a:r>
            <a:br/>
            <a:r>
              <a:rPr sz="850" b="1" i="0">
                <a:solidFill>
                  <a:srgbClr val="172033"/>
                </a:solidFill>
                <a:latin typeface="Fredoka"/>
              </a:rPr>
              <a:t>JUMP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2088" y="1289304"/>
            <a:ext cx="12161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172033"/>
                </a:solidFill>
                <a:latin typeface="Fredoka"/>
              </a:rPr>
              <a:t>teamLab Sketch</a:t>
            </a:r>
            <a:br/>
            <a:r>
              <a:rPr sz="850" b="1" i="0">
                <a:solidFill>
                  <a:srgbClr val="172033"/>
                </a:solidFill>
                <a:latin typeface="Fredoka"/>
              </a:rPr>
              <a:t>Aquarium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709928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709928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Paper coloring </a:t>
            </a:r>
            <a:r>
              <a:rPr sz="8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850" b="0" i="0">
                <a:solidFill>
                  <a:srgbClr val="172033"/>
                </a:solidFill>
                <a:latin typeface="Fredoka SemiBold"/>
              </a:rPr>
              <a:t> digital</a:t>
            </a:r>
          </a:p>
        </p:txBody>
      </p:sp>
      <p:pic>
        <p:nvPicPr>
          <p:cNvPr id="11" name="Picture 10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116" y="1769364"/>
            <a:ext cx="182880" cy="182880"/>
          </a:xfrm>
          <a:prstGeom prst="rect">
            <a:avLst/>
          </a:prstGeom>
        </p:spPr>
      </p:pic>
      <p:pic>
        <p:nvPicPr>
          <p:cNvPr id="12" name="Picture 11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68" y="1769364"/>
            <a:ext cx="182880" cy="182880"/>
          </a:xfrm>
          <a:prstGeom prst="rect">
            <a:avLst/>
          </a:prstGeom>
        </p:spPr>
      </p:pic>
      <p:pic>
        <p:nvPicPr>
          <p:cNvPr id="13" name="Picture 12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420" y="1769364"/>
            <a:ext cx="182880" cy="182880"/>
          </a:xfrm>
          <a:prstGeom prst="rect">
            <a:avLst/>
          </a:prstGeom>
        </p:spPr>
      </p:pic>
      <p:pic>
        <p:nvPicPr>
          <p:cNvPr id="14" name="Picture 13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572" y="1769364"/>
            <a:ext cx="182880" cy="182880"/>
          </a:xfrm>
          <a:prstGeom prst="rect">
            <a:avLst/>
          </a:prstGeom>
        </p:spPr>
      </p:pic>
      <p:pic>
        <p:nvPicPr>
          <p:cNvPr id="15" name="Picture 14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723" y="1769364"/>
            <a:ext cx="182880" cy="18288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85800" y="2011680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2011680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Child’s artwork becomes character</a:t>
            </a:r>
          </a:p>
        </p:txBody>
      </p:sp>
      <p:pic>
        <p:nvPicPr>
          <p:cNvPr id="18" name="Picture 17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116" y="2071116"/>
            <a:ext cx="182880" cy="182880"/>
          </a:xfrm>
          <a:prstGeom prst="rect">
            <a:avLst/>
          </a:prstGeom>
        </p:spPr>
      </p:pic>
      <p:pic>
        <p:nvPicPr>
          <p:cNvPr id="19" name="Picture 18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68" y="2071116"/>
            <a:ext cx="182880" cy="182880"/>
          </a:xfrm>
          <a:prstGeom prst="rect">
            <a:avLst/>
          </a:prstGeom>
        </p:spPr>
      </p:pic>
      <p:pic>
        <p:nvPicPr>
          <p:cNvPr id="20" name="Picture 19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420" y="2071116"/>
            <a:ext cx="182880" cy="182880"/>
          </a:xfrm>
          <a:prstGeom prst="rect">
            <a:avLst/>
          </a:prstGeom>
        </p:spPr>
      </p:pic>
      <p:pic>
        <p:nvPicPr>
          <p:cNvPr id="21" name="Picture 20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572" y="2071116"/>
            <a:ext cx="182880" cy="182880"/>
          </a:xfrm>
          <a:prstGeom prst="rect">
            <a:avLst/>
          </a:prstGeom>
        </p:spPr>
      </p:pic>
      <p:pic>
        <p:nvPicPr>
          <p:cNvPr id="22" name="Picture 21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723" y="2071116"/>
            <a:ext cx="182880" cy="18288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85800" y="2313432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2313432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No app required (web)</a:t>
            </a:r>
          </a:p>
        </p:txBody>
      </p:sp>
      <p:pic>
        <p:nvPicPr>
          <p:cNvPr id="25" name="Picture 24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116" y="2372868"/>
            <a:ext cx="18288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913632" y="2313432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9784" y="2313432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2313432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2088" y="2313432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Venue only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2615184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2" y="2615184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Shared interactive worlds</a:t>
            </a:r>
          </a:p>
        </p:txBody>
      </p:sp>
      <p:pic>
        <p:nvPicPr>
          <p:cNvPr id="32" name="Picture 31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116" y="2674620"/>
            <a:ext cx="182880" cy="1828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913632" y="2615184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9784" y="2615184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5936" y="2615184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pic>
        <p:nvPicPr>
          <p:cNvPr id="36" name="Picture 35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723" y="2674620"/>
            <a:ext cx="182880" cy="18288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685800" y="2916936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" y="2916936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Educational / story content</a:t>
            </a:r>
          </a:p>
        </p:txBody>
      </p:sp>
      <p:pic>
        <p:nvPicPr>
          <p:cNvPr id="39" name="Picture 38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116" y="2976372"/>
            <a:ext cx="182880" cy="18288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913632" y="2916936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Some</a:t>
            </a:r>
          </a:p>
        </p:txBody>
      </p:sp>
      <p:pic>
        <p:nvPicPr>
          <p:cNvPr id="41" name="Picture 40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420" y="2976372"/>
            <a:ext cx="182880" cy="182880"/>
          </a:xfrm>
          <a:prstGeom prst="rect">
            <a:avLst/>
          </a:prstGeom>
        </p:spPr>
      </p:pic>
      <p:pic>
        <p:nvPicPr>
          <p:cNvPr id="42" name="Picture 41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572" y="2976372"/>
            <a:ext cx="182880" cy="1828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562088" y="2916936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Some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3218688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3232" y="3218688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Institutional sessions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97480" y="3218688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Pilot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13632" y="3218688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9784" y="3218688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Edu subscription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45936" y="3218688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School license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62088" y="3218688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Installation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" y="3520440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13232" y="3520440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Indonesia-first</a:t>
            </a:r>
          </a:p>
        </p:txBody>
      </p:sp>
      <p:pic>
        <p:nvPicPr>
          <p:cNvPr id="53" name="Picture 52" descr="check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116" y="3579875"/>
            <a:ext cx="182880" cy="182880"/>
          </a:xfrm>
          <a:prstGeom prst="rect">
            <a:avLst/>
          </a:prstGeom>
        </p:spPr>
      </p:pic>
      <p:pic>
        <p:nvPicPr>
          <p:cNvPr id="54" name="Picture 53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68" y="3579875"/>
            <a:ext cx="182880" cy="18288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129784" y="3520440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45936" y="3520440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62088" y="3520440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" y="3822191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13232" y="3822191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Large ready-made content library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97480" y="3822191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2 worlds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13632" y="3822191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pic>
        <p:nvPicPr>
          <p:cNvPr id="62" name="Picture 61" descr="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420" y="3881628"/>
            <a:ext cx="182880" cy="18288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345936" y="3822191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100+ lessons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62088" y="3822191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Varela Round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5800" y="4123944"/>
            <a:ext cx="804672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13232" y="4123944"/>
            <a:ext cx="1965960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Brand &amp; distribution reach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97480" y="4123944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Early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13632" y="4123944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Retail brand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29784" y="4123944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26M+ downloads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45936" y="4123944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30 languages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62088" y="4123944"/>
            <a:ext cx="1216152" cy="3017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Varela Round"/>
              </a:rPr>
              <a:t>Museums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4681728"/>
            <a:ext cx="80467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50" b="0" i="0">
                <a:solidFill>
                  <a:srgbClr val="172033"/>
                </a:solidFill>
                <a:latin typeface="Varela Round"/>
              </a:rPr>
              <a:t>Appendix A · rows include axes where competitors lead. Evidence checked Sep 2026 on each product’s official site.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8046720" cy="6858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172033"/>
                </a:solidFill>
                <a:latin typeface="Fredoka"/>
              </a:rPr>
              <a:t>Market figures come from Kemendikdasmen school counts</a:t>
            </a:r>
            <a:br/>
            <a:r>
              <a:rPr sz="2000" b="1" i="0">
                <a:solidFill>
                  <a:srgbClr val="172033"/>
                </a:solidFill>
                <a:latin typeface="Fredoka"/>
              </a:rPr>
              <a:t>and a BPS-based estimate of children aged 3–10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43000"/>
            <a:ext cx="8046720" cy="3246120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  <a:latin typeface="Fredoka SemiBold"/>
              </a:rPr>
              <a:t>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261872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  <a:latin typeface="Fredoka SemiBold"/>
              </a:rP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1261872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  <a:latin typeface="Fredoka SemiBold"/>
              </a:rPr>
              <a:t>How it is calculated /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36192"/>
            <a:ext cx="768096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PAUD units, Indonesia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572768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243,604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572768"/>
            <a:ext cx="42062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TK 134,789 + KB 86,429 + TPA 2,684 + SPS 19,702 · Kemendikdasmen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993391"/>
            <a:ext cx="768096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029967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Primary schools (SD sederajat), Indonesia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029967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177,282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29967"/>
            <a:ext cx="42062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Kemendikdasmen Data Referensi Pendidikan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450591"/>
            <a:ext cx="768096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487168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PAUD + primary schools, Indonesia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487168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420,886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2487168"/>
            <a:ext cx="42062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243,604 + 177,282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907791"/>
            <a:ext cx="768096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2944368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Central Java + D.I. Yogyakarta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944368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62,797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2944368"/>
            <a:ext cx="42062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PAUD 32,839 + 5,071 · SD 22,835 + 2,052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364991"/>
            <a:ext cx="768096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401568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D.I. Yogyakarta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401568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7,123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3401568"/>
            <a:ext cx="42062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PAUD 5,071 + SD 2,052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822191"/>
            <a:ext cx="7680960" cy="914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3858768"/>
            <a:ext cx="25146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Children aged 3–10, Indonesia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858768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72033"/>
                </a:solidFill>
                <a:latin typeface="Fredoka"/>
              </a:rPr>
              <a:t>≈35.3M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3858768"/>
            <a:ext cx="420624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2/5 × 22,094,426 (0–4) + 22,013,768 (5–9) + 1/5 × 22,088,673 (10–14) · BPS 2022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700" b="0" i="0">
                <a:solidFill>
                  <a:srgbClr val="172033"/>
                </a:solidFill>
                <a:latin typeface="Varela Round"/>
              </a:rPr>
              <a:t>Kemendikdasmen: referensi.data.kemendikdasmen.go.id (PAUD &amp; Dikdas per province), accessed Sep 2026. BPS: Jumlah Penduduk Menurut Kelompok Umur, Long Form SP2020 (2022). TPA in Kemendikdasmen data = Taman Penitipan Anak.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804672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172033"/>
                </a:solidFill>
                <a:latin typeface="Fredoka"/>
              </a:rPr>
              <a:t>Every drawing moves from paper through computer vision</a:t>
            </a:r>
            <a:br/>
            <a:r>
              <a:rPr sz="2000" b="1" i="0">
                <a:solidFill>
                  <a:srgbClr val="172033"/>
                </a:solidFill>
                <a:latin typeface="Fredoka"/>
              </a:rPr>
              <a:t>into a reusable interactive world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1042415" cy="329184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58368" y="1463040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1152143" y="1435608"/>
            <a:ext cx="347472" cy="34747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alette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537" y="1519001"/>
            <a:ext cx="180685" cy="1806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920240"/>
            <a:ext cx="85953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72033"/>
                </a:solidFill>
                <a:latin typeface="Fredoka"/>
              </a:rPr>
              <a:t>Physical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14600"/>
            <a:ext cx="8595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Child colors a Scanvas sheet</a:t>
            </a:r>
          </a:p>
        </p:txBody>
      </p:sp>
      <p:sp>
        <p:nvSpPr>
          <p:cNvPr id="9" name="Chevron 8"/>
          <p:cNvSpPr/>
          <p:nvPr/>
        </p:nvSpPr>
        <p:spPr>
          <a:xfrm>
            <a:off x="1609343" y="2834640"/>
            <a:ext cx="73152" cy="164592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00784" y="1325880"/>
            <a:ext cx="1042415" cy="329184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10512" y="1463040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2304288" y="1435608"/>
            <a:ext cx="347472" cy="34747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amera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7681" y="1519001"/>
            <a:ext cx="180685" cy="1806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10512" y="1920240"/>
            <a:ext cx="85953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72033"/>
                </a:solidFill>
                <a:latin typeface="Fredoka"/>
              </a:rPr>
              <a:t>Capture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0512" y="2514600"/>
            <a:ext cx="8595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Camera or photo upload</a:t>
            </a:r>
          </a:p>
        </p:txBody>
      </p:sp>
      <p:sp>
        <p:nvSpPr>
          <p:cNvPr id="16" name="Chevron 15"/>
          <p:cNvSpPr/>
          <p:nvPr/>
        </p:nvSpPr>
        <p:spPr>
          <a:xfrm>
            <a:off x="2761488" y="2834640"/>
            <a:ext cx="73152" cy="164592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852927" y="1325880"/>
            <a:ext cx="1042415" cy="3291840"/>
          </a:xfrm>
          <a:prstGeom prst="roundRect">
            <a:avLst>
              <a:gd name="adj" fmla="val 12280"/>
            </a:avLst>
          </a:prstGeom>
          <a:solidFill>
            <a:srgbClr val="EDE9FE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962656" y="1463040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Fredoka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3456432" y="143560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scan-line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9825" y="1519001"/>
            <a:ext cx="180685" cy="1806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962656" y="1920240"/>
            <a:ext cx="85953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72033"/>
                </a:solidFill>
                <a:latin typeface="Fredoka"/>
              </a:rPr>
              <a:t>Computer vision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62656" y="2514600"/>
            <a:ext cx="8595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Marker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62656" y="2971800"/>
            <a:ext cx="8595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Perspective correction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62656" y="3429000"/>
            <a:ext cx="8595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Crop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2656" y="3886200"/>
            <a:ext cx="8595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Object extraction</a:t>
            </a:r>
          </a:p>
        </p:txBody>
      </p:sp>
      <p:sp>
        <p:nvSpPr>
          <p:cNvPr id="26" name="Chevron 25"/>
          <p:cNvSpPr/>
          <p:nvPr/>
        </p:nvSpPr>
        <p:spPr>
          <a:xfrm>
            <a:off x="3913631" y="2834640"/>
            <a:ext cx="73152" cy="164592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005071" y="1325880"/>
            <a:ext cx="1042415" cy="329184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114799" y="1463040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Fredoka"/>
              </a:rPr>
              <a:t>4</a:t>
            </a:r>
          </a:p>
        </p:txBody>
      </p:sp>
      <p:sp>
        <p:nvSpPr>
          <p:cNvPr id="29" name="Oval 28"/>
          <p:cNvSpPr/>
          <p:nvPr/>
        </p:nvSpPr>
        <p:spPr>
          <a:xfrm>
            <a:off x="4608575" y="1435608"/>
            <a:ext cx="347472" cy="34747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wand-sparkles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1969" y="1519001"/>
            <a:ext cx="180685" cy="1806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114799" y="1920240"/>
            <a:ext cx="85953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72033"/>
                </a:solidFill>
                <a:latin typeface="Fredoka"/>
              </a:rPr>
              <a:t>Digital asset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9" y="2514600"/>
            <a:ext cx="8595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Child’s artwork becomes the character</a:t>
            </a:r>
          </a:p>
        </p:txBody>
      </p:sp>
      <p:sp>
        <p:nvSpPr>
          <p:cNvPr id="33" name="Chevron 32"/>
          <p:cNvSpPr/>
          <p:nvPr/>
        </p:nvSpPr>
        <p:spPr>
          <a:xfrm>
            <a:off x="5065775" y="2834640"/>
            <a:ext cx="73152" cy="164592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57215" y="1325880"/>
            <a:ext cx="1042415" cy="3291840"/>
          </a:xfrm>
          <a:prstGeom prst="roundRect">
            <a:avLst>
              <a:gd name="adj" fmla="val 12280"/>
            </a:avLst>
          </a:prstGeom>
          <a:solidFill>
            <a:srgbClr val="EDE9FE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266943" y="1463040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Fredoka"/>
              </a:rPr>
              <a:t>5</a:t>
            </a:r>
          </a:p>
        </p:txBody>
      </p:sp>
      <p:sp>
        <p:nvSpPr>
          <p:cNvPr id="36" name="Oval 35"/>
          <p:cNvSpPr/>
          <p:nvPr/>
        </p:nvSpPr>
        <p:spPr>
          <a:xfrm>
            <a:off x="5760719" y="1435608"/>
            <a:ext cx="347472" cy="3474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play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4113" y="1519001"/>
            <a:ext cx="180685" cy="18068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266943" y="1920240"/>
            <a:ext cx="85953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72033"/>
                </a:solidFill>
                <a:latin typeface="Fredoka"/>
              </a:rPr>
              <a:t>Interactive runtime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66943" y="2514600"/>
            <a:ext cx="8595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Animation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66943" y="2971800"/>
            <a:ext cx="8595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Movement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66943" y="3429000"/>
            <a:ext cx="8595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Sounds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66943" y="3886200"/>
            <a:ext cx="8595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Interactive world</a:t>
            </a:r>
          </a:p>
        </p:txBody>
      </p:sp>
      <p:sp>
        <p:nvSpPr>
          <p:cNvPr id="43" name="Chevron 42"/>
          <p:cNvSpPr/>
          <p:nvPr/>
        </p:nvSpPr>
        <p:spPr>
          <a:xfrm>
            <a:off x="6217919" y="2834640"/>
            <a:ext cx="73152" cy="164592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309359" y="1325880"/>
            <a:ext cx="1042415" cy="329184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419087" y="1463040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Fredoka"/>
              </a:rPr>
              <a:t>6</a:t>
            </a:r>
          </a:p>
        </p:txBody>
      </p:sp>
      <p:sp>
        <p:nvSpPr>
          <p:cNvPr id="46" name="Oval 45"/>
          <p:cNvSpPr/>
          <p:nvPr/>
        </p:nvSpPr>
        <p:spPr>
          <a:xfrm>
            <a:off x="6912863" y="1435608"/>
            <a:ext cx="347472" cy="34747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book-open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6257" y="1519001"/>
            <a:ext cx="180685" cy="18068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419087" y="1920240"/>
            <a:ext cx="85953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72033"/>
                </a:solidFill>
                <a:latin typeface="Fredoka"/>
              </a:rPr>
              <a:t>Content layer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9087" y="2514600"/>
            <a:ext cx="8595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Story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19087" y="2971800"/>
            <a:ext cx="8595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Facts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19087" y="3429000"/>
            <a:ext cx="8595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Discovery</a:t>
            </a:r>
          </a:p>
        </p:txBody>
      </p:sp>
      <p:sp>
        <p:nvSpPr>
          <p:cNvPr id="52" name="Chevron 51"/>
          <p:cNvSpPr/>
          <p:nvPr/>
        </p:nvSpPr>
        <p:spPr>
          <a:xfrm>
            <a:off x="7370063" y="2834640"/>
            <a:ext cx="73152" cy="164592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7461503" y="1325880"/>
            <a:ext cx="1042415" cy="3291840"/>
          </a:xfrm>
          <a:prstGeom prst="roundRect">
            <a:avLst>
              <a:gd name="adj" fmla="val 1228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7571231" y="1463040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Fredoka"/>
              </a:rPr>
              <a:t>7</a:t>
            </a:r>
          </a:p>
        </p:txBody>
      </p:sp>
      <p:sp>
        <p:nvSpPr>
          <p:cNvPr id="55" name="Oval 54"/>
          <p:cNvSpPr/>
          <p:nvPr/>
        </p:nvSpPr>
        <p:spPr>
          <a:xfrm>
            <a:off x="8065007" y="1435608"/>
            <a:ext cx="347472" cy="34747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layers_pur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48401" y="1519001"/>
            <a:ext cx="180685" cy="18068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571231" y="1920240"/>
            <a:ext cx="85953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72033"/>
                </a:solidFill>
                <a:latin typeface="Fredoka"/>
              </a:rPr>
              <a:t>Reusable world engine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71231" y="2514600"/>
            <a:ext cx="8595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Ocean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71231" y="2971800"/>
            <a:ext cx="8595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Vehicles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71231" y="3429000"/>
            <a:ext cx="8595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Future: culture, nature, characters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eesia Pitch Deck by Slidesgo">
  <a:themeElements>
    <a:clrScheme name="Simple Light">
      <a:dk1>
        <a:srgbClr val="172033"/>
      </a:dk1>
      <a:lt1>
        <a:srgbClr val="8B5CF6"/>
      </a:lt1>
      <a:dk2>
        <a:srgbClr val="D9DEEA"/>
      </a:dk2>
      <a:lt2>
        <a:srgbClr val="D9DEEA"/>
      </a:lt2>
      <a:accent1>
        <a:srgbClr val="A78BFA"/>
      </a:accent1>
      <a:accent2>
        <a:srgbClr val="8B5CF6"/>
      </a:accent2>
      <a:accent3>
        <a:srgbClr val="C4B5FD"/>
      </a:accent3>
      <a:accent4>
        <a:srgbClr val="D9DEEA"/>
      </a:accent4>
      <a:accent5>
        <a:srgbClr val="C4B5FD"/>
      </a:accent5>
      <a:accent6>
        <a:srgbClr val="D9DEEA"/>
      </a:accent6>
      <a:hlink>
        <a:srgbClr val="2563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172033"/>
      </a:dk1>
      <a:lt1>
        <a:srgbClr val="8B5CF6"/>
      </a:lt1>
      <a:dk2>
        <a:srgbClr val="D9DEEA"/>
      </a:dk2>
      <a:lt2>
        <a:srgbClr val="D9DEEA"/>
      </a:lt2>
      <a:accent1>
        <a:srgbClr val="A78BFA"/>
      </a:accent1>
      <a:accent2>
        <a:srgbClr val="8B5CF6"/>
      </a:accent2>
      <a:accent3>
        <a:srgbClr val="C4B5FD"/>
      </a:accent3>
      <a:accent4>
        <a:srgbClr val="D9DEEA"/>
      </a:accent4>
      <a:accent5>
        <a:srgbClr val="C4B5FD"/>
      </a:accent5>
      <a:accent6>
        <a:srgbClr val="D9DEEA"/>
      </a:accent6>
      <a:hlink>
        <a:srgbClr val="2563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1498</Words>
  <Application>Microsoft Office PowerPoint</Application>
  <PresentationFormat>On-screen Show (16:9)</PresentationFormat>
  <Paragraphs>306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9" baseType="lpstr">
      <vt:lpstr>Fredoka SemiBold</vt:lpstr>
      <vt:lpstr>Proxima Nova Semibold</vt:lpstr>
      <vt:lpstr>Proxima Nova</vt:lpstr>
      <vt:lpstr>Lato</vt:lpstr>
      <vt:lpstr>Roboto Condensed Light</vt:lpstr>
      <vt:lpstr>Arial</vt:lpstr>
      <vt:lpstr>Montserrat ExtraBold</vt:lpstr>
      <vt:lpstr>Fredoka</vt:lpstr>
      <vt:lpstr>Segoe UI</vt:lpstr>
      <vt:lpstr>Staatliches</vt:lpstr>
      <vt:lpstr>Varela Round</vt:lpstr>
      <vt:lpstr>Montserrat Black</vt:lpstr>
      <vt:lpstr>Josefin Slab SemiBold</vt:lpstr>
      <vt:lpstr>Montserrat</vt:lpstr>
      <vt:lpstr>Freesia Pitch Deck by Slidesgo</vt:lpstr>
      <vt:lpstr>Slidesgo Final Pages</vt:lpstr>
      <vt:lpstr>SCANVAS</vt:lpstr>
      <vt:lpstr>A child’s creativity ends with the finished page, and screens mostly ask children to watch</vt:lpstr>
      <vt:lpstr>A child’s own drawing becomes an animated character in seconds</vt:lpstr>
      <vt:lpstr>Scanvas runs live in any browser</vt:lpstr>
      <vt:lpstr>One scanning engine powers every world, so new content needs no rebuild</vt:lpstr>
      <vt:lpstr>Children stop only consuming digital culture and start creating it</vt:lpstr>
      <vt:lpstr>Scanvas starts with 7,123 schools in Yogyakarta and scales the same engine to Indonesia and SEA</vt:lpstr>
      <vt:lpstr>Families buy today, schools and events come next, and content and IP grow the same platform</vt:lpstr>
      <vt:lpstr>Our first 30-child pilot led to five product changes, two of them already shipped</vt:lpstr>
      <vt:lpstr>Next, Scanvas makes the magic repeatable and scales content</vt:lpstr>
      <vt:lpstr>Competitors prove the category; Scanvas differs by browser access and shared worlds</vt:lpstr>
      <vt:lpstr>Market figures come from Kemendikdasmen school counts and a BPS-based estimate of children aged 3–10</vt:lpstr>
      <vt:lpstr>Every drawing moves from paper through computer vision into a reusable interactive world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Haikal Hilmi</cp:lastModifiedBy>
  <cp:revision>1</cp:revision>
  <dcterms:modified xsi:type="dcterms:W3CDTF">2026-09-27T08:43:36Z</dcterms:modified>
</cp:coreProperties>
</file>