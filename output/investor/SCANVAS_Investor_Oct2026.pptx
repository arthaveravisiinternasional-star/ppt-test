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  <p:sldMasterId id="2147483684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6858000" cy="9144000"/>
  <p:embeddedFontLst>
    <p:embeddedFont>
      <p:font typeface="Fredoka" pitchFamily="2" charset="-79"/>
      <p:bold r:id="rId24"/>
    </p:embeddedFont>
    <p:embeddedFont>
      <p:font typeface="Fredoka SemiBold" pitchFamily="2" charset="-79"/>
      <p:bold r:id="rId25"/>
    </p:embeddedFont>
    <p:embeddedFont>
      <p:font typeface="Josefin Slab SemiBold" pitchFamily="2" charset="0"/>
      <p:bold r:id="rId26"/>
    </p:embeddedFont>
    <p:embeddedFont>
      <p:font typeface="Lato" panose="020F0502020204030203" pitchFamily="34" charset="0"/>
      <p:regular r:id="rId27"/>
      <p:bold r:id="rId28"/>
      <p:italic r:id="rId29"/>
      <p:boldItalic r:id="rId30"/>
    </p:embeddedFont>
    <p:embeddedFont>
      <p:font typeface="Montserrat" pitchFamily="2" charset="0"/>
      <p:regular r:id="rId31"/>
      <p:bold r:id="rId32"/>
      <p:italic r:id="rId33"/>
      <p:boldItalic r:id="rId34"/>
    </p:embeddedFont>
    <p:embeddedFont>
      <p:font typeface="Montserrat Black" pitchFamily="2" charset="0"/>
      <p:bold r:id="rId35"/>
      <p:boldItalic r:id="rId36"/>
    </p:embeddedFont>
    <p:embeddedFont>
      <p:font typeface="Montserrat ExtraBold" pitchFamily="2" charset="0"/>
      <p:bold r:id="rId37"/>
      <p:boldItalic r:id="rId38"/>
    </p:embeddedFont>
    <p:embeddedFont>
      <p:font typeface="Proxima Nova" panose="020B0604020202020204" charset="0"/>
      <p:regular r:id="rId39"/>
      <p:bold r:id="rId40"/>
      <p:italic r:id="rId41"/>
      <p:boldItalic r:id="rId42"/>
    </p:embeddedFont>
    <p:embeddedFont>
      <p:font typeface="Proxima Nova Semibold" panose="020B0604020202020204" charset="0"/>
      <p:regular r:id="rId43"/>
      <p:bold r:id="rId44"/>
      <p:boldItalic r:id="rId45"/>
    </p:embeddedFont>
    <p:embeddedFont>
      <p:font typeface="Roboto Condensed Light" panose="02000000000000000000" pitchFamily="2" charset="0"/>
      <p:regular r:id="rId46"/>
      <p:bold r:id="rId47"/>
      <p:italic r:id="rId48"/>
      <p:boldItalic r:id="rId49"/>
    </p:embeddedFont>
    <p:embeddedFont>
      <p:font typeface="Segoe UI" panose="020B0502040204020203" pitchFamily="34" charset="0"/>
      <p:regular r:id="rId50"/>
      <p:bold r:id="rId51"/>
      <p:italic r:id="rId52"/>
      <p:boldItalic r:id="rId53"/>
    </p:embeddedFont>
    <p:embeddedFont>
      <p:font typeface="Staatliches" pitchFamily="2" charset="0"/>
      <p:regular r:id="rId54"/>
    </p:embeddedFont>
    <p:embeddedFont>
      <p:font typeface="Varela Round" pitchFamily="2" charset="-79"/>
      <p:regular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70CE18-CB0B-400C-8185-28348DB99452}">
  <a:tblStyle styleId="{AE70CE18-CB0B-400C-8185-28348DB994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54" y="-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19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font" Target="fonts/font24.fntdata"/><Relationship Id="rId50" Type="http://schemas.openxmlformats.org/officeDocument/2006/relationships/font" Target="fonts/font27.fntdata"/><Relationship Id="rId55" Type="http://schemas.openxmlformats.org/officeDocument/2006/relationships/font" Target="fonts/font32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6.fntdata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font" Target="fonts/font22.fntdata"/><Relationship Id="rId53" Type="http://schemas.openxmlformats.org/officeDocument/2006/relationships/font" Target="fonts/font30.fntdata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48" Type="http://schemas.openxmlformats.org/officeDocument/2006/relationships/font" Target="fonts/font25.fntdata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font" Target="fonts/font28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font" Target="fonts/font23.fntdata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font" Target="fonts/font18.fntdata"/><Relationship Id="rId54" Type="http://schemas.openxmlformats.org/officeDocument/2006/relationships/font" Target="fonts/font3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49" Type="http://schemas.openxmlformats.org/officeDocument/2006/relationships/font" Target="fonts/font26.fntdata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font" Target="fonts/font8.fntdata"/><Relationship Id="rId44" Type="http://schemas.openxmlformats.org/officeDocument/2006/relationships/font" Target="fonts/font21.fntdata"/><Relationship Id="rId52" Type="http://schemas.openxmlformats.org/officeDocument/2006/relationships/font" Target="fonts/font2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Scanvas turns a child’s paper artwork into an interactive character in the browser. Top 30 at ITEC SEA 2026. Live product, two worlds, one completed 30-child pilot, pre-revenue.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Separate what we saw from what we assume: 30 children took part in the pilot (participation, not a measured completion rate); willingness to pay and repeat use are hypotheses we test next.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product screenshots. The QR opens the free digital trial at scanvas.id/trial.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say "took part", not "completed": the pilot recorded participation, not a completion rate. ITEC Council feedback (Oct 2026) asked for financial clarity, unit economics, and validated demand.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Institution counts are market coverage, not demand. Pack and course numbers are transactions, so no penetration of unique children is claimed.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 direct cost covers the facilitator, transport, and printed sheets, so it is not repeated in opex. License cost covers hosting and a scan quota, onboarding, and support; content updates are opex.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separate what Scanvas does today (live) from what is planned.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Conversion rates are planning assumptions to be measured, not results. GTM budget: schools ≈Rp12M + families ≈Rp18M = Rp30M (use of funds). First-buyer CAC (≈Rp36K) exceeds one pack’s contribution (Rp29K); per first buyer we expect ≈Rp51K (pack + 20% repeat + 1-in-5 course) — a hypothesis to test.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Credentials as listed in each founder’s CV (Oct 2026). Numbers under Salsabila are results of the programs and teams she led. Ownership shown is before this round.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Thresholds are proposals for the founders to confirm. Order from the roadmap: magic first (P0), then course foundation and the 3-lesson pilot, then lessons 4–10 only after the decision gate.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ASEAN is an option after the Indonesian model is proven, with a local partner; the base-case revenue is Indonesia only.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three lines live: revenue, operating result, and funding need. Details stay in the appendix.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Rp200M for 12% post-money. Implied post-money ≈ Rp1.67B (200 / 0.12), pre-money ≈ Rp1.47B. After the round: Haikal 52.8%, Salsabila 35.2%, investor 12%. (Internal only: negotiation room to 15%.)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number on this slide comes from the model at the top of content_investor.py.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year-2 raise is planned, not committed: the amount that keeps cash above a 3-month opex buffer at the monthly low point.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conversion and cost figures are planning assumptions to be replaced by measured values in year 1.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Single-year ages are not published in this table, so ages 3-10 are a proportional estimate.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do not claim no competitors: they prove the category exists. Evidence checked Sep 2026 on each product’s official site.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Backend detects ArUco markers, corrects perspective, and extracts the object; the frontend shows it with motion, sound, and facts. Child data is minimised by default.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roadmap_new (P1D): do not produce lessons 4–10 before the 3-lesson pilot passes. Age target and checklist are proposals to validate in the pilot.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11200" y="1538065"/>
            <a:ext cx="4724400" cy="20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11200" y="3592475"/>
            <a:ext cx="36609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3084563" y="-26078"/>
            <a:ext cx="1156796" cy="706496"/>
          </a:xfrm>
          <a:custGeom>
            <a:avLst/>
            <a:gdLst/>
            <a:ahLst/>
            <a:cxnLst/>
            <a:rect l="l" t="t" r="r" b="b"/>
            <a:pathLst>
              <a:path w="15223" h="8282" extrusionOk="0">
                <a:moveTo>
                  <a:pt x="0" y="1"/>
                </a:moveTo>
                <a:cubicBezTo>
                  <a:pt x="1891" y="2425"/>
                  <a:pt x="4014" y="4641"/>
                  <a:pt x="6636" y="6221"/>
                </a:cubicBezTo>
                <a:cubicBezTo>
                  <a:pt x="8786" y="7515"/>
                  <a:pt x="11353" y="8281"/>
                  <a:pt x="13851" y="8281"/>
                </a:cubicBezTo>
                <a:cubicBezTo>
                  <a:pt x="14312" y="8281"/>
                  <a:pt x="14770" y="8255"/>
                  <a:pt x="15223" y="8202"/>
                </a:cubicBezTo>
                <a:cubicBezTo>
                  <a:pt x="14696" y="5500"/>
                  <a:pt x="14653" y="2713"/>
                  <a:pt x="151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2368225" y="-152400"/>
            <a:ext cx="7167450" cy="5371458"/>
            <a:chOff x="2368225" y="-152400"/>
            <a:chExt cx="7167450" cy="5371458"/>
          </a:xfrm>
        </p:grpSpPr>
        <p:sp>
          <p:nvSpPr>
            <p:cNvPr id="13" name="Google Shape;13;p2"/>
            <p:cNvSpPr/>
            <p:nvPr/>
          </p:nvSpPr>
          <p:spPr>
            <a:xfrm>
              <a:off x="4241250" y="-26078"/>
              <a:ext cx="3758237" cy="4809837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rgbClr val="8E2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197937" y="-26078"/>
              <a:ext cx="2068144" cy="841960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37982" y="4078545"/>
              <a:ext cx="2800232" cy="1120311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189808" y="-26078"/>
              <a:ext cx="1969585" cy="4922184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010248" y="4297263"/>
              <a:ext cx="2149149" cy="901589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368225" y="3921502"/>
              <a:ext cx="3958471" cy="1277357"/>
            </a:xfrm>
            <a:custGeom>
              <a:avLst/>
              <a:gdLst/>
              <a:ahLst/>
              <a:cxnLst/>
              <a:rect l="l" t="t" r="r" b="b"/>
              <a:pathLst>
                <a:path w="52092" h="14974" extrusionOk="0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237982" y="4462581"/>
              <a:ext cx="2800232" cy="736267"/>
            </a:xfrm>
            <a:custGeom>
              <a:avLst/>
              <a:gdLst/>
              <a:ahLst/>
              <a:cxnLst/>
              <a:rect l="l" t="t" r="r" b="b"/>
              <a:pathLst>
                <a:path w="36850" h="8631" extrusionOk="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405385" y="3019590"/>
              <a:ext cx="1115229" cy="139721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" name="Google Shape;21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425943" y="3882258"/>
              <a:ext cx="4791070" cy="133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56525" y="-152400"/>
              <a:ext cx="3979150" cy="34224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2743200" y="804025"/>
            <a:ext cx="3642000" cy="36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0" y="-76200"/>
            <a:ext cx="2668237" cy="1145841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0" y="-76200"/>
            <a:ext cx="4572074" cy="247402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861375" y="4178175"/>
            <a:ext cx="3351600" cy="1021698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" name="Google Shape;28;p3"/>
          <p:cNvGrpSpPr/>
          <p:nvPr/>
        </p:nvGrpSpPr>
        <p:grpSpPr>
          <a:xfrm>
            <a:off x="6290393" y="4651784"/>
            <a:ext cx="3005329" cy="548185"/>
            <a:chOff x="6290110" y="4651689"/>
            <a:chExt cx="2765556" cy="548185"/>
          </a:xfrm>
        </p:grpSpPr>
        <p:sp>
          <p:nvSpPr>
            <p:cNvPr id="29" name="Google Shape;29;p3"/>
            <p:cNvSpPr/>
            <p:nvPr/>
          </p:nvSpPr>
          <p:spPr>
            <a:xfrm>
              <a:off x="8707752" y="4709513"/>
              <a:ext cx="347912" cy="331809"/>
            </a:xfrm>
            <a:custGeom>
              <a:avLst/>
              <a:gdLst/>
              <a:ahLst/>
              <a:cxnLst/>
              <a:rect l="l" t="t" r="r" b="b"/>
              <a:pathLst>
                <a:path w="4597" h="4648" extrusionOk="0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8536031" y="4766481"/>
              <a:ext cx="475286" cy="433394"/>
            </a:xfrm>
            <a:custGeom>
              <a:avLst/>
              <a:gdLst/>
              <a:ahLst/>
              <a:cxnLst/>
              <a:rect l="l" t="t" r="r" b="b"/>
              <a:pathLst>
                <a:path w="6280" h="6071" extrusionOk="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8458457" y="4804173"/>
              <a:ext cx="434493" cy="395487"/>
            </a:xfrm>
            <a:custGeom>
              <a:avLst/>
              <a:gdLst/>
              <a:ahLst/>
              <a:cxnLst/>
              <a:rect l="l" t="t" r="r" b="b"/>
              <a:pathLst>
                <a:path w="5741" h="5540" extrusionOk="0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8617767" y="4733856"/>
              <a:ext cx="437899" cy="418902"/>
            </a:xfrm>
            <a:custGeom>
              <a:avLst/>
              <a:gdLst/>
              <a:ahLst/>
              <a:cxnLst/>
              <a:rect l="l" t="t" r="r" b="b"/>
              <a:pathLst>
                <a:path w="5786" h="5868" extrusionOk="0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950916" y="4719793"/>
              <a:ext cx="104745" cy="98800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8812949" y="4700947"/>
              <a:ext cx="242714" cy="229011"/>
            </a:xfrm>
            <a:custGeom>
              <a:avLst/>
              <a:gdLst/>
              <a:ahLst/>
              <a:cxnLst/>
              <a:rect l="l" t="t" r="r" b="b"/>
              <a:pathLst>
                <a:path w="3207" h="3208" extrusionOk="0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8050308" y="4980501"/>
              <a:ext cx="250433" cy="217161"/>
            </a:xfrm>
            <a:custGeom>
              <a:avLst/>
              <a:gdLst/>
              <a:ahLst/>
              <a:cxnLst/>
              <a:rect l="l" t="t" r="r" b="b"/>
              <a:pathLst>
                <a:path w="3309" h="3042" extrusionOk="0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8228689" y="4922320"/>
              <a:ext cx="308709" cy="276127"/>
            </a:xfrm>
            <a:custGeom>
              <a:avLst/>
              <a:gdLst/>
              <a:ahLst/>
              <a:cxnLst/>
              <a:rect l="l" t="t" r="r" b="b"/>
              <a:pathLst>
                <a:path w="4079" h="3868" extrusionOk="0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8383154" y="4844222"/>
              <a:ext cx="391203" cy="354939"/>
            </a:xfrm>
            <a:custGeom>
              <a:avLst/>
              <a:gdLst/>
              <a:ahLst/>
              <a:cxnLst/>
              <a:rect l="l" t="t" r="r" b="b"/>
              <a:pathLst>
                <a:path w="5169" h="4972" extrusionOk="0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938905" y="4990209"/>
              <a:ext cx="243244" cy="207238"/>
            </a:xfrm>
            <a:custGeom>
              <a:avLst/>
              <a:gdLst/>
              <a:ahLst/>
              <a:cxnLst/>
              <a:rect l="l" t="t" r="r" b="b"/>
              <a:pathLst>
                <a:path w="3214" h="2903" extrusionOk="0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8144153" y="4955372"/>
              <a:ext cx="274879" cy="242860"/>
            </a:xfrm>
            <a:custGeom>
              <a:avLst/>
              <a:gdLst/>
              <a:ahLst/>
              <a:cxnLst/>
              <a:rect l="l" t="t" r="r" b="b"/>
              <a:pathLst>
                <a:path w="3632" h="3402" extrusionOk="0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8307322" y="4884413"/>
              <a:ext cx="348745" cy="314462"/>
            </a:xfrm>
            <a:custGeom>
              <a:avLst/>
              <a:gdLst/>
              <a:ahLst/>
              <a:cxnLst/>
              <a:rect l="l" t="t" r="r" b="b"/>
              <a:pathLst>
                <a:path w="4608" h="4405" extrusionOk="0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772103" y="4944236"/>
              <a:ext cx="291756" cy="252712"/>
            </a:xfrm>
            <a:custGeom>
              <a:avLst/>
              <a:gdLst/>
              <a:ahLst/>
              <a:cxnLst/>
              <a:rect l="l" t="t" r="r" b="b"/>
              <a:pathLst>
                <a:path w="3855" h="3540" extrusionOk="0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7409362" y="4713440"/>
              <a:ext cx="535832" cy="483293"/>
            </a:xfrm>
            <a:custGeom>
              <a:avLst/>
              <a:gdLst/>
              <a:ahLst/>
              <a:cxnLst/>
              <a:rect l="l" t="t" r="r" b="b"/>
              <a:pathLst>
                <a:path w="7080" h="6770" extrusionOk="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7235068" y="4660399"/>
              <a:ext cx="591837" cy="535835"/>
            </a:xfrm>
            <a:custGeom>
              <a:avLst/>
              <a:gdLst/>
              <a:ahLst/>
              <a:cxnLst/>
              <a:rect l="l" t="t" r="r" b="b"/>
              <a:pathLst>
                <a:path w="7820" h="7506" extrusionOk="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7107999" y="4651689"/>
              <a:ext cx="600541" cy="544330"/>
            </a:xfrm>
            <a:custGeom>
              <a:avLst/>
              <a:gdLst/>
              <a:ahLst/>
              <a:cxnLst/>
              <a:rect l="l" t="t" r="r" b="b"/>
              <a:pathLst>
                <a:path w="7935" h="7625" extrusionOk="0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6522452" y="4869065"/>
              <a:ext cx="356919" cy="324528"/>
            </a:xfrm>
            <a:custGeom>
              <a:avLst/>
              <a:gdLst/>
              <a:ahLst/>
              <a:cxnLst/>
              <a:rect l="l" t="t" r="r" b="b"/>
              <a:pathLst>
                <a:path w="4716" h="4546" extrusionOk="0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658527" y="4776403"/>
              <a:ext cx="457728" cy="417902"/>
            </a:xfrm>
            <a:custGeom>
              <a:avLst/>
              <a:gdLst/>
              <a:ahLst/>
              <a:cxnLst/>
              <a:rect l="l" t="t" r="r" b="b"/>
              <a:pathLst>
                <a:path w="6048" h="5854" extrusionOk="0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814582" y="4703231"/>
              <a:ext cx="538405" cy="491788"/>
            </a:xfrm>
            <a:custGeom>
              <a:avLst/>
              <a:gdLst/>
              <a:ahLst/>
              <a:cxnLst/>
              <a:rect l="l" t="t" r="r" b="b"/>
              <a:pathLst>
                <a:path w="7114" h="6889" extrusionOk="0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999699" y="4657971"/>
              <a:ext cx="590172" cy="537548"/>
            </a:xfrm>
            <a:custGeom>
              <a:avLst/>
              <a:gdLst/>
              <a:ahLst/>
              <a:cxnLst/>
              <a:rect l="l" t="t" r="r" b="b"/>
              <a:pathLst>
                <a:path w="7798" h="7530" extrusionOk="0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588446" y="4820664"/>
              <a:ext cx="409291" cy="373142"/>
            </a:xfrm>
            <a:custGeom>
              <a:avLst/>
              <a:gdLst/>
              <a:ahLst/>
              <a:cxnLst/>
              <a:rect l="l" t="t" r="r" b="b"/>
              <a:pathLst>
                <a:path w="5408" h="5227" extrusionOk="0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733603" y="4736783"/>
              <a:ext cx="501094" cy="457737"/>
            </a:xfrm>
            <a:custGeom>
              <a:avLst/>
              <a:gdLst/>
              <a:ahLst/>
              <a:cxnLst/>
              <a:rect l="l" t="t" r="r" b="b"/>
              <a:pathLst>
                <a:path w="6621" h="6412" extrusionOk="0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6902751" y="4676461"/>
              <a:ext cx="568830" cy="518844"/>
            </a:xfrm>
            <a:custGeom>
              <a:avLst/>
              <a:gdLst/>
              <a:ahLst/>
              <a:cxnLst/>
              <a:rect l="l" t="t" r="r" b="b"/>
              <a:pathLst>
                <a:path w="7516" h="7268" extrusionOk="0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401059" y="4975789"/>
              <a:ext cx="241351" cy="217018"/>
            </a:xfrm>
            <a:custGeom>
              <a:avLst/>
              <a:gdLst/>
              <a:ahLst/>
              <a:cxnLst/>
              <a:rect l="l" t="t" r="r" b="b"/>
              <a:pathLst>
                <a:path w="3189" h="3040" extrusionOk="0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344525" y="5033470"/>
              <a:ext cx="179519" cy="158909"/>
            </a:xfrm>
            <a:custGeom>
              <a:avLst/>
              <a:gdLst/>
              <a:ahLst/>
              <a:cxnLst/>
              <a:rect l="l" t="t" r="r" b="b"/>
              <a:pathLst>
                <a:path w="2372" h="2226" extrusionOk="0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60090" y="4920892"/>
              <a:ext cx="300687" cy="272201"/>
            </a:xfrm>
            <a:custGeom>
              <a:avLst/>
              <a:gdLst/>
              <a:ahLst/>
              <a:cxnLst/>
              <a:rect l="l" t="t" r="r" b="b"/>
              <a:pathLst>
                <a:path w="3973" h="3813" extrusionOk="0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290110" y="5093293"/>
              <a:ext cx="115416" cy="9887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3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57" name="Google Shape;57;p3"/>
            <p:cNvSpPr/>
            <p:nvPr/>
          </p:nvSpPr>
          <p:spPr>
            <a:xfrm>
              <a:off x="4896150" y="2564650"/>
              <a:ext cx="407475" cy="415225"/>
            </a:xfrm>
            <a:custGeom>
              <a:avLst/>
              <a:gdLst/>
              <a:ahLst/>
              <a:cxnLst/>
              <a:rect l="l" t="t" r="r" b="b"/>
              <a:pathLst>
                <a:path w="16299" h="16609" extrusionOk="0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4896675" y="2643100"/>
              <a:ext cx="398000" cy="404125"/>
            </a:xfrm>
            <a:custGeom>
              <a:avLst/>
              <a:gdLst/>
              <a:ahLst/>
              <a:cxnLst/>
              <a:rect l="l" t="t" r="r" b="b"/>
              <a:pathLst>
                <a:path w="15920" h="16165" extrusionOk="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4896400" y="2603925"/>
              <a:ext cx="405100" cy="411800"/>
            </a:xfrm>
            <a:custGeom>
              <a:avLst/>
              <a:gdLst/>
              <a:ahLst/>
              <a:cxnLst/>
              <a:rect l="l" t="t" r="r" b="b"/>
              <a:pathLst>
                <a:path w="16204" h="16472" extrusionOk="0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4898950" y="3035450"/>
              <a:ext cx="189175" cy="190300"/>
            </a:xfrm>
            <a:custGeom>
              <a:avLst/>
              <a:gdLst/>
              <a:ahLst/>
              <a:cxnLst/>
              <a:rect l="l" t="t" r="r" b="b"/>
              <a:pathLst>
                <a:path w="7567" h="7612" extrusionOk="0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4898025" y="2878500"/>
              <a:ext cx="300475" cy="303725"/>
            </a:xfrm>
            <a:custGeom>
              <a:avLst/>
              <a:gdLst/>
              <a:ahLst/>
              <a:cxnLst/>
              <a:rect l="l" t="t" r="r" b="b"/>
              <a:pathLst>
                <a:path w="12019" h="12149" extrusionOk="0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897600" y="2800050"/>
              <a:ext cx="341900" cy="345975"/>
            </a:xfrm>
            <a:custGeom>
              <a:avLst/>
              <a:gdLst/>
              <a:ahLst/>
              <a:cxnLst/>
              <a:rect l="l" t="t" r="r" b="b"/>
              <a:pathLst>
                <a:path w="13676" h="13839" extrusionOk="0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897100" y="2721600"/>
              <a:ext cx="374750" cy="379700"/>
            </a:xfrm>
            <a:custGeom>
              <a:avLst/>
              <a:gdLst/>
              <a:ahLst/>
              <a:cxnLst/>
              <a:rect l="l" t="t" r="r" b="b"/>
              <a:pathLst>
                <a:path w="14990" h="15188" extrusionOk="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898700" y="2996200"/>
              <a:ext cx="220950" cy="222650"/>
            </a:xfrm>
            <a:custGeom>
              <a:avLst/>
              <a:gdLst/>
              <a:ahLst/>
              <a:cxnLst/>
              <a:rect l="l" t="t" r="r" b="b"/>
              <a:pathLst>
                <a:path w="8838" h="8906" extrusionOk="0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4898275" y="2917750"/>
              <a:ext cx="276400" cy="279050"/>
            </a:xfrm>
            <a:custGeom>
              <a:avLst/>
              <a:gdLst/>
              <a:ahLst/>
              <a:cxnLst/>
              <a:rect l="l" t="t" r="r" b="b"/>
              <a:pathLst>
                <a:path w="11056" h="11162" extrusionOk="0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897775" y="2839325"/>
              <a:ext cx="322375" cy="325950"/>
            </a:xfrm>
            <a:custGeom>
              <a:avLst/>
              <a:gdLst/>
              <a:ahLst/>
              <a:cxnLst/>
              <a:rect l="l" t="t" r="r" b="b"/>
              <a:pathLst>
                <a:path w="12895" h="13038" extrusionOk="0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4897350" y="2760800"/>
              <a:ext cx="359425" cy="363925"/>
            </a:xfrm>
            <a:custGeom>
              <a:avLst/>
              <a:gdLst/>
              <a:ahLst/>
              <a:cxnLst/>
              <a:rect l="l" t="t" r="r" b="b"/>
              <a:pathLst>
                <a:path w="14377" h="14557" extrusionOk="0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4899375" y="3113900"/>
              <a:ext cx="115000" cy="115000"/>
            </a:xfrm>
            <a:custGeom>
              <a:avLst/>
              <a:gdLst/>
              <a:ahLst/>
              <a:cxnLst/>
              <a:rect l="l" t="t" r="r" b="b"/>
              <a:pathLst>
                <a:path w="4600" h="4600" extrusionOk="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4899225" y="3074625"/>
              <a:ext cx="154075" cy="154625"/>
            </a:xfrm>
            <a:custGeom>
              <a:avLst/>
              <a:gdLst/>
              <a:ahLst/>
              <a:cxnLst/>
              <a:rect l="l" t="t" r="r" b="b"/>
              <a:pathLst>
                <a:path w="6163" h="6185" extrusionOk="0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5198925" y="2485200"/>
              <a:ext cx="135175" cy="131750"/>
            </a:xfrm>
            <a:custGeom>
              <a:avLst/>
              <a:gdLst/>
              <a:ahLst/>
              <a:cxnLst/>
              <a:rect l="l" t="t" r="r" b="b"/>
              <a:pathLst>
                <a:path w="5407" h="5270" extrusionOk="0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5159925" y="2485200"/>
              <a:ext cx="156300" cy="152550"/>
            </a:xfrm>
            <a:custGeom>
              <a:avLst/>
              <a:gdLst/>
              <a:ahLst/>
              <a:cxnLst/>
              <a:rect l="l" t="t" r="r" b="b"/>
              <a:pathLst>
                <a:path w="6252" h="6102" extrusionOk="0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5003900" y="2485200"/>
              <a:ext cx="246225" cy="244175"/>
            </a:xfrm>
            <a:custGeom>
              <a:avLst/>
              <a:gdLst/>
              <a:ahLst/>
              <a:cxnLst/>
              <a:rect l="l" t="t" r="r" b="b"/>
              <a:pathLst>
                <a:path w="9849" h="9767" extrusionOk="0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898450" y="2956950"/>
              <a:ext cx="249900" cy="252175"/>
            </a:xfrm>
            <a:custGeom>
              <a:avLst/>
              <a:gdLst/>
              <a:ahLst/>
              <a:cxnLst/>
              <a:rect l="l" t="t" r="r" b="b"/>
              <a:pathLst>
                <a:path w="9996" h="10087" extrusionOk="0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4896825" y="2682350"/>
              <a:ext cx="387800" cy="393175"/>
            </a:xfrm>
            <a:custGeom>
              <a:avLst/>
              <a:gdLst/>
              <a:ahLst/>
              <a:cxnLst/>
              <a:rect l="l" t="t" r="r" b="b"/>
              <a:pathLst>
                <a:path w="15512" h="15727" extrusionOk="0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4899900" y="3192325"/>
              <a:ext cx="14925" cy="15025"/>
            </a:xfrm>
            <a:custGeom>
              <a:avLst/>
              <a:gdLst/>
              <a:ahLst/>
              <a:cxnLst/>
              <a:rect l="l" t="t" r="r" b="b"/>
              <a:pathLst>
                <a:path w="597" h="601" extrusionOk="0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4899650" y="3153175"/>
              <a:ext cx="70125" cy="70100"/>
            </a:xfrm>
            <a:custGeom>
              <a:avLst/>
              <a:gdLst/>
              <a:ahLst/>
              <a:cxnLst/>
              <a:rect l="l" t="t" r="r" b="b"/>
              <a:pathLst>
                <a:path w="2805" h="2804" extrusionOk="0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5276925" y="2485200"/>
              <a:ext cx="83325" cy="81775"/>
            </a:xfrm>
            <a:custGeom>
              <a:avLst/>
              <a:gdLst/>
              <a:ahLst/>
              <a:cxnLst/>
              <a:rect l="l" t="t" r="r" b="b"/>
              <a:pathLst>
                <a:path w="3333" h="3271" extrusionOk="0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5237925" y="2485200"/>
              <a:ext cx="111600" cy="108875"/>
            </a:xfrm>
            <a:custGeom>
              <a:avLst/>
              <a:gdLst/>
              <a:ahLst/>
              <a:cxnLst/>
              <a:rect l="l" t="t" r="r" b="b"/>
              <a:pathLst>
                <a:path w="4464" h="4355" extrusionOk="0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5120925" y="2485200"/>
              <a:ext cx="176475" cy="172750"/>
            </a:xfrm>
            <a:custGeom>
              <a:avLst/>
              <a:gdLst/>
              <a:ahLst/>
              <a:cxnLst/>
              <a:rect l="l" t="t" r="r" b="b"/>
              <a:pathLst>
                <a:path w="7059" h="6910" extrusionOk="0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4964875" y="2485200"/>
              <a:ext cx="279450" cy="279450"/>
            </a:xfrm>
            <a:custGeom>
              <a:avLst/>
              <a:gdLst/>
              <a:ahLst/>
              <a:cxnLst/>
              <a:rect l="l" t="t" r="r" b="b"/>
              <a:pathLst>
                <a:path w="11178" h="11178" extrusionOk="0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5042900" y="2485200"/>
              <a:ext cx="219750" cy="216850"/>
            </a:xfrm>
            <a:custGeom>
              <a:avLst/>
              <a:gdLst/>
              <a:ahLst/>
              <a:cxnLst/>
              <a:rect l="l" t="t" r="r" b="b"/>
              <a:pathLst>
                <a:path w="8790" h="8674" extrusionOk="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4895975" y="2525375"/>
              <a:ext cx="403625" cy="411475"/>
            </a:xfrm>
            <a:custGeom>
              <a:avLst/>
              <a:gdLst/>
              <a:ahLst/>
              <a:cxnLst/>
              <a:rect l="l" t="t" r="r" b="b"/>
              <a:pathLst>
                <a:path w="16145" h="16459" extrusionOk="0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081900" y="2485200"/>
              <a:ext cx="197175" cy="193700"/>
            </a:xfrm>
            <a:custGeom>
              <a:avLst/>
              <a:gdLst/>
              <a:ahLst/>
              <a:cxnLst/>
              <a:rect l="l" t="t" r="r" b="b"/>
              <a:pathLst>
                <a:path w="7887" h="7748" extrusionOk="0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4895725" y="2486225"/>
              <a:ext cx="384475" cy="392300"/>
            </a:xfrm>
            <a:custGeom>
              <a:avLst/>
              <a:gdLst/>
              <a:ahLst/>
              <a:cxnLst/>
              <a:rect l="l" t="t" r="r" b="b"/>
              <a:pathLst>
                <a:path w="15379" h="15692" extrusionOk="0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925875" y="2485200"/>
              <a:ext cx="327650" cy="327575"/>
            </a:xfrm>
            <a:custGeom>
              <a:avLst/>
              <a:gdLst/>
              <a:ahLst/>
              <a:cxnLst/>
              <a:rect l="l" t="t" r="r" b="b"/>
              <a:pathLst>
                <a:path w="13106" h="13103" extrusionOk="0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7F8FC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912058" y="50427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914400" y="1281475"/>
            <a:ext cx="7299900" cy="31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640916" y="4939133"/>
            <a:ext cx="3036" cy="2077"/>
          </a:xfrm>
          <a:custGeom>
            <a:avLst/>
            <a:gdLst/>
            <a:ahLst/>
            <a:cxnLst/>
            <a:rect l="l" t="t" r="r" b="b"/>
            <a:pathLst>
              <a:path w="39" h="39" extrusionOk="0">
                <a:moveTo>
                  <a:pt x="39" y="38"/>
                </a:moveTo>
                <a:lnTo>
                  <a:pt x="39" y="38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4"/>
          <p:cNvGrpSpPr/>
          <p:nvPr/>
        </p:nvGrpSpPr>
        <p:grpSpPr>
          <a:xfrm>
            <a:off x="6843884" y="-426174"/>
            <a:ext cx="2501000" cy="1673624"/>
            <a:chOff x="6843884" y="-426174"/>
            <a:chExt cx="2501000" cy="1673624"/>
          </a:xfrm>
        </p:grpSpPr>
        <p:sp>
          <p:nvSpPr>
            <p:cNvPr id="91" name="Google Shape;91;p4"/>
            <p:cNvSpPr/>
            <p:nvPr/>
          </p:nvSpPr>
          <p:spPr>
            <a:xfrm>
              <a:off x="7667903" y="-13620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" name="Google Shape;92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43884" y="-4261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" name="Google Shape;93;p4"/>
          <p:cNvGrpSpPr/>
          <p:nvPr/>
        </p:nvGrpSpPr>
        <p:grpSpPr>
          <a:xfrm>
            <a:off x="-65294" y="2635223"/>
            <a:ext cx="4507248" cy="2851689"/>
            <a:chOff x="-65294" y="2635223"/>
            <a:chExt cx="4507248" cy="2851689"/>
          </a:xfrm>
        </p:grpSpPr>
        <p:sp>
          <p:nvSpPr>
            <p:cNvPr id="94" name="Google Shape;94;p4"/>
            <p:cNvSpPr/>
            <p:nvPr/>
          </p:nvSpPr>
          <p:spPr>
            <a:xfrm>
              <a:off x="-37819" y="3229639"/>
              <a:ext cx="642083" cy="720261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-37819" y="3866020"/>
              <a:ext cx="2675357" cy="1620893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6" name="Google Shape;96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ctrTitle"/>
          </p:nvPr>
        </p:nvSpPr>
        <p:spPr>
          <a:xfrm>
            <a:off x="6430548" y="2628993"/>
            <a:ext cx="1371600" cy="2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5"/>
          <p:cNvSpPr txBox="1">
            <a:spLocks noGrp="1"/>
          </p:cNvSpPr>
          <p:nvPr>
            <p:ph type="subTitle" idx="1"/>
          </p:nvPr>
        </p:nvSpPr>
        <p:spPr>
          <a:xfrm>
            <a:off x="5042950" y="3122523"/>
            <a:ext cx="27432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1" name="Google Shape;101;p5"/>
          <p:cNvSpPr txBox="1">
            <a:spLocks noGrp="1"/>
          </p:cNvSpPr>
          <p:nvPr>
            <p:ph type="title" idx="2"/>
          </p:nvPr>
        </p:nvSpPr>
        <p:spPr>
          <a:xfrm>
            <a:off x="914238" y="507144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"/>
          <p:cNvSpPr txBox="1">
            <a:spLocks noGrp="1"/>
          </p:cNvSpPr>
          <p:nvPr>
            <p:ph type="ctrTitle" idx="3"/>
          </p:nvPr>
        </p:nvSpPr>
        <p:spPr>
          <a:xfrm>
            <a:off x="1221943" y="2628993"/>
            <a:ext cx="1371600" cy="2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3" name="Google Shape;103;p5"/>
          <p:cNvSpPr txBox="1">
            <a:spLocks noGrp="1"/>
          </p:cNvSpPr>
          <p:nvPr>
            <p:ph type="subTitle" idx="4"/>
          </p:nvPr>
        </p:nvSpPr>
        <p:spPr>
          <a:xfrm>
            <a:off x="1359900" y="3118599"/>
            <a:ext cx="27432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grpSp>
        <p:nvGrpSpPr>
          <p:cNvPr id="104" name="Google Shape;104;p5"/>
          <p:cNvGrpSpPr/>
          <p:nvPr/>
        </p:nvGrpSpPr>
        <p:grpSpPr>
          <a:xfrm>
            <a:off x="-720095" y="3263904"/>
            <a:ext cx="3539492" cy="2951122"/>
            <a:chOff x="-720095" y="3263904"/>
            <a:chExt cx="3539492" cy="2951122"/>
          </a:xfrm>
        </p:grpSpPr>
        <p:sp>
          <p:nvSpPr>
            <p:cNvPr id="105" name="Google Shape;105;p5"/>
            <p:cNvSpPr/>
            <p:nvPr/>
          </p:nvSpPr>
          <p:spPr>
            <a:xfrm rot="-4042627" flipH="1">
              <a:off x="-482993" y="3745959"/>
              <a:ext cx="1004486" cy="118336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 rot="-1422298" flipH="1">
              <a:off x="-289786" y="3599993"/>
              <a:ext cx="2150190" cy="2278942"/>
            </a:xfrm>
            <a:custGeom>
              <a:avLst/>
              <a:gdLst/>
              <a:ahLst/>
              <a:cxnLst/>
              <a:rect l="l" t="t" r="r" b="b"/>
              <a:pathLst>
                <a:path w="37180" h="44554" extrusionOk="0">
                  <a:moveTo>
                    <a:pt x="27786" y="0"/>
                  </a:moveTo>
                  <a:cubicBezTo>
                    <a:pt x="24969" y="3347"/>
                    <a:pt x="24958" y="8209"/>
                    <a:pt x="23557" y="12382"/>
                  </a:cubicBezTo>
                  <a:cubicBezTo>
                    <a:pt x="21980" y="17084"/>
                    <a:pt x="18515" y="21019"/>
                    <a:pt x="14327" y="23676"/>
                  </a:cubicBezTo>
                  <a:cubicBezTo>
                    <a:pt x="10400" y="26173"/>
                    <a:pt x="5653" y="27775"/>
                    <a:pt x="2944" y="31561"/>
                  </a:cubicBezTo>
                  <a:cubicBezTo>
                    <a:pt x="1949" y="32947"/>
                    <a:pt x="1294" y="34553"/>
                    <a:pt x="798" y="36188"/>
                  </a:cubicBezTo>
                  <a:cubicBezTo>
                    <a:pt x="336" y="37712"/>
                    <a:pt x="0" y="39289"/>
                    <a:pt x="38" y="40880"/>
                  </a:cubicBezTo>
                  <a:cubicBezTo>
                    <a:pt x="71" y="42154"/>
                    <a:pt x="347" y="43387"/>
                    <a:pt x="817" y="44553"/>
                  </a:cubicBezTo>
                  <a:lnTo>
                    <a:pt x="37179" y="44553"/>
                  </a:lnTo>
                  <a:lnTo>
                    <a:pt x="371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7" name="Google Shape;107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408555" y="4129802"/>
              <a:ext cx="3227952" cy="18157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" name="Google Shape;108;p5"/>
          <p:cNvGrpSpPr/>
          <p:nvPr/>
        </p:nvGrpSpPr>
        <p:grpSpPr>
          <a:xfrm>
            <a:off x="6779002" y="-295280"/>
            <a:ext cx="3020946" cy="1248196"/>
            <a:chOff x="6779002" y="-295280"/>
            <a:chExt cx="3020946" cy="1248196"/>
          </a:xfrm>
        </p:grpSpPr>
        <p:sp>
          <p:nvSpPr>
            <p:cNvPr id="109" name="Google Shape;109;p5"/>
            <p:cNvSpPr/>
            <p:nvPr/>
          </p:nvSpPr>
          <p:spPr>
            <a:xfrm rot="-10552813">
              <a:off x="7265370" y="25277"/>
              <a:ext cx="2293577" cy="846344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" name="Google Shape;110;p5"/>
            <p:cNvGrpSpPr/>
            <p:nvPr/>
          </p:nvGrpSpPr>
          <p:grpSpPr>
            <a:xfrm rot="-10552854" flipH="1">
              <a:off x="6807262" y="-79993"/>
              <a:ext cx="2878776" cy="890349"/>
              <a:chOff x="3098100" y="3849750"/>
              <a:chExt cx="940775" cy="270425"/>
            </a:xfrm>
          </p:grpSpPr>
          <p:sp>
            <p:nvSpPr>
              <p:cNvPr id="111" name="Google Shape;111;p5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3" name="Google Shape;113;p5"/>
            <p:cNvPicPr preferRelativeResize="0"/>
            <p:nvPr/>
          </p:nvPicPr>
          <p:blipFill rotWithShape="1">
            <a:blip r:embed="rId2">
              <a:alphaModFix/>
            </a:blip>
            <a:srcRect r="67147"/>
            <a:stretch/>
          </p:blipFill>
          <p:spPr>
            <a:xfrm rot="-5400000">
              <a:off x="8361850" y="-672905"/>
              <a:ext cx="1060474" cy="18157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914400" y="505472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6"/>
          <p:cNvGrpSpPr/>
          <p:nvPr/>
        </p:nvGrpSpPr>
        <p:grpSpPr>
          <a:xfrm>
            <a:off x="-65294" y="2635223"/>
            <a:ext cx="4507248" cy="2851719"/>
            <a:chOff x="-65294" y="2635223"/>
            <a:chExt cx="4507248" cy="2851719"/>
          </a:xfrm>
        </p:grpSpPr>
        <p:sp>
          <p:nvSpPr>
            <p:cNvPr id="117" name="Google Shape;117;p6"/>
            <p:cNvSpPr/>
            <p:nvPr/>
          </p:nvSpPr>
          <p:spPr>
            <a:xfrm>
              <a:off x="-37819" y="3229639"/>
              <a:ext cx="642082" cy="720274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-37819" y="3866020"/>
              <a:ext cx="2675353" cy="1620922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9" name="Google Shape;119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6"/>
          <p:cNvGrpSpPr/>
          <p:nvPr/>
        </p:nvGrpSpPr>
        <p:grpSpPr>
          <a:xfrm>
            <a:off x="6920084" y="-349974"/>
            <a:ext cx="2501000" cy="1597424"/>
            <a:chOff x="6920084" y="-349974"/>
            <a:chExt cx="2501000" cy="1597424"/>
          </a:xfrm>
        </p:grpSpPr>
        <p:sp>
          <p:nvSpPr>
            <p:cNvPr id="122" name="Google Shape;122;p6"/>
            <p:cNvSpPr/>
            <p:nvPr/>
          </p:nvSpPr>
          <p:spPr>
            <a:xfrm>
              <a:off x="7667903" y="-13620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3" name="Google Shape;123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20084" y="-3499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>
            <a:spLocks noGrp="1"/>
          </p:cNvSpPr>
          <p:nvPr>
            <p:ph type="title"/>
          </p:nvPr>
        </p:nvSpPr>
        <p:spPr>
          <a:xfrm>
            <a:off x="4572000" y="1697008"/>
            <a:ext cx="3660900" cy="88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6" name="Google Shape;126;p7"/>
          <p:cNvSpPr txBox="1">
            <a:spLocks noGrp="1"/>
          </p:cNvSpPr>
          <p:nvPr>
            <p:ph type="subTitle" idx="1"/>
          </p:nvPr>
        </p:nvSpPr>
        <p:spPr>
          <a:xfrm>
            <a:off x="4573650" y="2589965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7" name="Google Shape;127;p7"/>
          <p:cNvGrpSpPr/>
          <p:nvPr/>
        </p:nvGrpSpPr>
        <p:grpSpPr>
          <a:xfrm>
            <a:off x="-1204808" y="-74100"/>
            <a:ext cx="7231283" cy="5464048"/>
            <a:chOff x="-1204808" y="-74100"/>
            <a:chExt cx="7231283" cy="5464048"/>
          </a:xfrm>
        </p:grpSpPr>
        <p:sp>
          <p:nvSpPr>
            <p:cNvPr id="128" name="Google Shape;128;p7"/>
            <p:cNvSpPr/>
            <p:nvPr/>
          </p:nvSpPr>
          <p:spPr>
            <a:xfrm rot="10800000">
              <a:off x="4153341" y="4476950"/>
              <a:ext cx="1156796" cy="708608"/>
            </a:xfrm>
            <a:custGeom>
              <a:avLst/>
              <a:gdLst/>
              <a:ahLst/>
              <a:cxnLst/>
              <a:rect l="l" t="t" r="r" b="b"/>
              <a:pathLst>
                <a:path w="15223" h="8282" extrusionOk="0">
                  <a:moveTo>
                    <a:pt x="0" y="1"/>
                  </a:moveTo>
                  <a:cubicBezTo>
                    <a:pt x="1891" y="2425"/>
                    <a:pt x="4014" y="4641"/>
                    <a:pt x="6636" y="6221"/>
                  </a:cubicBezTo>
                  <a:cubicBezTo>
                    <a:pt x="8786" y="7515"/>
                    <a:pt x="11353" y="8281"/>
                    <a:pt x="13851" y="8281"/>
                  </a:cubicBezTo>
                  <a:cubicBezTo>
                    <a:pt x="14312" y="8281"/>
                    <a:pt x="14770" y="8255"/>
                    <a:pt x="15223" y="8202"/>
                  </a:cubicBezTo>
                  <a:cubicBezTo>
                    <a:pt x="14696" y="5500"/>
                    <a:pt x="14653" y="2713"/>
                    <a:pt x="151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 rot="10800000">
              <a:off x="395212" y="361343"/>
              <a:ext cx="3758237" cy="4824215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 rot="10800000">
              <a:off x="2128619" y="4341080"/>
              <a:ext cx="2068144" cy="844477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 rot="10800000">
              <a:off x="2356486" y="-55043"/>
              <a:ext cx="2800232" cy="1123659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 rot="10800000">
              <a:off x="-764693" y="248660"/>
              <a:ext cx="1969585" cy="4936898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 rot="10800000">
              <a:off x="2068004" y="-55044"/>
              <a:ext cx="3958471" cy="1281175"/>
            </a:xfrm>
            <a:custGeom>
              <a:avLst/>
              <a:gdLst/>
              <a:ahLst/>
              <a:cxnLst/>
              <a:rect l="l" t="t" r="r" b="b"/>
              <a:pathLst>
                <a:path w="52092" h="14974" extrusionOk="0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 rot="10800000">
              <a:off x="2356486" y="-55039"/>
              <a:ext cx="2800232" cy="738468"/>
            </a:xfrm>
            <a:custGeom>
              <a:avLst/>
              <a:gdLst/>
              <a:ahLst/>
              <a:cxnLst/>
              <a:rect l="l" t="t" r="r" b="b"/>
              <a:pathLst>
                <a:path w="36850" h="8631" extrusionOk="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 rot="10800000">
              <a:off x="874085" y="729362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 rot="10800000">
              <a:off x="-764698" y="-55041"/>
              <a:ext cx="2149149" cy="904284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" name="Google Shape;137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204808" y="1697000"/>
              <a:ext cx="4162461" cy="3692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68798" y="-74100"/>
              <a:ext cx="4575068" cy="12811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8">
          <p15:clr>
            <a:srgbClr val="FA7B17"/>
          </p15:clr>
        </p15:guide>
        <p15:guide id="2" pos="2206">
          <p15:clr>
            <a:srgbClr val="FA7B17"/>
          </p15:clr>
        </p15:guide>
        <p15:guide id="3" pos="1765">
          <p15:clr>
            <a:srgbClr val="FA7B17"/>
          </p15:clr>
        </p15:guide>
        <p15:guide id="4" orient="horz" pos="1250">
          <p15:clr>
            <a:srgbClr val="FA7B17"/>
          </p15:clr>
        </p15:guide>
        <p15:guide id="5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bg>
      <p:bgPr>
        <a:solidFill>
          <a:schemeClr val="accen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ctrTitle"/>
          </p:nvPr>
        </p:nvSpPr>
        <p:spPr>
          <a:xfrm>
            <a:off x="914400" y="3284873"/>
            <a:ext cx="3651600" cy="5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subTitle" idx="1"/>
          </p:nvPr>
        </p:nvSpPr>
        <p:spPr>
          <a:xfrm>
            <a:off x="914400" y="965610"/>
            <a:ext cx="3651600" cy="231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grpSp>
        <p:nvGrpSpPr>
          <p:cNvPr id="142" name="Google Shape;142;p8"/>
          <p:cNvGrpSpPr/>
          <p:nvPr/>
        </p:nvGrpSpPr>
        <p:grpSpPr>
          <a:xfrm>
            <a:off x="2493374" y="-81232"/>
            <a:ext cx="6955431" cy="5329506"/>
            <a:chOff x="2493374" y="-81232"/>
            <a:chExt cx="6955431" cy="5329506"/>
          </a:xfrm>
        </p:grpSpPr>
        <p:sp>
          <p:nvSpPr>
            <p:cNvPr id="143" name="Google Shape;143;p8"/>
            <p:cNvSpPr/>
            <p:nvPr/>
          </p:nvSpPr>
          <p:spPr>
            <a:xfrm rot="10800000" flipH="1">
              <a:off x="4366399" y="335155"/>
              <a:ext cx="3758237" cy="4824215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 rot="10800000" flipH="1">
              <a:off x="4323086" y="4314893"/>
              <a:ext cx="2068144" cy="844477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 rot="10800000" flipH="1">
              <a:off x="3363131" y="-81230"/>
              <a:ext cx="2800232" cy="1123659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8"/>
            <p:cNvSpPr/>
            <p:nvPr/>
          </p:nvSpPr>
          <p:spPr>
            <a:xfrm rot="10800000" flipH="1">
              <a:off x="7314957" y="222473"/>
              <a:ext cx="1969585" cy="4936898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8"/>
            <p:cNvSpPr/>
            <p:nvPr/>
          </p:nvSpPr>
          <p:spPr>
            <a:xfrm rot="10800000" flipH="1">
              <a:off x="7135398" y="-81228"/>
              <a:ext cx="2149149" cy="904284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8" name="Google Shape;148;p8"/>
            <p:cNvGrpSpPr/>
            <p:nvPr/>
          </p:nvGrpSpPr>
          <p:grpSpPr>
            <a:xfrm>
              <a:off x="2493374" y="-81232"/>
              <a:ext cx="3958471" cy="1281175"/>
              <a:chOff x="2493374" y="-81232"/>
              <a:chExt cx="3958471" cy="1281175"/>
            </a:xfrm>
          </p:grpSpPr>
          <p:sp>
            <p:nvSpPr>
              <p:cNvPr id="149" name="Google Shape;149;p8"/>
              <p:cNvSpPr/>
              <p:nvPr/>
            </p:nvSpPr>
            <p:spPr>
              <a:xfrm rot="10800000" flipH="1">
                <a:off x="2493374" y="-81232"/>
                <a:ext cx="3958471" cy="1281175"/>
              </a:xfrm>
              <a:custGeom>
                <a:avLst/>
                <a:gdLst/>
                <a:ahLst/>
                <a:cxnLst/>
                <a:rect l="l" t="t" r="r" b="b"/>
                <a:pathLst>
                  <a:path w="52092" h="14974" extrusionOk="0">
                    <a:moveTo>
                      <a:pt x="10073" y="5769"/>
                    </a:moveTo>
                    <a:cubicBezTo>
                      <a:pt x="7479" y="5769"/>
                      <a:pt x="4891" y="6731"/>
                      <a:pt x="3028" y="8466"/>
                    </a:cubicBezTo>
                    <a:cubicBezTo>
                      <a:pt x="1213" y="10159"/>
                      <a:pt x="137" y="12540"/>
                      <a:pt x="0" y="14974"/>
                    </a:cubicBezTo>
                    <a:lnTo>
                      <a:pt x="11446" y="14974"/>
                    </a:lnTo>
                    <a:cubicBezTo>
                      <a:pt x="12158" y="12102"/>
                      <a:pt x="13582" y="9408"/>
                      <a:pt x="15534" y="7183"/>
                    </a:cubicBezTo>
                    <a:cubicBezTo>
                      <a:pt x="14502" y="6711"/>
                      <a:pt x="13450" y="6278"/>
                      <a:pt x="12337" y="6023"/>
                    </a:cubicBezTo>
                    <a:cubicBezTo>
                      <a:pt x="11597" y="5853"/>
                      <a:pt x="10833" y="5769"/>
                      <a:pt x="10073" y="5769"/>
                    </a:cubicBezTo>
                    <a:close/>
                    <a:moveTo>
                      <a:pt x="45074" y="1"/>
                    </a:moveTo>
                    <a:cubicBezTo>
                      <a:pt x="43566" y="1"/>
                      <a:pt x="41995" y="486"/>
                      <a:pt x="40619" y="1128"/>
                    </a:cubicBezTo>
                    <a:cubicBezTo>
                      <a:pt x="37595" y="2533"/>
                      <a:pt x="34973" y="4604"/>
                      <a:pt x="32144" y="6344"/>
                    </a:cubicBezTo>
                    <a:cubicBezTo>
                      <a:pt x="32964" y="7452"/>
                      <a:pt x="33822" y="8509"/>
                      <a:pt x="35001" y="9182"/>
                    </a:cubicBezTo>
                    <a:cubicBezTo>
                      <a:pt x="37124" y="10394"/>
                      <a:pt x="39736" y="10065"/>
                      <a:pt x="42179" y="10168"/>
                    </a:cubicBezTo>
                    <a:cubicBezTo>
                      <a:pt x="44617" y="10272"/>
                      <a:pt x="47447" y="11215"/>
                      <a:pt x="48126" y="13563"/>
                    </a:cubicBezTo>
                    <a:cubicBezTo>
                      <a:pt x="48258" y="14021"/>
                      <a:pt x="48291" y="14497"/>
                      <a:pt x="48296" y="14974"/>
                    </a:cubicBezTo>
                    <a:lnTo>
                      <a:pt x="51884" y="14974"/>
                    </a:lnTo>
                    <a:cubicBezTo>
                      <a:pt x="52092" y="11470"/>
                      <a:pt x="51993" y="7956"/>
                      <a:pt x="50790" y="4670"/>
                    </a:cubicBezTo>
                    <a:cubicBezTo>
                      <a:pt x="50211" y="3085"/>
                      <a:pt x="49299" y="1505"/>
                      <a:pt x="47791" y="661"/>
                    </a:cubicBezTo>
                    <a:cubicBezTo>
                      <a:pt x="46951" y="194"/>
                      <a:pt x="46027" y="1"/>
                      <a:pt x="450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 rot="10800000" flipH="1">
                <a:off x="3363131" y="-81227"/>
                <a:ext cx="2800232" cy="738468"/>
              </a:xfrm>
              <a:custGeom>
                <a:avLst/>
                <a:gdLst/>
                <a:ahLst/>
                <a:cxnLst/>
                <a:rect l="l" t="t" r="r" b="b"/>
                <a:pathLst>
                  <a:path w="36850" h="8631" extrusionOk="0">
                    <a:moveTo>
                      <a:pt x="20698" y="1"/>
                    </a:moveTo>
                    <a:cubicBezTo>
                      <a:pt x="20434" y="166"/>
                      <a:pt x="20169" y="321"/>
                      <a:pt x="19905" y="477"/>
                    </a:cubicBezTo>
                    <a:cubicBezTo>
                      <a:pt x="17354" y="1968"/>
                      <a:pt x="14431" y="3137"/>
                      <a:pt x="11488" y="3137"/>
                    </a:cubicBezTo>
                    <a:cubicBezTo>
                      <a:pt x="10814" y="3137"/>
                      <a:pt x="10134" y="3076"/>
                      <a:pt x="9460" y="2943"/>
                    </a:cubicBezTo>
                    <a:cubicBezTo>
                      <a:pt x="7564" y="2566"/>
                      <a:pt x="5847" y="1642"/>
                      <a:pt x="4088" y="840"/>
                    </a:cubicBezTo>
                    <a:cubicBezTo>
                      <a:pt x="2136" y="3065"/>
                      <a:pt x="712" y="5759"/>
                      <a:pt x="0" y="8631"/>
                    </a:cubicBezTo>
                    <a:lnTo>
                      <a:pt x="36850" y="8631"/>
                    </a:lnTo>
                    <a:cubicBezTo>
                      <a:pt x="36845" y="8154"/>
                      <a:pt x="36812" y="7678"/>
                      <a:pt x="36680" y="7220"/>
                    </a:cubicBezTo>
                    <a:cubicBezTo>
                      <a:pt x="36001" y="4872"/>
                      <a:pt x="33171" y="3929"/>
                      <a:pt x="30733" y="3825"/>
                    </a:cubicBezTo>
                    <a:cubicBezTo>
                      <a:pt x="28290" y="3722"/>
                      <a:pt x="25678" y="4051"/>
                      <a:pt x="23555" y="2839"/>
                    </a:cubicBezTo>
                    <a:cubicBezTo>
                      <a:pt x="22376" y="2166"/>
                      <a:pt x="21518" y="1109"/>
                      <a:pt x="20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" name="Google Shape;151;p8"/>
            <p:cNvSpPr/>
            <p:nvPr/>
          </p:nvSpPr>
          <p:spPr>
            <a:xfrm rot="10800000" flipH="1">
              <a:off x="6530534" y="703175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2" name="Google Shape;152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551674" y="-76200"/>
              <a:ext cx="4820928" cy="27117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8"/>
            <p:cNvPicPr preferRelativeResize="0"/>
            <p:nvPr/>
          </p:nvPicPr>
          <p:blipFill rotWithShape="1">
            <a:blip r:embed="rId3">
              <a:alphaModFix/>
            </a:blip>
            <a:srcRect l="29508" t="-10800" b="10800"/>
            <a:stretch/>
          </p:blipFill>
          <p:spPr>
            <a:xfrm>
              <a:off x="5033275" y="1724850"/>
              <a:ext cx="4415530" cy="3523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F7F8FC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 flipH="1">
            <a:off x="2894200" y="3121150"/>
            <a:ext cx="3525600" cy="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9"/>
          <p:cNvSpPr txBox="1">
            <a:spLocks noGrp="1"/>
          </p:cNvSpPr>
          <p:nvPr>
            <p:ph type="ctrTitle"/>
          </p:nvPr>
        </p:nvSpPr>
        <p:spPr>
          <a:xfrm flipH="1">
            <a:off x="668300" y="2732350"/>
            <a:ext cx="7977300" cy="3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type="subTitle" idx="2"/>
          </p:nvPr>
        </p:nvSpPr>
        <p:spPr>
          <a:xfrm flipH="1">
            <a:off x="914550" y="3108302"/>
            <a:ext cx="7299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9"/>
          <p:cNvSpPr txBox="1">
            <a:spLocks noGrp="1"/>
          </p:cNvSpPr>
          <p:nvPr>
            <p:ph type="ctrTitle" idx="3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title" idx="4" hasCustomPrompt="1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160" name="Google Shape;160;p9"/>
          <p:cNvSpPr/>
          <p:nvPr/>
        </p:nvSpPr>
        <p:spPr>
          <a:xfrm>
            <a:off x="0" y="-76200"/>
            <a:ext cx="2668237" cy="1145841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0" y="-76200"/>
            <a:ext cx="4572074" cy="247402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" name="Google Shape;162;p9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163" name="Google Shape;163;p9"/>
            <p:cNvSpPr/>
            <p:nvPr/>
          </p:nvSpPr>
          <p:spPr>
            <a:xfrm>
              <a:off x="4896150" y="2564650"/>
              <a:ext cx="407475" cy="415225"/>
            </a:xfrm>
            <a:custGeom>
              <a:avLst/>
              <a:gdLst/>
              <a:ahLst/>
              <a:cxnLst/>
              <a:rect l="l" t="t" r="r" b="b"/>
              <a:pathLst>
                <a:path w="16299" h="16609" extrusionOk="0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4896675" y="2643100"/>
              <a:ext cx="398000" cy="404125"/>
            </a:xfrm>
            <a:custGeom>
              <a:avLst/>
              <a:gdLst/>
              <a:ahLst/>
              <a:cxnLst/>
              <a:rect l="l" t="t" r="r" b="b"/>
              <a:pathLst>
                <a:path w="15920" h="16165" extrusionOk="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4896400" y="2603925"/>
              <a:ext cx="405100" cy="411800"/>
            </a:xfrm>
            <a:custGeom>
              <a:avLst/>
              <a:gdLst/>
              <a:ahLst/>
              <a:cxnLst/>
              <a:rect l="l" t="t" r="r" b="b"/>
              <a:pathLst>
                <a:path w="16204" h="16472" extrusionOk="0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4898950" y="3035450"/>
              <a:ext cx="189175" cy="190300"/>
            </a:xfrm>
            <a:custGeom>
              <a:avLst/>
              <a:gdLst/>
              <a:ahLst/>
              <a:cxnLst/>
              <a:rect l="l" t="t" r="r" b="b"/>
              <a:pathLst>
                <a:path w="7567" h="7612" extrusionOk="0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898025" y="2878500"/>
              <a:ext cx="300475" cy="303725"/>
            </a:xfrm>
            <a:custGeom>
              <a:avLst/>
              <a:gdLst/>
              <a:ahLst/>
              <a:cxnLst/>
              <a:rect l="l" t="t" r="r" b="b"/>
              <a:pathLst>
                <a:path w="12019" h="12149" extrusionOk="0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897600" y="2800050"/>
              <a:ext cx="341900" cy="345975"/>
            </a:xfrm>
            <a:custGeom>
              <a:avLst/>
              <a:gdLst/>
              <a:ahLst/>
              <a:cxnLst/>
              <a:rect l="l" t="t" r="r" b="b"/>
              <a:pathLst>
                <a:path w="13676" h="13839" extrusionOk="0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897100" y="2721600"/>
              <a:ext cx="374750" cy="379700"/>
            </a:xfrm>
            <a:custGeom>
              <a:avLst/>
              <a:gdLst/>
              <a:ahLst/>
              <a:cxnLst/>
              <a:rect l="l" t="t" r="r" b="b"/>
              <a:pathLst>
                <a:path w="14990" h="15188" extrusionOk="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898700" y="2996200"/>
              <a:ext cx="220950" cy="222650"/>
            </a:xfrm>
            <a:custGeom>
              <a:avLst/>
              <a:gdLst/>
              <a:ahLst/>
              <a:cxnLst/>
              <a:rect l="l" t="t" r="r" b="b"/>
              <a:pathLst>
                <a:path w="8838" h="8906" extrusionOk="0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898275" y="2917750"/>
              <a:ext cx="276400" cy="279050"/>
            </a:xfrm>
            <a:custGeom>
              <a:avLst/>
              <a:gdLst/>
              <a:ahLst/>
              <a:cxnLst/>
              <a:rect l="l" t="t" r="r" b="b"/>
              <a:pathLst>
                <a:path w="11056" h="11162" extrusionOk="0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4897775" y="2839325"/>
              <a:ext cx="322375" cy="325950"/>
            </a:xfrm>
            <a:custGeom>
              <a:avLst/>
              <a:gdLst/>
              <a:ahLst/>
              <a:cxnLst/>
              <a:rect l="l" t="t" r="r" b="b"/>
              <a:pathLst>
                <a:path w="12895" h="13038" extrusionOk="0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9"/>
            <p:cNvSpPr/>
            <p:nvPr/>
          </p:nvSpPr>
          <p:spPr>
            <a:xfrm>
              <a:off x="4897350" y="2760800"/>
              <a:ext cx="359425" cy="363925"/>
            </a:xfrm>
            <a:custGeom>
              <a:avLst/>
              <a:gdLst/>
              <a:ahLst/>
              <a:cxnLst/>
              <a:rect l="l" t="t" r="r" b="b"/>
              <a:pathLst>
                <a:path w="14377" h="14557" extrusionOk="0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4899375" y="3113900"/>
              <a:ext cx="115000" cy="115000"/>
            </a:xfrm>
            <a:custGeom>
              <a:avLst/>
              <a:gdLst/>
              <a:ahLst/>
              <a:cxnLst/>
              <a:rect l="l" t="t" r="r" b="b"/>
              <a:pathLst>
                <a:path w="4600" h="4600" extrusionOk="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4899225" y="3074625"/>
              <a:ext cx="154075" cy="154625"/>
            </a:xfrm>
            <a:custGeom>
              <a:avLst/>
              <a:gdLst/>
              <a:ahLst/>
              <a:cxnLst/>
              <a:rect l="l" t="t" r="r" b="b"/>
              <a:pathLst>
                <a:path w="6163" h="6185" extrusionOk="0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198925" y="2485200"/>
              <a:ext cx="135175" cy="131750"/>
            </a:xfrm>
            <a:custGeom>
              <a:avLst/>
              <a:gdLst/>
              <a:ahLst/>
              <a:cxnLst/>
              <a:rect l="l" t="t" r="r" b="b"/>
              <a:pathLst>
                <a:path w="5407" h="5270" extrusionOk="0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159925" y="2485200"/>
              <a:ext cx="156300" cy="152550"/>
            </a:xfrm>
            <a:custGeom>
              <a:avLst/>
              <a:gdLst/>
              <a:ahLst/>
              <a:cxnLst/>
              <a:rect l="l" t="t" r="r" b="b"/>
              <a:pathLst>
                <a:path w="6252" h="6102" extrusionOk="0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003900" y="2485200"/>
              <a:ext cx="246225" cy="244175"/>
            </a:xfrm>
            <a:custGeom>
              <a:avLst/>
              <a:gdLst/>
              <a:ahLst/>
              <a:cxnLst/>
              <a:rect l="l" t="t" r="r" b="b"/>
              <a:pathLst>
                <a:path w="9849" h="9767" extrusionOk="0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4898450" y="2956950"/>
              <a:ext cx="249900" cy="252175"/>
            </a:xfrm>
            <a:custGeom>
              <a:avLst/>
              <a:gdLst/>
              <a:ahLst/>
              <a:cxnLst/>
              <a:rect l="l" t="t" r="r" b="b"/>
              <a:pathLst>
                <a:path w="9996" h="10087" extrusionOk="0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4896825" y="2682350"/>
              <a:ext cx="387800" cy="393175"/>
            </a:xfrm>
            <a:custGeom>
              <a:avLst/>
              <a:gdLst/>
              <a:ahLst/>
              <a:cxnLst/>
              <a:rect l="l" t="t" r="r" b="b"/>
              <a:pathLst>
                <a:path w="15512" h="15727" extrusionOk="0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4899900" y="3192325"/>
              <a:ext cx="14925" cy="15025"/>
            </a:xfrm>
            <a:custGeom>
              <a:avLst/>
              <a:gdLst/>
              <a:ahLst/>
              <a:cxnLst/>
              <a:rect l="l" t="t" r="r" b="b"/>
              <a:pathLst>
                <a:path w="597" h="601" extrusionOk="0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4899650" y="3153175"/>
              <a:ext cx="70125" cy="70100"/>
            </a:xfrm>
            <a:custGeom>
              <a:avLst/>
              <a:gdLst/>
              <a:ahLst/>
              <a:cxnLst/>
              <a:rect l="l" t="t" r="r" b="b"/>
              <a:pathLst>
                <a:path w="2805" h="2804" extrusionOk="0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5276925" y="2485200"/>
              <a:ext cx="83325" cy="81775"/>
            </a:xfrm>
            <a:custGeom>
              <a:avLst/>
              <a:gdLst/>
              <a:ahLst/>
              <a:cxnLst/>
              <a:rect l="l" t="t" r="r" b="b"/>
              <a:pathLst>
                <a:path w="3333" h="3271" extrusionOk="0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5237925" y="2485200"/>
              <a:ext cx="111600" cy="108875"/>
            </a:xfrm>
            <a:custGeom>
              <a:avLst/>
              <a:gdLst/>
              <a:ahLst/>
              <a:cxnLst/>
              <a:rect l="l" t="t" r="r" b="b"/>
              <a:pathLst>
                <a:path w="4464" h="4355" extrusionOk="0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5120925" y="2485200"/>
              <a:ext cx="176475" cy="172750"/>
            </a:xfrm>
            <a:custGeom>
              <a:avLst/>
              <a:gdLst/>
              <a:ahLst/>
              <a:cxnLst/>
              <a:rect l="l" t="t" r="r" b="b"/>
              <a:pathLst>
                <a:path w="7059" h="6910" extrusionOk="0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4964875" y="2485200"/>
              <a:ext cx="279450" cy="279450"/>
            </a:xfrm>
            <a:custGeom>
              <a:avLst/>
              <a:gdLst/>
              <a:ahLst/>
              <a:cxnLst/>
              <a:rect l="l" t="t" r="r" b="b"/>
              <a:pathLst>
                <a:path w="11178" h="11178" extrusionOk="0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5042900" y="2485200"/>
              <a:ext cx="219750" cy="216850"/>
            </a:xfrm>
            <a:custGeom>
              <a:avLst/>
              <a:gdLst/>
              <a:ahLst/>
              <a:cxnLst/>
              <a:rect l="l" t="t" r="r" b="b"/>
              <a:pathLst>
                <a:path w="8790" h="8674" extrusionOk="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4895975" y="2525375"/>
              <a:ext cx="403625" cy="411475"/>
            </a:xfrm>
            <a:custGeom>
              <a:avLst/>
              <a:gdLst/>
              <a:ahLst/>
              <a:cxnLst/>
              <a:rect l="l" t="t" r="r" b="b"/>
              <a:pathLst>
                <a:path w="16145" h="16459" extrusionOk="0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5081900" y="2485200"/>
              <a:ext cx="197175" cy="193700"/>
            </a:xfrm>
            <a:custGeom>
              <a:avLst/>
              <a:gdLst/>
              <a:ahLst/>
              <a:cxnLst/>
              <a:rect l="l" t="t" r="r" b="b"/>
              <a:pathLst>
                <a:path w="7887" h="7748" extrusionOk="0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4895725" y="2486225"/>
              <a:ext cx="384475" cy="392300"/>
            </a:xfrm>
            <a:custGeom>
              <a:avLst/>
              <a:gdLst/>
              <a:ahLst/>
              <a:cxnLst/>
              <a:rect l="l" t="t" r="r" b="b"/>
              <a:pathLst>
                <a:path w="15379" h="15692" extrusionOk="0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4925875" y="2485200"/>
              <a:ext cx="327650" cy="327575"/>
            </a:xfrm>
            <a:custGeom>
              <a:avLst/>
              <a:gdLst/>
              <a:ahLst/>
              <a:cxnLst/>
              <a:rect l="l" t="t" r="r" b="b"/>
              <a:pathLst>
                <a:path w="13106" h="13103" extrusionOk="0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9"/>
          <p:cNvSpPr/>
          <p:nvPr/>
        </p:nvSpPr>
        <p:spPr>
          <a:xfrm>
            <a:off x="5861375" y="4178175"/>
            <a:ext cx="3351600" cy="1021698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9"/>
          <p:cNvGrpSpPr/>
          <p:nvPr/>
        </p:nvGrpSpPr>
        <p:grpSpPr>
          <a:xfrm>
            <a:off x="6290393" y="4651784"/>
            <a:ext cx="3005329" cy="548185"/>
            <a:chOff x="6290110" y="4651689"/>
            <a:chExt cx="2765556" cy="548185"/>
          </a:xfrm>
        </p:grpSpPr>
        <p:sp>
          <p:nvSpPr>
            <p:cNvPr id="194" name="Google Shape;194;p9"/>
            <p:cNvSpPr/>
            <p:nvPr/>
          </p:nvSpPr>
          <p:spPr>
            <a:xfrm>
              <a:off x="8707752" y="4709513"/>
              <a:ext cx="347912" cy="331809"/>
            </a:xfrm>
            <a:custGeom>
              <a:avLst/>
              <a:gdLst/>
              <a:ahLst/>
              <a:cxnLst/>
              <a:rect l="l" t="t" r="r" b="b"/>
              <a:pathLst>
                <a:path w="4597" h="4648" extrusionOk="0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8536031" y="4766481"/>
              <a:ext cx="475286" cy="433394"/>
            </a:xfrm>
            <a:custGeom>
              <a:avLst/>
              <a:gdLst/>
              <a:ahLst/>
              <a:cxnLst/>
              <a:rect l="l" t="t" r="r" b="b"/>
              <a:pathLst>
                <a:path w="6280" h="6071" extrusionOk="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8458457" y="4804173"/>
              <a:ext cx="434493" cy="395487"/>
            </a:xfrm>
            <a:custGeom>
              <a:avLst/>
              <a:gdLst/>
              <a:ahLst/>
              <a:cxnLst/>
              <a:rect l="l" t="t" r="r" b="b"/>
              <a:pathLst>
                <a:path w="5741" h="5540" extrusionOk="0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8617767" y="4733856"/>
              <a:ext cx="437899" cy="418902"/>
            </a:xfrm>
            <a:custGeom>
              <a:avLst/>
              <a:gdLst/>
              <a:ahLst/>
              <a:cxnLst/>
              <a:rect l="l" t="t" r="r" b="b"/>
              <a:pathLst>
                <a:path w="5786" h="5868" extrusionOk="0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8950916" y="4719793"/>
              <a:ext cx="104745" cy="98800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8812949" y="4700947"/>
              <a:ext cx="242714" cy="229011"/>
            </a:xfrm>
            <a:custGeom>
              <a:avLst/>
              <a:gdLst/>
              <a:ahLst/>
              <a:cxnLst/>
              <a:rect l="l" t="t" r="r" b="b"/>
              <a:pathLst>
                <a:path w="3207" h="3208" extrusionOk="0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8050308" y="4980501"/>
              <a:ext cx="250433" cy="217161"/>
            </a:xfrm>
            <a:custGeom>
              <a:avLst/>
              <a:gdLst/>
              <a:ahLst/>
              <a:cxnLst/>
              <a:rect l="l" t="t" r="r" b="b"/>
              <a:pathLst>
                <a:path w="3309" h="3042" extrusionOk="0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8228689" y="4922320"/>
              <a:ext cx="308709" cy="276127"/>
            </a:xfrm>
            <a:custGeom>
              <a:avLst/>
              <a:gdLst/>
              <a:ahLst/>
              <a:cxnLst/>
              <a:rect l="l" t="t" r="r" b="b"/>
              <a:pathLst>
                <a:path w="4079" h="3868" extrusionOk="0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8383154" y="4844222"/>
              <a:ext cx="391203" cy="354939"/>
            </a:xfrm>
            <a:custGeom>
              <a:avLst/>
              <a:gdLst/>
              <a:ahLst/>
              <a:cxnLst/>
              <a:rect l="l" t="t" r="r" b="b"/>
              <a:pathLst>
                <a:path w="5169" h="4972" extrusionOk="0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7938905" y="4990209"/>
              <a:ext cx="243244" cy="207238"/>
            </a:xfrm>
            <a:custGeom>
              <a:avLst/>
              <a:gdLst/>
              <a:ahLst/>
              <a:cxnLst/>
              <a:rect l="l" t="t" r="r" b="b"/>
              <a:pathLst>
                <a:path w="3214" h="2903" extrusionOk="0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8144153" y="4955372"/>
              <a:ext cx="274879" cy="242860"/>
            </a:xfrm>
            <a:custGeom>
              <a:avLst/>
              <a:gdLst/>
              <a:ahLst/>
              <a:cxnLst/>
              <a:rect l="l" t="t" r="r" b="b"/>
              <a:pathLst>
                <a:path w="3632" h="3402" extrusionOk="0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8307322" y="4884413"/>
              <a:ext cx="348745" cy="314462"/>
            </a:xfrm>
            <a:custGeom>
              <a:avLst/>
              <a:gdLst/>
              <a:ahLst/>
              <a:cxnLst/>
              <a:rect l="l" t="t" r="r" b="b"/>
              <a:pathLst>
                <a:path w="4608" h="4405" extrusionOk="0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7772103" y="4944236"/>
              <a:ext cx="291756" cy="252712"/>
            </a:xfrm>
            <a:custGeom>
              <a:avLst/>
              <a:gdLst/>
              <a:ahLst/>
              <a:cxnLst/>
              <a:rect l="l" t="t" r="r" b="b"/>
              <a:pathLst>
                <a:path w="3855" h="3540" extrusionOk="0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7409362" y="4713440"/>
              <a:ext cx="535832" cy="483293"/>
            </a:xfrm>
            <a:custGeom>
              <a:avLst/>
              <a:gdLst/>
              <a:ahLst/>
              <a:cxnLst/>
              <a:rect l="l" t="t" r="r" b="b"/>
              <a:pathLst>
                <a:path w="7080" h="6770" extrusionOk="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235068" y="4660399"/>
              <a:ext cx="591837" cy="535835"/>
            </a:xfrm>
            <a:custGeom>
              <a:avLst/>
              <a:gdLst/>
              <a:ahLst/>
              <a:cxnLst/>
              <a:rect l="l" t="t" r="r" b="b"/>
              <a:pathLst>
                <a:path w="7820" h="7506" extrusionOk="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7107999" y="4651689"/>
              <a:ext cx="600541" cy="544330"/>
            </a:xfrm>
            <a:custGeom>
              <a:avLst/>
              <a:gdLst/>
              <a:ahLst/>
              <a:cxnLst/>
              <a:rect l="l" t="t" r="r" b="b"/>
              <a:pathLst>
                <a:path w="7935" h="7625" extrusionOk="0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6522452" y="4869065"/>
              <a:ext cx="356919" cy="324528"/>
            </a:xfrm>
            <a:custGeom>
              <a:avLst/>
              <a:gdLst/>
              <a:ahLst/>
              <a:cxnLst/>
              <a:rect l="l" t="t" r="r" b="b"/>
              <a:pathLst>
                <a:path w="4716" h="4546" extrusionOk="0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6658527" y="4776403"/>
              <a:ext cx="457728" cy="417902"/>
            </a:xfrm>
            <a:custGeom>
              <a:avLst/>
              <a:gdLst/>
              <a:ahLst/>
              <a:cxnLst/>
              <a:rect l="l" t="t" r="r" b="b"/>
              <a:pathLst>
                <a:path w="6048" h="5854" extrusionOk="0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6814582" y="4703231"/>
              <a:ext cx="538405" cy="491788"/>
            </a:xfrm>
            <a:custGeom>
              <a:avLst/>
              <a:gdLst/>
              <a:ahLst/>
              <a:cxnLst/>
              <a:rect l="l" t="t" r="r" b="b"/>
              <a:pathLst>
                <a:path w="7114" h="6889" extrusionOk="0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6999699" y="4657971"/>
              <a:ext cx="590172" cy="537548"/>
            </a:xfrm>
            <a:custGeom>
              <a:avLst/>
              <a:gdLst/>
              <a:ahLst/>
              <a:cxnLst/>
              <a:rect l="l" t="t" r="r" b="b"/>
              <a:pathLst>
                <a:path w="7798" h="7530" extrusionOk="0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6588446" y="4820664"/>
              <a:ext cx="409291" cy="373142"/>
            </a:xfrm>
            <a:custGeom>
              <a:avLst/>
              <a:gdLst/>
              <a:ahLst/>
              <a:cxnLst/>
              <a:rect l="l" t="t" r="r" b="b"/>
              <a:pathLst>
                <a:path w="5408" h="5227" extrusionOk="0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6733603" y="4736783"/>
              <a:ext cx="501094" cy="457737"/>
            </a:xfrm>
            <a:custGeom>
              <a:avLst/>
              <a:gdLst/>
              <a:ahLst/>
              <a:cxnLst/>
              <a:rect l="l" t="t" r="r" b="b"/>
              <a:pathLst>
                <a:path w="6621" h="6412" extrusionOk="0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6902751" y="4676461"/>
              <a:ext cx="568830" cy="518844"/>
            </a:xfrm>
            <a:custGeom>
              <a:avLst/>
              <a:gdLst/>
              <a:ahLst/>
              <a:cxnLst/>
              <a:rect l="l" t="t" r="r" b="b"/>
              <a:pathLst>
                <a:path w="7516" h="7268" extrusionOk="0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6401059" y="4975789"/>
              <a:ext cx="241351" cy="217018"/>
            </a:xfrm>
            <a:custGeom>
              <a:avLst/>
              <a:gdLst/>
              <a:ahLst/>
              <a:cxnLst/>
              <a:rect l="l" t="t" r="r" b="b"/>
              <a:pathLst>
                <a:path w="3189" h="3040" extrusionOk="0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6344525" y="5033470"/>
              <a:ext cx="179519" cy="158909"/>
            </a:xfrm>
            <a:custGeom>
              <a:avLst/>
              <a:gdLst/>
              <a:ahLst/>
              <a:cxnLst/>
              <a:rect l="l" t="t" r="r" b="b"/>
              <a:pathLst>
                <a:path w="2372" h="2226" extrusionOk="0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6460090" y="4920892"/>
              <a:ext cx="300687" cy="272201"/>
            </a:xfrm>
            <a:custGeom>
              <a:avLst/>
              <a:gdLst/>
              <a:ahLst/>
              <a:cxnLst/>
              <a:rect l="l" t="t" r="r" b="b"/>
              <a:pathLst>
                <a:path w="3973" h="3813" extrusionOk="0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6290110" y="5093293"/>
              <a:ext cx="115416" cy="9887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>
            <a:off x="2288000" y="-49525"/>
            <a:ext cx="5329733" cy="6118420"/>
            <a:chOff x="2288000" y="-49525"/>
            <a:chExt cx="5329733" cy="6118420"/>
          </a:xfrm>
        </p:grpSpPr>
        <p:sp>
          <p:nvSpPr>
            <p:cNvPr id="223" name="Google Shape;223;p10"/>
            <p:cNvSpPr/>
            <p:nvPr/>
          </p:nvSpPr>
          <p:spPr>
            <a:xfrm rot="-4421961">
              <a:off x="2777637" y="1686086"/>
              <a:ext cx="5541644" cy="2691324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2288000" y="-49525"/>
              <a:ext cx="2743200" cy="564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10"/>
          <p:cNvSpPr txBox="1">
            <a:spLocks noGrp="1"/>
          </p:cNvSpPr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6" name="Google Shape;226;p10"/>
          <p:cNvSpPr txBox="1">
            <a:spLocks noGrp="1"/>
          </p:cNvSpPr>
          <p:nvPr>
            <p:ph type="subTitle" idx="1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227" name="Google Shape;227;p10"/>
          <p:cNvGrpSpPr/>
          <p:nvPr/>
        </p:nvGrpSpPr>
        <p:grpSpPr>
          <a:xfrm>
            <a:off x="4340695" y="4859500"/>
            <a:ext cx="2740195" cy="411348"/>
            <a:chOff x="3731103" y="4808559"/>
            <a:chExt cx="2740195" cy="335138"/>
          </a:xfrm>
        </p:grpSpPr>
        <p:sp>
          <p:nvSpPr>
            <p:cNvPr id="228" name="Google Shape;228;p10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" name="Google Shape;231;p10"/>
          <p:cNvGrpSpPr/>
          <p:nvPr/>
        </p:nvGrpSpPr>
        <p:grpSpPr>
          <a:xfrm>
            <a:off x="-665807" y="3431750"/>
            <a:ext cx="3632735" cy="2280574"/>
            <a:chOff x="-665807" y="3431750"/>
            <a:chExt cx="3632735" cy="2280574"/>
          </a:xfrm>
        </p:grpSpPr>
        <p:sp>
          <p:nvSpPr>
            <p:cNvPr id="232" name="Google Shape;232;p10"/>
            <p:cNvSpPr/>
            <p:nvPr/>
          </p:nvSpPr>
          <p:spPr>
            <a:xfrm rot="6847533" flipH="1">
              <a:off x="-356027" y="4216323"/>
              <a:ext cx="1115230" cy="140137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3" name="Google Shape;233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221174" y="3431750"/>
              <a:ext cx="3188102" cy="17933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4" name="Google Shape;234;p10"/>
          <p:cNvGrpSpPr/>
          <p:nvPr/>
        </p:nvGrpSpPr>
        <p:grpSpPr>
          <a:xfrm>
            <a:off x="5536150" y="-152400"/>
            <a:ext cx="3785654" cy="5632544"/>
            <a:chOff x="5536150" y="-152400"/>
            <a:chExt cx="3785654" cy="5632544"/>
          </a:xfrm>
        </p:grpSpPr>
        <p:sp>
          <p:nvSpPr>
            <p:cNvPr id="235" name="Google Shape;235;p10"/>
            <p:cNvSpPr/>
            <p:nvPr/>
          </p:nvSpPr>
          <p:spPr>
            <a:xfrm rot="5400000">
              <a:off x="7067275" y="992343"/>
              <a:ext cx="3234092" cy="1126340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0"/>
            <p:cNvSpPr/>
            <p:nvPr/>
          </p:nvSpPr>
          <p:spPr>
            <a:xfrm rot="5400000">
              <a:off x="5122630" y="1355283"/>
              <a:ext cx="5541677" cy="270804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0"/>
            <p:cNvSpPr/>
            <p:nvPr/>
          </p:nvSpPr>
          <p:spPr>
            <a:xfrm rot="5400000">
              <a:off x="8312443" y="3758806"/>
              <a:ext cx="789976" cy="367355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0"/>
            <p:cNvSpPr/>
            <p:nvPr/>
          </p:nvSpPr>
          <p:spPr>
            <a:xfrm rot="5400000">
              <a:off x="8117401" y="2029636"/>
              <a:ext cx="1785149" cy="431675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0"/>
            <p:cNvSpPr/>
            <p:nvPr/>
          </p:nvSpPr>
          <p:spPr>
            <a:xfrm rot="5400000">
              <a:off x="7731024" y="2865742"/>
              <a:ext cx="2407783" cy="581797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0" name="Google Shape;240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36150" y="-152400"/>
              <a:ext cx="3785654" cy="2129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>
            <a:off x="8141194" y="779020"/>
            <a:ext cx="114841" cy="114841"/>
          </a:xfrm>
          <a:custGeom>
            <a:avLst/>
            <a:gdLst/>
            <a:ahLst/>
            <a:cxnLst/>
            <a:rect l="l" t="t" r="r" b="b"/>
            <a:pathLst>
              <a:path w="1145" h="1145" extrusionOk="0">
                <a:moveTo>
                  <a:pt x="573" y="1"/>
                </a:moveTo>
                <a:cubicBezTo>
                  <a:pt x="258" y="1"/>
                  <a:pt x="1" y="255"/>
                  <a:pt x="1" y="573"/>
                </a:cubicBezTo>
                <a:cubicBezTo>
                  <a:pt x="1" y="887"/>
                  <a:pt x="258" y="1145"/>
                  <a:pt x="573" y="1145"/>
                </a:cubicBezTo>
                <a:cubicBezTo>
                  <a:pt x="891" y="1145"/>
                  <a:pt x="1145" y="887"/>
                  <a:pt x="1145" y="573"/>
                </a:cubicBezTo>
                <a:cubicBezTo>
                  <a:pt x="1145" y="255"/>
                  <a:pt x="891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496394" y="27193"/>
            <a:ext cx="114841" cy="114841"/>
          </a:xfrm>
          <a:custGeom>
            <a:avLst/>
            <a:gdLst/>
            <a:ahLst/>
            <a:cxnLst/>
            <a:rect l="l" t="t" r="r" b="b"/>
            <a:pathLst>
              <a:path w="1145" h="1145" extrusionOk="0">
                <a:moveTo>
                  <a:pt x="572" y="0"/>
                </a:moveTo>
                <a:cubicBezTo>
                  <a:pt x="258" y="0"/>
                  <a:pt x="1" y="258"/>
                  <a:pt x="1" y="573"/>
                </a:cubicBezTo>
                <a:cubicBezTo>
                  <a:pt x="1" y="891"/>
                  <a:pt x="258" y="1144"/>
                  <a:pt x="572" y="1144"/>
                </a:cubicBezTo>
                <a:cubicBezTo>
                  <a:pt x="890" y="1144"/>
                  <a:pt x="1145" y="891"/>
                  <a:pt x="1145" y="573"/>
                </a:cubicBezTo>
                <a:cubicBezTo>
                  <a:pt x="1145" y="258"/>
                  <a:pt x="890" y="0"/>
                  <a:pt x="5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7913720" y="478129"/>
            <a:ext cx="94380" cy="86557"/>
          </a:xfrm>
          <a:custGeom>
            <a:avLst/>
            <a:gdLst/>
            <a:ahLst/>
            <a:cxnLst/>
            <a:rect l="l" t="t" r="r" b="b"/>
            <a:pathLst>
              <a:path w="941" h="863" extrusionOk="0">
                <a:moveTo>
                  <a:pt x="469" y="1"/>
                </a:moveTo>
                <a:cubicBezTo>
                  <a:pt x="272" y="1"/>
                  <a:pt x="91" y="141"/>
                  <a:pt x="48" y="341"/>
                </a:cubicBezTo>
                <a:cubicBezTo>
                  <a:pt x="1" y="576"/>
                  <a:pt x="148" y="803"/>
                  <a:pt x="379" y="853"/>
                </a:cubicBezTo>
                <a:cubicBezTo>
                  <a:pt x="409" y="860"/>
                  <a:pt x="439" y="863"/>
                  <a:pt x="469" y="863"/>
                </a:cubicBezTo>
                <a:cubicBezTo>
                  <a:pt x="669" y="863"/>
                  <a:pt x="847" y="723"/>
                  <a:pt x="891" y="522"/>
                </a:cubicBezTo>
                <a:cubicBezTo>
                  <a:pt x="941" y="288"/>
                  <a:pt x="791" y="60"/>
                  <a:pt x="559" y="10"/>
                </a:cubicBezTo>
                <a:cubicBezTo>
                  <a:pt x="529" y="4"/>
                  <a:pt x="499" y="1"/>
                  <a:pt x="4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1207835" y="45487"/>
            <a:ext cx="6923436" cy="4730331"/>
          </a:xfrm>
          <a:custGeom>
            <a:avLst/>
            <a:gdLst/>
            <a:ahLst/>
            <a:cxnLst/>
            <a:rect l="l" t="t" r="r" b="b"/>
            <a:pathLst>
              <a:path w="69029" h="47163" extrusionOk="0">
                <a:moveTo>
                  <a:pt x="49721" y="1"/>
                </a:moveTo>
                <a:cubicBezTo>
                  <a:pt x="45687" y="1"/>
                  <a:pt x="41583" y="1235"/>
                  <a:pt x="37957" y="3081"/>
                </a:cubicBezTo>
                <a:cubicBezTo>
                  <a:pt x="34762" y="4714"/>
                  <a:pt x="31698" y="6871"/>
                  <a:pt x="28119" y="7346"/>
                </a:cubicBezTo>
                <a:cubicBezTo>
                  <a:pt x="27557" y="7420"/>
                  <a:pt x="26998" y="7453"/>
                  <a:pt x="26440" y="7453"/>
                </a:cubicBezTo>
                <a:cubicBezTo>
                  <a:pt x="24560" y="7453"/>
                  <a:pt x="22694" y="7106"/>
                  <a:pt x="20823" y="6922"/>
                </a:cubicBezTo>
                <a:cubicBezTo>
                  <a:pt x="19960" y="6838"/>
                  <a:pt x="19084" y="6794"/>
                  <a:pt x="18201" y="6794"/>
                </a:cubicBezTo>
                <a:cubicBezTo>
                  <a:pt x="13150" y="6797"/>
                  <a:pt x="7908" y="8210"/>
                  <a:pt x="4382" y="11548"/>
                </a:cubicBezTo>
                <a:cubicBezTo>
                  <a:pt x="1720" y="14063"/>
                  <a:pt x="285" y="17468"/>
                  <a:pt x="121" y="20803"/>
                </a:cubicBezTo>
                <a:cubicBezTo>
                  <a:pt x="1" y="23245"/>
                  <a:pt x="466" y="25911"/>
                  <a:pt x="1583" y="28092"/>
                </a:cubicBezTo>
                <a:cubicBezTo>
                  <a:pt x="2837" y="30540"/>
                  <a:pt x="5858" y="32608"/>
                  <a:pt x="4924" y="35354"/>
                </a:cubicBezTo>
                <a:cubicBezTo>
                  <a:pt x="4915" y="35388"/>
                  <a:pt x="4901" y="35425"/>
                  <a:pt x="4891" y="35458"/>
                </a:cubicBezTo>
                <a:cubicBezTo>
                  <a:pt x="3731" y="38967"/>
                  <a:pt x="6417" y="42422"/>
                  <a:pt x="9909" y="42422"/>
                </a:cubicBezTo>
                <a:cubicBezTo>
                  <a:pt x="10257" y="42422"/>
                  <a:pt x="10615" y="42386"/>
                  <a:pt x="10979" y="42315"/>
                </a:cubicBezTo>
                <a:cubicBezTo>
                  <a:pt x="13826" y="41744"/>
                  <a:pt x="16716" y="41459"/>
                  <a:pt x="19599" y="41459"/>
                </a:cubicBezTo>
                <a:cubicBezTo>
                  <a:pt x="23289" y="41459"/>
                  <a:pt x="26972" y="41924"/>
                  <a:pt x="30564" y="42851"/>
                </a:cubicBezTo>
                <a:lnTo>
                  <a:pt x="46758" y="47035"/>
                </a:lnTo>
                <a:cubicBezTo>
                  <a:pt x="47584" y="47118"/>
                  <a:pt x="48410" y="47163"/>
                  <a:pt x="49236" y="47163"/>
                </a:cubicBezTo>
                <a:cubicBezTo>
                  <a:pt x="55512" y="47163"/>
                  <a:pt x="61579" y="44700"/>
                  <a:pt x="66095" y="40248"/>
                </a:cubicBezTo>
                <a:cubicBezTo>
                  <a:pt x="67807" y="37622"/>
                  <a:pt x="69029" y="36007"/>
                  <a:pt x="68915" y="31016"/>
                </a:cubicBezTo>
                <a:cubicBezTo>
                  <a:pt x="68798" y="26009"/>
                  <a:pt x="62814" y="19723"/>
                  <a:pt x="61931" y="17615"/>
                </a:cubicBezTo>
                <a:cubicBezTo>
                  <a:pt x="61057" y="15538"/>
                  <a:pt x="63276" y="11481"/>
                  <a:pt x="62924" y="9260"/>
                </a:cubicBezTo>
                <a:cubicBezTo>
                  <a:pt x="62148" y="4356"/>
                  <a:pt x="57559" y="867"/>
                  <a:pt x="52140" y="158"/>
                </a:cubicBezTo>
                <a:cubicBezTo>
                  <a:pt x="51340" y="51"/>
                  <a:pt x="50531" y="1"/>
                  <a:pt x="497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7985073" y="1238086"/>
            <a:ext cx="2272976" cy="1807954"/>
          </a:xfrm>
          <a:custGeom>
            <a:avLst/>
            <a:gdLst/>
            <a:ahLst/>
            <a:cxnLst/>
            <a:rect l="l" t="t" r="r" b="b"/>
            <a:pathLst>
              <a:path w="10725" h="8531" extrusionOk="0">
                <a:moveTo>
                  <a:pt x="5102" y="1"/>
                </a:moveTo>
                <a:cubicBezTo>
                  <a:pt x="3336" y="1"/>
                  <a:pt x="1519" y="586"/>
                  <a:pt x="924" y="1918"/>
                </a:cubicBezTo>
                <a:cubicBezTo>
                  <a:pt x="1" y="3975"/>
                  <a:pt x="3175" y="5526"/>
                  <a:pt x="4529" y="7329"/>
                </a:cubicBezTo>
                <a:cubicBezTo>
                  <a:pt x="5175" y="8186"/>
                  <a:pt x="5888" y="8530"/>
                  <a:pt x="6584" y="8530"/>
                </a:cubicBezTo>
                <a:cubicBezTo>
                  <a:pt x="7921" y="8530"/>
                  <a:pt x="9196" y="7249"/>
                  <a:pt x="9801" y="5895"/>
                </a:cubicBezTo>
                <a:cubicBezTo>
                  <a:pt x="10725" y="3837"/>
                  <a:pt x="9801" y="1422"/>
                  <a:pt x="7744" y="502"/>
                </a:cubicBezTo>
                <a:cubicBezTo>
                  <a:pt x="7018" y="175"/>
                  <a:pt x="6068" y="1"/>
                  <a:pt x="51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684799" y="3167397"/>
            <a:ext cx="851626" cy="772190"/>
          </a:xfrm>
          <a:custGeom>
            <a:avLst/>
            <a:gdLst/>
            <a:ahLst/>
            <a:cxnLst/>
            <a:rect l="l" t="t" r="r" b="b"/>
            <a:pathLst>
              <a:path w="8491" h="7699" extrusionOk="0">
                <a:moveTo>
                  <a:pt x="4102" y="1"/>
                </a:moveTo>
                <a:cubicBezTo>
                  <a:pt x="3038" y="1"/>
                  <a:pt x="1990" y="322"/>
                  <a:pt x="1348" y="1095"/>
                </a:cubicBezTo>
                <a:cubicBezTo>
                  <a:pt x="0" y="2710"/>
                  <a:pt x="2031" y="4550"/>
                  <a:pt x="2556" y="6310"/>
                </a:cubicBezTo>
                <a:cubicBezTo>
                  <a:pt x="2854" y="7310"/>
                  <a:pt x="3446" y="7698"/>
                  <a:pt x="4135" y="7698"/>
                </a:cubicBezTo>
                <a:cubicBezTo>
                  <a:pt x="5138" y="7698"/>
                  <a:pt x="6343" y="6875"/>
                  <a:pt x="7142" y="5918"/>
                </a:cubicBezTo>
                <a:cubicBezTo>
                  <a:pt x="8487" y="4299"/>
                  <a:pt x="8490" y="2085"/>
                  <a:pt x="7149" y="964"/>
                </a:cubicBezTo>
                <a:cubicBezTo>
                  <a:pt x="6446" y="382"/>
                  <a:pt x="5266" y="1"/>
                  <a:pt x="41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1810334" y="811416"/>
            <a:ext cx="5757979" cy="4004277"/>
          </a:xfrm>
          <a:custGeom>
            <a:avLst/>
            <a:gdLst/>
            <a:ahLst/>
            <a:cxnLst/>
            <a:rect l="l" t="t" r="r" b="b"/>
            <a:pathLst>
              <a:path w="57409" h="39924" extrusionOk="0">
                <a:moveTo>
                  <a:pt x="41442" y="1"/>
                </a:moveTo>
                <a:cubicBezTo>
                  <a:pt x="40809" y="1"/>
                  <a:pt x="40177" y="37"/>
                  <a:pt x="39550" y="109"/>
                </a:cubicBezTo>
                <a:cubicBezTo>
                  <a:pt x="35241" y="597"/>
                  <a:pt x="30969" y="3304"/>
                  <a:pt x="26644" y="3304"/>
                </a:cubicBezTo>
                <a:cubicBezTo>
                  <a:pt x="26399" y="3304"/>
                  <a:pt x="26154" y="3295"/>
                  <a:pt x="25908" y="3277"/>
                </a:cubicBezTo>
                <a:cubicBezTo>
                  <a:pt x="23814" y="3120"/>
                  <a:pt x="21881" y="2180"/>
                  <a:pt x="19898" y="1501"/>
                </a:cubicBezTo>
                <a:cubicBezTo>
                  <a:pt x="17859" y="802"/>
                  <a:pt x="15655" y="398"/>
                  <a:pt x="13483" y="398"/>
                </a:cubicBezTo>
                <a:cubicBezTo>
                  <a:pt x="10616" y="398"/>
                  <a:pt x="7802" y="1102"/>
                  <a:pt x="5494" y="2762"/>
                </a:cubicBezTo>
                <a:cubicBezTo>
                  <a:pt x="2888" y="4632"/>
                  <a:pt x="1162" y="7572"/>
                  <a:pt x="507" y="10686"/>
                </a:cubicBezTo>
                <a:cubicBezTo>
                  <a:pt x="28" y="12968"/>
                  <a:pt x="1" y="15570"/>
                  <a:pt x="593" y="17834"/>
                </a:cubicBezTo>
                <a:cubicBezTo>
                  <a:pt x="1256" y="20380"/>
                  <a:pt x="2329" y="22601"/>
                  <a:pt x="2245" y="25314"/>
                </a:cubicBezTo>
                <a:cubicBezTo>
                  <a:pt x="2159" y="28181"/>
                  <a:pt x="1580" y="30659"/>
                  <a:pt x="2078" y="33589"/>
                </a:cubicBezTo>
                <a:cubicBezTo>
                  <a:pt x="2736" y="37451"/>
                  <a:pt x="6385" y="39923"/>
                  <a:pt x="11969" y="39923"/>
                </a:cubicBezTo>
                <a:cubicBezTo>
                  <a:pt x="14052" y="39923"/>
                  <a:pt x="16405" y="39579"/>
                  <a:pt x="18971" y="38835"/>
                </a:cubicBezTo>
                <a:cubicBezTo>
                  <a:pt x="22988" y="37671"/>
                  <a:pt x="27153" y="37012"/>
                  <a:pt x="31330" y="36875"/>
                </a:cubicBezTo>
                <a:cubicBezTo>
                  <a:pt x="31630" y="36865"/>
                  <a:pt x="31928" y="36860"/>
                  <a:pt x="32226" y="36860"/>
                </a:cubicBezTo>
                <a:cubicBezTo>
                  <a:pt x="35807" y="36860"/>
                  <a:pt x="39244" y="37524"/>
                  <a:pt x="42815" y="37852"/>
                </a:cubicBezTo>
                <a:cubicBezTo>
                  <a:pt x="43587" y="37922"/>
                  <a:pt x="44369" y="37965"/>
                  <a:pt x="45149" y="37965"/>
                </a:cubicBezTo>
                <a:cubicBezTo>
                  <a:pt x="47133" y="37965"/>
                  <a:pt x="49109" y="37687"/>
                  <a:pt x="50909" y="36881"/>
                </a:cubicBezTo>
                <a:cubicBezTo>
                  <a:pt x="53291" y="35817"/>
                  <a:pt x="55248" y="33834"/>
                  <a:pt x="56278" y="31435"/>
                </a:cubicBezTo>
                <a:cubicBezTo>
                  <a:pt x="57312" y="29037"/>
                  <a:pt x="57409" y="26254"/>
                  <a:pt x="56543" y="23792"/>
                </a:cubicBezTo>
                <a:cubicBezTo>
                  <a:pt x="55873" y="21879"/>
                  <a:pt x="54649" y="20156"/>
                  <a:pt x="54275" y="18163"/>
                </a:cubicBezTo>
                <a:cubicBezTo>
                  <a:pt x="53826" y="15801"/>
                  <a:pt x="54629" y="13383"/>
                  <a:pt x="54545" y="10981"/>
                </a:cubicBezTo>
                <a:cubicBezTo>
                  <a:pt x="54425" y="7512"/>
                  <a:pt x="52381" y="4254"/>
                  <a:pt x="49501" y="2320"/>
                </a:cubicBezTo>
                <a:cubicBezTo>
                  <a:pt x="47142" y="738"/>
                  <a:pt x="44290" y="1"/>
                  <a:pt x="414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3583188" y="84563"/>
            <a:ext cx="753535" cy="499682"/>
          </a:xfrm>
          <a:custGeom>
            <a:avLst/>
            <a:gdLst/>
            <a:ahLst/>
            <a:cxnLst/>
            <a:rect l="l" t="t" r="r" b="b"/>
            <a:pathLst>
              <a:path w="7513" h="4982" extrusionOk="0">
                <a:moveTo>
                  <a:pt x="5336" y="1"/>
                </a:moveTo>
                <a:cubicBezTo>
                  <a:pt x="4958" y="1"/>
                  <a:pt x="4536" y="111"/>
                  <a:pt x="4071" y="365"/>
                </a:cubicBezTo>
                <a:cubicBezTo>
                  <a:pt x="2643" y="1148"/>
                  <a:pt x="0" y="1429"/>
                  <a:pt x="107" y="2807"/>
                </a:cubicBezTo>
                <a:cubicBezTo>
                  <a:pt x="207" y="4095"/>
                  <a:pt x="2519" y="4981"/>
                  <a:pt x="4201" y="4981"/>
                </a:cubicBezTo>
                <a:cubicBezTo>
                  <a:pt x="4319" y="4981"/>
                  <a:pt x="4429" y="4975"/>
                  <a:pt x="4539" y="4968"/>
                </a:cubicBezTo>
                <a:cubicBezTo>
                  <a:pt x="6228" y="4834"/>
                  <a:pt x="7513" y="3610"/>
                  <a:pt x="7403" y="2235"/>
                </a:cubicBezTo>
                <a:cubicBezTo>
                  <a:pt x="7323" y="1178"/>
                  <a:pt x="6577" y="1"/>
                  <a:pt x="533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"/>
          <p:cNvSpPr txBox="1">
            <a:spLocks noGrp="1"/>
          </p:cNvSpPr>
          <p:nvPr>
            <p:ph type="title" hasCustomPrompt="1"/>
          </p:nvPr>
        </p:nvSpPr>
        <p:spPr>
          <a:xfrm>
            <a:off x="1377175" y="2098650"/>
            <a:ext cx="6389700" cy="624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1" name="Google Shape;251;p11"/>
          <p:cNvSpPr txBox="1">
            <a:spLocks noGrp="1"/>
          </p:cNvSpPr>
          <p:nvPr>
            <p:ph type="body" idx="1"/>
          </p:nvPr>
        </p:nvSpPr>
        <p:spPr>
          <a:xfrm>
            <a:off x="2141275" y="2908400"/>
            <a:ext cx="48615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252" name="Google Shape;252;p11"/>
          <p:cNvPicPr preferRelativeResize="0"/>
          <p:nvPr/>
        </p:nvPicPr>
        <p:blipFill rotWithShape="1">
          <a:blip r:embed="rId2">
            <a:alphaModFix/>
          </a:blip>
          <a:srcRect l="26975" t="44943" b="28"/>
          <a:stretch/>
        </p:blipFill>
        <p:spPr>
          <a:xfrm rot="5400000">
            <a:off x="8224362" y="-373937"/>
            <a:ext cx="993375" cy="128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8141" y="3387325"/>
            <a:ext cx="1790590" cy="183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_1">
    <p:bg>
      <p:bgPr>
        <a:solidFill>
          <a:schemeClr val="accent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_1_1">
    <p:bg>
      <p:bgPr>
        <a:solidFill>
          <a:srgbClr val="F7F8FC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14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258" name="Google Shape;258;p14"/>
            <p:cNvSpPr/>
            <p:nvPr/>
          </p:nvSpPr>
          <p:spPr>
            <a:xfrm>
              <a:off x="5861375" y="4178175"/>
              <a:ext cx="3351600" cy="1021698"/>
            </a:xfrm>
            <a:custGeom>
              <a:avLst/>
              <a:gdLst/>
              <a:ahLst/>
              <a:cxnLst/>
              <a:rect l="l" t="t" r="r" b="b"/>
              <a:pathLst>
                <a:path w="44285" h="14312" extrusionOk="0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9" name="Google Shape;259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" name="Google Shape;260;p14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261" name="Google Shape;261;p14"/>
            <p:cNvSpPr/>
            <p:nvPr/>
          </p:nvSpPr>
          <p:spPr>
            <a:xfrm>
              <a:off x="-19050" y="-76200"/>
              <a:ext cx="2668237" cy="114584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-19050" y="-76200"/>
              <a:ext cx="4572074" cy="247402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63" name="Google Shape;263;p14"/>
            <p:cNvPicPr preferRelativeResize="0"/>
            <p:nvPr/>
          </p:nvPicPr>
          <p:blipFill rotWithShape="1">
            <a:blip r:embed="rId3">
              <a:alphaModFix/>
            </a:blip>
            <a:srcRect t="40" b="3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_1_1_1">
    <p:bg>
      <p:bgPr>
        <a:solidFill>
          <a:srgbClr val="F7F8FC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15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266" name="Google Shape;266;p15"/>
            <p:cNvSpPr/>
            <p:nvPr/>
          </p:nvSpPr>
          <p:spPr>
            <a:xfrm rot="10800000" flipH="1">
              <a:off x="7915228" y="315002"/>
              <a:ext cx="1679305" cy="4839573"/>
            </a:xfrm>
            <a:custGeom>
              <a:avLst/>
              <a:gdLst/>
              <a:ahLst/>
              <a:cxnLst/>
              <a:rect l="l" t="t" r="r" b="b"/>
              <a:pathLst>
                <a:path w="35728" h="40732" extrusionOk="0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 rot="10800000" flipH="1">
              <a:off x="9065267" y="201900"/>
              <a:ext cx="1287556" cy="4952684"/>
            </a:xfrm>
            <a:custGeom>
              <a:avLst/>
              <a:gdLst/>
              <a:ahLst/>
              <a:cxnLst/>
              <a:rect l="l" t="t" r="r" b="b"/>
              <a:pathLst>
                <a:path w="18724" h="41684" extrusionOk="0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 rot="10800000" flipH="1">
              <a:off x="8947883" y="-102719"/>
              <a:ext cx="1404938" cy="907153"/>
            </a:xfrm>
            <a:custGeom>
              <a:avLst/>
              <a:gdLst/>
              <a:ahLst/>
              <a:cxnLst/>
              <a:rect l="l" t="t" r="r" b="b"/>
              <a:pathLst>
                <a:path w="20431" h="7635" extrusionOk="0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 rot="9683509" flipH="1">
              <a:off x="8237391" y="3788609"/>
              <a:ext cx="729045" cy="1405831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15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271" name="Google Shape;271;p15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9488" extrusionOk="0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5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74" name="Google Shape;274;p15"/>
            <p:cNvPicPr preferRelativeResize="0"/>
            <p:nvPr/>
          </p:nvPicPr>
          <p:blipFill rotWithShape="1">
            <a:blip r:embed="rId2">
              <a:alphaModFix/>
            </a:blip>
            <a:srcRect l="70893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15"/>
            <p:cNvPicPr preferRelativeResize="0"/>
            <p:nvPr/>
          </p:nvPicPr>
          <p:blipFill rotWithShape="1">
            <a:blip r:embed="rId3">
              <a:alphaModFix/>
            </a:blip>
            <a:srcRect l="53175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" name="Google Shape;276;p15"/>
          <p:cNvGrpSpPr/>
          <p:nvPr/>
        </p:nvGrpSpPr>
        <p:grpSpPr>
          <a:xfrm>
            <a:off x="-1461898" y="-365531"/>
            <a:ext cx="4517288" cy="5656681"/>
            <a:chOff x="-1461898" y="-365531"/>
            <a:chExt cx="4517288" cy="5656681"/>
          </a:xfrm>
        </p:grpSpPr>
        <p:grpSp>
          <p:nvGrpSpPr>
            <p:cNvPr id="277" name="Google Shape;277;p15"/>
            <p:cNvGrpSpPr/>
            <p:nvPr/>
          </p:nvGrpSpPr>
          <p:grpSpPr>
            <a:xfrm rot="-373055" flipH="1">
              <a:off x="-1188897" y="-165939"/>
              <a:ext cx="3971287" cy="5257164"/>
              <a:chOff x="3268325" y="3013975"/>
              <a:chExt cx="1443800" cy="1106200"/>
            </a:xfrm>
          </p:grpSpPr>
          <p:sp>
            <p:nvSpPr>
              <p:cNvPr id="278" name="Google Shape;278;p15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5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5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5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5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5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84" name="Google Shape;284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5"/>
            <p:cNvPicPr preferRelativeResize="0"/>
            <p:nvPr/>
          </p:nvPicPr>
          <p:blipFill rotWithShape="1">
            <a:blip r:embed="rId5">
              <a:alphaModFix/>
            </a:blip>
            <a:srcRect r="52408" b="36512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_1_1_1_1">
    <p:bg>
      <p:bgPr>
        <a:solidFill>
          <a:schemeClr val="accent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6"/>
          <p:cNvGrpSpPr/>
          <p:nvPr/>
        </p:nvGrpSpPr>
        <p:grpSpPr>
          <a:xfrm>
            <a:off x="7588037" y="-344128"/>
            <a:ext cx="1753419" cy="5824284"/>
            <a:chOff x="5883539" y="-344156"/>
            <a:chExt cx="3534407" cy="5824284"/>
          </a:xfrm>
        </p:grpSpPr>
        <p:sp>
          <p:nvSpPr>
            <p:cNvPr id="288" name="Google Shape;288;p16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6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6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3" name="Google Shape;293;p16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294" name="Google Shape;294;p16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6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6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6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6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6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6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6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6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6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6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6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6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6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6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6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6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6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6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6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6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3" name="Google Shape;323;p16"/>
          <p:cNvSpPr/>
          <p:nvPr/>
        </p:nvSpPr>
        <p:spPr>
          <a:xfrm rot="10800000">
            <a:off x="-25632" y="330110"/>
            <a:ext cx="1733468" cy="4824215"/>
          </a:xfrm>
          <a:custGeom>
            <a:avLst/>
            <a:gdLst/>
            <a:ahLst/>
            <a:cxnLst/>
            <a:rect l="l" t="t" r="r" b="b"/>
            <a:pathLst>
              <a:path w="49457" h="56384" extrusionOk="0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6"/>
          <p:cNvSpPr/>
          <p:nvPr/>
        </p:nvSpPr>
        <p:spPr>
          <a:xfrm rot="10800000">
            <a:off x="1663806" y="-162474"/>
            <a:ext cx="2346874" cy="1123659"/>
          </a:xfrm>
          <a:custGeom>
            <a:avLst/>
            <a:gdLst/>
            <a:ahLst/>
            <a:cxnLst/>
            <a:rect l="l" t="t" r="r" b="b"/>
            <a:pathLst>
              <a:path w="36850" h="13133" extrusionOk="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6"/>
          <p:cNvSpPr/>
          <p:nvPr/>
        </p:nvSpPr>
        <p:spPr>
          <a:xfrm rot="10800000">
            <a:off x="-952031" y="-131121"/>
            <a:ext cx="1670156" cy="5209246"/>
          </a:xfrm>
          <a:custGeom>
            <a:avLst/>
            <a:gdLst/>
            <a:ahLst/>
            <a:cxnLst/>
            <a:rect l="l" t="t" r="r" b="b"/>
            <a:pathLst>
              <a:path w="25919" h="57701" extrusionOk="0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6"/>
          <p:cNvSpPr/>
          <p:nvPr/>
        </p:nvSpPr>
        <p:spPr>
          <a:xfrm rot="10800000">
            <a:off x="-952059" y="-162472"/>
            <a:ext cx="1801202" cy="904284"/>
          </a:xfrm>
          <a:custGeom>
            <a:avLst/>
            <a:gdLst/>
            <a:ahLst/>
            <a:cxnLst/>
            <a:rect l="l" t="t" r="r" b="b"/>
            <a:pathLst>
              <a:path w="28282" h="10569" extrusionOk="0">
                <a:moveTo>
                  <a:pt x="28282" y="1"/>
                </a:moveTo>
                <a:cubicBezTo>
                  <a:pt x="26674" y="1542"/>
                  <a:pt x="24867" y="2872"/>
                  <a:pt x="22906" y="3938"/>
                </a:cubicBezTo>
                <a:cubicBezTo>
                  <a:pt x="19143" y="5986"/>
                  <a:pt x="14860" y="7019"/>
                  <a:pt x="10578" y="7019"/>
                </a:cubicBezTo>
                <a:cubicBezTo>
                  <a:pt x="7792" y="7019"/>
                  <a:pt x="5005" y="6581"/>
                  <a:pt x="2364" y="5702"/>
                </a:cubicBezTo>
                <a:cubicBezTo>
                  <a:pt x="2170" y="5966"/>
                  <a:pt x="1986" y="6235"/>
                  <a:pt x="1807" y="6513"/>
                </a:cubicBezTo>
                <a:cubicBezTo>
                  <a:pt x="1005" y="7754"/>
                  <a:pt x="359" y="9135"/>
                  <a:pt x="0" y="10569"/>
                </a:cubicBezTo>
                <a:lnTo>
                  <a:pt x="28282" y="10569"/>
                </a:lnTo>
                <a:lnTo>
                  <a:pt x="2828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6"/>
          <p:cNvSpPr/>
          <p:nvPr/>
        </p:nvSpPr>
        <p:spPr>
          <a:xfrm rot="10800000">
            <a:off x="1422029" y="-162475"/>
            <a:ext cx="3317595" cy="1281175"/>
          </a:xfrm>
          <a:custGeom>
            <a:avLst/>
            <a:gdLst/>
            <a:ahLst/>
            <a:cxnLst/>
            <a:rect l="l" t="t" r="r" b="b"/>
            <a:pathLst>
              <a:path w="52092" h="14974" extrusionOk="0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6"/>
          <p:cNvSpPr/>
          <p:nvPr/>
        </p:nvSpPr>
        <p:spPr>
          <a:xfrm rot="10800000">
            <a:off x="1663806" y="-162470"/>
            <a:ext cx="2346874" cy="738468"/>
          </a:xfrm>
          <a:custGeom>
            <a:avLst/>
            <a:gdLst/>
            <a:ahLst/>
            <a:cxnLst/>
            <a:rect l="l" t="t" r="r" b="b"/>
            <a:pathLst>
              <a:path w="36850" h="8631" extrusionOk="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6"/>
          <p:cNvSpPr/>
          <p:nvPr/>
        </p:nvSpPr>
        <p:spPr>
          <a:xfrm rot="10800000">
            <a:off x="174620" y="1110048"/>
            <a:ext cx="514394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6"/>
          <p:cNvSpPr/>
          <p:nvPr/>
        </p:nvSpPr>
        <p:spPr>
          <a:xfrm rot="10800000">
            <a:off x="-412593" y="1039045"/>
            <a:ext cx="18660" cy="21903"/>
          </a:xfrm>
          <a:custGeom>
            <a:avLst/>
            <a:gdLst/>
            <a:ahLst/>
            <a:cxnLst/>
            <a:rect l="l" t="t" r="r" b="b"/>
            <a:pathLst>
              <a:path w="293" h="256" extrusionOk="0">
                <a:moveTo>
                  <a:pt x="292" y="0"/>
                </a:moveTo>
                <a:lnTo>
                  <a:pt x="292" y="0"/>
                </a:lnTo>
                <a:cubicBezTo>
                  <a:pt x="194" y="10"/>
                  <a:pt x="99" y="29"/>
                  <a:pt x="0" y="42"/>
                </a:cubicBezTo>
                <a:lnTo>
                  <a:pt x="0" y="255"/>
                </a:lnTo>
                <a:cubicBezTo>
                  <a:pt x="151" y="255"/>
                  <a:pt x="269" y="142"/>
                  <a:pt x="292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6"/>
          <p:cNvSpPr/>
          <p:nvPr/>
        </p:nvSpPr>
        <p:spPr>
          <a:xfrm rot="10800000">
            <a:off x="-393997" y="1039045"/>
            <a:ext cx="17196" cy="18310"/>
          </a:xfrm>
          <a:custGeom>
            <a:avLst/>
            <a:gdLst/>
            <a:ahLst/>
            <a:cxnLst/>
            <a:rect l="l" t="t" r="r" b="b"/>
            <a:pathLst>
              <a:path w="270" h="214" extrusionOk="0">
                <a:moveTo>
                  <a:pt x="269" y="0"/>
                </a:moveTo>
                <a:cubicBezTo>
                  <a:pt x="180" y="11"/>
                  <a:pt x="91" y="24"/>
                  <a:pt x="0" y="39"/>
                </a:cubicBezTo>
                <a:cubicBezTo>
                  <a:pt x="48" y="142"/>
                  <a:pt x="152" y="213"/>
                  <a:pt x="269" y="213"/>
                </a:cubicBezTo>
                <a:lnTo>
                  <a:pt x="269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16"/>
          <p:cNvGrpSpPr/>
          <p:nvPr/>
        </p:nvGrpSpPr>
        <p:grpSpPr>
          <a:xfrm>
            <a:off x="-476598" y="-70488"/>
            <a:ext cx="2770000" cy="1075737"/>
            <a:chOff x="-476598" y="-70488"/>
            <a:chExt cx="2770000" cy="1075737"/>
          </a:xfrm>
        </p:grpSpPr>
        <p:sp>
          <p:nvSpPr>
            <p:cNvPr id="333" name="Google Shape;333;p16"/>
            <p:cNvSpPr/>
            <p:nvPr/>
          </p:nvSpPr>
          <p:spPr>
            <a:xfrm rot="10800000">
              <a:off x="-476598" y="953998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2" y="0"/>
                  </a:moveTo>
                  <a:cubicBezTo>
                    <a:pt x="137" y="0"/>
                    <a:pt x="1" y="137"/>
                    <a:pt x="1" y="301"/>
                  </a:cubicBezTo>
                  <a:cubicBezTo>
                    <a:pt x="1" y="467"/>
                    <a:pt x="137" y="599"/>
                    <a:pt x="302" y="599"/>
                  </a:cubicBezTo>
                  <a:cubicBezTo>
                    <a:pt x="467" y="599"/>
                    <a:pt x="600" y="467"/>
                    <a:pt x="600" y="301"/>
                  </a:cubicBezTo>
                  <a:cubicBezTo>
                    <a:pt x="600" y="137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6"/>
            <p:cNvSpPr/>
            <p:nvPr/>
          </p:nvSpPr>
          <p:spPr>
            <a:xfrm rot="10800000">
              <a:off x="-413230" y="894193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lnTo>
                    <a:pt x="303" y="298"/>
                  </a:lnTo>
                  <a:cubicBezTo>
                    <a:pt x="303" y="133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6"/>
            <p:cNvSpPr/>
            <p:nvPr/>
          </p:nvSpPr>
          <p:spPr>
            <a:xfrm rot="10800000">
              <a:off x="-413230" y="868439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66" y="301"/>
                    <a:pt x="303" y="164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6"/>
            <p:cNvSpPr/>
            <p:nvPr/>
          </p:nvSpPr>
          <p:spPr>
            <a:xfrm rot="10800000">
              <a:off x="-413230" y="723588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lnTo>
                    <a:pt x="303" y="297"/>
                  </a:lnTo>
                  <a:cubicBezTo>
                    <a:pt x="303" y="131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6"/>
            <p:cNvSpPr/>
            <p:nvPr/>
          </p:nvSpPr>
          <p:spPr>
            <a:xfrm rot="10800000">
              <a:off x="-476598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1" y="137"/>
                    <a:pt x="1" y="303"/>
                  </a:cubicBezTo>
                  <a:cubicBezTo>
                    <a:pt x="1" y="468"/>
                    <a:pt x="137" y="599"/>
                    <a:pt x="302" y="599"/>
                  </a:cubicBezTo>
                  <a:cubicBezTo>
                    <a:pt x="467" y="599"/>
                    <a:pt x="600" y="468"/>
                    <a:pt x="600" y="303"/>
                  </a:cubicBezTo>
                  <a:cubicBezTo>
                    <a:pt x="600" y="137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6"/>
            <p:cNvSpPr/>
            <p:nvPr/>
          </p:nvSpPr>
          <p:spPr>
            <a:xfrm rot="10800000">
              <a:off x="-413230" y="69774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1"/>
                  </a:moveTo>
                  <a:lnTo>
                    <a:pt x="0" y="303"/>
                  </a:lnTo>
                  <a:cubicBezTo>
                    <a:pt x="166" y="303"/>
                    <a:pt x="303" y="170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6"/>
            <p:cNvSpPr/>
            <p:nvPr/>
          </p:nvSpPr>
          <p:spPr>
            <a:xfrm rot="10800000">
              <a:off x="-476598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302" y="0"/>
                  </a:moveTo>
                  <a:cubicBezTo>
                    <a:pt x="137" y="0"/>
                    <a:pt x="1" y="133"/>
                    <a:pt x="1" y="297"/>
                  </a:cubicBezTo>
                  <a:cubicBezTo>
                    <a:pt x="1" y="462"/>
                    <a:pt x="137" y="595"/>
                    <a:pt x="302" y="595"/>
                  </a:cubicBezTo>
                  <a:cubicBezTo>
                    <a:pt x="467" y="595"/>
                    <a:pt x="600" y="462"/>
                    <a:pt x="600" y="297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6"/>
            <p:cNvSpPr/>
            <p:nvPr/>
          </p:nvSpPr>
          <p:spPr>
            <a:xfrm rot="10800000">
              <a:off x="-413230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0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 rot="10800000">
              <a:off x="-413230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1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6"/>
            <p:cNvSpPr/>
            <p:nvPr/>
          </p:nvSpPr>
          <p:spPr>
            <a:xfrm rot="10800000">
              <a:off x="-413230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6"/>
            <p:cNvSpPr/>
            <p:nvPr/>
          </p:nvSpPr>
          <p:spPr>
            <a:xfrm rot="10800000">
              <a:off x="-476598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2" y="1"/>
                  </a:moveTo>
                  <a:cubicBezTo>
                    <a:pt x="137" y="1"/>
                    <a:pt x="1" y="133"/>
                    <a:pt x="1" y="298"/>
                  </a:cubicBezTo>
                  <a:cubicBezTo>
                    <a:pt x="1" y="464"/>
                    <a:pt x="137" y="601"/>
                    <a:pt x="302" y="601"/>
                  </a:cubicBezTo>
                  <a:cubicBezTo>
                    <a:pt x="467" y="601"/>
                    <a:pt x="600" y="464"/>
                    <a:pt x="600" y="298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6"/>
            <p:cNvSpPr/>
            <p:nvPr/>
          </p:nvSpPr>
          <p:spPr>
            <a:xfrm rot="10800000">
              <a:off x="-413230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3" y="303"/>
                  </a:lnTo>
                  <a:cubicBezTo>
                    <a:pt x="303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6"/>
            <p:cNvSpPr/>
            <p:nvPr/>
          </p:nvSpPr>
          <p:spPr>
            <a:xfrm rot="10800000">
              <a:off x="-413230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6"/>
            <p:cNvSpPr/>
            <p:nvPr/>
          </p:nvSpPr>
          <p:spPr>
            <a:xfrm rot="10800000">
              <a:off x="-476598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2" y="0"/>
                  </a:moveTo>
                  <a:cubicBezTo>
                    <a:pt x="137" y="0"/>
                    <a:pt x="1" y="132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2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6"/>
            <p:cNvSpPr/>
            <p:nvPr/>
          </p:nvSpPr>
          <p:spPr>
            <a:xfrm rot="10800000">
              <a:off x="-413230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5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6"/>
            <p:cNvSpPr/>
            <p:nvPr/>
          </p:nvSpPr>
          <p:spPr>
            <a:xfrm rot="10800000">
              <a:off x="-413230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6"/>
            <p:cNvSpPr/>
            <p:nvPr/>
          </p:nvSpPr>
          <p:spPr>
            <a:xfrm rot="10800000">
              <a:off x="-476598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2" y="0"/>
                  </a:moveTo>
                  <a:cubicBezTo>
                    <a:pt x="137" y="0"/>
                    <a:pt x="1" y="133"/>
                    <a:pt x="1" y="298"/>
                  </a:cubicBezTo>
                  <a:cubicBezTo>
                    <a:pt x="1" y="463"/>
                    <a:pt x="137" y="600"/>
                    <a:pt x="302" y="600"/>
                  </a:cubicBezTo>
                  <a:cubicBezTo>
                    <a:pt x="467" y="600"/>
                    <a:pt x="600" y="463"/>
                    <a:pt x="600" y="298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6"/>
            <p:cNvSpPr/>
            <p:nvPr/>
          </p:nvSpPr>
          <p:spPr>
            <a:xfrm rot="10800000">
              <a:off x="-413230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6"/>
            <p:cNvSpPr/>
            <p:nvPr/>
          </p:nvSpPr>
          <p:spPr>
            <a:xfrm rot="10800000">
              <a:off x="-47659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6"/>
            <p:cNvSpPr/>
            <p:nvPr/>
          </p:nvSpPr>
          <p:spPr>
            <a:xfrm rot="10800000">
              <a:off x="-393997" y="894193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6"/>
            <p:cNvSpPr/>
            <p:nvPr/>
          </p:nvSpPr>
          <p:spPr>
            <a:xfrm rot="10800000">
              <a:off x="-286178" y="894193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lnTo>
                    <a:pt x="302" y="298"/>
                  </a:lnTo>
                  <a:cubicBezTo>
                    <a:pt x="302" y="133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6"/>
            <p:cNvSpPr/>
            <p:nvPr/>
          </p:nvSpPr>
          <p:spPr>
            <a:xfrm rot="10800000">
              <a:off x="-349545" y="953998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3" y="0"/>
                  </a:moveTo>
                  <a:cubicBezTo>
                    <a:pt x="137" y="0"/>
                    <a:pt x="0" y="137"/>
                    <a:pt x="0" y="301"/>
                  </a:cubicBezTo>
                  <a:cubicBezTo>
                    <a:pt x="0" y="467"/>
                    <a:pt x="137" y="599"/>
                    <a:pt x="303" y="599"/>
                  </a:cubicBezTo>
                  <a:cubicBezTo>
                    <a:pt x="468" y="599"/>
                    <a:pt x="599" y="467"/>
                    <a:pt x="599" y="301"/>
                  </a:cubicBezTo>
                  <a:cubicBezTo>
                    <a:pt x="599" y="137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6"/>
            <p:cNvSpPr/>
            <p:nvPr/>
          </p:nvSpPr>
          <p:spPr>
            <a:xfrm rot="10800000">
              <a:off x="-349545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7"/>
                    <a:pt x="0" y="303"/>
                  </a:cubicBezTo>
                  <a:cubicBezTo>
                    <a:pt x="0" y="468"/>
                    <a:pt x="137" y="599"/>
                    <a:pt x="303" y="599"/>
                  </a:cubicBezTo>
                  <a:cubicBezTo>
                    <a:pt x="468" y="599"/>
                    <a:pt x="599" y="468"/>
                    <a:pt x="599" y="303"/>
                  </a:cubicBezTo>
                  <a:cubicBezTo>
                    <a:pt x="599" y="137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6"/>
            <p:cNvSpPr/>
            <p:nvPr/>
          </p:nvSpPr>
          <p:spPr>
            <a:xfrm rot="10800000">
              <a:off x="-393997" y="723588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298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6"/>
            <p:cNvSpPr/>
            <p:nvPr/>
          </p:nvSpPr>
          <p:spPr>
            <a:xfrm rot="10800000">
              <a:off x="-286178" y="723588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lnTo>
                    <a:pt x="302" y="297"/>
                  </a:lnTo>
                  <a:cubicBezTo>
                    <a:pt x="302" y="131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6"/>
            <p:cNvSpPr/>
            <p:nvPr/>
          </p:nvSpPr>
          <p:spPr>
            <a:xfrm rot="10800000">
              <a:off x="-393997" y="868439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cubicBezTo>
                    <a:pt x="1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6"/>
            <p:cNvSpPr/>
            <p:nvPr/>
          </p:nvSpPr>
          <p:spPr>
            <a:xfrm rot="10800000">
              <a:off x="-286178" y="868439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65" y="301"/>
                    <a:pt x="302" y="164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6"/>
            <p:cNvSpPr/>
            <p:nvPr/>
          </p:nvSpPr>
          <p:spPr>
            <a:xfrm rot="10800000">
              <a:off x="-349545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303" y="0"/>
                  </a:moveTo>
                  <a:cubicBezTo>
                    <a:pt x="137" y="0"/>
                    <a:pt x="0" y="133"/>
                    <a:pt x="0" y="297"/>
                  </a:cubicBezTo>
                  <a:cubicBezTo>
                    <a:pt x="0" y="462"/>
                    <a:pt x="137" y="595"/>
                    <a:pt x="303" y="595"/>
                  </a:cubicBezTo>
                  <a:cubicBezTo>
                    <a:pt x="468" y="595"/>
                    <a:pt x="599" y="462"/>
                    <a:pt x="599" y="297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6"/>
            <p:cNvSpPr/>
            <p:nvPr/>
          </p:nvSpPr>
          <p:spPr>
            <a:xfrm rot="10800000">
              <a:off x="-286178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0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3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6"/>
            <p:cNvSpPr/>
            <p:nvPr/>
          </p:nvSpPr>
          <p:spPr>
            <a:xfrm rot="10800000">
              <a:off x="-393997" y="69774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1"/>
                  </a:moveTo>
                  <a:cubicBezTo>
                    <a:pt x="1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6"/>
            <p:cNvSpPr/>
            <p:nvPr/>
          </p:nvSpPr>
          <p:spPr>
            <a:xfrm rot="10800000">
              <a:off x="-286178" y="69774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1"/>
                  </a:moveTo>
                  <a:lnTo>
                    <a:pt x="0" y="303"/>
                  </a:lnTo>
                  <a:cubicBezTo>
                    <a:pt x="165" y="303"/>
                    <a:pt x="302" y="170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6"/>
            <p:cNvSpPr/>
            <p:nvPr/>
          </p:nvSpPr>
          <p:spPr>
            <a:xfrm rot="10800000">
              <a:off x="-393997" y="55246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298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6"/>
            <p:cNvSpPr/>
            <p:nvPr/>
          </p:nvSpPr>
          <p:spPr>
            <a:xfrm rot="10800000">
              <a:off x="-393997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6"/>
            <p:cNvSpPr/>
            <p:nvPr/>
          </p:nvSpPr>
          <p:spPr>
            <a:xfrm rot="10800000">
              <a:off x="-286178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6"/>
            <p:cNvSpPr/>
            <p:nvPr/>
          </p:nvSpPr>
          <p:spPr>
            <a:xfrm rot="10800000">
              <a:off x="-393997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6"/>
            <p:cNvSpPr/>
            <p:nvPr/>
          </p:nvSpPr>
          <p:spPr>
            <a:xfrm rot="10800000">
              <a:off x="-349545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3" y="1"/>
                  </a:moveTo>
                  <a:cubicBezTo>
                    <a:pt x="137" y="1"/>
                    <a:pt x="0" y="133"/>
                    <a:pt x="0" y="298"/>
                  </a:cubicBezTo>
                  <a:cubicBezTo>
                    <a:pt x="0" y="464"/>
                    <a:pt x="137" y="601"/>
                    <a:pt x="303" y="601"/>
                  </a:cubicBezTo>
                  <a:cubicBezTo>
                    <a:pt x="468" y="601"/>
                    <a:pt x="599" y="464"/>
                    <a:pt x="599" y="298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6"/>
            <p:cNvSpPr/>
            <p:nvPr/>
          </p:nvSpPr>
          <p:spPr>
            <a:xfrm rot="10800000">
              <a:off x="-286178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1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6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6"/>
            <p:cNvSpPr/>
            <p:nvPr/>
          </p:nvSpPr>
          <p:spPr>
            <a:xfrm rot="10800000">
              <a:off x="-286178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2" y="303"/>
                  </a:lnTo>
                  <a:cubicBezTo>
                    <a:pt x="302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6"/>
            <p:cNvSpPr/>
            <p:nvPr/>
          </p:nvSpPr>
          <p:spPr>
            <a:xfrm rot="10800000">
              <a:off x="-286178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6"/>
            <p:cNvSpPr/>
            <p:nvPr/>
          </p:nvSpPr>
          <p:spPr>
            <a:xfrm rot="10800000">
              <a:off x="-349545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3" y="0"/>
                  </a:moveTo>
                  <a:cubicBezTo>
                    <a:pt x="137" y="0"/>
                    <a:pt x="0" y="132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2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6"/>
            <p:cNvSpPr/>
            <p:nvPr/>
          </p:nvSpPr>
          <p:spPr>
            <a:xfrm rot="10800000">
              <a:off x="-393997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6"/>
            <p:cNvSpPr/>
            <p:nvPr/>
          </p:nvSpPr>
          <p:spPr>
            <a:xfrm rot="10800000">
              <a:off x="-393997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6"/>
            <p:cNvSpPr/>
            <p:nvPr/>
          </p:nvSpPr>
          <p:spPr>
            <a:xfrm rot="10800000">
              <a:off x="-393997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6"/>
            <p:cNvSpPr/>
            <p:nvPr/>
          </p:nvSpPr>
          <p:spPr>
            <a:xfrm rot="10800000">
              <a:off x="-393997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6"/>
            <p:cNvSpPr/>
            <p:nvPr/>
          </p:nvSpPr>
          <p:spPr>
            <a:xfrm rot="10800000">
              <a:off x="-286178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6"/>
            <p:cNvSpPr/>
            <p:nvPr/>
          </p:nvSpPr>
          <p:spPr>
            <a:xfrm rot="10800000">
              <a:off x="-286178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6"/>
            <p:cNvSpPr/>
            <p:nvPr/>
          </p:nvSpPr>
          <p:spPr>
            <a:xfrm rot="10800000">
              <a:off x="-349545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3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3" y="600"/>
                  </a:cubicBezTo>
                  <a:cubicBezTo>
                    <a:pt x="468" y="600"/>
                    <a:pt x="599" y="463"/>
                    <a:pt x="599" y="298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6"/>
            <p:cNvSpPr/>
            <p:nvPr/>
          </p:nvSpPr>
          <p:spPr>
            <a:xfrm rot="10800000">
              <a:off x="-34954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6"/>
            <p:cNvSpPr/>
            <p:nvPr/>
          </p:nvSpPr>
          <p:spPr>
            <a:xfrm rot="10800000">
              <a:off x="-393997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6"/>
            <p:cNvSpPr/>
            <p:nvPr/>
          </p:nvSpPr>
          <p:spPr>
            <a:xfrm rot="10800000">
              <a:off x="-286178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6"/>
            <p:cNvSpPr/>
            <p:nvPr/>
          </p:nvSpPr>
          <p:spPr>
            <a:xfrm rot="10800000">
              <a:off x="-222493" y="953999"/>
              <a:ext cx="37002" cy="37646"/>
            </a:xfrm>
            <a:custGeom>
              <a:avLst/>
              <a:gdLst/>
              <a:ahLst/>
              <a:cxnLst/>
              <a:rect l="l" t="t" r="r" b="b"/>
              <a:pathLst>
                <a:path w="581" h="440" extrusionOk="0">
                  <a:moveTo>
                    <a:pt x="538" y="1"/>
                  </a:moveTo>
                  <a:cubicBezTo>
                    <a:pt x="359" y="77"/>
                    <a:pt x="180" y="153"/>
                    <a:pt x="0" y="237"/>
                  </a:cubicBezTo>
                  <a:cubicBezTo>
                    <a:pt x="43" y="355"/>
                    <a:pt x="152" y="440"/>
                    <a:pt x="283" y="440"/>
                  </a:cubicBezTo>
                  <a:cubicBezTo>
                    <a:pt x="448" y="440"/>
                    <a:pt x="581" y="308"/>
                    <a:pt x="581" y="142"/>
                  </a:cubicBezTo>
                  <a:cubicBezTo>
                    <a:pt x="581" y="91"/>
                    <a:pt x="562" y="44"/>
                    <a:pt x="5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6"/>
            <p:cNvSpPr/>
            <p:nvPr/>
          </p:nvSpPr>
          <p:spPr>
            <a:xfrm rot="10800000">
              <a:off x="-266945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297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7" y="298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6"/>
            <p:cNvSpPr/>
            <p:nvPr/>
          </p:nvSpPr>
          <p:spPr>
            <a:xfrm rot="10800000">
              <a:off x="-158807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lnTo>
                    <a:pt x="297" y="298"/>
                  </a:lnTo>
                  <a:cubicBezTo>
                    <a:pt x="297" y="133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6"/>
            <p:cNvSpPr/>
            <p:nvPr/>
          </p:nvSpPr>
          <p:spPr>
            <a:xfrm rot="10800000">
              <a:off x="-158807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cubicBezTo>
                    <a:pt x="166" y="301"/>
                    <a:pt x="297" y="164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6"/>
            <p:cNvSpPr/>
            <p:nvPr/>
          </p:nvSpPr>
          <p:spPr>
            <a:xfrm rot="10800000">
              <a:off x="-158807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lnTo>
                    <a:pt x="297" y="297"/>
                  </a:lnTo>
                  <a:cubicBezTo>
                    <a:pt x="297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6"/>
            <p:cNvSpPr/>
            <p:nvPr/>
          </p:nvSpPr>
          <p:spPr>
            <a:xfrm rot="10800000">
              <a:off x="-222493" y="78330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1" y="1"/>
                  </a:moveTo>
                  <a:cubicBezTo>
                    <a:pt x="131" y="1"/>
                    <a:pt x="0" y="137"/>
                    <a:pt x="0" y="303"/>
                  </a:cubicBezTo>
                  <a:cubicBezTo>
                    <a:pt x="0" y="468"/>
                    <a:pt x="131" y="599"/>
                    <a:pt x="301" y="599"/>
                  </a:cubicBezTo>
                  <a:cubicBezTo>
                    <a:pt x="466" y="599"/>
                    <a:pt x="599" y="468"/>
                    <a:pt x="599" y="303"/>
                  </a:cubicBezTo>
                  <a:cubicBezTo>
                    <a:pt x="599" y="137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6"/>
            <p:cNvSpPr/>
            <p:nvPr/>
          </p:nvSpPr>
          <p:spPr>
            <a:xfrm rot="10800000">
              <a:off x="-266945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cubicBezTo>
                    <a:pt x="1" y="164"/>
                    <a:pt x="133" y="301"/>
                    <a:pt x="297" y="301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6"/>
            <p:cNvSpPr/>
            <p:nvPr/>
          </p:nvSpPr>
          <p:spPr>
            <a:xfrm rot="10800000">
              <a:off x="-266945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297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7" y="297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6"/>
            <p:cNvSpPr/>
            <p:nvPr/>
          </p:nvSpPr>
          <p:spPr>
            <a:xfrm rot="10800000">
              <a:off x="-222493" y="612617"/>
              <a:ext cx="38149" cy="50908"/>
            </a:xfrm>
            <a:custGeom>
              <a:avLst/>
              <a:gdLst/>
              <a:ahLst/>
              <a:cxnLst/>
              <a:rect l="l" t="t" r="r" b="b"/>
              <a:pathLst>
                <a:path w="599" h="595" extrusionOk="0">
                  <a:moveTo>
                    <a:pt x="301" y="0"/>
                  </a:moveTo>
                  <a:cubicBezTo>
                    <a:pt x="131" y="0"/>
                    <a:pt x="0" y="133"/>
                    <a:pt x="0" y="297"/>
                  </a:cubicBezTo>
                  <a:cubicBezTo>
                    <a:pt x="0" y="462"/>
                    <a:pt x="131" y="595"/>
                    <a:pt x="301" y="595"/>
                  </a:cubicBezTo>
                  <a:cubicBezTo>
                    <a:pt x="466" y="595"/>
                    <a:pt x="599" y="462"/>
                    <a:pt x="599" y="297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6"/>
            <p:cNvSpPr/>
            <p:nvPr/>
          </p:nvSpPr>
          <p:spPr>
            <a:xfrm rot="10800000">
              <a:off x="-266945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1"/>
                  </a:moveTo>
                  <a:cubicBezTo>
                    <a:pt x="1" y="170"/>
                    <a:pt x="133" y="303"/>
                    <a:pt x="297" y="303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 rot="10800000">
              <a:off x="-158807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 rot="10800000">
              <a:off x="-158807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 rot="10800000">
              <a:off x="-266945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297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7" y="302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 rot="10800000">
              <a:off x="-222493" y="441498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301" y="1"/>
                  </a:moveTo>
                  <a:cubicBezTo>
                    <a:pt x="131" y="1"/>
                    <a:pt x="0" y="133"/>
                    <a:pt x="0" y="298"/>
                  </a:cubicBezTo>
                  <a:cubicBezTo>
                    <a:pt x="0" y="464"/>
                    <a:pt x="131" y="601"/>
                    <a:pt x="301" y="601"/>
                  </a:cubicBezTo>
                  <a:cubicBezTo>
                    <a:pt x="466" y="601"/>
                    <a:pt x="599" y="464"/>
                    <a:pt x="599" y="298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 rot="10800000">
              <a:off x="-158807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 rot="10800000">
              <a:off x="-158807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 rot="10800000">
              <a:off x="-266945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7" y="302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 rot="10800000">
              <a:off x="-266945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6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 rot="10800000">
              <a:off x="-266945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297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7" y="30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 rot="10800000">
              <a:off x="-158807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 rot="10800000">
              <a:off x="-158807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 rot="10800000">
              <a:off x="-266945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 rot="10800000">
              <a:off x="-222493" y="270893"/>
              <a:ext cx="38149" cy="51250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301" y="0"/>
                  </a:moveTo>
                  <a:cubicBezTo>
                    <a:pt x="131" y="0"/>
                    <a:pt x="0" y="132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2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 rot="10800000">
              <a:off x="-266945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5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 rot="10800000">
              <a:off x="-158807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 rot="10800000">
              <a:off x="-266945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 rot="10800000">
              <a:off x="-158807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-222493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301" y="0"/>
                  </a:moveTo>
                  <a:cubicBezTo>
                    <a:pt x="131" y="0"/>
                    <a:pt x="0" y="133"/>
                    <a:pt x="0" y="298"/>
                  </a:cubicBezTo>
                  <a:cubicBezTo>
                    <a:pt x="0" y="463"/>
                    <a:pt x="131" y="600"/>
                    <a:pt x="301" y="600"/>
                  </a:cubicBezTo>
                  <a:cubicBezTo>
                    <a:pt x="466" y="600"/>
                    <a:pt x="599" y="463"/>
                    <a:pt x="599" y="298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6"/>
            <p:cNvSpPr/>
            <p:nvPr/>
          </p:nvSpPr>
          <p:spPr>
            <a:xfrm rot="10800000">
              <a:off x="-222493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1" y="1"/>
                  </a:moveTo>
                  <a:cubicBezTo>
                    <a:pt x="131" y="1"/>
                    <a:pt x="0" y="133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6"/>
            <p:cNvSpPr/>
            <p:nvPr/>
          </p:nvSpPr>
          <p:spPr>
            <a:xfrm rot="10800000">
              <a:off x="-266945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6"/>
            <p:cNvSpPr/>
            <p:nvPr/>
          </p:nvSpPr>
          <p:spPr>
            <a:xfrm rot="10800000">
              <a:off x="-158807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6"/>
            <p:cNvSpPr/>
            <p:nvPr/>
          </p:nvSpPr>
          <p:spPr>
            <a:xfrm rot="10800000">
              <a:off x="-139892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6"/>
            <p:cNvSpPr/>
            <p:nvPr/>
          </p:nvSpPr>
          <p:spPr>
            <a:xfrm rot="10800000">
              <a:off x="-95440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7"/>
                    <a:pt x="1" y="303"/>
                  </a:cubicBezTo>
                  <a:cubicBezTo>
                    <a:pt x="1" y="468"/>
                    <a:pt x="133" y="599"/>
                    <a:pt x="298" y="599"/>
                  </a:cubicBezTo>
                  <a:cubicBezTo>
                    <a:pt x="468" y="599"/>
                    <a:pt x="600" y="468"/>
                    <a:pt x="600" y="303"/>
                  </a:cubicBezTo>
                  <a:cubicBezTo>
                    <a:pt x="600" y="137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-139892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cubicBezTo>
                    <a:pt x="0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6"/>
            <p:cNvSpPr/>
            <p:nvPr/>
          </p:nvSpPr>
          <p:spPr>
            <a:xfrm rot="10800000">
              <a:off x="-31818" y="723588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lnTo>
                    <a:pt x="298" y="297"/>
                  </a:lnTo>
                  <a:cubicBezTo>
                    <a:pt x="298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6"/>
            <p:cNvSpPr/>
            <p:nvPr/>
          </p:nvSpPr>
          <p:spPr>
            <a:xfrm rot="10800000">
              <a:off x="-139892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298" y="0"/>
                  </a:moveTo>
                  <a:cubicBezTo>
                    <a:pt x="133" y="0"/>
                    <a:pt x="0" y="131"/>
                    <a:pt x="0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6"/>
            <p:cNvSpPr/>
            <p:nvPr/>
          </p:nvSpPr>
          <p:spPr>
            <a:xfrm rot="10800000">
              <a:off x="-139892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0" y="1"/>
                  </a:moveTo>
                  <a:cubicBezTo>
                    <a:pt x="0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6"/>
            <p:cNvSpPr/>
            <p:nvPr/>
          </p:nvSpPr>
          <p:spPr>
            <a:xfrm rot="10800000">
              <a:off x="-31818" y="69774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8" y="170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6"/>
            <p:cNvSpPr/>
            <p:nvPr/>
          </p:nvSpPr>
          <p:spPr>
            <a:xfrm rot="10800000">
              <a:off x="-31818" y="55246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6"/>
            <p:cNvSpPr/>
            <p:nvPr/>
          </p:nvSpPr>
          <p:spPr>
            <a:xfrm rot="10800000">
              <a:off x="-95440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298" y="0"/>
                  </a:moveTo>
                  <a:cubicBezTo>
                    <a:pt x="133" y="0"/>
                    <a:pt x="1" y="133"/>
                    <a:pt x="1" y="297"/>
                  </a:cubicBezTo>
                  <a:cubicBezTo>
                    <a:pt x="1" y="462"/>
                    <a:pt x="133" y="595"/>
                    <a:pt x="298" y="595"/>
                  </a:cubicBezTo>
                  <a:cubicBezTo>
                    <a:pt x="468" y="595"/>
                    <a:pt x="600" y="462"/>
                    <a:pt x="600" y="297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6"/>
            <p:cNvSpPr/>
            <p:nvPr/>
          </p:nvSpPr>
          <p:spPr>
            <a:xfrm rot="10800000">
              <a:off x="-139892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298" y="0"/>
                  </a:moveTo>
                  <a:cubicBezTo>
                    <a:pt x="133" y="0"/>
                    <a:pt x="0" y="133"/>
                    <a:pt x="0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6"/>
            <p:cNvSpPr/>
            <p:nvPr/>
          </p:nvSpPr>
          <p:spPr>
            <a:xfrm rot="10800000">
              <a:off x="-139892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1"/>
                  </a:moveTo>
                  <a:cubicBezTo>
                    <a:pt x="133" y="1"/>
                    <a:pt x="0" y="136"/>
                    <a:pt x="0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6"/>
            <p:cNvSpPr/>
            <p:nvPr/>
          </p:nvSpPr>
          <p:spPr>
            <a:xfrm rot="10800000">
              <a:off x="-139892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cubicBezTo>
                    <a:pt x="0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6"/>
            <p:cNvSpPr/>
            <p:nvPr/>
          </p:nvSpPr>
          <p:spPr>
            <a:xfrm rot="10800000">
              <a:off x="-31818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6"/>
            <p:cNvSpPr/>
            <p:nvPr/>
          </p:nvSpPr>
          <p:spPr>
            <a:xfrm rot="10800000">
              <a:off x="-95440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cubicBezTo>
                    <a:pt x="1" y="464"/>
                    <a:pt x="133" y="601"/>
                    <a:pt x="298" y="601"/>
                  </a:cubicBezTo>
                  <a:cubicBezTo>
                    <a:pt x="468" y="601"/>
                    <a:pt x="600" y="464"/>
                    <a:pt x="600" y="298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6"/>
            <p:cNvSpPr/>
            <p:nvPr/>
          </p:nvSpPr>
          <p:spPr>
            <a:xfrm rot="10800000">
              <a:off x="-31818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6"/>
            <p:cNvSpPr/>
            <p:nvPr/>
          </p:nvSpPr>
          <p:spPr>
            <a:xfrm rot="10800000">
              <a:off x="-139892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298" y="1"/>
                  </a:moveTo>
                  <a:cubicBezTo>
                    <a:pt x="133" y="1"/>
                    <a:pt x="0" y="138"/>
                    <a:pt x="0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6"/>
            <p:cNvSpPr/>
            <p:nvPr/>
          </p:nvSpPr>
          <p:spPr>
            <a:xfrm rot="10800000">
              <a:off x="-31818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 rot="10800000">
              <a:off x="-139892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0" y="1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 rot="10800000">
              <a:off x="-95440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2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 rot="10800000">
              <a:off x="-31818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 rot="10800000">
              <a:off x="-31818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 rot="10800000">
              <a:off x="-139892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cubicBezTo>
                    <a:pt x="0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 rot="10800000">
              <a:off x="-31818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 rot="10800000">
              <a:off x="-95440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8" y="600"/>
                    <a:pt x="600" y="463"/>
                    <a:pt x="600" y="298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 rot="10800000">
              <a:off x="-139892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0"/>
                  </a:moveTo>
                  <a:cubicBezTo>
                    <a:pt x="133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 rot="10800000">
              <a:off x="-31818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 rot="10800000">
              <a:off x="-95440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 rot="10800000">
              <a:off x="-139892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 rot="10800000">
              <a:off x="-12840" y="723588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302" y="0"/>
                  </a:moveTo>
                  <a:cubicBezTo>
                    <a:pt x="137" y="0"/>
                    <a:pt x="0" y="131"/>
                    <a:pt x="0" y="297"/>
                  </a:cubicBezTo>
                  <a:lnTo>
                    <a:pt x="302" y="297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 rot="10800000">
              <a:off x="95299" y="723588"/>
              <a:ext cx="637" cy="428"/>
            </a:xfrm>
            <a:custGeom>
              <a:avLst/>
              <a:gdLst/>
              <a:ahLst/>
              <a:cxnLst/>
              <a:rect l="l" t="t" r="r" b="b"/>
              <a:pathLst>
                <a:path w="10" h="5" extrusionOk="0">
                  <a:moveTo>
                    <a:pt x="10" y="0"/>
                  </a:moveTo>
                  <a:cubicBezTo>
                    <a:pt x="5" y="0"/>
                    <a:pt x="5" y="5"/>
                    <a:pt x="1" y="5"/>
                  </a:cubicBezTo>
                  <a:lnTo>
                    <a:pt x="10" y="5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 rot="10800000">
              <a:off x="31548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297" y="0"/>
                  </a:moveTo>
                  <a:cubicBezTo>
                    <a:pt x="132" y="0"/>
                    <a:pt x="1" y="133"/>
                    <a:pt x="1" y="297"/>
                  </a:cubicBezTo>
                  <a:cubicBezTo>
                    <a:pt x="1" y="462"/>
                    <a:pt x="132" y="595"/>
                    <a:pt x="297" y="595"/>
                  </a:cubicBezTo>
                  <a:cubicBezTo>
                    <a:pt x="462" y="595"/>
                    <a:pt x="599" y="462"/>
                    <a:pt x="599" y="297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 rot="10800000">
              <a:off x="-12840" y="552469"/>
              <a:ext cx="19234" cy="25925"/>
            </a:xfrm>
            <a:custGeom>
              <a:avLst/>
              <a:gdLst/>
              <a:ahLst/>
              <a:cxnLst/>
              <a:rect l="l" t="t" r="r" b="b"/>
              <a:pathLst>
                <a:path w="302" h="303" extrusionOk="0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 rot="10800000">
              <a:off x="-12840" y="697749"/>
              <a:ext cx="19234" cy="25925"/>
            </a:xfrm>
            <a:custGeom>
              <a:avLst/>
              <a:gdLst/>
              <a:ahLst/>
              <a:cxnLst/>
              <a:rect l="l" t="t" r="r" b="b"/>
              <a:pathLst>
                <a:path w="302" h="303" extrusionOk="0">
                  <a:moveTo>
                    <a:pt x="0" y="1"/>
                  </a:moveTo>
                  <a:cubicBezTo>
                    <a:pt x="0" y="170"/>
                    <a:pt x="137" y="303"/>
                    <a:pt x="302" y="303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 rot="10800000">
              <a:off x="95298" y="697749"/>
              <a:ext cx="18915" cy="25925"/>
            </a:xfrm>
            <a:custGeom>
              <a:avLst/>
              <a:gdLst/>
              <a:ahLst/>
              <a:cxnLst/>
              <a:rect l="l" t="t" r="r" b="b"/>
              <a:pathLst>
                <a:path w="297" h="303" extrusionOk="0">
                  <a:moveTo>
                    <a:pt x="288" y="1"/>
                  </a:moveTo>
                  <a:cubicBezTo>
                    <a:pt x="189" y="81"/>
                    <a:pt x="94" y="166"/>
                    <a:pt x="0" y="246"/>
                  </a:cubicBezTo>
                  <a:lnTo>
                    <a:pt x="0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 rot="10800000">
              <a:off x="95298" y="552469"/>
              <a:ext cx="18915" cy="25925"/>
            </a:xfrm>
            <a:custGeom>
              <a:avLst/>
              <a:gdLst/>
              <a:ahLst/>
              <a:cxnLst/>
              <a:rect l="l" t="t" r="r" b="b"/>
              <a:pathLst>
                <a:path w="297" h="303" extrusionOk="0">
                  <a:moveTo>
                    <a:pt x="0" y="0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 rot="10800000">
              <a:off x="-12840" y="381864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 rot="10800000">
              <a:off x="-12840" y="527143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 rot="10800000">
              <a:off x="95298" y="527143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 rot="10800000">
              <a:off x="95298" y="381864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1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 rot="10800000">
              <a:off x="31548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1"/>
                  </a:moveTo>
                  <a:cubicBezTo>
                    <a:pt x="132" y="1"/>
                    <a:pt x="1" y="133"/>
                    <a:pt x="1" y="298"/>
                  </a:cubicBezTo>
                  <a:cubicBezTo>
                    <a:pt x="1" y="464"/>
                    <a:pt x="132" y="601"/>
                    <a:pt x="297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 rot="10800000">
              <a:off x="31548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7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 rot="10800000">
              <a:off x="95298" y="211087"/>
              <a:ext cx="18915" cy="26010"/>
            </a:xfrm>
            <a:custGeom>
              <a:avLst/>
              <a:gdLst/>
              <a:ahLst/>
              <a:cxnLst/>
              <a:rect l="l" t="t" r="r" b="b"/>
              <a:pathLst>
                <a:path w="297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 rot="10800000">
              <a:off x="-12840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 rot="10800000">
              <a:off x="95298" y="356367"/>
              <a:ext cx="18915" cy="25582"/>
            </a:xfrm>
            <a:custGeom>
              <a:avLst/>
              <a:gdLst/>
              <a:ahLst/>
              <a:cxnLst/>
              <a:rect l="l" t="t" r="r" b="b"/>
              <a:pathLst>
                <a:path w="297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 rot="10800000">
              <a:off x="-12840" y="356367"/>
              <a:ext cx="19234" cy="25582"/>
            </a:xfrm>
            <a:custGeom>
              <a:avLst/>
              <a:gdLst/>
              <a:ahLst/>
              <a:cxnLst/>
              <a:rect l="l" t="t" r="r" b="b"/>
              <a:pathLst>
                <a:path w="302" h="299" extrusionOk="0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 rot="10800000">
              <a:off x="95298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 rot="10800000">
              <a:off x="-12840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 rot="10800000">
              <a:off x="-12840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 rot="10800000">
              <a:off x="95298" y="185762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 rot="10800000">
              <a:off x="31548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 rot="10800000">
              <a:off x="3154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 rot="10800000">
              <a:off x="-12840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 rot="10800000">
              <a:off x="95298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 rot="10800000">
              <a:off x="222287" y="552469"/>
              <a:ext cx="19042" cy="17026"/>
            </a:xfrm>
            <a:custGeom>
              <a:avLst/>
              <a:gdLst/>
              <a:ahLst/>
              <a:cxnLst/>
              <a:rect l="l" t="t" r="r" b="b"/>
              <a:pathLst>
                <a:path w="299" h="199" extrusionOk="0">
                  <a:moveTo>
                    <a:pt x="223" y="0"/>
                  </a:moveTo>
                  <a:cubicBezTo>
                    <a:pt x="148" y="62"/>
                    <a:pt x="72" y="127"/>
                    <a:pt x="1" y="194"/>
                  </a:cubicBezTo>
                  <a:lnTo>
                    <a:pt x="1" y="198"/>
                  </a:lnTo>
                  <a:lnTo>
                    <a:pt x="299" y="198"/>
                  </a:lnTo>
                  <a:cubicBezTo>
                    <a:pt x="299" y="118"/>
                    <a:pt x="270" y="52"/>
                    <a:pt x="2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 rot="10800000">
              <a:off x="158665" y="612617"/>
              <a:ext cx="29169" cy="36363"/>
            </a:xfrm>
            <a:custGeom>
              <a:avLst/>
              <a:gdLst/>
              <a:ahLst/>
              <a:cxnLst/>
              <a:rect l="l" t="t" r="r" b="b"/>
              <a:pathLst>
                <a:path w="458" h="425" extrusionOk="0">
                  <a:moveTo>
                    <a:pt x="425" y="0"/>
                  </a:moveTo>
                  <a:cubicBezTo>
                    <a:pt x="284" y="122"/>
                    <a:pt x="142" y="250"/>
                    <a:pt x="1" y="377"/>
                  </a:cubicBezTo>
                  <a:cubicBezTo>
                    <a:pt x="48" y="405"/>
                    <a:pt x="100" y="425"/>
                    <a:pt x="157" y="425"/>
                  </a:cubicBezTo>
                  <a:cubicBezTo>
                    <a:pt x="321" y="425"/>
                    <a:pt x="458" y="292"/>
                    <a:pt x="458" y="127"/>
                  </a:cubicBezTo>
                  <a:cubicBezTo>
                    <a:pt x="458" y="81"/>
                    <a:pt x="444" y="38"/>
                    <a:pt x="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 rot="10800000">
              <a:off x="114149" y="697749"/>
              <a:ext cx="3694" cy="4877"/>
            </a:xfrm>
            <a:custGeom>
              <a:avLst/>
              <a:gdLst/>
              <a:ahLst/>
              <a:cxnLst/>
              <a:rect l="l" t="t" r="r" b="b"/>
              <a:pathLst>
                <a:path w="58" h="57" extrusionOk="0">
                  <a:moveTo>
                    <a:pt x="57" y="0"/>
                  </a:moveTo>
                  <a:cubicBezTo>
                    <a:pt x="38" y="14"/>
                    <a:pt x="20" y="28"/>
                    <a:pt x="1" y="47"/>
                  </a:cubicBezTo>
                  <a:cubicBezTo>
                    <a:pt x="20" y="47"/>
                    <a:pt x="38" y="57"/>
                    <a:pt x="57" y="57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 rot="10800000">
              <a:off x="114149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 rot="10800000">
              <a:off x="114149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 rot="10800000">
              <a:off x="222287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 rot="10800000">
              <a:off x="114149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 rot="10800000">
              <a:off x="158665" y="441498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cubicBezTo>
                    <a:pt x="0" y="464"/>
                    <a:pt x="133" y="601"/>
                    <a:pt x="298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 rot="10800000">
              <a:off x="222287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9" y="302"/>
                  </a:lnTo>
                  <a:cubicBezTo>
                    <a:pt x="299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 rot="10800000">
              <a:off x="222287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9" y="303"/>
                  </a:lnTo>
                  <a:cubicBezTo>
                    <a:pt x="299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 rot="10800000">
              <a:off x="114149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 rot="10800000">
              <a:off x="114149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 rot="10800000">
              <a:off x="222287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 rot="10800000">
              <a:off x="158665" y="270893"/>
              <a:ext cx="38149" cy="51250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298" y="0"/>
                  </a:moveTo>
                  <a:cubicBezTo>
                    <a:pt x="133" y="0"/>
                    <a:pt x="0" y="132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 rot="10800000">
              <a:off x="222287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5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 rot="10800000">
              <a:off x="158665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 rot="10800000">
              <a:off x="222287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9" y="301"/>
                  </a:lnTo>
                  <a:cubicBezTo>
                    <a:pt x="299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 rot="10800000">
              <a:off x="114149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 rot="10800000">
              <a:off x="114149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 rot="10800000">
              <a:off x="222287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 rot="10800000">
              <a:off x="158665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 rot="10800000">
              <a:off x="114149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 rot="10800000">
              <a:off x="241266" y="552469"/>
              <a:ext cx="64" cy="513"/>
            </a:xfrm>
            <a:custGeom>
              <a:avLst/>
              <a:gdLst/>
              <a:ahLst/>
              <a:cxnLst/>
              <a:rect l="l" t="t" r="r" b="b"/>
              <a:pathLst>
                <a:path w="1" h="6" extrusionOk="0">
                  <a:moveTo>
                    <a:pt x="1" y="1"/>
                  </a:move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 rot="10800000">
              <a:off x="349339" y="381864"/>
              <a:ext cx="18979" cy="25069"/>
            </a:xfrm>
            <a:custGeom>
              <a:avLst/>
              <a:gdLst/>
              <a:ahLst/>
              <a:cxnLst/>
              <a:rect l="l" t="t" r="r" b="b"/>
              <a:pathLst>
                <a:path w="298" h="293" extrusionOk="0">
                  <a:moveTo>
                    <a:pt x="33" y="1"/>
                  </a:moveTo>
                  <a:cubicBezTo>
                    <a:pt x="24" y="10"/>
                    <a:pt x="10" y="20"/>
                    <a:pt x="1" y="29"/>
                  </a:cubicBezTo>
                  <a:lnTo>
                    <a:pt x="1" y="293"/>
                  </a:lnTo>
                  <a:lnTo>
                    <a:pt x="297" y="293"/>
                  </a:lnTo>
                  <a:cubicBezTo>
                    <a:pt x="297" y="138"/>
                    <a:pt x="184" y="20"/>
                    <a:pt x="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 rot="10800000">
              <a:off x="285653" y="441498"/>
              <a:ext cx="36748" cy="47315"/>
            </a:xfrm>
            <a:custGeom>
              <a:avLst/>
              <a:gdLst/>
              <a:ahLst/>
              <a:cxnLst/>
              <a:rect l="l" t="t" r="r" b="b"/>
              <a:pathLst>
                <a:path w="577" h="553" extrusionOk="0">
                  <a:moveTo>
                    <a:pt x="431" y="0"/>
                  </a:moveTo>
                  <a:cubicBezTo>
                    <a:pt x="289" y="122"/>
                    <a:pt x="148" y="250"/>
                    <a:pt x="1" y="373"/>
                  </a:cubicBezTo>
                  <a:cubicBezTo>
                    <a:pt x="48" y="477"/>
                    <a:pt x="152" y="553"/>
                    <a:pt x="275" y="553"/>
                  </a:cubicBezTo>
                  <a:cubicBezTo>
                    <a:pt x="440" y="553"/>
                    <a:pt x="577" y="416"/>
                    <a:pt x="577" y="250"/>
                  </a:cubicBezTo>
                  <a:cubicBezTo>
                    <a:pt x="577" y="142"/>
                    <a:pt x="516" y="52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 rot="10800000">
              <a:off x="241265" y="527143"/>
              <a:ext cx="14075" cy="25411"/>
            </a:xfrm>
            <a:custGeom>
              <a:avLst/>
              <a:gdLst/>
              <a:ahLst/>
              <a:cxnLst/>
              <a:rect l="l" t="t" r="r" b="b"/>
              <a:pathLst>
                <a:path w="221" h="297" extrusionOk="0">
                  <a:moveTo>
                    <a:pt x="221" y="0"/>
                  </a:moveTo>
                  <a:cubicBezTo>
                    <a:pt x="146" y="62"/>
                    <a:pt x="70" y="127"/>
                    <a:pt x="0" y="194"/>
                  </a:cubicBezTo>
                  <a:cubicBezTo>
                    <a:pt x="51" y="255"/>
                    <a:pt x="131" y="297"/>
                    <a:pt x="221" y="297"/>
                  </a:cubicBezTo>
                  <a:lnTo>
                    <a:pt x="2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 rot="10800000">
              <a:off x="241265" y="381864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1"/>
                  </a:moveTo>
                  <a:cubicBezTo>
                    <a:pt x="138" y="1"/>
                    <a:pt x="1" y="136"/>
                    <a:pt x="1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 rot="10800000">
              <a:off x="349339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 rot="10800000">
              <a:off x="241265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8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 rot="10800000">
              <a:off x="349339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 rot="10800000">
              <a:off x="285653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2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 rot="10800000">
              <a:off x="241265" y="356367"/>
              <a:ext cx="19234" cy="25582"/>
            </a:xfrm>
            <a:custGeom>
              <a:avLst/>
              <a:gdLst/>
              <a:ahLst/>
              <a:cxnLst/>
              <a:rect l="l" t="t" r="r" b="b"/>
              <a:pathLst>
                <a:path w="302" h="299" extrusionOk="0">
                  <a:moveTo>
                    <a:pt x="1" y="1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 rot="10800000">
              <a:off x="241265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 rot="10800000">
              <a:off x="349339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 rot="10800000">
              <a:off x="285653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 rot="10800000">
              <a:off x="241265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1" y="0"/>
                  </a:moveTo>
                  <a:cubicBezTo>
                    <a:pt x="1" y="165"/>
                    <a:pt x="138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 rot="10800000">
              <a:off x="349339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 rot="10800000">
              <a:off x="285653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 rot="10800000">
              <a:off x="349339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 rot="10800000">
              <a:off x="241265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 rot="10800000">
              <a:off x="368254" y="381864"/>
              <a:ext cx="19297" cy="22673"/>
            </a:xfrm>
            <a:custGeom>
              <a:avLst/>
              <a:gdLst/>
              <a:ahLst/>
              <a:cxnLst/>
              <a:rect l="l" t="t" r="r" b="b"/>
              <a:pathLst>
                <a:path w="303" h="265" extrusionOk="0">
                  <a:moveTo>
                    <a:pt x="303" y="1"/>
                  </a:moveTo>
                  <a:cubicBezTo>
                    <a:pt x="203" y="81"/>
                    <a:pt x="105" y="166"/>
                    <a:pt x="5" y="247"/>
                  </a:cubicBezTo>
                  <a:cubicBezTo>
                    <a:pt x="5" y="251"/>
                    <a:pt x="0" y="256"/>
                    <a:pt x="0" y="265"/>
                  </a:cubicBezTo>
                  <a:lnTo>
                    <a:pt x="303" y="26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 rot="10800000">
              <a:off x="412706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 rot="10800000">
              <a:off x="476392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 rot="10800000">
              <a:off x="368254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 rot="10800000">
              <a:off x="368254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 rot="10800000">
              <a:off x="412706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 rot="10800000">
              <a:off x="476392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 rot="10800000">
              <a:off x="368254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 rot="10800000">
              <a:off x="476392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 rot="10800000">
              <a:off x="368254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 rot="10800000">
              <a:off x="368254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 rot="10800000">
              <a:off x="412706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 rot="10800000">
              <a:off x="476392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 rot="10800000">
              <a:off x="495306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1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 rot="10800000">
              <a:off x="603444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02" y="301"/>
                  </a:lnTo>
                  <a:cubicBezTo>
                    <a:pt x="302" y="136"/>
                    <a:pt x="170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 rot="10800000">
              <a:off x="495306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 rot="10800000">
              <a:off x="495306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7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 rot="10800000">
              <a:off x="539695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2" y="0"/>
                    <a:pt x="0" y="133"/>
                    <a:pt x="0" y="298"/>
                  </a:cubicBezTo>
                  <a:cubicBezTo>
                    <a:pt x="0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 rot="10800000">
              <a:off x="495306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7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 rot="10800000">
              <a:off x="603444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70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 rot="10800000">
              <a:off x="53969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2" y="1"/>
                    <a:pt x="0" y="133"/>
                    <a:pt x="0" y="297"/>
                  </a:cubicBezTo>
                  <a:cubicBezTo>
                    <a:pt x="0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 rot="10800000">
              <a:off x="667065" y="100117"/>
              <a:ext cx="37639" cy="40470"/>
            </a:xfrm>
            <a:custGeom>
              <a:avLst/>
              <a:gdLst/>
              <a:ahLst/>
              <a:cxnLst/>
              <a:rect l="l" t="t" r="r" b="b"/>
              <a:pathLst>
                <a:path w="591" h="473" extrusionOk="0">
                  <a:moveTo>
                    <a:pt x="534" y="0"/>
                  </a:moveTo>
                  <a:cubicBezTo>
                    <a:pt x="359" y="76"/>
                    <a:pt x="181" y="142"/>
                    <a:pt x="1" y="207"/>
                  </a:cubicBezTo>
                  <a:cubicBezTo>
                    <a:pt x="20" y="353"/>
                    <a:pt x="142" y="472"/>
                    <a:pt x="294" y="472"/>
                  </a:cubicBezTo>
                  <a:cubicBezTo>
                    <a:pt x="458" y="472"/>
                    <a:pt x="590" y="335"/>
                    <a:pt x="590" y="170"/>
                  </a:cubicBezTo>
                  <a:cubicBezTo>
                    <a:pt x="590" y="104"/>
                    <a:pt x="566" y="48"/>
                    <a:pt x="5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 rot="10800000">
              <a:off x="730433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 rot="10800000">
              <a:off x="622614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9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9" y="301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 rot="10800000">
              <a:off x="730433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 rot="10800000">
              <a:off x="66706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 rot="10800000">
              <a:off x="622614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9" y="298"/>
                  </a:cubicBezTo>
                  <a:lnTo>
                    <a:pt x="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 rot="10800000">
              <a:off x="749666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 rot="10800000">
              <a:off x="857549" y="40482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9" y="1"/>
                  </a:moveTo>
                  <a:cubicBezTo>
                    <a:pt x="15" y="1"/>
                    <a:pt x="5" y="1"/>
                    <a:pt x="1" y="5"/>
                  </a:cubicBezTo>
                  <a:lnTo>
                    <a:pt x="1" y="297"/>
                  </a:lnTo>
                  <a:lnTo>
                    <a:pt x="302" y="297"/>
                  </a:lnTo>
                  <a:cubicBezTo>
                    <a:pt x="302" y="138"/>
                    <a:pt x="175" y="10"/>
                    <a:pt x="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 rot="10800000">
              <a:off x="857549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 rot="10800000">
              <a:off x="749666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 rot="10800000">
              <a:off x="79411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 rot="10800000">
              <a:off x="876718" y="40482"/>
              <a:ext cx="18979" cy="25069"/>
            </a:xfrm>
            <a:custGeom>
              <a:avLst/>
              <a:gdLst/>
              <a:ahLst/>
              <a:cxnLst/>
              <a:rect l="l" t="t" r="r" b="b"/>
              <a:pathLst>
                <a:path w="298" h="293" extrusionOk="0">
                  <a:moveTo>
                    <a:pt x="298" y="0"/>
                  </a:moveTo>
                  <a:cubicBezTo>
                    <a:pt x="270" y="0"/>
                    <a:pt x="237" y="9"/>
                    <a:pt x="203" y="9"/>
                  </a:cubicBezTo>
                  <a:cubicBezTo>
                    <a:pt x="85" y="52"/>
                    <a:pt x="0" y="161"/>
                    <a:pt x="0" y="292"/>
                  </a:cubicBezTo>
                  <a:lnTo>
                    <a:pt x="298" y="29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 rot="10800000">
              <a:off x="984538" y="40482"/>
              <a:ext cx="19297" cy="16171"/>
            </a:xfrm>
            <a:custGeom>
              <a:avLst/>
              <a:gdLst/>
              <a:ahLst/>
              <a:cxnLst/>
              <a:rect l="l" t="t" r="r" b="b"/>
              <a:pathLst>
                <a:path w="303" h="189" extrusionOk="0">
                  <a:moveTo>
                    <a:pt x="1" y="0"/>
                  </a:moveTo>
                  <a:lnTo>
                    <a:pt x="1" y="188"/>
                  </a:lnTo>
                  <a:lnTo>
                    <a:pt x="303" y="188"/>
                  </a:lnTo>
                  <a:cubicBezTo>
                    <a:pt x="303" y="114"/>
                    <a:pt x="274" y="51"/>
                    <a:pt x="2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 rot="10800000">
              <a:off x="921170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8" y="1"/>
                    <a:pt x="1" y="133"/>
                    <a:pt x="1" y="297"/>
                  </a:cubicBezTo>
                  <a:cubicBezTo>
                    <a:pt x="1" y="462"/>
                    <a:pt x="138" y="599"/>
                    <a:pt x="303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 rot="10800000">
              <a:off x="876718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 rot="10800000">
              <a:off x="984538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 rot="10800000">
              <a:off x="1003771" y="40482"/>
              <a:ext cx="18915" cy="16684"/>
            </a:xfrm>
            <a:custGeom>
              <a:avLst/>
              <a:gdLst/>
              <a:ahLst/>
              <a:cxnLst/>
              <a:rect l="l" t="t" r="r" b="b"/>
              <a:pathLst>
                <a:path w="297" h="195" extrusionOk="0">
                  <a:moveTo>
                    <a:pt x="75" y="1"/>
                  </a:moveTo>
                  <a:cubicBezTo>
                    <a:pt x="28" y="53"/>
                    <a:pt x="0" y="120"/>
                    <a:pt x="0" y="194"/>
                  </a:cubicBezTo>
                  <a:lnTo>
                    <a:pt x="297" y="194"/>
                  </a:lnTo>
                  <a:lnTo>
                    <a:pt x="297" y="6"/>
                  </a:lnTo>
                  <a:cubicBezTo>
                    <a:pt x="222" y="6"/>
                    <a:pt x="151" y="1"/>
                    <a:pt x="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 rot="10800000">
              <a:off x="1111590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 rot="10800000">
              <a:off x="1048159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303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3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 rot="10800000">
              <a:off x="1003771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cubicBezTo>
                    <a:pt x="0" y="166"/>
                    <a:pt x="131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 rot="10800000">
              <a:off x="1111590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 rot="10800000">
              <a:off x="1130760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 rot="10800000">
              <a:off x="1238579" y="40482"/>
              <a:ext cx="19361" cy="25839"/>
            </a:xfrm>
            <a:custGeom>
              <a:avLst/>
              <a:gdLst/>
              <a:ahLst/>
              <a:cxnLst/>
              <a:rect l="l" t="t" r="r" b="b"/>
              <a:pathLst>
                <a:path w="304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 rot="10800000">
              <a:off x="1175275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 rot="10800000">
              <a:off x="1130760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 rot="10800000">
              <a:off x="1238579" y="15071"/>
              <a:ext cx="19361" cy="25497"/>
            </a:xfrm>
            <a:custGeom>
              <a:avLst/>
              <a:gdLst/>
              <a:ahLst/>
              <a:cxnLst/>
              <a:rect l="l" t="t" r="r" b="b"/>
              <a:pathLst>
                <a:path w="304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 rot="10800000">
              <a:off x="1365950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 rot="10800000">
              <a:off x="1257876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297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 rot="10800000">
              <a:off x="1306531" y="100117"/>
              <a:ext cx="33054" cy="20363"/>
            </a:xfrm>
            <a:custGeom>
              <a:avLst/>
              <a:gdLst/>
              <a:ahLst/>
              <a:cxnLst/>
              <a:rect l="l" t="t" r="r" b="b"/>
              <a:pathLst>
                <a:path w="519" h="238" extrusionOk="0">
                  <a:moveTo>
                    <a:pt x="1" y="1"/>
                  </a:moveTo>
                  <a:lnTo>
                    <a:pt x="1" y="1"/>
                  </a:lnTo>
                  <a:cubicBezTo>
                    <a:pt x="29" y="133"/>
                    <a:pt x="142" y="237"/>
                    <a:pt x="288" y="237"/>
                  </a:cubicBezTo>
                  <a:cubicBezTo>
                    <a:pt x="382" y="237"/>
                    <a:pt x="462" y="190"/>
                    <a:pt x="519" y="118"/>
                  </a:cubicBezTo>
                  <a:cubicBezTo>
                    <a:pt x="345" y="81"/>
                    <a:pt x="170" y="44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 rot="10800000">
              <a:off x="1302264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303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303" y="599"/>
                  </a:cubicBezTo>
                  <a:cubicBezTo>
                    <a:pt x="468" y="599"/>
                    <a:pt x="601" y="462"/>
                    <a:pt x="601" y="297"/>
                  </a:cubicBezTo>
                  <a:cubicBezTo>
                    <a:pt x="601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 rot="10800000">
              <a:off x="1257876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cubicBezTo>
                    <a:pt x="0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 rot="10800000">
              <a:off x="1365950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 rot="10800000">
              <a:off x="1384865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 rot="10800000">
              <a:off x="1492939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 rot="10800000">
              <a:off x="1429317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 rot="10800000">
              <a:off x="1492939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 rot="10800000">
              <a:off x="1384865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2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 rot="10800000">
              <a:off x="1429317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 rot="10800000">
              <a:off x="1620055" y="211088"/>
              <a:ext cx="18915" cy="7358"/>
            </a:xfrm>
            <a:custGeom>
              <a:avLst/>
              <a:gdLst/>
              <a:ahLst/>
              <a:cxnLst/>
              <a:rect l="l" t="t" r="r" b="b"/>
              <a:pathLst>
                <a:path w="297" h="86" extrusionOk="0">
                  <a:moveTo>
                    <a:pt x="0" y="0"/>
                  </a:moveTo>
                  <a:lnTo>
                    <a:pt x="0" y="85"/>
                  </a:lnTo>
                  <a:lnTo>
                    <a:pt x="297" y="85"/>
                  </a:lnTo>
                  <a:lnTo>
                    <a:pt x="297" y="70"/>
                  </a:lnTo>
                  <a:cubicBezTo>
                    <a:pt x="198" y="47"/>
                    <a:pt x="99" y="2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 rot="10800000">
              <a:off x="1511917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 rot="10800000">
              <a:off x="1620055" y="185762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 rot="10800000">
              <a:off x="1556305" y="100117"/>
              <a:ext cx="38276" cy="51422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 rot="10800000">
              <a:off x="1620055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 rot="10800000">
              <a:off x="1620055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 rot="10800000">
              <a:off x="1556305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 rot="10800000">
              <a:off x="1511917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 rot="10800000">
              <a:off x="1638906" y="211088"/>
              <a:ext cx="19361" cy="12235"/>
            </a:xfrm>
            <a:custGeom>
              <a:avLst/>
              <a:gdLst/>
              <a:ahLst/>
              <a:cxnLst/>
              <a:rect l="l" t="t" r="r" b="b"/>
              <a:pathLst>
                <a:path w="304" h="143" extrusionOk="0">
                  <a:moveTo>
                    <a:pt x="44" y="1"/>
                  </a:moveTo>
                  <a:cubicBezTo>
                    <a:pt x="20" y="42"/>
                    <a:pt x="1" y="90"/>
                    <a:pt x="1" y="142"/>
                  </a:cubicBezTo>
                  <a:lnTo>
                    <a:pt x="303" y="142"/>
                  </a:lnTo>
                  <a:lnTo>
                    <a:pt x="303" y="57"/>
                  </a:lnTo>
                  <a:cubicBezTo>
                    <a:pt x="214" y="38"/>
                    <a:pt x="129" y="19"/>
                    <a:pt x="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 rot="10800000">
              <a:off x="1747044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 rot="10800000">
              <a:off x="1747044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 rot="10800000">
              <a:off x="1747044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 rot="10800000">
              <a:off x="1638906" y="40482"/>
              <a:ext cx="19361" cy="25839"/>
            </a:xfrm>
            <a:custGeom>
              <a:avLst/>
              <a:gdLst/>
              <a:ahLst/>
              <a:cxnLst/>
              <a:rect l="l" t="t" r="r" b="b"/>
              <a:pathLst>
                <a:path w="304" h="302" extrusionOk="0">
                  <a:moveTo>
                    <a:pt x="303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 rot="10800000">
              <a:off x="1638906" y="185762"/>
              <a:ext cx="19361" cy="25411"/>
            </a:xfrm>
            <a:custGeom>
              <a:avLst/>
              <a:gdLst/>
              <a:ahLst/>
              <a:cxnLst/>
              <a:rect l="l" t="t" r="r" b="b"/>
              <a:pathLst>
                <a:path w="304" h="297" extrusionOk="0">
                  <a:moveTo>
                    <a:pt x="1" y="0"/>
                  </a:moveTo>
                  <a:cubicBezTo>
                    <a:pt x="1" y="165"/>
                    <a:pt x="138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 rot="10800000">
              <a:off x="1683422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 rot="10800000">
              <a:off x="1747044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 rot="10800000">
              <a:off x="1638906" y="15071"/>
              <a:ext cx="19361" cy="25497"/>
            </a:xfrm>
            <a:custGeom>
              <a:avLst/>
              <a:gdLst/>
              <a:ahLst/>
              <a:cxnLst/>
              <a:rect l="l" t="t" r="r" b="b"/>
              <a:pathLst>
                <a:path w="304" h="298" extrusionOk="0">
                  <a:moveTo>
                    <a:pt x="1" y="0"/>
                  </a:moveTo>
                  <a:cubicBezTo>
                    <a:pt x="1" y="166"/>
                    <a:pt x="138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 rot="10800000">
              <a:off x="1683422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 rot="10800000">
              <a:off x="1874096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 rot="10800000">
              <a:off x="1766022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7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 rot="10800000">
              <a:off x="1874096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 rot="10800000">
              <a:off x="1766022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1" y="0"/>
                  </a:moveTo>
                  <a:cubicBezTo>
                    <a:pt x="1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 rot="10800000">
              <a:off x="1766022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7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 rot="10800000">
              <a:off x="1810410" y="100117"/>
              <a:ext cx="38276" cy="51422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4" y="600"/>
                    <a:pt x="601" y="463"/>
                    <a:pt x="601" y="298"/>
                  </a:cubicBezTo>
                  <a:cubicBezTo>
                    <a:pt x="601" y="133"/>
                    <a:pt x="464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 rot="10800000">
              <a:off x="1874096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 rot="10800000">
              <a:off x="1766022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cubicBezTo>
                    <a:pt x="1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 rot="10800000">
              <a:off x="1874096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 rot="10800000">
              <a:off x="1810410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4" y="599"/>
                    <a:pt x="601" y="462"/>
                    <a:pt x="601" y="297"/>
                  </a:cubicBezTo>
                  <a:cubicBezTo>
                    <a:pt x="601" y="133"/>
                    <a:pt x="464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 rot="10800000">
              <a:off x="2001149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 rot="10800000">
              <a:off x="1940775" y="270894"/>
              <a:ext cx="32799" cy="14631"/>
            </a:xfrm>
            <a:custGeom>
              <a:avLst/>
              <a:gdLst/>
              <a:ahLst/>
              <a:cxnLst/>
              <a:rect l="l" t="t" r="r" b="b"/>
              <a:pathLst>
                <a:path w="515" h="171" extrusionOk="0">
                  <a:moveTo>
                    <a:pt x="0" y="1"/>
                  </a:moveTo>
                  <a:cubicBezTo>
                    <a:pt x="48" y="101"/>
                    <a:pt x="146" y="171"/>
                    <a:pt x="264" y="171"/>
                  </a:cubicBezTo>
                  <a:cubicBezTo>
                    <a:pt x="373" y="171"/>
                    <a:pt x="462" y="110"/>
                    <a:pt x="514" y="25"/>
                  </a:cubicBezTo>
                  <a:cubicBezTo>
                    <a:pt x="344" y="16"/>
                    <a:pt x="170" y="6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 rot="10800000">
              <a:off x="1893011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 rot="10800000">
              <a:off x="2001149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 rot="10800000">
              <a:off x="1937463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 rot="10800000">
              <a:off x="1893011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 rot="10800000">
              <a:off x="2001149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 rot="10800000">
              <a:off x="1893011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 rot="10800000">
              <a:off x="2001149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 rot="10800000">
              <a:off x="1937463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 rot="10800000">
              <a:off x="1893011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 rot="10800000">
              <a:off x="2067509" y="270894"/>
              <a:ext cx="30697" cy="12920"/>
            </a:xfrm>
            <a:custGeom>
              <a:avLst/>
              <a:gdLst/>
              <a:ahLst/>
              <a:cxnLst/>
              <a:rect l="l" t="t" r="r" b="b"/>
              <a:pathLst>
                <a:path w="482" h="151" extrusionOk="0">
                  <a:moveTo>
                    <a:pt x="481" y="0"/>
                  </a:moveTo>
                  <a:cubicBezTo>
                    <a:pt x="321" y="9"/>
                    <a:pt x="161" y="24"/>
                    <a:pt x="0" y="38"/>
                  </a:cubicBezTo>
                  <a:cubicBezTo>
                    <a:pt x="52" y="103"/>
                    <a:pt x="133" y="151"/>
                    <a:pt x="227" y="151"/>
                  </a:cubicBezTo>
                  <a:cubicBezTo>
                    <a:pt x="335" y="151"/>
                    <a:pt x="429" y="85"/>
                    <a:pt x="4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 rot="10800000">
              <a:off x="2128201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1" y="303"/>
                  </a:lnTo>
                  <a:cubicBezTo>
                    <a:pt x="301" y="138"/>
                    <a:pt x="17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 rot="10800000">
              <a:off x="2020063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1" y="1"/>
                  </a:moveTo>
                  <a:cubicBezTo>
                    <a:pt x="136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 rot="10800000">
              <a:off x="2128201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70" y="297"/>
                    <a:pt x="301" y="165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 rot="10800000">
              <a:off x="2020063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6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 rot="10800000">
              <a:off x="2020063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 rot="10800000">
              <a:off x="2128201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7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 rot="10800000">
              <a:off x="2064834" y="100117"/>
              <a:ext cx="37894" cy="51422"/>
            </a:xfrm>
            <a:custGeom>
              <a:avLst/>
              <a:gdLst/>
              <a:ahLst/>
              <a:cxnLst/>
              <a:rect l="l" t="t" r="r" b="b"/>
              <a:pathLst>
                <a:path w="595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594" y="463"/>
                    <a:pt x="594" y="298"/>
                  </a:cubicBezTo>
                  <a:cubicBezTo>
                    <a:pt x="594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 rot="10800000">
              <a:off x="2064834" y="-70488"/>
              <a:ext cx="37894" cy="51336"/>
            </a:xfrm>
            <a:custGeom>
              <a:avLst/>
              <a:gdLst/>
              <a:ahLst/>
              <a:cxnLst/>
              <a:rect l="l" t="t" r="r" b="b"/>
              <a:pathLst>
                <a:path w="595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594" y="462"/>
                    <a:pt x="594" y="297"/>
                  </a:cubicBezTo>
                  <a:cubicBezTo>
                    <a:pt x="594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 rot="10800000">
              <a:off x="2128201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70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 rot="10800000">
              <a:off x="2020063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 rot="10800000">
              <a:off x="2255190" y="211088"/>
              <a:ext cx="19297" cy="23529"/>
            </a:xfrm>
            <a:custGeom>
              <a:avLst/>
              <a:gdLst/>
              <a:ahLst/>
              <a:cxnLst/>
              <a:rect l="l" t="t" r="r" b="b"/>
              <a:pathLst>
                <a:path w="303" h="275" extrusionOk="0">
                  <a:moveTo>
                    <a:pt x="122" y="0"/>
                  </a:moveTo>
                  <a:cubicBezTo>
                    <a:pt x="80" y="15"/>
                    <a:pt x="43" y="24"/>
                    <a:pt x="0" y="38"/>
                  </a:cubicBezTo>
                  <a:lnTo>
                    <a:pt x="0" y="274"/>
                  </a:lnTo>
                  <a:lnTo>
                    <a:pt x="302" y="274"/>
                  </a:lnTo>
                  <a:cubicBezTo>
                    <a:pt x="302" y="151"/>
                    <a:pt x="226" y="48"/>
                    <a:pt x="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 rot="10800000">
              <a:off x="2147371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 rot="10800000">
              <a:off x="2191822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1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1" y="600"/>
                  </a:cubicBezTo>
                  <a:cubicBezTo>
                    <a:pt x="467" y="600"/>
                    <a:pt x="599" y="463"/>
                    <a:pt x="599" y="298"/>
                  </a:cubicBezTo>
                  <a:cubicBezTo>
                    <a:pt x="599" y="133"/>
                    <a:pt x="467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 rot="10800000">
              <a:off x="2147371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 rot="10800000">
              <a:off x="2255190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 rot="10800000">
              <a:off x="2255190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 rot="10800000">
              <a:off x="2147371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 rot="10800000">
              <a:off x="2191822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1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1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 rot="10800000">
              <a:off x="2147371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 rot="10800000">
              <a:off x="2255190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 rot="10800000">
              <a:off x="2274423" y="211088"/>
              <a:ext cx="18979" cy="20363"/>
            </a:xfrm>
            <a:custGeom>
              <a:avLst/>
              <a:gdLst/>
              <a:ahLst/>
              <a:cxnLst/>
              <a:rect l="l" t="t" r="r" b="b"/>
              <a:pathLst>
                <a:path w="298" h="238" extrusionOk="0">
                  <a:moveTo>
                    <a:pt x="297" y="1"/>
                  </a:moveTo>
                  <a:cubicBezTo>
                    <a:pt x="212" y="29"/>
                    <a:pt x="127" y="57"/>
                    <a:pt x="42" y="91"/>
                  </a:cubicBezTo>
                  <a:cubicBezTo>
                    <a:pt x="19" y="133"/>
                    <a:pt x="1" y="180"/>
                    <a:pt x="1" y="237"/>
                  </a:cubicBezTo>
                  <a:lnTo>
                    <a:pt x="297" y="237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 rot="10800000">
              <a:off x="2274423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5"/>
                    <a:pt x="132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10800000">
              <a:off x="2274423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 rot="10800000">
              <a:off x="2274423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0" name="Google Shape;630;p16"/>
          <p:cNvSpPr/>
          <p:nvPr/>
        </p:nvSpPr>
        <p:spPr>
          <a:xfrm rot="10800000">
            <a:off x="627759" y="4238613"/>
            <a:ext cx="1749416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1" name="Google Shape;631;p16"/>
          <p:cNvGrpSpPr/>
          <p:nvPr/>
        </p:nvGrpSpPr>
        <p:grpSpPr>
          <a:xfrm flipH="1">
            <a:off x="-1144866" y="1872219"/>
            <a:ext cx="3177349" cy="3271275"/>
            <a:chOff x="5723467" y="1953462"/>
            <a:chExt cx="3791133" cy="3271275"/>
          </a:xfrm>
        </p:grpSpPr>
        <p:sp>
          <p:nvSpPr>
            <p:cNvPr id="632" name="Google Shape;632;p16"/>
            <p:cNvSpPr/>
            <p:nvPr/>
          </p:nvSpPr>
          <p:spPr>
            <a:xfrm rot="10800000" flipH="1">
              <a:off x="8907055" y="1956800"/>
              <a:ext cx="134046" cy="131934"/>
            </a:xfrm>
            <a:custGeom>
              <a:avLst/>
              <a:gdLst/>
              <a:ahLst/>
              <a:cxnLst/>
              <a:rect l="l" t="t" r="r" b="b"/>
              <a:pathLst>
                <a:path w="1764" h="1542" extrusionOk="0">
                  <a:moveTo>
                    <a:pt x="218" y="0"/>
                  </a:moveTo>
                  <a:lnTo>
                    <a:pt x="1" y="212"/>
                  </a:lnTo>
                  <a:lnTo>
                    <a:pt x="1278" y="1495"/>
                  </a:lnTo>
                  <a:cubicBezTo>
                    <a:pt x="1439" y="1513"/>
                    <a:pt x="1600" y="1528"/>
                    <a:pt x="1764" y="1542"/>
                  </a:cubicBez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 rot="10800000" flipH="1">
              <a:off x="9071189" y="1974509"/>
              <a:ext cx="275692" cy="299118"/>
            </a:xfrm>
            <a:custGeom>
              <a:avLst/>
              <a:gdLst/>
              <a:ahLst/>
              <a:cxnLst/>
              <a:rect l="l" t="t" r="r" b="b"/>
              <a:pathLst>
                <a:path w="3628" h="3496" extrusionOk="0">
                  <a:moveTo>
                    <a:pt x="217" y="1"/>
                  </a:moveTo>
                  <a:lnTo>
                    <a:pt x="0" y="213"/>
                  </a:lnTo>
                  <a:lnTo>
                    <a:pt x="3282" y="3496"/>
                  </a:lnTo>
                  <a:cubicBezTo>
                    <a:pt x="3395" y="3472"/>
                    <a:pt x="3514" y="3439"/>
                    <a:pt x="3627" y="3411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 rot="10800000" flipH="1">
              <a:off x="9235323" y="2129457"/>
              <a:ext cx="275996" cy="330689"/>
            </a:xfrm>
            <a:custGeom>
              <a:avLst/>
              <a:gdLst/>
              <a:ahLst/>
              <a:cxnLst/>
              <a:rect l="l" t="t" r="r" b="b"/>
              <a:pathLst>
                <a:path w="3632" h="3865" extrusionOk="0">
                  <a:moveTo>
                    <a:pt x="196" y="0"/>
                  </a:moveTo>
                  <a:lnTo>
                    <a:pt x="217" y="21"/>
                  </a:lnTo>
                  <a:lnTo>
                    <a:pt x="1" y="238"/>
                  </a:lnTo>
                  <a:lnTo>
                    <a:pt x="3627" y="3865"/>
                  </a:lnTo>
                  <a:cubicBezTo>
                    <a:pt x="3627" y="3723"/>
                    <a:pt x="3631" y="3577"/>
                    <a:pt x="3631" y="3436"/>
                  </a:cubicBezTo>
                  <a:lnTo>
                    <a:pt x="1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 rot="10800000" flipH="1">
              <a:off x="8986311" y="1953462"/>
              <a:ext cx="219687" cy="227675"/>
            </a:xfrm>
            <a:custGeom>
              <a:avLst/>
              <a:gdLst/>
              <a:ahLst/>
              <a:cxnLst/>
              <a:rect l="l" t="t" r="r" b="b"/>
              <a:pathLst>
                <a:path w="2891" h="2661" extrusionOk="0">
                  <a:moveTo>
                    <a:pt x="0" y="175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0" y="175"/>
                  </a:lnTo>
                  <a:close/>
                  <a:moveTo>
                    <a:pt x="255" y="0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2485" y="2660"/>
                  </a:lnTo>
                  <a:cubicBezTo>
                    <a:pt x="2617" y="2654"/>
                    <a:pt x="2754" y="2645"/>
                    <a:pt x="2891" y="2636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 rot="10800000" flipH="1">
              <a:off x="9150369" y="2016091"/>
              <a:ext cx="320450" cy="349940"/>
            </a:xfrm>
            <a:custGeom>
              <a:avLst/>
              <a:gdLst/>
              <a:ahLst/>
              <a:cxnLst/>
              <a:rect l="l" t="t" r="r" b="b"/>
              <a:pathLst>
                <a:path w="4217" h="4090" extrusionOk="0">
                  <a:moveTo>
                    <a:pt x="255" y="1"/>
                  </a:moveTo>
                  <a:lnTo>
                    <a:pt x="39" y="218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3910" y="4090"/>
                  </a:lnTo>
                  <a:cubicBezTo>
                    <a:pt x="4014" y="4047"/>
                    <a:pt x="4113" y="4005"/>
                    <a:pt x="4216" y="39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 rot="10800000" flipH="1">
              <a:off x="8904244" y="2070595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 rot="10800000" flipH="1">
              <a:off x="9068302" y="2255317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 rot="10800000" flipH="1">
              <a:off x="9232436" y="2439698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 rot="10800000" flipH="1">
              <a:off x="9232436" y="2439697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 rot="10800000" flipH="1">
              <a:off x="9002800" y="2181052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 rot="10800000" flipH="1">
              <a:off x="8986235" y="2162913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8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 rot="10800000" flipH="1">
              <a:off x="9166858" y="2365946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 rot="10800000" flipH="1">
              <a:off x="9150369" y="234729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 rot="10800000" flipH="1">
              <a:off x="8742998" y="2864663"/>
              <a:ext cx="771602" cy="887257"/>
            </a:xfrm>
            <a:custGeom>
              <a:avLst/>
              <a:gdLst/>
              <a:ahLst/>
              <a:cxnLst/>
              <a:rect l="l" t="t" r="r" b="b"/>
              <a:pathLst>
                <a:path w="10154" h="10370" extrusionOk="0">
                  <a:moveTo>
                    <a:pt x="216" y="0"/>
                  </a:moveTo>
                  <a:lnTo>
                    <a:pt x="0" y="217"/>
                  </a:lnTo>
                  <a:lnTo>
                    <a:pt x="10153" y="10370"/>
                  </a:lnTo>
                  <a:cubicBezTo>
                    <a:pt x="10153" y="10224"/>
                    <a:pt x="10153" y="10082"/>
                    <a:pt x="10148" y="9936"/>
                  </a:cubicBez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 rot="10800000" flipH="1">
              <a:off x="8907055" y="3236163"/>
              <a:ext cx="605716" cy="700651"/>
            </a:xfrm>
            <a:custGeom>
              <a:avLst/>
              <a:gdLst/>
              <a:ahLst/>
              <a:cxnLst/>
              <a:rect l="l" t="t" r="r" b="b"/>
              <a:pathLst>
                <a:path w="7971" h="8189" extrusionOk="0">
                  <a:moveTo>
                    <a:pt x="218" y="1"/>
                  </a:moveTo>
                  <a:lnTo>
                    <a:pt x="1" y="218"/>
                  </a:lnTo>
                  <a:lnTo>
                    <a:pt x="7971" y="8188"/>
                  </a:lnTo>
                  <a:lnTo>
                    <a:pt x="7971" y="7754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 rot="10800000" flipH="1">
              <a:off x="9071189" y="3608604"/>
              <a:ext cx="439070" cy="512932"/>
            </a:xfrm>
            <a:custGeom>
              <a:avLst/>
              <a:gdLst/>
              <a:ahLst/>
              <a:cxnLst/>
              <a:rect l="l" t="t" r="r" b="b"/>
              <a:pathLst>
                <a:path w="5778" h="5995" extrusionOk="0">
                  <a:moveTo>
                    <a:pt x="217" y="0"/>
                  </a:moveTo>
                  <a:lnTo>
                    <a:pt x="0" y="218"/>
                  </a:lnTo>
                  <a:lnTo>
                    <a:pt x="5778" y="5994"/>
                  </a:lnTo>
                  <a:cubicBezTo>
                    <a:pt x="5772" y="5848"/>
                    <a:pt x="5772" y="5702"/>
                    <a:pt x="5772" y="5561"/>
                  </a:cubicBez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 rot="10800000" flipH="1">
              <a:off x="9235323" y="3981473"/>
              <a:ext cx="272044" cy="324871"/>
            </a:xfrm>
            <a:custGeom>
              <a:avLst/>
              <a:gdLst/>
              <a:ahLst/>
              <a:cxnLst/>
              <a:rect l="l" t="t" r="r" b="b"/>
              <a:pathLst>
                <a:path w="3580" h="3797" extrusionOk="0">
                  <a:moveTo>
                    <a:pt x="217" y="1"/>
                  </a:moveTo>
                  <a:lnTo>
                    <a:pt x="1" y="217"/>
                  </a:lnTo>
                  <a:lnTo>
                    <a:pt x="3579" y="3797"/>
                  </a:lnTo>
                  <a:cubicBezTo>
                    <a:pt x="3579" y="3655"/>
                    <a:pt x="3579" y="3509"/>
                    <a:pt x="3575" y="3363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 rot="10800000" flipH="1">
              <a:off x="8824988" y="3050156"/>
              <a:ext cx="688849" cy="796649"/>
            </a:xfrm>
            <a:custGeom>
              <a:avLst/>
              <a:gdLst/>
              <a:ahLst/>
              <a:cxnLst/>
              <a:rect l="l" t="t" r="r" b="b"/>
              <a:pathLst>
                <a:path w="9065" h="9311" extrusionOk="0">
                  <a:moveTo>
                    <a:pt x="189" y="0"/>
                  </a:moveTo>
                  <a:lnTo>
                    <a:pt x="218" y="30"/>
                  </a:lnTo>
                  <a:lnTo>
                    <a:pt x="1" y="246"/>
                  </a:lnTo>
                  <a:lnTo>
                    <a:pt x="9064" y="9310"/>
                  </a:lnTo>
                  <a:lnTo>
                    <a:pt x="9064" y="8876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 rot="10800000" flipH="1">
              <a:off x="8989122" y="3422170"/>
              <a:ext cx="522507" cy="610214"/>
            </a:xfrm>
            <a:custGeom>
              <a:avLst/>
              <a:gdLst/>
              <a:ahLst/>
              <a:cxnLst/>
              <a:rect l="l" t="t" r="r" b="b"/>
              <a:pathLst>
                <a:path w="6876" h="7132" extrusionOk="0">
                  <a:moveTo>
                    <a:pt x="180" y="1"/>
                  </a:moveTo>
                  <a:lnTo>
                    <a:pt x="218" y="38"/>
                  </a:lnTo>
                  <a:lnTo>
                    <a:pt x="218" y="38"/>
                  </a:lnTo>
                  <a:lnTo>
                    <a:pt x="218" y="38"/>
                  </a:lnTo>
                  <a:lnTo>
                    <a:pt x="180" y="1"/>
                  </a:lnTo>
                  <a:close/>
                  <a:moveTo>
                    <a:pt x="218" y="38"/>
                  </a:moveTo>
                  <a:lnTo>
                    <a:pt x="0" y="255"/>
                  </a:lnTo>
                  <a:lnTo>
                    <a:pt x="6876" y="7131"/>
                  </a:lnTo>
                  <a:cubicBezTo>
                    <a:pt x="6871" y="6985"/>
                    <a:pt x="6871" y="6839"/>
                    <a:pt x="6871" y="6698"/>
                  </a:cubicBezTo>
                  <a:lnTo>
                    <a:pt x="21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 rot="10800000" flipH="1">
              <a:off x="9150369" y="3795038"/>
              <a:ext cx="358445" cy="418902"/>
            </a:xfrm>
            <a:custGeom>
              <a:avLst/>
              <a:gdLst/>
              <a:ahLst/>
              <a:cxnLst/>
              <a:rect l="l" t="t" r="r" b="b"/>
              <a:pathLst>
                <a:path w="4717" h="4896" extrusionOk="0">
                  <a:moveTo>
                    <a:pt x="255" y="1"/>
                  </a:moveTo>
                  <a:lnTo>
                    <a:pt x="39" y="218"/>
                  </a:lnTo>
                  <a:lnTo>
                    <a:pt x="0" y="179"/>
                  </a:lnTo>
                  <a:lnTo>
                    <a:pt x="4717" y="4896"/>
                  </a:lnTo>
                  <a:cubicBezTo>
                    <a:pt x="4712" y="4750"/>
                    <a:pt x="4712" y="4604"/>
                    <a:pt x="4712" y="44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 rot="10800000" flipH="1">
              <a:off x="8756523" y="3751835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 rot="10800000" flipH="1">
              <a:off x="8740034" y="373335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 rot="10800000" flipH="1">
              <a:off x="8904244" y="391807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 rot="10800000" flipH="1">
              <a:off x="8904244" y="3918076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 rot="10800000" flipH="1">
              <a:off x="9068302" y="410288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7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 rot="10800000" flipH="1">
              <a:off x="9248925" y="430625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 rot="10800000" flipH="1">
              <a:off x="9232436" y="4287778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7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 rot="10800000" flipH="1">
              <a:off x="8822177" y="382575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 rot="10800000" flipH="1">
              <a:off x="8822177" y="382575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 rot="10800000" flipH="1">
              <a:off x="8986235" y="401048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 rot="10800000" flipH="1">
              <a:off x="9166858" y="4213855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 rot="10800000" flipH="1">
              <a:off x="9150369" y="419528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 rot="10800000" flipH="1">
              <a:off x="9081904" y="2276707"/>
              <a:ext cx="2964" cy="3337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0" y="1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 rot="10800000" flipH="1">
              <a:off x="9246113" y="2461515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0"/>
                  </a:moveTo>
                  <a:lnTo>
                    <a:pt x="37" y="39"/>
                  </a:lnTo>
                  <a:lnTo>
                    <a:pt x="37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0800000" flipH="1">
              <a:off x="8983423" y="2166165"/>
              <a:ext cx="2888" cy="2909"/>
            </a:xfrm>
            <a:custGeom>
              <a:avLst/>
              <a:gdLst/>
              <a:ahLst/>
              <a:cxnLst/>
              <a:rect l="l" t="t" r="r" b="b"/>
              <a:pathLst>
                <a:path w="38" h="34" extrusionOk="0">
                  <a:moveTo>
                    <a:pt x="1" y="1"/>
                  </a:moveTo>
                  <a:lnTo>
                    <a:pt x="38" y="34"/>
                  </a:lnTo>
                  <a:lnTo>
                    <a:pt x="38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0800000" flipH="1">
              <a:off x="9147557" y="2350545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9"/>
                  </a:moveTo>
                  <a:lnTo>
                    <a:pt x="37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0800000" flipH="1">
              <a:off x="8086386" y="2076918"/>
              <a:ext cx="831483" cy="935855"/>
            </a:xfrm>
            <a:custGeom>
              <a:avLst/>
              <a:gdLst/>
              <a:ahLst/>
              <a:cxnLst/>
              <a:rect l="l" t="t" r="r" b="b"/>
              <a:pathLst>
                <a:path w="10942" h="10938" extrusionOk="0">
                  <a:moveTo>
                    <a:pt x="218" y="0"/>
                  </a:moveTo>
                  <a:lnTo>
                    <a:pt x="1" y="218"/>
                  </a:lnTo>
                  <a:lnTo>
                    <a:pt x="10725" y="10937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 rot="10800000" flipH="1">
              <a:off x="8901280" y="2073761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3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 rot="10800000" flipH="1">
              <a:off x="8250596" y="2261470"/>
              <a:ext cx="831407" cy="936112"/>
            </a:xfrm>
            <a:custGeom>
              <a:avLst/>
              <a:gdLst/>
              <a:ahLst/>
              <a:cxnLst/>
              <a:rect l="l" t="t" r="r" b="b"/>
              <a:pathLst>
                <a:path w="10941" h="10941" extrusionOk="0">
                  <a:moveTo>
                    <a:pt x="217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0" y="10725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 rot="10800000" flipH="1">
              <a:off x="9065490" y="2258141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 rot="10800000" flipH="1">
              <a:off x="8414654" y="2443026"/>
              <a:ext cx="831559" cy="939363"/>
            </a:xfrm>
            <a:custGeom>
              <a:avLst/>
              <a:gdLst/>
              <a:ahLst/>
              <a:cxnLst/>
              <a:rect l="l" t="t" r="r" b="b"/>
              <a:pathLst>
                <a:path w="10943" h="10979" extrusionOk="0">
                  <a:moveTo>
                    <a:pt x="218" y="0"/>
                  </a:moveTo>
                  <a:lnTo>
                    <a:pt x="1" y="218"/>
                  </a:lnTo>
                  <a:lnTo>
                    <a:pt x="10762" y="10979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 rot="10800000" flipH="1">
              <a:off x="9229548" y="2443034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 rot="10800000" flipH="1">
              <a:off x="8578788" y="2630915"/>
              <a:ext cx="831483" cy="936283"/>
            </a:xfrm>
            <a:custGeom>
              <a:avLst/>
              <a:gdLst/>
              <a:ahLst/>
              <a:cxnLst/>
              <a:rect l="l" t="t" r="r" b="b"/>
              <a:pathLst>
                <a:path w="10942" h="10943" extrusionOk="0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 rot="10800000" flipH="1">
              <a:off x="8144897" y="2003595"/>
              <a:ext cx="690293" cy="777569"/>
            </a:xfrm>
            <a:custGeom>
              <a:avLst/>
              <a:gdLst/>
              <a:ahLst/>
              <a:cxnLst/>
              <a:rect l="l" t="t" r="r" b="b"/>
              <a:pathLst>
                <a:path w="9084" h="9088" extrusionOk="0">
                  <a:moveTo>
                    <a:pt x="1" y="1"/>
                  </a:moveTo>
                  <a:lnTo>
                    <a:pt x="1" y="1"/>
                  </a:lnTo>
                  <a:cubicBezTo>
                    <a:pt x="208" y="358"/>
                    <a:pt x="419" y="713"/>
                    <a:pt x="632" y="1066"/>
                  </a:cubicBezTo>
                  <a:lnTo>
                    <a:pt x="8418" y="8853"/>
                  </a:lnTo>
                  <a:cubicBezTo>
                    <a:pt x="8635" y="8937"/>
                    <a:pt x="8857" y="9012"/>
                    <a:pt x="9083" y="908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 rot="10800000" flipH="1">
              <a:off x="8168529" y="2168980"/>
              <a:ext cx="834370" cy="936198"/>
            </a:xfrm>
            <a:custGeom>
              <a:avLst/>
              <a:gdLst/>
              <a:ahLst/>
              <a:cxnLst/>
              <a:rect l="l" t="t" r="r" b="b"/>
              <a:pathLst>
                <a:path w="10980" h="10942" extrusionOk="0">
                  <a:moveTo>
                    <a:pt x="217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79" y="10762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 rot="10800000" flipH="1">
              <a:off x="8983423" y="2166165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1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 rot="10800000" flipH="1">
              <a:off x="8332663" y="2353788"/>
              <a:ext cx="831483" cy="939449"/>
            </a:xfrm>
            <a:custGeom>
              <a:avLst/>
              <a:gdLst/>
              <a:ahLst/>
              <a:cxnLst/>
              <a:rect l="l" t="t" r="r" b="b"/>
              <a:pathLst>
                <a:path w="10942" h="10980" extrusionOk="0">
                  <a:moveTo>
                    <a:pt x="179" y="1"/>
                  </a:moveTo>
                  <a:lnTo>
                    <a:pt x="218" y="39"/>
                  </a:lnTo>
                  <a:lnTo>
                    <a:pt x="218" y="39"/>
                  </a:lnTo>
                  <a:lnTo>
                    <a:pt x="218" y="39"/>
                  </a:lnTo>
                  <a:lnTo>
                    <a:pt x="179" y="1"/>
                  </a:lnTo>
                  <a:close/>
                  <a:moveTo>
                    <a:pt x="218" y="39"/>
                  </a:moveTo>
                  <a:lnTo>
                    <a:pt x="0" y="255"/>
                  </a:lnTo>
                  <a:lnTo>
                    <a:pt x="10724" y="10979"/>
                  </a:lnTo>
                  <a:lnTo>
                    <a:pt x="10941" y="10763"/>
                  </a:lnTo>
                  <a:lnTo>
                    <a:pt x="21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 rot="10800000" flipH="1">
              <a:off x="9147557" y="2350545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7" y="0"/>
                  </a:moveTo>
                  <a:lnTo>
                    <a:pt x="0" y="216"/>
                  </a:lnTo>
                  <a:lnTo>
                    <a:pt x="37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 rot="10800000" flipH="1">
              <a:off x="8496721" y="2538596"/>
              <a:ext cx="834370" cy="936198"/>
            </a:xfrm>
            <a:custGeom>
              <a:avLst/>
              <a:gdLst/>
              <a:ahLst/>
              <a:cxnLst/>
              <a:rect l="l" t="t" r="r" b="b"/>
              <a:pathLst>
                <a:path w="10980" h="10942" extrusionOk="0">
                  <a:moveTo>
                    <a:pt x="10942" y="10724"/>
                  </a:moveTo>
                  <a:lnTo>
                    <a:pt x="10941" y="10725"/>
                  </a:lnTo>
                  <a:lnTo>
                    <a:pt x="10941" y="10725"/>
                  </a:lnTo>
                  <a:lnTo>
                    <a:pt x="10979" y="10763"/>
                  </a:lnTo>
                  <a:lnTo>
                    <a:pt x="10979" y="10763"/>
                  </a:lnTo>
                  <a:lnTo>
                    <a:pt x="10942" y="10724"/>
                  </a:lnTo>
                  <a:close/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 rot="10800000" flipH="1">
              <a:off x="8657967" y="2720153"/>
              <a:ext cx="834370" cy="939363"/>
            </a:xfrm>
            <a:custGeom>
              <a:avLst/>
              <a:gdLst/>
              <a:ahLst/>
              <a:cxnLst/>
              <a:rect l="l" t="t" r="r" b="b"/>
              <a:pathLst>
                <a:path w="10980" h="10979" extrusionOk="0">
                  <a:moveTo>
                    <a:pt x="1" y="179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" y="179"/>
                  </a:lnTo>
                  <a:close/>
                  <a:moveTo>
                    <a:pt x="255" y="0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0800" y="10979"/>
                  </a:lnTo>
                  <a:lnTo>
                    <a:pt x="10763" y="10941"/>
                  </a:lnTo>
                  <a:lnTo>
                    <a:pt x="10979" y="10724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 rot="10800000" flipH="1">
              <a:off x="8083575" y="2994122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 rot="10800000" flipH="1">
              <a:off x="8264198" y="319749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 rot="10800000" flipH="1">
              <a:off x="8247708" y="3178930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 rot="10800000" flipH="1">
              <a:off x="8411842" y="336373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 rot="10800000" flipH="1">
              <a:off x="8411842" y="336373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 rot="10800000" flipH="1">
              <a:off x="8575976" y="3548460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7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 rot="10800000" flipH="1">
              <a:off x="8182131" y="3105092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 rot="10800000" flipH="1">
              <a:off x="8165642" y="3086526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 rot="10800000" flipH="1">
              <a:off x="8329775" y="3271334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0"/>
                  </a:moveTo>
                  <a:lnTo>
                    <a:pt x="38" y="37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 rot="10800000" flipH="1">
              <a:off x="8329775" y="327133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 rot="10800000" flipH="1">
              <a:off x="8493909" y="3456142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 rot="10800000" flipH="1">
              <a:off x="8674532" y="3659431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 rot="10800000" flipH="1">
              <a:off x="8657967" y="364086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 rot="10800000" flipH="1">
              <a:off x="9059335" y="4722244"/>
              <a:ext cx="446669" cy="502494"/>
            </a:xfrm>
            <a:custGeom>
              <a:avLst/>
              <a:gdLst/>
              <a:ahLst/>
              <a:cxnLst/>
              <a:rect l="l" t="t" r="r" b="b"/>
              <a:pathLst>
                <a:path w="5878" h="5873" extrusionOk="0">
                  <a:moveTo>
                    <a:pt x="1" y="1"/>
                  </a:moveTo>
                  <a:lnTo>
                    <a:pt x="5872" y="5873"/>
                  </a:lnTo>
                  <a:cubicBezTo>
                    <a:pt x="5872" y="5727"/>
                    <a:pt x="5872" y="5585"/>
                    <a:pt x="5877" y="5444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 rot="10800000" flipH="1">
              <a:off x="9223469" y="4905855"/>
              <a:ext cx="283519" cy="318882"/>
            </a:xfrm>
            <a:custGeom>
              <a:avLst/>
              <a:gdLst/>
              <a:ahLst/>
              <a:cxnLst/>
              <a:rect l="l" t="t" r="r" b="b"/>
              <a:pathLst>
                <a:path w="3731" h="3727" extrusionOk="0">
                  <a:moveTo>
                    <a:pt x="0" y="1"/>
                  </a:moveTo>
                  <a:lnTo>
                    <a:pt x="3726" y="3727"/>
                  </a:lnTo>
                  <a:cubicBezTo>
                    <a:pt x="3726" y="3581"/>
                    <a:pt x="3726" y="3439"/>
                    <a:pt x="3731" y="3298"/>
                  </a:cubicBez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 rot="10800000" flipH="1">
              <a:off x="8835779" y="384749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 rot="10800000" flipH="1">
              <a:off x="8999837" y="4032298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" y="0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 rot="10800000" flipH="1">
              <a:off x="9147557" y="419854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37"/>
                  </a:move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 rot="10800000" flipH="1">
              <a:off x="7935930" y="4675875"/>
              <a:ext cx="2964" cy="2909"/>
            </a:xfrm>
            <a:custGeom>
              <a:avLst/>
              <a:gdLst/>
              <a:ahLst/>
              <a:cxnLst/>
              <a:rect l="l" t="t" r="r" b="b"/>
              <a:pathLst>
                <a:path w="39" h="34" extrusionOk="0">
                  <a:moveTo>
                    <a:pt x="39" y="34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 rot="10800000" flipH="1">
              <a:off x="8753712" y="375517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 rot="10800000" flipH="1">
              <a:off x="7922328" y="3739763"/>
              <a:ext cx="831483" cy="936198"/>
            </a:xfrm>
            <a:custGeom>
              <a:avLst/>
              <a:gdLst/>
              <a:ahLst/>
              <a:cxnLst/>
              <a:rect l="l" t="t" r="r" b="b"/>
              <a:pathLst>
                <a:path w="10942" h="10942" extrusionOk="0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 rot="10800000" flipH="1">
              <a:off x="8737222" y="373651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8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 rot="10800000" flipH="1">
              <a:off x="8083575" y="4842116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 rot="10800000" flipH="1">
              <a:off x="8086386" y="3924571"/>
              <a:ext cx="831483" cy="935770"/>
            </a:xfrm>
            <a:custGeom>
              <a:avLst/>
              <a:gdLst/>
              <a:ahLst/>
              <a:cxnLst/>
              <a:rect l="l" t="t" r="r" b="b"/>
              <a:pathLst>
                <a:path w="10942" h="10937" extrusionOk="0">
                  <a:moveTo>
                    <a:pt x="218" y="1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2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 rot="10800000" flipH="1">
              <a:off x="8901280" y="3921328"/>
              <a:ext cx="3040" cy="3337"/>
            </a:xfrm>
            <a:custGeom>
              <a:avLst/>
              <a:gdLst/>
              <a:ahLst/>
              <a:cxnLst/>
              <a:rect l="l" t="t" r="r" b="b"/>
              <a:pathLst>
                <a:path w="40" h="39" extrusionOk="0">
                  <a:moveTo>
                    <a:pt x="1" y="0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 rot="10800000" flipH="1">
              <a:off x="8901280" y="392132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6"/>
                  </a:lnTo>
                  <a:lnTo>
                    <a:pt x="39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 rot="10800000" flipH="1">
              <a:off x="8250596" y="4109379"/>
              <a:ext cx="831407" cy="935684"/>
            </a:xfrm>
            <a:custGeom>
              <a:avLst/>
              <a:gdLst/>
              <a:ahLst/>
              <a:cxnLst/>
              <a:rect l="l" t="t" r="r" b="b"/>
              <a:pathLst>
                <a:path w="10941" h="10936" extrusionOk="0">
                  <a:moveTo>
                    <a:pt x="217" y="0"/>
                  </a:moveTo>
                  <a:lnTo>
                    <a:pt x="0" y="212"/>
                  </a:lnTo>
                  <a:lnTo>
                    <a:pt x="10724" y="10936"/>
                  </a:lnTo>
                  <a:lnTo>
                    <a:pt x="10940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 rot="10800000" flipH="1">
              <a:off x="9065490" y="4106135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 rot="10800000" flipH="1">
              <a:off x="9246113" y="430951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 rot="10800000" flipH="1">
              <a:off x="8414654" y="4294101"/>
              <a:ext cx="831559" cy="930636"/>
            </a:xfrm>
            <a:custGeom>
              <a:avLst/>
              <a:gdLst/>
              <a:ahLst/>
              <a:cxnLst/>
              <a:rect l="l" t="t" r="r" b="b"/>
              <a:pathLst>
                <a:path w="10943" h="10877" extrusionOk="0">
                  <a:moveTo>
                    <a:pt x="157" y="1"/>
                  </a:moveTo>
                  <a:lnTo>
                    <a:pt x="1" y="152"/>
                  </a:lnTo>
                  <a:lnTo>
                    <a:pt x="10725" y="10876"/>
                  </a:lnTo>
                  <a:lnTo>
                    <a:pt x="10942" y="10659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 rot="10800000" flipH="1">
              <a:off x="9229548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 rot="10800000" flipH="1">
              <a:off x="8731067" y="4478997"/>
              <a:ext cx="679199" cy="745741"/>
            </a:xfrm>
            <a:custGeom>
              <a:avLst/>
              <a:gdLst/>
              <a:ahLst/>
              <a:cxnLst/>
              <a:rect l="l" t="t" r="r" b="b"/>
              <a:pathLst>
                <a:path w="8938" h="8716" extrusionOk="0">
                  <a:moveTo>
                    <a:pt x="1" y="1"/>
                  </a:moveTo>
                  <a:lnTo>
                    <a:pt x="8720" y="8716"/>
                  </a:lnTo>
                  <a:lnTo>
                    <a:pt x="8938" y="85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 rot="10800000" flipH="1">
              <a:off x="8001508" y="3828916"/>
              <a:ext cx="834370" cy="939021"/>
            </a:xfrm>
            <a:custGeom>
              <a:avLst/>
              <a:gdLst/>
              <a:ahLst/>
              <a:cxnLst/>
              <a:rect l="l" t="t" r="r" b="b"/>
              <a:pathLst>
                <a:path w="10980" h="10975" extrusionOk="0">
                  <a:moveTo>
                    <a:pt x="1" y="175"/>
                  </a:moveTo>
                  <a:lnTo>
                    <a:pt x="38" y="213"/>
                  </a:lnTo>
                  <a:lnTo>
                    <a:pt x="39" y="213"/>
                  </a:lnTo>
                  <a:lnTo>
                    <a:pt x="39" y="213"/>
                  </a:lnTo>
                  <a:lnTo>
                    <a:pt x="1" y="175"/>
                  </a:lnTo>
                  <a:close/>
                  <a:moveTo>
                    <a:pt x="255" y="1"/>
                  </a:moveTo>
                  <a:lnTo>
                    <a:pt x="39" y="213"/>
                  </a:lnTo>
                  <a:lnTo>
                    <a:pt x="39" y="213"/>
                  </a:lnTo>
                  <a:lnTo>
                    <a:pt x="10763" y="10937"/>
                  </a:lnTo>
                  <a:lnTo>
                    <a:pt x="10763" y="10937"/>
                  </a:lnTo>
                  <a:lnTo>
                    <a:pt x="10979" y="10720"/>
                  </a:lnTo>
                  <a:lnTo>
                    <a:pt x="255" y="1"/>
                  </a:lnTo>
                  <a:close/>
                  <a:moveTo>
                    <a:pt x="10763" y="10937"/>
                  </a:moveTo>
                  <a:lnTo>
                    <a:pt x="10762" y="10937"/>
                  </a:lnTo>
                  <a:lnTo>
                    <a:pt x="10800" y="10974"/>
                  </a:lnTo>
                  <a:lnTo>
                    <a:pt x="10763" y="109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 rot="10800000" flipH="1">
              <a:off x="8819213" y="382892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 rot="10800000" flipH="1">
              <a:off x="8168529" y="4016975"/>
              <a:ext cx="831407" cy="935684"/>
            </a:xfrm>
            <a:custGeom>
              <a:avLst/>
              <a:gdLst/>
              <a:ahLst/>
              <a:cxnLst/>
              <a:rect l="l" t="t" r="r" b="b"/>
              <a:pathLst>
                <a:path w="10941" h="10936" extrusionOk="0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1" y="1071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 rot="10800000" flipH="1">
              <a:off x="8983423" y="401373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 rot="10800000" flipH="1">
              <a:off x="8332663" y="4201697"/>
              <a:ext cx="834294" cy="939021"/>
            </a:xfrm>
            <a:custGeom>
              <a:avLst/>
              <a:gdLst/>
              <a:ahLst/>
              <a:cxnLst/>
              <a:rect l="l" t="t" r="r" b="b"/>
              <a:pathLst>
                <a:path w="10979" h="10975" extrusionOk="0">
                  <a:moveTo>
                    <a:pt x="179" y="0"/>
                  </a:moveTo>
                  <a:lnTo>
                    <a:pt x="217" y="38"/>
                  </a:lnTo>
                  <a:lnTo>
                    <a:pt x="217" y="38"/>
                  </a:lnTo>
                  <a:lnTo>
                    <a:pt x="218" y="37"/>
                  </a:lnTo>
                  <a:lnTo>
                    <a:pt x="179" y="0"/>
                  </a:lnTo>
                  <a:close/>
                  <a:moveTo>
                    <a:pt x="10941" y="10757"/>
                  </a:moveTo>
                  <a:lnTo>
                    <a:pt x="10941" y="10757"/>
                  </a:lnTo>
                  <a:lnTo>
                    <a:pt x="10941" y="10757"/>
                  </a:lnTo>
                  <a:lnTo>
                    <a:pt x="10979" y="10795"/>
                  </a:lnTo>
                  <a:lnTo>
                    <a:pt x="10941" y="10757"/>
                  </a:lnTo>
                  <a:close/>
                  <a:moveTo>
                    <a:pt x="217" y="38"/>
                  </a:moveTo>
                  <a:lnTo>
                    <a:pt x="0" y="250"/>
                  </a:lnTo>
                  <a:lnTo>
                    <a:pt x="10724" y="10974"/>
                  </a:lnTo>
                  <a:lnTo>
                    <a:pt x="10941" y="10757"/>
                  </a:lnTo>
                  <a:lnTo>
                    <a:pt x="10941" y="10757"/>
                  </a:lnTo>
                  <a:lnTo>
                    <a:pt x="21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 rot="10800000" flipH="1">
              <a:off x="9147557" y="419853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 rot="10800000" flipH="1">
              <a:off x="8567010" y="4386506"/>
              <a:ext cx="761192" cy="838231"/>
            </a:xfrm>
            <a:custGeom>
              <a:avLst/>
              <a:gdLst/>
              <a:ahLst/>
              <a:cxnLst/>
              <a:rect l="l" t="t" r="r" b="b"/>
              <a:pathLst>
                <a:path w="10017" h="9797" extrusionOk="0">
                  <a:moveTo>
                    <a:pt x="0" y="1"/>
                  </a:moveTo>
                  <a:lnTo>
                    <a:pt x="9800" y="9797"/>
                  </a:lnTo>
                  <a:lnTo>
                    <a:pt x="10017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 rot="10800000" flipH="1">
              <a:off x="8895277" y="4571401"/>
              <a:ext cx="597053" cy="653336"/>
            </a:xfrm>
            <a:custGeom>
              <a:avLst/>
              <a:gdLst/>
              <a:ahLst/>
              <a:cxnLst/>
              <a:rect l="l" t="t" r="r" b="b"/>
              <a:pathLst>
                <a:path w="7857" h="7636" extrusionOk="0">
                  <a:moveTo>
                    <a:pt x="0" y="1"/>
                  </a:moveTo>
                  <a:lnTo>
                    <a:pt x="7640" y="7636"/>
                  </a:lnTo>
                  <a:lnTo>
                    <a:pt x="7856" y="742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rot="10800000" flipH="1">
              <a:off x="7919517" y="4657223"/>
              <a:ext cx="19377" cy="21561"/>
            </a:xfrm>
            <a:custGeom>
              <a:avLst/>
              <a:gdLst/>
              <a:ahLst/>
              <a:cxnLst/>
              <a:rect l="l" t="t" r="r" b="b"/>
              <a:pathLst>
                <a:path w="255" h="252" extrusionOk="0">
                  <a:moveTo>
                    <a:pt x="216" y="1"/>
                  </a:moveTo>
                  <a:lnTo>
                    <a:pt x="0" y="213"/>
                  </a:lnTo>
                  <a:lnTo>
                    <a:pt x="37" y="251"/>
                  </a:lnTo>
                  <a:lnTo>
                    <a:pt x="255" y="3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rot="10800000" flipH="1">
              <a:off x="8083575" y="4842116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rot="10800000" flipH="1">
              <a:off x="8018073" y="476785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rot="10800000" flipH="1">
              <a:off x="8001508" y="4749627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rot="10800000" flipH="1">
              <a:off x="8182131" y="4952573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 rot="10800000" flipH="1">
              <a:off x="8165642" y="4934520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8" y="1"/>
                  </a:moveTo>
                  <a:lnTo>
                    <a:pt x="0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 rot="10800000" flipH="1">
              <a:off x="8343377" y="3293151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 rot="10800000" flipH="1">
              <a:off x="8655156" y="364420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 rot="10800000" flipH="1">
              <a:off x="7099152" y="3523903"/>
              <a:ext cx="221587" cy="228017"/>
            </a:xfrm>
            <a:custGeom>
              <a:avLst/>
              <a:gdLst/>
              <a:ahLst/>
              <a:cxnLst/>
              <a:rect l="l" t="t" r="r" b="b"/>
              <a:pathLst>
                <a:path w="2916" h="2665" extrusionOk="0">
                  <a:moveTo>
                    <a:pt x="251" y="0"/>
                  </a:moveTo>
                  <a:lnTo>
                    <a:pt x="39" y="217"/>
                  </a:lnTo>
                  <a:lnTo>
                    <a:pt x="1" y="179"/>
                  </a:lnTo>
                  <a:lnTo>
                    <a:pt x="2349" y="2528"/>
                  </a:lnTo>
                  <a:cubicBezTo>
                    <a:pt x="2538" y="2571"/>
                    <a:pt x="2727" y="2617"/>
                    <a:pt x="2915" y="2665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 rot="10800000" flipH="1">
              <a:off x="7266173" y="3000616"/>
              <a:ext cx="831103" cy="936198"/>
            </a:xfrm>
            <a:custGeom>
              <a:avLst/>
              <a:gdLst/>
              <a:ahLst/>
              <a:cxnLst/>
              <a:rect l="l" t="t" r="r" b="b"/>
              <a:pathLst>
                <a:path w="10937" h="10942" extrusionOk="0">
                  <a:moveTo>
                    <a:pt x="213" y="1"/>
                  </a:moveTo>
                  <a:lnTo>
                    <a:pt x="1" y="218"/>
                  </a:lnTo>
                  <a:lnTo>
                    <a:pt x="10720" y="10942"/>
                  </a:lnTo>
                  <a:lnTo>
                    <a:pt x="10936" y="10725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 rot="10800000" flipH="1">
              <a:off x="8080763" y="2997373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 rot="10800000" flipH="1">
              <a:off x="7429927" y="3185339"/>
              <a:ext cx="831483" cy="936198"/>
            </a:xfrm>
            <a:custGeom>
              <a:avLst/>
              <a:gdLst/>
              <a:ahLst/>
              <a:cxnLst/>
              <a:rect l="l" t="t" r="r" b="b"/>
              <a:pathLst>
                <a:path w="10942" h="10942" extrusionOk="0">
                  <a:moveTo>
                    <a:pt x="218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 rot="10800000" flipH="1">
              <a:off x="8261310" y="3200747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7"/>
                  </a:moveTo>
                  <a:lnTo>
                    <a:pt x="38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 rot="10800000" flipH="1">
              <a:off x="8244821" y="318218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 rot="10800000" flipH="1">
              <a:off x="8408955" y="3366903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 rot="10800000" flipH="1">
              <a:off x="7591173" y="4287778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 rot="10800000" flipH="1">
              <a:off x="7594061" y="3370232"/>
              <a:ext cx="831483" cy="936112"/>
            </a:xfrm>
            <a:custGeom>
              <a:avLst/>
              <a:gdLst/>
              <a:ahLst/>
              <a:cxnLst/>
              <a:rect l="l" t="t" r="r" b="b"/>
              <a:pathLst>
                <a:path w="10942" h="10941" extrusionOk="0">
                  <a:moveTo>
                    <a:pt x="218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 rot="10800000" flipH="1">
              <a:off x="8408955" y="3366903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 rot="10800000" flipH="1">
              <a:off x="7758195" y="3554955"/>
              <a:ext cx="831407" cy="936198"/>
            </a:xfrm>
            <a:custGeom>
              <a:avLst/>
              <a:gdLst/>
              <a:ahLst/>
              <a:cxnLst/>
              <a:rect l="l" t="t" r="r" b="b"/>
              <a:pathLst>
                <a:path w="10941" h="10942" extrusionOk="0">
                  <a:moveTo>
                    <a:pt x="217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1" y="10724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 rot="10800000" flipH="1">
              <a:off x="8573089" y="355179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 rot="10800000" flipH="1">
              <a:off x="7184182" y="3431925"/>
              <a:ext cx="382458" cy="412399"/>
            </a:xfrm>
            <a:custGeom>
              <a:avLst/>
              <a:gdLst/>
              <a:ahLst/>
              <a:cxnLst/>
              <a:rect l="l" t="t" r="r" b="b"/>
              <a:pathLst>
                <a:path w="5033" h="4820" extrusionOk="0">
                  <a:moveTo>
                    <a:pt x="212" y="1"/>
                  </a:moveTo>
                  <a:lnTo>
                    <a:pt x="0" y="217"/>
                  </a:lnTo>
                  <a:lnTo>
                    <a:pt x="4301" y="4518"/>
                  </a:lnTo>
                  <a:cubicBezTo>
                    <a:pt x="4545" y="4613"/>
                    <a:pt x="4791" y="4716"/>
                    <a:pt x="5032" y="4820"/>
                  </a:cubicBez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 rot="10800000" flipH="1">
              <a:off x="8179319" y="3108258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 rot="10800000" flipH="1">
              <a:off x="7348240" y="3092935"/>
              <a:ext cx="831179" cy="939449"/>
            </a:xfrm>
            <a:custGeom>
              <a:avLst/>
              <a:gdLst/>
              <a:ahLst/>
              <a:cxnLst/>
              <a:rect l="l" t="t" r="r" b="b"/>
              <a:pathLst>
                <a:path w="10938" h="10980" extrusionOk="0">
                  <a:moveTo>
                    <a:pt x="175" y="1"/>
                  </a:moveTo>
                  <a:lnTo>
                    <a:pt x="213" y="39"/>
                  </a:lnTo>
                  <a:lnTo>
                    <a:pt x="213" y="39"/>
                  </a:lnTo>
                  <a:lnTo>
                    <a:pt x="213" y="38"/>
                  </a:lnTo>
                  <a:lnTo>
                    <a:pt x="175" y="1"/>
                  </a:lnTo>
                  <a:close/>
                  <a:moveTo>
                    <a:pt x="213" y="39"/>
                  </a:moveTo>
                  <a:lnTo>
                    <a:pt x="1" y="255"/>
                  </a:lnTo>
                  <a:lnTo>
                    <a:pt x="10720" y="10979"/>
                  </a:lnTo>
                  <a:lnTo>
                    <a:pt x="10937" y="10762"/>
                  </a:lnTo>
                  <a:lnTo>
                    <a:pt x="213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 rot="10800000" flipH="1">
              <a:off x="8162754" y="3089777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 rot="10800000" flipH="1">
              <a:off x="7509182" y="3274491"/>
              <a:ext cx="834294" cy="939449"/>
            </a:xfrm>
            <a:custGeom>
              <a:avLst/>
              <a:gdLst/>
              <a:ahLst/>
              <a:cxnLst/>
              <a:rect l="l" t="t" r="r" b="b"/>
              <a:pathLst>
                <a:path w="10979" h="10980" extrusionOk="0">
                  <a:moveTo>
                    <a:pt x="0" y="179"/>
                  </a:moveTo>
                  <a:lnTo>
                    <a:pt x="31" y="210"/>
                  </a:lnTo>
                  <a:lnTo>
                    <a:pt x="5" y="179"/>
                  </a:lnTo>
                  <a:close/>
                  <a:moveTo>
                    <a:pt x="31" y="210"/>
                  </a:moveTo>
                  <a:lnTo>
                    <a:pt x="38" y="218"/>
                  </a:lnTo>
                  <a:lnTo>
                    <a:pt x="38" y="217"/>
                  </a:lnTo>
                  <a:lnTo>
                    <a:pt x="31" y="210"/>
                  </a:lnTo>
                  <a:close/>
                  <a:moveTo>
                    <a:pt x="255" y="1"/>
                  </a:moveTo>
                  <a:lnTo>
                    <a:pt x="38" y="217"/>
                  </a:lnTo>
                  <a:lnTo>
                    <a:pt x="10762" y="10941"/>
                  </a:lnTo>
                  <a:lnTo>
                    <a:pt x="10762" y="10941"/>
                  </a:lnTo>
                  <a:lnTo>
                    <a:pt x="10979" y="10724"/>
                  </a:lnTo>
                  <a:lnTo>
                    <a:pt x="255" y="1"/>
                  </a:lnTo>
                  <a:close/>
                  <a:moveTo>
                    <a:pt x="10762" y="10941"/>
                  </a:moveTo>
                  <a:lnTo>
                    <a:pt x="10761" y="10942"/>
                  </a:lnTo>
                  <a:lnTo>
                    <a:pt x="10800" y="10979"/>
                  </a:lnTo>
                  <a:lnTo>
                    <a:pt x="10762" y="109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 rot="10800000" flipH="1">
              <a:off x="8326888" y="3274499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 rot="10800000" flipH="1">
              <a:off x="7676204" y="3462551"/>
              <a:ext cx="831407" cy="936112"/>
            </a:xfrm>
            <a:custGeom>
              <a:avLst/>
              <a:gdLst/>
              <a:ahLst/>
              <a:cxnLst/>
              <a:rect l="l" t="t" r="r" b="b"/>
              <a:pathLst>
                <a:path w="10941" h="10941" extrusionOk="0">
                  <a:moveTo>
                    <a:pt x="216" y="0"/>
                  </a:moveTo>
                  <a:lnTo>
                    <a:pt x="0" y="216"/>
                  </a:lnTo>
                  <a:lnTo>
                    <a:pt x="10724" y="10940"/>
                  </a:lnTo>
                  <a:lnTo>
                    <a:pt x="10940" y="1072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 rot="10800000" flipH="1">
              <a:off x="8491098" y="3459307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7"/>
                  </a:lnTo>
                  <a:lnTo>
                    <a:pt x="37" y="256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 rot="10800000" flipH="1">
              <a:off x="7840261" y="3647359"/>
              <a:ext cx="834370" cy="939021"/>
            </a:xfrm>
            <a:custGeom>
              <a:avLst/>
              <a:gdLst/>
              <a:ahLst/>
              <a:cxnLst/>
              <a:rect l="l" t="t" r="r" b="b"/>
              <a:pathLst>
                <a:path w="10980" h="10975" extrusionOk="0">
                  <a:moveTo>
                    <a:pt x="179" y="1"/>
                  </a:moveTo>
                  <a:lnTo>
                    <a:pt x="215" y="36"/>
                  </a:lnTo>
                  <a:lnTo>
                    <a:pt x="218" y="33"/>
                  </a:lnTo>
                  <a:lnTo>
                    <a:pt x="179" y="1"/>
                  </a:lnTo>
                  <a:close/>
                  <a:moveTo>
                    <a:pt x="10942" y="10757"/>
                  </a:moveTo>
                  <a:lnTo>
                    <a:pt x="10941" y="10758"/>
                  </a:lnTo>
                  <a:lnTo>
                    <a:pt x="10941" y="10758"/>
                  </a:lnTo>
                  <a:lnTo>
                    <a:pt x="10979" y="10796"/>
                  </a:lnTo>
                  <a:lnTo>
                    <a:pt x="10942" y="10757"/>
                  </a:lnTo>
                  <a:close/>
                  <a:moveTo>
                    <a:pt x="215" y="36"/>
                  </a:moveTo>
                  <a:lnTo>
                    <a:pt x="1" y="251"/>
                  </a:lnTo>
                  <a:lnTo>
                    <a:pt x="10724" y="10975"/>
                  </a:lnTo>
                  <a:lnTo>
                    <a:pt x="10941" y="10758"/>
                  </a:lnTo>
                  <a:lnTo>
                    <a:pt x="10941" y="10758"/>
                  </a:lnTo>
                  <a:lnTo>
                    <a:pt x="215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 rot="10800000" flipH="1">
              <a:off x="8655156" y="364420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 rot="10800000" flipH="1">
              <a:off x="7115337" y="3751835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 rot="10800000" flipH="1">
              <a:off x="7099152" y="3733354"/>
              <a:ext cx="19149" cy="21903"/>
            </a:xfrm>
            <a:custGeom>
              <a:avLst/>
              <a:gdLst/>
              <a:ahLst/>
              <a:cxnLst/>
              <a:rect l="l" t="t" r="r" b="b"/>
              <a:pathLst>
                <a:path w="252" h="256" extrusionOk="0">
                  <a:moveTo>
                    <a:pt x="214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1" y="39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 rot="10800000" flipH="1">
              <a:off x="7263361" y="3918076"/>
              <a:ext cx="18998" cy="21903"/>
            </a:xfrm>
            <a:custGeom>
              <a:avLst/>
              <a:gdLst/>
              <a:ahLst/>
              <a:cxnLst/>
              <a:rect l="l" t="t" r="r" b="b"/>
              <a:pathLst>
                <a:path w="250" h="256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 rot="10800000" flipH="1">
              <a:off x="7427495" y="4102884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7"/>
                  </a:lnTo>
                  <a:lnTo>
                    <a:pt x="33" y="256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 rot="10800000" flipH="1">
              <a:off x="7591173" y="428777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 rot="10800000" flipH="1">
              <a:off x="7755307" y="447250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0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 rot="10800000" flipH="1">
              <a:off x="7181219" y="3825758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3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9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 rot="10800000" flipH="1">
              <a:off x="7345428" y="401048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8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 rot="10800000" flipH="1">
              <a:off x="7345428" y="4010480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 rot="10800000" flipH="1">
              <a:off x="7525672" y="4213855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 rot="10800000" flipH="1">
              <a:off x="7509486" y="4195288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4" y="0"/>
                  </a:moveTo>
                  <a:lnTo>
                    <a:pt x="1" y="216"/>
                  </a:lnTo>
                  <a:lnTo>
                    <a:pt x="34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 rot="10800000" flipH="1">
              <a:off x="7673240" y="4380096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 rot="10800000" flipH="1">
              <a:off x="7837450" y="456490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 rot="10800000" flipH="1">
              <a:off x="7837450" y="4564904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3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 rot="10800000" flipH="1">
              <a:off x="7017161" y="3571561"/>
              <a:ext cx="97115" cy="87956"/>
            </a:xfrm>
            <a:custGeom>
              <a:avLst/>
              <a:gdLst/>
              <a:ahLst/>
              <a:cxnLst/>
              <a:rect l="l" t="t" r="r" b="b"/>
              <a:pathLst>
                <a:path w="1278" h="1028" extrusionOk="0">
                  <a:moveTo>
                    <a:pt x="0" y="179"/>
                  </a:moveTo>
                  <a:lnTo>
                    <a:pt x="38" y="217"/>
                  </a:lnTo>
                  <a:lnTo>
                    <a:pt x="38" y="217"/>
                  </a:lnTo>
                  <a:lnTo>
                    <a:pt x="0" y="179"/>
                  </a:lnTo>
                  <a:close/>
                  <a:moveTo>
                    <a:pt x="250" y="0"/>
                  </a:moveTo>
                  <a:lnTo>
                    <a:pt x="38" y="217"/>
                  </a:lnTo>
                  <a:lnTo>
                    <a:pt x="769" y="947"/>
                  </a:lnTo>
                  <a:cubicBezTo>
                    <a:pt x="938" y="976"/>
                    <a:pt x="1108" y="1000"/>
                    <a:pt x="1278" y="1028"/>
                  </a:cubicBezTo>
                  <a:lnTo>
                    <a:pt x="2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 rot="10800000" flipH="1">
              <a:off x="7033270" y="3659431"/>
              <a:ext cx="2964" cy="3337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 rot="10800000" flipH="1">
              <a:off x="7017161" y="3640864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3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 rot="10800000" flipH="1">
              <a:off x="7933043" y="4678698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 rot="10800000" flipH="1">
              <a:off x="8080763" y="4845282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 rot="10800000" flipH="1">
              <a:off x="7998696" y="475296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 rot="10800000" flipH="1">
              <a:off x="7418529" y="4663721"/>
              <a:ext cx="514604" cy="561017"/>
            </a:xfrm>
            <a:custGeom>
              <a:avLst/>
              <a:gdLst/>
              <a:ahLst/>
              <a:cxnLst/>
              <a:rect l="l" t="t" r="r" b="b"/>
              <a:pathLst>
                <a:path w="6772" h="6557" extrusionOk="0">
                  <a:moveTo>
                    <a:pt x="0" y="1"/>
                  </a:moveTo>
                  <a:lnTo>
                    <a:pt x="6555" y="6556"/>
                  </a:lnTo>
                  <a:lnTo>
                    <a:pt x="6772" y="6345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 rot="10800000" flipH="1">
              <a:off x="7916553" y="4660559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 rot="10800000" flipH="1">
              <a:off x="7746720" y="4848530"/>
              <a:ext cx="350542" cy="376207"/>
            </a:xfrm>
            <a:custGeom>
              <a:avLst/>
              <a:gdLst/>
              <a:ahLst/>
              <a:cxnLst/>
              <a:rect l="l" t="t" r="r" b="b"/>
              <a:pathLst>
                <a:path w="4613" h="4397" extrusionOk="0">
                  <a:moveTo>
                    <a:pt x="0" y="1"/>
                  </a:moveTo>
                  <a:lnTo>
                    <a:pt x="4396" y="4397"/>
                  </a:lnTo>
                  <a:lnTo>
                    <a:pt x="4612" y="418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 rot="10800000" flipH="1">
              <a:off x="8080763" y="4845282"/>
              <a:ext cx="19377" cy="21561"/>
            </a:xfrm>
            <a:custGeom>
              <a:avLst/>
              <a:gdLst/>
              <a:ahLst/>
              <a:cxnLst/>
              <a:rect l="l" t="t" r="r" b="b"/>
              <a:pathLst>
                <a:path w="255" h="252" extrusionOk="0">
                  <a:moveTo>
                    <a:pt x="216" y="1"/>
                  </a:moveTo>
                  <a:lnTo>
                    <a:pt x="0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 rot="10800000" flipH="1">
              <a:off x="7582587" y="4756125"/>
              <a:ext cx="432611" cy="468612"/>
            </a:xfrm>
            <a:custGeom>
              <a:avLst/>
              <a:gdLst/>
              <a:ahLst/>
              <a:cxnLst/>
              <a:rect l="l" t="t" r="r" b="b"/>
              <a:pathLst>
                <a:path w="5693" h="5477" extrusionOk="0">
                  <a:moveTo>
                    <a:pt x="1" y="1"/>
                  </a:moveTo>
                  <a:lnTo>
                    <a:pt x="5476" y="5476"/>
                  </a:lnTo>
                  <a:lnTo>
                    <a:pt x="5693" y="526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 rot="10800000" flipH="1">
              <a:off x="7998696" y="4752963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 rot="10800000" flipH="1">
              <a:off x="8179319" y="495591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 rot="10800000" flipH="1">
              <a:off x="7910854" y="4940935"/>
              <a:ext cx="268549" cy="283803"/>
            </a:xfrm>
            <a:custGeom>
              <a:avLst/>
              <a:gdLst/>
              <a:ahLst/>
              <a:cxnLst/>
              <a:rect l="l" t="t" r="r" b="b"/>
              <a:pathLst>
                <a:path w="3534" h="3317" extrusionOk="0">
                  <a:moveTo>
                    <a:pt x="1" y="1"/>
                  </a:moveTo>
                  <a:lnTo>
                    <a:pt x="3316" y="3317"/>
                  </a:lnTo>
                  <a:lnTo>
                    <a:pt x="3533" y="310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 rot="10800000" flipH="1">
              <a:off x="8162754" y="4937686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3"/>
                  </a:lnTo>
                  <a:lnTo>
                    <a:pt x="38" y="250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 rot="10800000" flipH="1">
              <a:off x="7096340" y="373651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 rot="10800000" flipH="1">
              <a:off x="7588362" y="429094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 rot="10800000" flipH="1">
              <a:off x="7358650" y="403229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 rot="10800000" flipH="1">
              <a:off x="7506675" y="419854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3" y="37"/>
                  </a:lnTo>
                  <a:lnTo>
                    <a:pt x="38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 rot="10800000" flipH="1">
              <a:off x="7851052" y="458629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 rot="10800000" flipH="1">
              <a:off x="6281446" y="3739763"/>
              <a:ext cx="833990" cy="936198"/>
            </a:xfrm>
            <a:custGeom>
              <a:avLst/>
              <a:gdLst/>
              <a:ahLst/>
              <a:cxnLst/>
              <a:rect l="l" t="t" r="r" b="b"/>
              <a:pathLst>
                <a:path w="10975" h="10942" extrusionOk="0"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36" y="10725"/>
                  </a:lnTo>
                  <a:lnTo>
                    <a:pt x="10975" y="10762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 rot="10800000" flipH="1">
              <a:off x="6295048" y="4675875"/>
              <a:ext cx="3040" cy="2909"/>
            </a:xfrm>
            <a:custGeom>
              <a:avLst/>
              <a:gdLst/>
              <a:ahLst/>
              <a:cxnLst/>
              <a:rect l="l" t="t" r="r" b="b"/>
              <a:pathLst>
                <a:path w="40" h="34" extrusionOk="0">
                  <a:moveTo>
                    <a:pt x="39" y="3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 rot="10800000" flipH="1">
              <a:off x="7096340" y="3736519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 rot="10800000" flipH="1">
              <a:off x="6444364" y="3924571"/>
              <a:ext cx="832318" cy="935770"/>
            </a:xfrm>
            <a:custGeom>
              <a:avLst/>
              <a:gdLst/>
              <a:ahLst/>
              <a:cxnLst/>
              <a:rect l="l" t="t" r="r" b="b"/>
              <a:pathLst>
                <a:path w="10953" h="10937" extrusionOk="0">
                  <a:moveTo>
                    <a:pt x="0" y="196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0" y="196"/>
                  </a:lnTo>
                  <a:close/>
                  <a:moveTo>
                    <a:pt x="234" y="1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10740" y="10936"/>
                  </a:lnTo>
                  <a:lnTo>
                    <a:pt x="10953" y="10720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 rot="10800000" flipH="1">
              <a:off x="7260474" y="3921327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3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0" y="37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 rot="10800000" flipH="1">
              <a:off x="6609714" y="4109379"/>
              <a:ext cx="831103" cy="935684"/>
            </a:xfrm>
            <a:custGeom>
              <a:avLst/>
              <a:gdLst/>
              <a:ahLst/>
              <a:cxnLst/>
              <a:rect l="l" t="t" r="r" b="b"/>
              <a:pathLst>
                <a:path w="10937" h="10936" extrusionOk="0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36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 rot="10800000" flipH="1">
              <a:off x="7424608" y="4106135"/>
              <a:ext cx="18998" cy="21903"/>
            </a:xfrm>
            <a:custGeom>
              <a:avLst/>
              <a:gdLst/>
              <a:ahLst/>
              <a:cxnLst/>
              <a:rect l="l" t="t" r="r" b="b"/>
              <a:pathLst>
                <a:path w="250" h="256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 rot="10800000" flipH="1">
              <a:off x="6770960" y="4294101"/>
              <a:ext cx="833914" cy="930636"/>
            </a:xfrm>
            <a:custGeom>
              <a:avLst/>
              <a:gdLst/>
              <a:ahLst/>
              <a:cxnLst/>
              <a:rect l="l" t="t" r="r" b="b"/>
              <a:pathLst>
                <a:path w="10974" h="10877" extrusionOk="0">
                  <a:moveTo>
                    <a:pt x="189" y="1"/>
                  </a:moveTo>
                  <a:lnTo>
                    <a:pt x="38" y="152"/>
                  </a:lnTo>
                  <a:lnTo>
                    <a:pt x="1" y="120"/>
                  </a:lnTo>
                  <a:lnTo>
                    <a:pt x="1" y="120"/>
                  </a:lnTo>
                  <a:lnTo>
                    <a:pt x="10758" y="10876"/>
                  </a:lnTo>
                  <a:lnTo>
                    <a:pt x="10974" y="106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 rot="10800000" flipH="1">
              <a:off x="7588362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 rot="10800000" flipH="1">
              <a:off x="7090261" y="4478997"/>
              <a:ext cx="678819" cy="745741"/>
            </a:xfrm>
            <a:custGeom>
              <a:avLst/>
              <a:gdLst/>
              <a:ahLst/>
              <a:cxnLst/>
              <a:rect l="l" t="t" r="r" b="b"/>
              <a:pathLst>
                <a:path w="8933" h="8716" extrusionOk="0">
                  <a:moveTo>
                    <a:pt x="0" y="1"/>
                  </a:moveTo>
                  <a:lnTo>
                    <a:pt x="8715" y="8716"/>
                  </a:lnTo>
                  <a:lnTo>
                    <a:pt x="8932" y="8504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 rot="10800000" flipH="1">
              <a:off x="7752495" y="4475666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7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 rot="10800000" flipH="1">
              <a:off x="6363513" y="3832081"/>
              <a:ext cx="831179" cy="935855"/>
            </a:xfrm>
            <a:custGeom>
              <a:avLst/>
              <a:gdLst/>
              <a:ahLst/>
              <a:cxnLst/>
              <a:rect l="l" t="t" r="r" b="b"/>
              <a:pathLst>
                <a:path w="10938" h="10938" extrusionOk="0">
                  <a:moveTo>
                    <a:pt x="218" y="1"/>
                  </a:moveTo>
                  <a:lnTo>
                    <a:pt x="0" y="213"/>
                  </a:lnTo>
                  <a:lnTo>
                    <a:pt x="10724" y="10937"/>
                  </a:lnTo>
                  <a:lnTo>
                    <a:pt x="10937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 rot="10800000" flipH="1">
              <a:off x="7178407" y="3828923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3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 rot="10800000" flipH="1">
              <a:off x="6524759" y="493452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 rot="10800000" flipH="1">
              <a:off x="6527571" y="4014151"/>
              <a:ext cx="831179" cy="938508"/>
            </a:xfrm>
            <a:custGeom>
              <a:avLst/>
              <a:gdLst/>
              <a:ahLst/>
              <a:cxnLst/>
              <a:rect l="l" t="t" r="r" b="b"/>
              <a:pathLst>
                <a:path w="10938" h="10969" extrusionOk="0">
                  <a:moveTo>
                    <a:pt x="218" y="0"/>
                  </a:moveTo>
                  <a:lnTo>
                    <a:pt x="1" y="212"/>
                  </a:lnTo>
                  <a:lnTo>
                    <a:pt x="10757" y="10968"/>
                  </a:lnTo>
                  <a:lnTo>
                    <a:pt x="10725" y="10936"/>
                  </a:lnTo>
                  <a:lnTo>
                    <a:pt x="10938" y="1071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 rot="10800000" flipH="1">
              <a:off x="7342465" y="4013731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4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 rot="10800000" flipH="1">
              <a:off x="6691781" y="4201697"/>
              <a:ext cx="832926" cy="937224"/>
            </a:xfrm>
            <a:custGeom>
              <a:avLst/>
              <a:gdLst/>
              <a:ahLst/>
              <a:cxnLst/>
              <a:rect l="l" t="t" r="r" b="b"/>
              <a:pathLst>
                <a:path w="10961" h="10954" extrusionOk="0">
                  <a:moveTo>
                    <a:pt x="201" y="0"/>
                  </a:moveTo>
                  <a:lnTo>
                    <a:pt x="217" y="16"/>
                  </a:lnTo>
                  <a:lnTo>
                    <a:pt x="217" y="16"/>
                  </a:lnTo>
                  <a:lnTo>
                    <a:pt x="201" y="0"/>
                  </a:lnTo>
                  <a:close/>
                  <a:moveTo>
                    <a:pt x="217" y="16"/>
                  </a:moveTo>
                  <a:lnTo>
                    <a:pt x="1" y="229"/>
                  </a:lnTo>
                  <a:lnTo>
                    <a:pt x="10724" y="10953"/>
                  </a:lnTo>
                  <a:lnTo>
                    <a:pt x="10936" y="10736"/>
                  </a:lnTo>
                  <a:lnTo>
                    <a:pt x="10961" y="10760"/>
                  </a:lnTo>
                  <a:lnTo>
                    <a:pt x="217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 rot="10800000" flipH="1">
              <a:off x="7506675" y="4198539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 rot="10800000" flipH="1">
              <a:off x="6926127" y="4386506"/>
              <a:ext cx="760888" cy="838231"/>
            </a:xfrm>
            <a:custGeom>
              <a:avLst/>
              <a:gdLst/>
              <a:ahLst/>
              <a:cxnLst/>
              <a:rect l="l" t="t" r="r" b="b"/>
              <a:pathLst>
                <a:path w="10013" h="9797" extrusionOk="0">
                  <a:moveTo>
                    <a:pt x="1" y="1"/>
                  </a:moveTo>
                  <a:lnTo>
                    <a:pt x="9795" y="9797"/>
                  </a:lnTo>
                  <a:lnTo>
                    <a:pt x="10013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 rot="10800000" flipH="1">
              <a:off x="7670429" y="4383347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 rot="10800000" flipH="1">
              <a:off x="7254319" y="4571401"/>
              <a:ext cx="596825" cy="653336"/>
            </a:xfrm>
            <a:custGeom>
              <a:avLst/>
              <a:gdLst/>
              <a:ahLst/>
              <a:cxnLst/>
              <a:rect l="l" t="t" r="r" b="b"/>
              <a:pathLst>
                <a:path w="7854" h="7636" extrusionOk="0">
                  <a:moveTo>
                    <a:pt x="1" y="1"/>
                  </a:moveTo>
                  <a:lnTo>
                    <a:pt x="7636" y="7636"/>
                  </a:lnTo>
                  <a:lnTo>
                    <a:pt x="7853" y="7424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 rot="10800000" flipH="1">
              <a:off x="7834486" y="4568070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 rot="10800000" flipH="1">
              <a:off x="6278634" y="4657223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4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 rot="10800000" flipH="1">
              <a:off x="6459258" y="4860255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 rot="10800000" flipH="1">
              <a:off x="6442692" y="4842116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 rot="10800000" flipH="1">
              <a:off x="6360701" y="4749627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 rot="10800000" flipH="1">
              <a:off x="6524759" y="4934520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 rot="10800000" flipH="1">
              <a:off x="7014273" y="3644201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 rot="10800000" flipH="1">
              <a:off x="5953178" y="3674398"/>
              <a:ext cx="577448" cy="631946"/>
            </a:xfrm>
            <a:custGeom>
              <a:avLst/>
              <a:gdLst/>
              <a:ahLst/>
              <a:cxnLst/>
              <a:rect l="l" t="t" r="r" b="b"/>
              <a:pathLst>
                <a:path w="7599" h="7386" extrusionOk="0">
                  <a:moveTo>
                    <a:pt x="218" y="1"/>
                  </a:moveTo>
                  <a:lnTo>
                    <a:pt x="1" y="217"/>
                  </a:lnTo>
                  <a:lnTo>
                    <a:pt x="7037" y="7253"/>
                  </a:lnTo>
                  <a:cubicBezTo>
                    <a:pt x="7226" y="7301"/>
                    <a:pt x="7409" y="7343"/>
                    <a:pt x="7598" y="7386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 rot="10800000" flipH="1">
              <a:off x="6114425" y="3603382"/>
              <a:ext cx="807850" cy="887771"/>
            </a:xfrm>
            <a:custGeom>
              <a:avLst/>
              <a:gdLst/>
              <a:ahLst/>
              <a:cxnLst/>
              <a:rect l="l" t="t" r="r" b="b"/>
              <a:pathLst>
                <a:path w="10631" h="10376" extrusionOk="0">
                  <a:moveTo>
                    <a:pt x="255" y="0"/>
                  </a:moveTo>
                  <a:lnTo>
                    <a:pt x="39" y="218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0130" y="10310"/>
                  </a:lnTo>
                  <a:cubicBezTo>
                    <a:pt x="10296" y="10334"/>
                    <a:pt x="10461" y="10356"/>
                    <a:pt x="10631" y="10375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 rot="10800000" flipH="1">
              <a:off x="5871111" y="3749007"/>
              <a:ext cx="429419" cy="464933"/>
            </a:xfrm>
            <a:custGeom>
              <a:avLst/>
              <a:gdLst/>
              <a:ahLst/>
              <a:cxnLst/>
              <a:rect l="l" t="t" r="r" b="b"/>
              <a:pathLst>
                <a:path w="5651" h="5434" extrusionOk="0">
                  <a:moveTo>
                    <a:pt x="218" y="1"/>
                  </a:moveTo>
                  <a:lnTo>
                    <a:pt x="1" y="218"/>
                  </a:lnTo>
                  <a:lnTo>
                    <a:pt x="4933" y="5150"/>
                  </a:lnTo>
                  <a:cubicBezTo>
                    <a:pt x="5066" y="5207"/>
                    <a:pt x="5203" y="5263"/>
                    <a:pt x="5335" y="5320"/>
                  </a:cubicBezTo>
                  <a:cubicBezTo>
                    <a:pt x="5438" y="5357"/>
                    <a:pt x="5542" y="5396"/>
                    <a:pt x="5651" y="5433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 rot="10800000" flipH="1">
              <a:off x="6035245" y="3633585"/>
              <a:ext cx="695992" cy="768414"/>
            </a:xfrm>
            <a:custGeom>
              <a:avLst/>
              <a:gdLst/>
              <a:ahLst/>
              <a:cxnLst/>
              <a:rect l="l" t="t" r="r" b="b"/>
              <a:pathLst>
                <a:path w="9159" h="8981" extrusionOk="0">
                  <a:moveTo>
                    <a:pt x="180" y="1"/>
                  </a:moveTo>
                  <a:lnTo>
                    <a:pt x="218" y="39"/>
                  </a:lnTo>
                  <a:lnTo>
                    <a:pt x="0" y="255"/>
                  </a:lnTo>
                  <a:lnTo>
                    <a:pt x="8645" y="8900"/>
                  </a:lnTo>
                  <a:cubicBezTo>
                    <a:pt x="8815" y="8928"/>
                    <a:pt x="8985" y="8957"/>
                    <a:pt x="9159" y="8980"/>
                  </a:cubicBezTo>
                  <a:lnTo>
                    <a:pt x="1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 rot="10800000" flipH="1">
              <a:off x="6199455" y="3647359"/>
              <a:ext cx="831027" cy="939021"/>
            </a:xfrm>
            <a:custGeom>
              <a:avLst/>
              <a:gdLst/>
              <a:ahLst/>
              <a:cxnLst/>
              <a:rect l="l" t="t" r="r" b="b"/>
              <a:pathLst>
                <a:path w="10936" h="10975" extrusionOk="0">
                  <a:moveTo>
                    <a:pt x="179" y="1"/>
                  </a:moveTo>
                  <a:lnTo>
                    <a:pt x="214" y="36"/>
                  </a:lnTo>
                  <a:lnTo>
                    <a:pt x="216" y="33"/>
                  </a:lnTo>
                  <a:lnTo>
                    <a:pt x="179" y="1"/>
                  </a:lnTo>
                  <a:close/>
                  <a:moveTo>
                    <a:pt x="214" y="36"/>
                  </a:moveTo>
                  <a:lnTo>
                    <a:pt x="0" y="251"/>
                  </a:lnTo>
                  <a:lnTo>
                    <a:pt x="10724" y="10975"/>
                  </a:lnTo>
                  <a:lnTo>
                    <a:pt x="10935" y="10757"/>
                  </a:lnTo>
                  <a:lnTo>
                    <a:pt x="214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 rot="10800000" flipH="1">
              <a:off x="7014273" y="3644201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 rot="10800000" flipH="1">
              <a:off x="5966856" y="430625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 rot="10800000" flipH="1">
              <a:off x="5950367" y="4287778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 rot="10800000" flipH="1">
              <a:off x="6130990" y="4491067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 rot="10800000" flipH="1">
              <a:off x="6114425" y="447250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 rot="10800000" flipH="1">
              <a:off x="5868300" y="419528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 rot="10800000" flipH="1">
              <a:off x="6032434" y="438009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37" y="38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 rot="10800000" flipH="1">
              <a:off x="6032434" y="4380096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 rot="10800000" flipH="1">
              <a:off x="6196491" y="4564904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" y="0"/>
                  </a:move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 rot="10800000" flipH="1">
              <a:off x="6196491" y="4564904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3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 rot="10800000" flipH="1">
              <a:off x="6292236" y="467869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 rot="10800000" flipH="1">
              <a:off x="6439881" y="4845282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 rot="10800000" flipH="1">
              <a:off x="6521948" y="493768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 rot="10800000" flipH="1">
              <a:off x="5913133" y="4663722"/>
              <a:ext cx="379190" cy="428228"/>
            </a:xfrm>
            <a:custGeom>
              <a:avLst/>
              <a:gdLst/>
              <a:ahLst/>
              <a:cxnLst/>
              <a:rect l="l" t="t" r="r" b="b"/>
              <a:pathLst>
                <a:path w="4990" h="5005" extrusionOk="0">
                  <a:moveTo>
                    <a:pt x="198" y="0"/>
                  </a:moveTo>
                  <a:cubicBezTo>
                    <a:pt x="132" y="76"/>
                    <a:pt x="66" y="157"/>
                    <a:pt x="0" y="237"/>
                  </a:cubicBezTo>
                  <a:lnTo>
                    <a:pt x="4772" y="5004"/>
                  </a:lnTo>
                  <a:lnTo>
                    <a:pt x="4989" y="4793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 rot="10800000" flipH="1">
              <a:off x="6275671" y="4660559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 rot="10800000" flipH="1">
              <a:off x="6105534" y="4848530"/>
              <a:ext cx="352898" cy="376207"/>
            </a:xfrm>
            <a:custGeom>
              <a:avLst/>
              <a:gdLst/>
              <a:ahLst/>
              <a:cxnLst/>
              <a:rect l="l" t="t" r="r" b="b"/>
              <a:pathLst>
                <a:path w="4644" h="4397" extrusionOk="0">
                  <a:moveTo>
                    <a:pt x="4617" y="4184"/>
                  </a:moveTo>
                  <a:lnTo>
                    <a:pt x="4644" y="4211"/>
                  </a:lnTo>
                  <a:lnTo>
                    <a:pt x="4644" y="4211"/>
                  </a:lnTo>
                  <a:lnTo>
                    <a:pt x="4617" y="4184"/>
                  </a:lnTo>
                  <a:close/>
                  <a:moveTo>
                    <a:pt x="0" y="1"/>
                  </a:moveTo>
                  <a:lnTo>
                    <a:pt x="4401" y="4397"/>
                  </a:lnTo>
                  <a:lnTo>
                    <a:pt x="4617" y="4184"/>
                  </a:lnTo>
                  <a:lnTo>
                    <a:pt x="4617" y="418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 rot="10800000" flipH="1">
              <a:off x="6439881" y="4845282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7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 rot="10800000" flipH="1">
              <a:off x="5992996" y="4756126"/>
              <a:ext cx="381318" cy="428570"/>
            </a:xfrm>
            <a:custGeom>
              <a:avLst/>
              <a:gdLst/>
              <a:ahLst/>
              <a:cxnLst/>
              <a:rect l="l" t="t" r="r" b="b"/>
              <a:pathLst>
                <a:path w="5018" h="5009" extrusionOk="0">
                  <a:moveTo>
                    <a:pt x="223" y="0"/>
                  </a:moveTo>
                  <a:cubicBezTo>
                    <a:pt x="147" y="66"/>
                    <a:pt x="75" y="142"/>
                    <a:pt x="1" y="207"/>
                  </a:cubicBezTo>
                  <a:lnTo>
                    <a:pt x="4801" y="5008"/>
                  </a:lnTo>
                  <a:lnTo>
                    <a:pt x="5018" y="4796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 rot="10800000" flipH="1">
              <a:off x="6357738" y="4752963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 rot="10800000" flipH="1">
              <a:off x="6269592" y="4940935"/>
              <a:ext cx="268853" cy="283803"/>
            </a:xfrm>
            <a:custGeom>
              <a:avLst/>
              <a:gdLst/>
              <a:ahLst/>
              <a:cxnLst/>
              <a:rect l="l" t="t" r="r" b="b"/>
              <a:pathLst>
                <a:path w="3538" h="3317" extrusionOk="0">
                  <a:moveTo>
                    <a:pt x="1" y="1"/>
                  </a:moveTo>
                  <a:lnTo>
                    <a:pt x="3321" y="3317"/>
                  </a:lnTo>
                  <a:lnTo>
                    <a:pt x="3537" y="31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 rot="10800000" flipH="1">
              <a:off x="6521948" y="4937686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0"/>
                  </a:moveTo>
                  <a:lnTo>
                    <a:pt x="0" y="213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 rot="10800000" flipH="1">
              <a:off x="5947479" y="4290944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 rot="10800000" flipH="1">
              <a:off x="6111613" y="4475666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0" y="1"/>
                  </a:moveTo>
                  <a:lnTo>
                    <a:pt x="38" y="39"/>
                  </a:lnTo>
                  <a:lnTo>
                    <a:pt x="3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 rot="10800000" flipH="1">
              <a:off x="6045959" y="4401914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39" y="38"/>
                  </a:moveTo>
                  <a:lnTo>
                    <a:pt x="39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 rot="10800000" flipH="1">
              <a:off x="6210169" y="458629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 rot="10800000" flipH="1">
              <a:off x="5723467" y="4294107"/>
              <a:ext cx="243472" cy="287054"/>
            </a:xfrm>
            <a:custGeom>
              <a:avLst/>
              <a:gdLst/>
              <a:ahLst/>
              <a:cxnLst/>
              <a:rect l="l" t="t" r="r" b="b"/>
              <a:pathLst>
                <a:path w="3204" h="3355" extrusionOk="0">
                  <a:moveTo>
                    <a:pt x="24" y="1"/>
                  </a:moveTo>
                  <a:cubicBezTo>
                    <a:pt x="15" y="138"/>
                    <a:pt x="6" y="275"/>
                    <a:pt x="1" y="412"/>
                  </a:cubicBezTo>
                  <a:lnTo>
                    <a:pt x="2949" y="3354"/>
                  </a:lnTo>
                  <a:lnTo>
                    <a:pt x="3165" y="3137"/>
                  </a:lnTo>
                  <a:lnTo>
                    <a:pt x="3204" y="3174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 rot="10800000" flipH="1">
              <a:off x="5947479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 rot="10800000" flipH="1">
              <a:off x="5786613" y="4479000"/>
              <a:ext cx="344463" cy="391009"/>
            </a:xfrm>
            <a:custGeom>
              <a:avLst/>
              <a:gdLst/>
              <a:ahLst/>
              <a:cxnLst/>
              <a:rect l="l" t="t" r="r" b="b"/>
              <a:pathLst>
                <a:path w="4533" h="4570" extrusionOk="0">
                  <a:moveTo>
                    <a:pt x="142" y="1"/>
                  </a:moveTo>
                  <a:cubicBezTo>
                    <a:pt x="94" y="99"/>
                    <a:pt x="42" y="194"/>
                    <a:pt x="0" y="293"/>
                  </a:cubicBezTo>
                  <a:lnTo>
                    <a:pt x="4277" y="4570"/>
                  </a:lnTo>
                  <a:lnTo>
                    <a:pt x="4495" y="4358"/>
                  </a:lnTo>
                  <a:lnTo>
                    <a:pt x="4532" y="4391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 rot="10800000" flipH="1">
              <a:off x="6111613" y="4475666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3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 rot="10800000" flipH="1">
              <a:off x="5736385" y="4201704"/>
              <a:ext cx="145597" cy="182072"/>
            </a:xfrm>
            <a:custGeom>
              <a:avLst/>
              <a:gdLst/>
              <a:ahLst/>
              <a:cxnLst/>
              <a:rect l="l" t="t" r="r" b="b"/>
              <a:pathLst>
                <a:path w="1916" h="2128" extrusionOk="0">
                  <a:moveTo>
                    <a:pt x="0" y="0"/>
                  </a:moveTo>
                  <a:lnTo>
                    <a:pt x="6" y="6"/>
                  </a:lnTo>
                  <a:lnTo>
                    <a:pt x="6" y="6"/>
                  </a:lnTo>
                  <a:cubicBezTo>
                    <a:pt x="6" y="6"/>
                    <a:pt x="6" y="5"/>
                    <a:pt x="6" y="5"/>
                  </a:cubicBezTo>
                  <a:cubicBezTo>
                    <a:pt x="6" y="5"/>
                    <a:pt x="6" y="0"/>
                    <a:pt x="0" y="0"/>
                  </a:cubicBezTo>
                  <a:close/>
                  <a:moveTo>
                    <a:pt x="6" y="6"/>
                  </a:moveTo>
                  <a:cubicBezTo>
                    <a:pt x="48" y="204"/>
                    <a:pt x="100" y="397"/>
                    <a:pt x="157" y="584"/>
                  </a:cubicBezTo>
                  <a:lnTo>
                    <a:pt x="1698" y="2127"/>
                  </a:lnTo>
                  <a:lnTo>
                    <a:pt x="1915" y="1910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 rot="10800000" flipH="1">
              <a:off x="5865412" y="419853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 rot="10800000" flipH="1">
              <a:off x="5744288" y="4386510"/>
              <a:ext cx="301756" cy="350710"/>
            </a:xfrm>
            <a:custGeom>
              <a:avLst/>
              <a:gdLst/>
              <a:ahLst/>
              <a:cxnLst/>
              <a:rect l="l" t="t" r="r" b="b"/>
              <a:pathLst>
                <a:path w="3971" h="4099" extrusionOk="0">
                  <a:moveTo>
                    <a:pt x="90" y="0"/>
                  </a:moveTo>
                  <a:cubicBezTo>
                    <a:pt x="57" y="113"/>
                    <a:pt x="29" y="231"/>
                    <a:pt x="1" y="344"/>
                  </a:cubicBezTo>
                  <a:lnTo>
                    <a:pt x="3755" y="4099"/>
                  </a:lnTo>
                  <a:lnTo>
                    <a:pt x="3971" y="388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 rot="10800000" flipH="1">
              <a:off x="6029546" y="438334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 rot="10800000" flipH="1">
              <a:off x="5843908" y="4568066"/>
              <a:ext cx="366348" cy="419415"/>
            </a:xfrm>
            <a:custGeom>
              <a:avLst/>
              <a:gdLst/>
              <a:ahLst/>
              <a:cxnLst/>
              <a:rect l="l" t="t" r="r" b="b"/>
              <a:pathLst>
                <a:path w="4821" h="4902" extrusionOk="0">
                  <a:moveTo>
                    <a:pt x="176" y="1"/>
                  </a:moveTo>
                  <a:cubicBezTo>
                    <a:pt x="113" y="91"/>
                    <a:pt x="57" y="176"/>
                    <a:pt x="0" y="266"/>
                  </a:cubicBezTo>
                  <a:lnTo>
                    <a:pt x="4641" y="4901"/>
                  </a:lnTo>
                  <a:lnTo>
                    <a:pt x="4603" y="4863"/>
                  </a:lnTo>
                  <a:lnTo>
                    <a:pt x="4820" y="4651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 rot="10800000" flipH="1">
              <a:off x="6193680" y="4568070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7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BLANK_1">
    <p:bg>
      <p:bgPr>
        <a:solidFill>
          <a:schemeClr val="accent1"/>
        </a:solidFill>
        <a:effectLst/>
      </p:bgPr>
    </p:bg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7"/>
          <p:cNvSpPr txBox="1">
            <a:spLocks noGrp="1"/>
          </p:cNvSpPr>
          <p:nvPr>
            <p:ph type="title"/>
          </p:nvPr>
        </p:nvSpPr>
        <p:spPr>
          <a:xfrm>
            <a:off x="914400" y="505910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6" name="Google Shape;856;p17"/>
          <p:cNvSpPr txBox="1">
            <a:spLocks noGrp="1"/>
          </p:cNvSpPr>
          <p:nvPr>
            <p:ph type="title" idx="2" hasCustomPrompt="1"/>
          </p:nvPr>
        </p:nvSpPr>
        <p:spPr>
          <a:xfrm>
            <a:off x="2973013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7" name="Google Shape;857;p17"/>
          <p:cNvSpPr txBox="1">
            <a:spLocks noGrp="1"/>
          </p:cNvSpPr>
          <p:nvPr>
            <p:ph type="title" idx="3" hasCustomPrompt="1"/>
          </p:nvPr>
        </p:nvSpPr>
        <p:spPr>
          <a:xfrm>
            <a:off x="1137230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8" name="Google Shape;858;p17"/>
          <p:cNvSpPr txBox="1">
            <a:spLocks noGrp="1"/>
          </p:cNvSpPr>
          <p:nvPr>
            <p:ph type="title" idx="4" hasCustomPrompt="1"/>
          </p:nvPr>
        </p:nvSpPr>
        <p:spPr>
          <a:xfrm>
            <a:off x="6644579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9" name="Google Shape;859;p17"/>
          <p:cNvSpPr txBox="1">
            <a:spLocks noGrp="1"/>
          </p:cNvSpPr>
          <p:nvPr>
            <p:ph type="title" idx="5" hasCustomPrompt="1"/>
          </p:nvPr>
        </p:nvSpPr>
        <p:spPr>
          <a:xfrm>
            <a:off x="4808796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60" name="Google Shape;860;p17"/>
          <p:cNvSpPr txBox="1">
            <a:spLocks noGrp="1"/>
          </p:cNvSpPr>
          <p:nvPr>
            <p:ph type="subTitle" idx="1"/>
          </p:nvPr>
        </p:nvSpPr>
        <p:spPr>
          <a:xfrm>
            <a:off x="1000130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1" name="Google Shape;861;p17"/>
          <p:cNvSpPr txBox="1">
            <a:spLocks noGrp="1"/>
          </p:cNvSpPr>
          <p:nvPr>
            <p:ph type="subTitle" idx="6"/>
          </p:nvPr>
        </p:nvSpPr>
        <p:spPr>
          <a:xfrm>
            <a:off x="2835913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2" name="Google Shape;862;p17"/>
          <p:cNvSpPr txBox="1">
            <a:spLocks noGrp="1"/>
          </p:cNvSpPr>
          <p:nvPr>
            <p:ph type="subTitle" idx="7"/>
          </p:nvPr>
        </p:nvSpPr>
        <p:spPr>
          <a:xfrm>
            <a:off x="4671696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3" name="Google Shape;863;p17"/>
          <p:cNvSpPr txBox="1">
            <a:spLocks noGrp="1"/>
          </p:cNvSpPr>
          <p:nvPr>
            <p:ph type="subTitle" idx="8"/>
          </p:nvPr>
        </p:nvSpPr>
        <p:spPr>
          <a:xfrm>
            <a:off x="6507479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4" name="Google Shape;864;p17"/>
          <p:cNvSpPr txBox="1">
            <a:spLocks noGrp="1"/>
          </p:cNvSpPr>
          <p:nvPr>
            <p:ph type="subTitle" idx="9"/>
          </p:nvPr>
        </p:nvSpPr>
        <p:spPr>
          <a:xfrm>
            <a:off x="1000130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5" name="Google Shape;865;p17"/>
          <p:cNvSpPr txBox="1">
            <a:spLocks noGrp="1"/>
          </p:cNvSpPr>
          <p:nvPr>
            <p:ph type="subTitle" idx="13"/>
          </p:nvPr>
        </p:nvSpPr>
        <p:spPr>
          <a:xfrm>
            <a:off x="2835913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6" name="Google Shape;866;p17"/>
          <p:cNvSpPr txBox="1">
            <a:spLocks noGrp="1"/>
          </p:cNvSpPr>
          <p:nvPr>
            <p:ph type="subTitle" idx="14"/>
          </p:nvPr>
        </p:nvSpPr>
        <p:spPr>
          <a:xfrm>
            <a:off x="4671696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7" name="Google Shape;867;p17"/>
          <p:cNvSpPr txBox="1">
            <a:spLocks noGrp="1"/>
          </p:cNvSpPr>
          <p:nvPr>
            <p:ph type="subTitle" idx="15"/>
          </p:nvPr>
        </p:nvSpPr>
        <p:spPr>
          <a:xfrm>
            <a:off x="6507479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868" name="Google Shape;868;p17"/>
          <p:cNvGrpSpPr/>
          <p:nvPr/>
        </p:nvGrpSpPr>
        <p:grpSpPr>
          <a:xfrm>
            <a:off x="6529813" y="3757661"/>
            <a:ext cx="3264035" cy="1583051"/>
            <a:chOff x="6529813" y="3757661"/>
            <a:chExt cx="3264035" cy="1583051"/>
          </a:xfrm>
        </p:grpSpPr>
        <p:sp>
          <p:nvSpPr>
            <p:cNvPr id="869" name="Google Shape;869;p17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0" name="Google Shape;870;p17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871" name="Google Shape;871;p17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7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873" name="Google Shape;87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68650" y="-89276"/>
            <a:ext cx="1964802" cy="15084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4" name="Google Shape;874;p17"/>
          <p:cNvGrpSpPr/>
          <p:nvPr/>
        </p:nvGrpSpPr>
        <p:grpSpPr>
          <a:xfrm>
            <a:off x="-1028710" y="3387325"/>
            <a:ext cx="2711159" cy="1972460"/>
            <a:chOff x="-1028710" y="3387325"/>
            <a:chExt cx="2711159" cy="1972460"/>
          </a:xfrm>
        </p:grpSpPr>
        <p:sp>
          <p:nvSpPr>
            <p:cNvPr id="875" name="Google Shape;875;p17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7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77" name="Google Shape;877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8141" y="3387325"/>
              <a:ext cx="1790590" cy="1832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BLANK_1_2">
    <p:bg>
      <p:bgPr>
        <a:solidFill>
          <a:srgbClr val="F7F8FC"/>
        </a:solidFill>
        <a:effectLst/>
      </p:bgPr>
    </p:bg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8"/>
          <p:cNvSpPr txBox="1">
            <a:spLocks noGrp="1"/>
          </p:cNvSpPr>
          <p:nvPr>
            <p:ph type="subTitle" idx="1"/>
          </p:nvPr>
        </p:nvSpPr>
        <p:spPr>
          <a:xfrm flipH="1">
            <a:off x="914550" y="3099195"/>
            <a:ext cx="7299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80" name="Google Shape;880;p18"/>
          <p:cNvSpPr txBox="1">
            <a:spLocks noGrp="1"/>
          </p:cNvSpPr>
          <p:nvPr>
            <p:ph type="ctrTitle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81" name="Google Shape;881;p18"/>
          <p:cNvSpPr txBox="1">
            <a:spLocks noGrp="1"/>
          </p:cNvSpPr>
          <p:nvPr>
            <p:ph type="title" idx="2" hasCustomPrompt="1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grpSp>
        <p:nvGrpSpPr>
          <p:cNvPr id="882" name="Google Shape;882;p18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883" name="Google Shape;883;p18"/>
            <p:cNvSpPr/>
            <p:nvPr/>
          </p:nvSpPr>
          <p:spPr>
            <a:xfrm>
              <a:off x="5861375" y="4178175"/>
              <a:ext cx="3351600" cy="1021698"/>
            </a:xfrm>
            <a:custGeom>
              <a:avLst/>
              <a:gdLst/>
              <a:ahLst/>
              <a:cxnLst/>
              <a:rect l="l" t="t" r="r" b="b"/>
              <a:pathLst>
                <a:path w="44285" h="14312" extrusionOk="0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84" name="Google Shape;884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5" name="Google Shape;885;p18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886" name="Google Shape;886;p18"/>
            <p:cNvSpPr/>
            <p:nvPr/>
          </p:nvSpPr>
          <p:spPr>
            <a:xfrm>
              <a:off x="-19050" y="-76200"/>
              <a:ext cx="2668237" cy="114584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-19050" y="-76200"/>
              <a:ext cx="4572074" cy="247402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88" name="Google Shape;888;p18"/>
            <p:cNvPicPr preferRelativeResize="0"/>
            <p:nvPr/>
          </p:nvPicPr>
          <p:blipFill rotWithShape="1">
            <a:blip r:embed="rId3">
              <a:alphaModFix/>
            </a:blip>
            <a:srcRect t="40" b="3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BLANK_1_1">
    <p:bg>
      <p:bgPr>
        <a:solidFill>
          <a:srgbClr val="F7F8FC"/>
        </a:solidFill>
        <a:effectLst/>
      </p:bgPr>
    </p:bg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9"/>
          <p:cNvSpPr/>
          <p:nvPr/>
        </p:nvSpPr>
        <p:spPr>
          <a:xfrm rot="-3450524">
            <a:off x="1259292" y="4296611"/>
            <a:ext cx="1028222" cy="1381915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19"/>
          <p:cNvSpPr txBox="1">
            <a:spLocks noGrp="1"/>
          </p:cNvSpPr>
          <p:nvPr>
            <p:ph type="subTitle" idx="1"/>
          </p:nvPr>
        </p:nvSpPr>
        <p:spPr>
          <a:xfrm>
            <a:off x="1256025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2" name="Google Shape;892;p19"/>
          <p:cNvSpPr txBox="1">
            <a:spLocks noGrp="1"/>
          </p:cNvSpPr>
          <p:nvPr>
            <p:ph type="subTitle" idx="2"/>
          </p:nvPr>
        </p:nvSpPr>
        <p:spPr>
          <a:xfrm>
            <a:off x="3504013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3" name="Google Shape;893;p19"/>
          <p:cNvSpPr txBox="1">
            <a:spLocks noGrp="1"/>
          </p:cNvSpPr>
          <p:nvPr>
            <p:ph type="subTitle" idx="3"/>
          </p:nvPr>
        </p:nvSpPr>
        <p:spPr>
          <a:xfrm>
            <a:off x="5752000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4" name="Google Shape;894;p19"/>
          <p:cNvSpPr txBox="1">
            <a:spLocks noGrp="1"/>
          </p:cNvSpPr>
          <p:nvPr>
            <p:ph type="subTitle" idx="4"/>
          </p:nvPr>
        </p:nvSpPr>
        <p:spPr>
          <a:xfrm>
            <a:off x="1409984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5" name="Google Shape;895;p19"/>
          <p:cNvSpPr txBox="1">
            <a:spLocks noGrp="1"/>
          </p:cNvSpPr>
          <p:nvPr>
            <p:ph type="subTitle" idx="5"/>
          </p:nvPr>
        </p:nvSpPr>
        <p:spPr>
          <a:xfrm>
            <a:off x="3674925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6" name="Google Shape;896;p19"/>
          <p:cNvSpPr txBox="1">
            <a:spLocks noGrp="1"/>
          </p:cNvSpPr>
          <p:nvPr>
            <p:ph type="subTitle" idx="6"/>
          </p:nvPr>
        </p:nvSpPr>
        <p:spPr>
          <a:xfrm>
            <a:off x="5927418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7" name="Google Shape;897;p19"/>
          <p:cNvSpPr txBox="1">
            <a:spLocks noGrp="1"/>
          </p:cNvSpPr>
          <p:nvPr>
            <p:ph type="title"/>
          </p:nvPr>
        </p:nvSpPr>
        <p:spPr>
          <a:xfrm>
            <a:off x="910100" y="500070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98" name="Google Shape;898;p19"/>
          <p:cNvSpPr txBox="1">
            <a:spLocks noGrp="1"/>
          </p:cNvSpPr>
          <p:nvPr>
            <p:ph type="subTitle" idx="7"/>
          </p:nvPr>
        </p:nvSpPr>
        <p:spPr>
          <a:xfrm>
            <a:off x="1408793" y="3279699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9" name="Google Shape;899;p19"/>
          <p:cNvSpPr txBox="1">
            <a:spLocks noGrp="1"/>
          </p:cNvSpPr>
          <p:nvPr>
            <p:ph type="subTitle" idx="8"/>
          </p:nvPr>
        </p:nvSpPr>
        <p:spPr>
          <a:xfrm>
            <a:off x="3658844" y="327968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00" name="Google Shape;900;p19"/>
          <p:cNvSpPr txBox="1">
            <a:spLocks noGrp="1"/>
          </p:cNvSpPr>
          <p:nvPr>
            <p:ph type="subTitle" idx="9"/>
          </p:nvPr>
        </p:nvSpPr>
        <p:spPr>
          <a:xfrm>
            <a:off x="5932097" y="3279699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01" name="Google Shape;901;p19"/>
          <p:cNvSpPr/>
          <p:nvPr/>
        </p:nvSpPr>
        <p:spPr>
          <a:xfrm rot="6744193">
            <a:off x="7627797" y="-227159"/>
            <a:ext cx="906848" cy="921703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9"/>
          <p:cNvSpPr/>
          <p:nvPr/>
        </p:nvSpPr>
        <p:spPr>
          <a:xfrm>
            <a:off x="9264337" y="-314100"/>
            <a:ext cx="32063" cy="23513"/>
          </a:xfrm>
          <a:custGeom>
            <a:avLst/>
            <a:gdLst/>
            <a:ahLst/>
            <a:cxnLst/>
            <a:rect l="l" t="t" r="r" b="b"/>
            <a:pathLst>
              <a:path w="600" h="440" extrusionOk="0">
                <a:moveTo>
                  <a:pt x="556" y="0"/>
                </a:moveTo>
                <a:lnTo>
                  <a:pt x="19" y="33"/>
                </a:lnTo>
                <a:cubicBezTo>
                  <a:pt x="5" y="66"/>
                  <a:pt x="1" y="100"/>
                  <a:pt x="1" y="137"/>
                </a:cubicBezTo>
                <a:cubicBezTo>
                  <a:pt x="1" y="302"/>
                  <a:pt x="132" y="439"/>
                  <a:pt x="297" y="439"/>
                </a:cubicBezTo>
                <a:cubicBezTo>
                  <a:pt x="462" y="439"/>
                  <a:pt x="599" y="302"/>
                  <a:pt x="599" y="137"/>
                </a:cubicBezTo>
                <a:cubicBezTo>
                  <a:pt x="599" y="85"/>
                  <a:pt x="580" y="43"/>
                  <a:pt x="556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9"/>
          <p:cNvSpPr/>
          <p:nvPr/>
        </p:nvSpPr>
        <p:spPr>
          <a:xfrm>
            <a:off x="9157730" y="-307581"/>
            <a:ext cx="31795" cy="16993"/>
          </a:xfrm>
          <a:custGeom>
            <a:avLst/>
            <a:gdLst/>
            <a:ahLst/>
            <a:cxnLst/>
            <a:rect l="l" t="t" r="r" b="b"/>
            <a:pathLst>
              <a:path w="595" h="318" extrusionOk="0">
                <a:moveTo>
                  <a:pt x="594" y="0"/>
                </a:moveTo>
                <a:lnTo>
                  <a:pt x="0" y="39"/>
                </a:lnTo>
                <a:cubicBezTo>
                  <a:pt x="15" y="194"/>
                  <a:pt x="142" y="317"/>
                  <a:pt x="298" y="317"/>
                </a:cubicBezTo>
                <a:cubicBezTo>
                  <a:pt x="463" y="317"/>
                  <a:pt x="594" y="180"/>
                  <a:pt x="594" y="15"/>
                </a:cubicBezTo>
                <a:lnTo>
                  <a:pt x="594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9"/>
          <p:cNvSpPr/>
          <p:nvPr/>
        </p:nvSpPr>
        <p:spPr>
          <a:xfrm>
            <a:off x="9053368" y="-300741"/>
            <a:ext cx="28536" cy="10153"/>
          </a:xfrm>
          <a:custGeom>
            <a:avLst/>
            <a:gdLst/>
            <a:ahLst/>
            <a:cxnLst/>
            <a:rect l="l" t="t" r="r" b="b"/>
            <a:pathLst>
              <a:path w="534" h="190" extrusionOk="0">
                <a:moveTo>
                  <a:pt x="534" y="0"/>
                </a:moveTo>
                <a:lnTo>
                  <a:pt x="1" y="33"/>
                </a:lnTo>
                <a:cubicBezTo>
                  <a:pt x="53" y="122"/>
                  <a:pt x="142" y="189"/>
                  <a:pt x="255" y="189"/>
                </a:cubicBezTo>
                <a:cubicBezTo>
                  <a:pt x="379" y="189"/>
                  <a:pt x="486" y="109"/>
                  <a:pt x="534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9"/>
          <p:cNvSpPr/>
          <p:nvPr/>
        </p:nvSpPr>
        <p:spPr>
          <a:xfrm>
            <a:off x="8953333" y="-293420"/>
            <a:ext cx="15443" cy="2832"/>
          </a:xfrm>
          <a:custGeom>
            <a:avLst/>
            <a:gdLst/>
            <a:ahLst/>
            <a:cxnLst/>
            <a:rect l="l" t="t" r="r" b="b"/>
            <a:pathLst>
              <a:path w="289" h="53" extrusionOk="0">
                <a:moveTo>
                  <a:pt x="288" y="0"/>
                </a:moveTo>
                <a:lnTo>
                  <a:pt x="1" y="18"/>
                </a:lnTo>
                <a:cubicBezTo>
                  <a:pt x="38" y="37"/>
                  <a:pt x="86" y="52"/>
                  <a:pt x="133" y="52"/>
                </a:cubicBezTo>
                <a:cubicBezTo>
                  <a:pt x="190" y="52"/>
                  <a:pt x="246" y="28"/>
                  <a:pt x="288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19"/>
          <p:cNvSpPr/>
          <p:nvPr/>
        </p:nvSpPr>
        <p:spPr>
          <a:xfrm>
            <a:off x="7611740" y="279588"/>
            <a:ext cx="15871" cy="9405"/>
          </a:xfrm>
          <a:custGeom>
            <a:avLst/>
            <a:gdLst/>
            <a:ahLst/>
            <a:cxnLst/>
            <a:rect l="l" t="t" r="r" b="b"/>
            <a:pathLst>
              <a:path w="297" h="176" extrusionOk="0">
                <a:moveTo>
                  <a:pt x="0" y="1"/>
                </a:moveTo>
                <a:cubicBezTo>
                  <a:pt x="0" y="67"/>
                  <a:pt x="24" y="128"/>
                  <a:pt x="61" y="175"/>
                </a:cubicBezTo>
                <a:cubicBezTo>
                  <a:pt x="142" y="161"/>
                  <a:pt x="216" y="151"/>
                  <a:pt x="297" y="138"/>
                </a:cubicBezTo>
                <a:lnTo>
                  <a:pt x="297" y="1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7" name="Google Shape;907;p19"/>
          <p:cNvGrpSpPr/>
          <p:nvPr/>
        </p:nvGrpSpPr>
        <p:grpSpPr>
          <a:xfrm>
            <a:off x="-65294" y="2635223"/>
            <a:ext cx="4507248" cy="2851719"/>
            <a:chOff x="-65294" y="2635223"/>
            <a:chExt cx="4507248" cy="2851719"/>
          </a:xfrm>
        </p:grpSpPr>
        <p:sp>
          <p:nvSpPr>
            <p:cNvPr id="908" name="Google Shape;908;p19"/>
            <p:cNvSpPr/>
            <p:nvPr/>
          </p:nvSpPr>
          <p:spPr>
            <a:xfrm>
              <a:off x="-37819" y="3229639"/>
              <a:ext cx="642082" cy="720274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9"/>
            <p:cNvSpPr/>
            <p:nvPr/>
          </p:nvSpPr>
          <p:spPr>
            <a:xfrm>
              <a:off x="-37819" y="3866020"/>
              <a:ext cx="2675353" cy="1620922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10" name="Google Shape;910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1" name="Google Shape;91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2" name="Google Shape;912;p19"/>
          <p:cNvSpPr/>
          <p:nvPr/>
        </p:nvSpPr>
        <p:spPr>
          <a:xfrm>
            <a:off x="7667903" y="-136207"/>
            <a:ext cx="1600774" cy="1383657"/>
          </a:xfrm>
          <a:custGeom>
            <a:avLst/>
            <a:gdLst/>
            <a:ahLst/>
            <a:cxnLst/>
            <a:rect l="l" t="t" r="r" b="b"/>
            <a:pathLst>
              <a:path w="29956" h="25893" extrusionOk="0">
                <a:moveTo>
                  <a:pt x="1594" y="1"/>
                </a:moveTo>
                <a:cubicBezTo>
                  <a:pt x="501" y="1468"/>
                  <a:pt x="0" y="3372"/>
                  <a:pt x="269" y="5183"/>
                </a:cubicBezTo>
                <a:cubicBezTo>
                  <a:pt x="566" y="7212"/>
                  <a:pt x="1811" y="9079"/>
                  <a:pt x="3570" y="10130"/>
                </a:cubicBezTo>
                <a:cubicBezTo>
                  <a:pt x="7155" y="12276"/>
                  <a:pt x="12261" y="11003"/>
                  <a:pt x="15412" y="13748"/>
                </a:cubicBezTo>
                <a:cubicBezTo>
                  <a:pt x="17755" y="15785"/>
                  <a:pt x="18105" y="19274"/>
                  <a:pt x="19798" y="21873"/>
                </a:cubicBezTo>
                <a:cubicBezTo>
                  <a:pt x="21137" y="23924"/>
                  <a:pt x="23357" y="25377"/>
                  <a:pt x="25773" y="25778"/>
                </a:cubicBezTo>
                <a:cubicBezTo>
                  <a:pt x="26239" y="25855"/>
                  <a:pt x="26710" y="25892"/>
                  <a:pt x="27182" y="25892"/>
                </a:cubicBezTo>
                <a:cubicBezTo>
                  <a:pt x="28121" y="25892"/>
                  <a:pt x="29060" y="25743"/>
                  <a:pt x="29956" y="25456"/>
                </a:cubicBezTo>
                <a:lnTo>
                  <a:pt x="2995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3" name="Google Shape;9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0084" y="-349974"/>
            <a:ext cx="2501000" cy="13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BLANK_1_1_1">
    <p:bg>
      <p:bgPr>
        <a:noFill/>
        <a:effectLst/>
      </p:bgPr>
    </p:bg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0"/>
          <p:cNvSpPr txBox="1">
            <a:spLocks noGrp="1"/>
          </p:cNvSpPr>
          <p:nvPr>
            <p:ph type="subTitle" idx="1"/>
          </p:nvPr>
        </p:nvSpPr>
        <p:spPr>
          <a:xfrm>
            <a:off x="922199" y="3107030"/>
            <a:ext cx="19929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16" name="Google Shape;916;p20"/>
          <p:cNvSpPr txBox="1">
            <a:spLocks noGrp="1"/>
          </p:cNvSpPr>
          <p:nvPr>
            <p:ph type="subTitle" idx="2"/>
          </p:nvPr>
        </p:nvSpPr>
        <p:spPr>
          <a:xfrm>
            <a:off x="3523076" y="3132379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17" name="Google Shape;917;p20"/>
          <p:cNvSpPr txBox="1">
            <a:spLocks noGrp="1"/>
          </p:cNvSpPr>
          <p:nvPr>
            <p:ph type="subTitle" idx="3"/>
          </p:nvPr>
        </p:nvSpPr>
        <p:spPr>
          <a:xfrm>
            <a:off x="6310123" y="3107020"/>
            <a:ext cx="19935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18" name="Google Shape;918;p20"/>
          <p:cNvSpPr txBox="1">
            <a:spLocks noGrp="1"/>
          </p:cNvSpPr>
          <p:nvPr>
            <p:ph type="subTitle" idx="4"/>
          </p:nvPr>
        </p:nvSpPr>
        <p:spPr>
          <a:xfrm>
            <a:off x="4844925" y="3132379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19" name="Google Shape;919;p20"/>
          <p:cNvSpPr txBox="1">
            <a:spLocks noGrp="1"/>
          </p:cNvSpPr>
          <p:nvPr>
            <p:ph type="subTitle" idx="5"/>
          </p:nvPr>
        </p:nvSpPr>
        <p:spPr>
          <a:xfrm>
            <a:off x="922199" y="1715603"/>
            <a:ext cx="1995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20" name="Google Shape;920;p20"/>
          <p:cNvSpPr txBox="1">
            <a:spLocks noGrp="1"/>
          </p:cNvSpPr>
          <p:nvPr>
            <p:ph type="subTitle" idx="6"/>
          </p:nvPr>
        </p:nvSpPr>
        <p:spPr>
          <a:xfrm>
            <a:off x="3523076" y="1946661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21" name="Google Shape;921;p20"/>
          <p:cNvSpPr txBox="1">
            <a:spLocks noGrp="1"/>
          </p:cNvSpPr>
          <p:nvPr>
            <p:ph type="subTitle" idx="7"/>
          </p:nvPr>
        </p:nvSpPr>
        <p:spPr>
          <a:xfrm>
            <a:off x="6303700" y="1715147"/>
            <a:ext cx="19935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22" name="Google Shape;922;p20"/>
          <p:cNvSpPr txBox="1">
            <a:spLocks noGrp="1"/>
          </p:cNvSpPr>
          <p:nvPr>
            <p:ph type="subTitle" idx="8"/>
          </p:nvPr>
        </p:nvSpPr>
        <p:spPr>
          <a:xfrm>
            <a:off x="4844925" y="1946661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23" name="Google Shape;923;p20"/>
          <p:cNvSpPr txBox="1">
            <a:spLocks noGrp="1"/>
          </p:cNvSpPr>
          <p:nvPr>
            <p:ph type="title"/>
          </p:nvPr>
        </p:nvSpPr>
        <p:spPr>
          <a:xfrm>
            <a:off x="922200" y="50380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24" name="Google Shape;924;p20"/>
          <p:cNvGrpSpPr/>
          <p:nvPr/>
        </p:nvGrpSpPr>
        <p:grpSpPr>
          <a:xfrm>
            <a:off x="-594817" y="-1573636"/>
            <a:ext cx="2884246" cy="2884367"/>
            <a:chOff x="-594817" y="-1573636"/>
            <a:chExt cx="2884246" cy="2884367"/>
          </a:xfrm>
        </p:grpSpPr>
        <p:sp>
          <p:nvSpPr>
            <p:cNvPr id="925" name="Google Shape;925;p20"/>
            <p:cNvSpPr/>
            <p:nvPr/>
          </p:nvSpPr>
          <p:spPr>
            <a:xfrm rot="8100000" flipH="1">
              <a:off x="-421266" y="-334077"/>
              <a:ext cx="2456094" cy="842354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0"/>
            <p:cNvSpPr/>
            <p:nvPr/>
          </p:nvSpPr>
          <p:spPr>
            <a:xfrm rot="8099926">
              <a:off x="-694128" y="-629532"/>
              <a:ext cx="3082868" cy="996157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0"/>
            <p:cNvSpPr/>
            <p:nvPr/>
          </p:nvSpPr>
          <p:spPr>
            <a:xfrm rot="8099926">
              <a:off x="-552377" y="-407678"/>
              <a:ext cx="2180889" cy="574192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8" name="Google Shape;928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52400" y="-197325"/>
              <a:ext cx="2257421" cy="12697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9" name="Google Shape;929;p20"/>
          <p:cNvGrpSpPr/>
          <p:nvPr/>
        </p:nvGrpSpPr>
        <p:grpSpPr>
          <a:xfrm>
            <a:off x="6246325" y="-233706"/>
            <a:ext cx="4250936" cy="1877933"/>
            <a:chOff x="6246325" y="-233706"/>
            <a:chExt cx="4250936" cy="1877933"/>
          </a:xfrm>
        </p:grpSpPr>
        <p:sp>
          <p:nvSpPr>
            <p:cNvPr id="930" name="Google Shape;930;p20"/>
            <p:cNvSpPr/>
            <p:nvPr/>
          </p:nvSpPr>
          <p:spPr>
            <a:xfrm rot="9432704">
              <a:off x="8739252" y="-85362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31" name="Google Shape;93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46325" y="-81300"/>
              <a:ext cx="3067632" cy="17255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2" name="Google Shape;932;p20"/>
            <p:cNvSpPr/>
            <p:nvPr/>
          </p:nvSpPr>
          <p:spPr>
            <a:xfrm rot="10800000" flipH="1">
              <a:off x="8203701" y="-109338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3" name="Google Shape;933;p20"/>
          <p:cNvGrpSpPr/>
          <p:nvPr/>
        </p:nvGrpSpPr>
        <p:grpSpPr>
          <a:xfrm>
            <a:off x="6310200" y="3498954"/>
            <a:ext cx="3808166" cy="2301773"/>
            <a:chOff x="6310200" y="3498954"/>
            <a:chExt cx="3808166" cy="2301773"/>
          </a:xfrm>
        </p:grpSpPr>
        <p:grpSp>
          <p:nvGrpSpPr>
            <p:cNvPr id="934" name="Google Shape;934;p20"/>
            <p:cNvGrpSpPr/>
            <p:nvPr/>
          </p:nvGrpSpPr>
          <p:grpSpPr>
            <a:xfrm rot="-1268445">
              <a:off x="7164341" y="3985943"/>
              <a:ext cx="2878718" cy="954798"/>
              <a:chOff x="3098100" y="3849750"/>
              <a:chExt cx="940775" cy="270425"/>
            </a:xfrm>
          </p:grpSpPr>
          <p:sp>
            <p:nvSpPr>
              <p:cNvPr id="935" name="Google Shape;935;p20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20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7" name="Google Shape;937;p20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938" name="Google Shape;938;p20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20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40" name="Google Shape;940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10200" y="3792375"/>
              <a:ext cx="3570403" cy="20083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1" name="Google Shape;941;p20"/>
          <p:cNvGrpSpPr/>
          <p:nvPr/>
        </p:nvGrpSpPr>
        <p:grpSpPr>
          <a:xfrm>
            <a:off x="-1028710" y="3243250"/>
            <a:ext cx="4364586" cy="2440196"/>
            <a:chOff x="-1028710" y="3243250"/>
            <a:chExt cx="4364586" cy="2440196"/>
          </a:xfrm>
        </p:grpSpPr>
        <p:sp>
          <p:nvSpPr>
            <p:cNvPr id="942" name="Google Shape;942;p20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0"/>
            <p:cNvSpPr/>
            <p:nvPr/>
          </p:nvSpPr>
          <p:spPr>
            <a:xfrm rot="3818127">
              <a:off x="-1175654" y="4029628"/>
              <a:ext cx="2293552" cy="867440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44" name="Google Shape;944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135474" y="3276600"/>
              <a:ext cx="3471350" cy="19526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BLANK_1_1_1_1">
    <p:bg>
      <p:bgPr>
        <a:solidFill>
          <a:srgbClr val="F7F8FC"/>
        </a:solidFill>
        <a:effectLst/>
      </p:bgPr>
    </p:bg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21"/>
          <p:cNvSpPr txBox="1">
            <a:spLocks noGrp="1"/>
          </p:cNvSpPr>
          <p:nvPr>
            <p:ph type="subTitle" idx="1"/>
          </p:nvPr>
        </p:nvSpPr>
        <p:spPr>
          <a:xfrm>
            <a:off x="3962670" y="1391720"/>
            <a:ext cx="29865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47" name="Google Shape;947;p21"/>
          <p:cNvSpPr txBox="1">
            <a:spLocks noGrp="1"/>
          </p:cNvSpPr>
          <p:nvPr>
            <p:ph type="subTitle" idx="2"/>
          </p:nvPr>
        </p:nvSpPr>
        <p:spPr>
          <a:xfrm>
            <a:off x="3954583" y="2161448"/>
            <a:ext cx="2986500" cy="42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2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48" name="Google Shape;948;p21"/>
          <p:cNvSpPr txBox="1">
            <a:spLocks noGrp="1"/>
          </p:cNvSpPr>
          <p:nvPr>
            <p:ph type="subTitle" idx="3"/>
          </p:nvPr>
        </p:nvSpPr>
        <p:spPr>
          <a:xfrm>
            <a:off x="2467426" y="3118946"/>
            <a:ext cx="29865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49" name="Google Shape;949;p21"/>
          <p:cNvSpPr txBox="1">
            <a:spLocks noGrp="1"/>
          </p:cNvSpPr>
          <p:nvPr>
            <p:ph type="subTitle" idx="4"/>
          </p:nvPr>
        </p:nvSpPr>
        <p:spPr>
          <a:xfrm>
            <a:off x="2467426" y="3887876"/>
            <a:ext cx="2986500" cy="37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2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50" name="Google Shape;950;p21"/>
          <p:cNvSpPr txBox="1">
            <a:spLocks noGrp="1"/>
          </p:cNvSpPr>
          <p:nvPr>
            <p:ph type="title"/>
          </p:nvPr>
        </p:nvSpPr>
        <p:spPr>
          <a:xfrm>
            <a:off x="914400" y="551820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51" name="Google Shape;951;p21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952" name="Google Shape;952;p21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953" name="Google Shape;953;p21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21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21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56" name="Google Shape;956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7" name="Google Shape;957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">
  <p:cSld name="BLANK_1_1_1_1_1">
    <p:bg>
      <p:bgPr>
        <a:solidFill>
          <a:srgbClr val="F7F8FC"/>
        </a:solidFill>
        <a:effectLst/>
      </p:bgPr>
    </p:bg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2"/>
          <p:cNvSpPr txBox="1">
            <a:spLocks noGrp="1"/>
          </p:cNvSpPr>
          <p:nvPr>
            <p:ph type="title"/>
          </p:nvPr>
        </p:nvSpPr>
        <p:spPr>
          <a:xfrm>
            <a:off x="922200" y="432516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22"/>
          <p:cNvSpPr txBox="1">
            <a:spLocks noGrp="1"/>
          </p:cNvSpPr>
          <p:nvPr>
            <p:ph type="subTitle" idx="1"/>
          </p:nvPr>
        </p:nvSpPr>
        <p:spPr>
          <a:xfrm>
            <a:off x="4758372" y="3001221"/>
            <a:ext cx="21162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61" name="Google Shape;961;p22"/>
          <p:cNvSpPr txBox="1">
            <a:spLocks noGrp="1"/>
          </p:cNvSpPr>
          <p:nvPr>
            <p:ph type="subTitle" idx="2"/>
          </p:nvPr>
        </p:nvSpPr>
        <p:spPr>
          <a:xfrm>
            <a:off x="2559249" y="2538821"/>
            <a:ext cx="18288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62" name="Google Shape;962;p22"/>
          <p:cNvSpPr txBox="1">
            <a:spLocks noGrp="1"/>
          </p:cNvSpPr>
          <p:nvPr>
            <p:ph type="subTitle" idx="3"/>
          </p:nvPr>
        </p:nvSpPr>
        <p:spPr>
          <a:xfrm>
            <a:off x="2273064" y="3001226"/>
            <a:ext cx="21162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63" name="Google Shape;963;p22"/>
          <p:cNvSpPr txBox="1">
            <a:spLocks noGrp="1"/>
          </p:cNvSpPr>
          <p:nvPr>
            <p:ph type="subTitle" idx="4"/>
          </p:nvPr>
        </p:nvSpPr>
        <p:spPr>
          <a:xfrm>
            <a:off x="4767476" y="2540105"/>
            <a:ext cx="18288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grpSp>
        <p:nvGrpSpPr>
          <p:cNvPr id="964" name="Google Shape;964;p22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965" name="Google Shape;965;p22"/>
            <p:cNvSpPr/>
            <p:nvPr/>
          </p:nvSpPr>
          <p:spPr>
            <a:xfrm rot="10800000" flipH="1">
              <a:off x="7915228" y="315002"/>
              <a:ext cx="1679305" cy="4839573"/>
            </a:xfrm>
            <a:custGeom>
              <a:avLst/>
              <a:gdLst/>
              <a:ahLst/>
              <a:cxnLst/>
              <a:rect l="l" t="t" r="r" b="b"/>
              <a:pathLst>
                <a:path w="35728" h="40732" extrusionOk="0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2"/>
            <p:cNvSpPr/>
            <p:nvPr/>
          </p:nvSpPr>
          <p:spPr>
            <a:xfrm rot="10800000" flipH="1">
              <a:off x="9065267" y="201900"/>
              <a:ext cx="1287556" cy="4952684"/>
            </a:xfrm>
            <a:custGeom>
              <a:avLst/>
              <a:gdLst/>
              <a:ahLst/>
              <a:cxnLst/>
              <a:rect l="l" t="t" r="r" b="b"/>
              <a:pathLst>
                <a:path w="18724" h="41684" extrusionOk="0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2"/>
            <p:cNvSpPr/>
            <p:nvPr/>
          </p:nvSpPr>
          <p:spPr>
            <a:xfrm rot="10800000" flipH="1">
              <a:off x="8947883" y="-102719"/>
              <a:ext cx="1404938" cy="907153"/>
            </a:xfrm>
            <a:custGeom>
              <a:avLst/>
              <a:gdLst/>
              <a:ahLst/>
              <a:cxnLst/>
              <a:rect l="l" t="t" r="r" b="b"/>
              <a:pathLst>
                <a:path w="20431" h="7635" extrusionOk="0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2"/>
            <p:cNvSpPr/>
            <p:nvPr/>
          </p:nvSpPr>
          <p:spPr>
            <a:xfrm rot="9683509" flipH="1">
              <a:off x="8237391" y="3788609"/>
              <a:ext cx="729045" cy="1405831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9" name="Google Shape;969;p22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970" name="Google Shape;970;p22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9488" extrusionOk="0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22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22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73" name="Google Shape;973;p22"/>
            <p:cNvPicPr preferRelativeResize="0"/>
            <p:nvPr/>
          </p:nvPicPr>
          <p:blipFill rotWithShape="1">
            <a:blip r:embed="rId2">
              <a:alphaModFix/>
            </a:blip>
            <a:srcRect l="70893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4" name="Google Shape;974;p22"/>
            <p:cNvPicPr preferRelativeResize="0"/>
            <p:nvPr/>
          </p:nvPicPr>
          <p:blipFill rotWithShape="1">
            <a:blip r:embed="rId3">
              <a:alphaModFix/>
            </a:blip>
            <a:srcRect l="53175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5" name="Google Shape;975;p22"/>
          <p:cNvGrpSpPr/>
          <p:nvPr/>
        </p:nvGrpSpPr>
        <p:grpSpPr>
          <a:xfrm>
            <a:off x="-1462108" y="-365290"/>
            <a:ext cx="4517256" cy="5656448"/>
            <a:chOff x="-1462108" y="-365290"/>
            <a:chExt cx="4517256" cy="5656448"/>
          </a:xfrm>
        </p:grpSpPr>
        <p:grpSp>
          <p:nvGrpSpPr>
            <p:cNvPr id="976" name="Google Shape;976;p22"/>
            <p:cNvGrpSpPr/>
            <p:nvPr/>
          </p:nvGrpSpPr>
          <p:grpSpPr>
            <a:xfrm rot="-373102" flipH="1">
              <a:off x="-1189137" y="-165666"/>
              <a:ext cx="3971313" cy="5257200"/>
              <a:chOff x="3268325" y="3013975"/>
              <a:chExt cx="1443800" cy="1106200"/>
            </a:xfrm>
          </p:grpSpPr>
          <p:sp>
            <p:nvSpPr>
              <p:cNvPr id="977" name="Google Shape;977;p22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22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22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22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22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22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83" name="Google Shape;983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4" name="Google Shape;984;p22"/>
            <p:cNvPicPr preferRelativeResize="0"/>
            <p:nvPr/>
          </p:nvPicPr>
          <p:blipFill rotWithShape="1">
            <a:blip r:embed="rId5">
              <a:alphaModFix/>
            </a:blip>
            <a:srcRect r="52408" b="36512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3"/>
          <p:cNvSpPr txBox="1">
            <a:spLocks noGrp="1"/>
          </p:cNvSpPr>
          <p:nvPr>
            <p:ph type="subTitle" idx="1"/>
          </p:nvPr>
        </p:nvSpPr>
        <p:spPr>
          <a:xfrm>
            <a:off x="914400" y="1865868"/>
            <a:ext cx="36516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7" name="Google Shape;987;p23"/>
          <p:cNvSpPr txBox="1">
            <a:spLocks noGrp="1"/>
          </p:cNvSpPr>
          <p:nvPr>
            <p:ph type="subTitle" idx="2"/>
          </p:nvPr>
        </p:nvSpPr>
        <p:spPr>
          <a:xfrm>
            <a:off x="914400" y="2859300"/>
            <a:ext cx="3651600" cy="396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8" name="Google Shape;988;p23"/>
          <p:cNvSpPr txBox="1">
            <a:spLocks noGrp="1"/>
          </p:cNvSpPr>
          <p:nvPr>
            <p:ph type="subTitle" idx="3"/>
          </p:nvPr>
        </p:nvSpPr>
        <p:spPr>
          <a:xfrm>
            <a:off x="914400" y="3853135"/>
            <a:ext cx="36516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9" name="Google Shape;989;p23"/>
          <p:cNvSpPr txBox="1">
            <a:spLocks noGrp="1"/>
          </p:cNvSpPr>
          <p:nvPr>
            <p:ph type="title" hasCustomPrompt="1"/>
          </p:nvPr>
        </p:nvSpPr>
        <p:spPr>
          <a:xfrm>
            <a:off x="914400" y="1373735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0" name="Google Shape;990;p23"/>
          <p:cNvSpPr txBox="1">
            <a:spLocks noGrp="1"/>
          </p:cNvSpPr>
          <p:nvPr>
            <p:ph type="title" idx="4" hasCustomPrompt="1"/>
          </p:nvPr>
        </p:nvSpPr>
        <p:spPr>
          <a:xfrm>
            <a:off x="914400" y="2373215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3"/>
          <p:cNvSpPr txBox="1">
            <a:spLocks noGrp="1"/>
          </p:cNvSpPr>
          <p:nvPr>
            <p:ph type="title" idx="5" hasCustomPrompt="1"/>
          </p:nvPr>
        </p:nvSpPr>
        <p:spPr>
          <a:xfrm>
            <a:off x="914400" y="3362033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taatliches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t>xx%</a:t>
            </a:r>
          </a:p>
        </p:txBody>
      </p:sp>
      <p:sp>
        <p:nvSpPr>
          <p:cNvPr id="992" name="Google Shape;992;p23"/>
          <p:cNvSpPr txBox="1">
            <a:spLocks noGrp="1"/>
          </p:cNvSpPr>
          <p:nvPr>
            <p:ph type="title" idx="6"/>
          </p:nvPr>
        </p:nvSpPr>
        <p:spPr>
          <a:xfrm>
            <a:off x="868325" y="548472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93" name="Google Shape;993;p23"/>
          <p:cNvSpPr/>
          <p:nvPr/>
        </p:nvSpPr>
        <p:spPr>
          <a:xfrm>
            <a:off x="6411464" y="4341794"/>
            <a:ext cx="2814673" cy="858022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23"/>
          <p:cNvSpPr/>
          <p:nvPr/>
        </p:nvSpPr>
        <p:spPr>
          <a:xfrm>
            <a:off x="-2" y="-118694"/>
            <a:ext cx="2668237" cy="406084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23"/>
          <p:cNvSpPr/>
          <p:nvPr/>
        </p:nvSpPr>
        <p:spPr>
          <a:xfrm>
            <a:off x="-1" y="-118700"/>
            <a:ext cx="1946477" cy="876726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6" name="Google Shape;99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21700" y="3608350"/>
            <a:ext cx="2865178" cy="1611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23"/>
          <p:cNvPicPr preferRelativeResize="0"/>
          <p:nvPr/>
        </p:nvPicPr>
        <p:blipFill rotWithShape="1">
          <a:blip r:embed="rId3">
            <a:alphaModFix/>
          </a:blip>
          <a:srcRect t="63228" b="29"/>
          <a:stretch/>
        </p:blipFill>
        <p:spPr>
          <a:xfrm>
            <a:off x="-179200" y="-295274"/>
            <a:ext cx="1211950" cy="76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1">
    <p:bg>
      <p:bgPr>
        <a:solidFill>
          <a:srgbClr val="F7F8FC"/>
        </a:solidFill>
        <a:effectLst/>
      </p:bgPr>
    </p:bg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4"/>
          <p:cNvSpPr txBox="1">
            <a:spLocks noGrp="1"/>
          </p:cNvSpPr>
          <p:nvPr>
            <p:ph type="subTitle" idx="1"/>
          </p:nvPr>
        </p:nvSpPr>
        <p:spPr>
          <a:xfrm>
            <a:off x="1194409" y="3562931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0" name="Google Shape;1000;p24"/>
          <p:cNvSpPr txBox="1">
            <a:spLocks noGrp="1"/>
          </p:cNvSpPr>
          <p:nvPr>
            <p:ph type="subTitle" idx="2"/>
          </p:nvPr>
        </p:nvSpPr>
        <p:spPr>
          <a:xfrm>
            <a:off x="3527793" y="3562932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1" name="Google Shape;1001;p24"/>
          <p:cNvSpPr txBox="1">
            <a:spLocks noGrp="1"/>
          </p:cNvSpPr>
          <p:nvPr>
            <p:ph type="subTitle" idx="3"/>
          </p:nvPr>
        </p:nvSpPr>
        <p:spPr>
          <a:xfrm>
            <a:off x="5868937" y="3562932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2" name="Google Shape;1002;p24"/>
          <p:cNvSpPr txBox="1">
            <a:spLocks noGrp="1"/>
          </p:cNvSpPr>
          <p:nvPr>
            <p:ph type="subTitle" idx="4"/>
          </p:nvPr>
        </p:nvSpPr>
        <p:spPr>
          <a:xfrm>
            <a:off x="1331509" y="3226185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3" name="Google Shape;1003;p24"/>
          <p:cNvSpPr txBox="1">
            <a:spLocks noGrp="1"/>
          </p:cNvSpPr>
          <p:nvPr>
            <p:ph type="subTitle" idx="5"/>
          </p:nvPr>
        </p:nvSpPr>
        <p:spPr>
          <a:xfrm>
            <a:off x="3664893" y="322617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4" name="Google Shape;1004;p24"/>
          <p:cNvSpPr txBox="1">
            <a:spLocks noGrp="1"/>
          </p:cNvSpPr>
          <p:nvPr>
            <p:ph type="subTitle" idx="6"/>
          </p:nvPr>
        </p:nvSpPr>
        <p:spPr>
          <a:xfrm>
            <a:off x="6006037" y="322617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5" name="Google Shape;1005;p24"/>
          <p:cNvSpPr txBox="1">
            <a:spLocks noGrp="1"/>
          </p:cNvSpPr>
          <p:nvPr>
            <p:ph type="subTitle" idx="7"/>
          </p:nvPr>
        </p:nvSpPr>
        <p:spPr>
          <a:xfrm>
            <a:off x="1194409" y="2075551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6" name="Google Shape;1006;p24"/>
          <p:cNvSpPr txBox="1">
            <a:spLocks noGrp="1"/>
          </p:cNvSpPr>
          <p:nvPr>
            <p:ph type="subTitle" idx="8"/>
          </p:nvPr>
        </p:nvSpPr>
        <p:spPr>
          <a:xfrm>
            <a:off x="3527793" y="2075545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7" name="Google Shape;1007;p24"/>
          <p:cNvSpPr txBox="1">
            <a:spLocks noGrp="1"/>
          </p:cNvSpPr>
          <p:nvPr>
            <p:ph type="subTitle" idx="9"/>
          </p:nvPr>
        </p:nvSpPr>
        <p:spPr>
          <a:xfrm>
            <a:off x="5868937" y="2075545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8" name="Google Shape;1008;p24"/>
          <p:cNvSpPr txBox="1">
            <a:spLocks noGrp="1"/>
          </p:cNvSpPr>
          <p:nvPr>
            <p:ph type="subTitle" idx="13"/>
          </p:nvPr>
        </p:nvSpPr>
        <p:spPr>
          <a:xfrm>
            <a:off x="3664893" y="175685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9" name="Google Shape;1009;p24"/>
          <p:cNvSpPr txBox="1">
            <a:spLocks noGrp="1"/>
          </p:cNvSpPr>
          <p:nvPr>
            <p:ph type="subTitle" idx="14"/>
          </p:nvPr>
        </p:nvSpPr>
        <p:spPr>
          <a:xfrm>
            <a:off x="6006037" y="175685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10" name="Google Shape;1010;p24"/>
          <p:cNvSpPr txBox="1">
            <a:spLocks noGrp="1"/>
          </p:cNvSpPr>
          <p:nvPr>
            <p:ph type="title"/>
          </p:nvPr>
        </p:nvSpPr>
        <p:spPr>
          <a:xfrm>
            <a:off x="914316" y="55056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24"/>
          <p:cNvSpPr/>
          <p:nvPr/>
        </p:nvSpPr>
        <p:spPr>
          <a:xfrm>
            <a:off x="7913720" y="478129"/>
            <a:ext cx="94380" cy="86557"/>
          </a:xfrm>
          <a:custGeom>
            <a:avLst/>
            <a:gdLst/>
            <a:ahLst/>
            <a:cxnLst/>
            <a:rect l="l" t="t" r="r" b="b"/>
            <a:pathLst>
              <a:path w="941" h="863" extrusionOk="0">
                <a:moveTo>
                  <a:pt x="469" y="1"/>
                </a:moveTo>
                <a:cubicBezTo>
                  <a:pt x="272" y="1"/>
                  <a:pt x="91" y="141"/>
                  <a:pt x="48" y="341"/>
                </a:cubicBezTo>
                <a:cubicBezTo>
                  <a:pt x="1" y="576"/>
                  <a:pt x="148" y="803"/>
                  <a:pt x="379" y="853"/>
                </a:cubicBezTo>
                <a:cubicBezTo>
                  <a:pt x="409" y="860"/>
                  <a:pt x="439" y="863"/>
                  <a:pt x="469" y="863"/>
                </a:cubicBezTo>
                <a:cubicBezTo>
                  <a:pt x="669" y="863"/>
                  <a:pt x="847" y="723"/>
                  <a:pt x="891" y="522"/>
                </a:cubicBezTo>
                <a:cubicBezTo>
                  <a:pt x="941" y="288"/>
                  <a:pt x="791" y="60"/>
                  <a:pt x="559" y="10"/>
                </a:cubicBezTo>
                <a:cubicBezTo>
                  <a:pt x="529" y="4"/>
                  <a:pt x="499" y="1"/>
                  <a:pt x="4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2" name="Google Shape;1012;p24"/>
          <p:cNvGrpSpPr/>
          <p:nvPr/>
        </p:nvGrpSpPr>
        <p:grpSpPr>
          <a:xfrm>
            <a:off x="7970121" y="-679169"/>
            <a:ext cx="2287929" cy="3725209"/>
            <a:chOff x="7970121" y="-679169"/>
            <a:chExt cx="2287929" cy="3725209"/>
          </a:xfrm>
        </p:grpSpPr>
        <p:sp>
          <p:nvSpPr>
            <p:cNvPr id="1013" name="Google Shape;1013;p24"/>
            <p:cNvSpPr/>
            <p:nvPr/>
          </p:nvSpPr>
          <p:spPr>
            <a:xfrm>
              <a:off x="8141194" y="779020"/>
              <a:ext cx="114841" cy="114841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573" y="1"/>
                  </a:moveTo>
                  <a:cubicBezTo>
                    <a:pt x="258" y="1"/>
                    <a:pt x="1" y="255"/>
                    <a:pt x="1" y="573"/>
                  </a:cubicBezTo>
                  <a:cubicBezTo>
                    <a:pt x="1" y="887"/>
                    <a:pt x="258" y="1145"/>
                    <a:pt x="573" y="1145"/>
                  </a:cubicBezTo>
                  <a:cubicBezTo>
                    <a:pt x="891" y="1145"/>
                    <a:pt x="1145" y="887"/>
                    <a:pt x="1145" y="573"/>
                  </a:cubicBezTo>
                  <a:cubicBezTo>
                    <a:pt x="1145" y="255"/>
                    <a:pt x="891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4"/>
            <p:cNvSpPr/>
            <p:nvPr/>
          </p:nvSpPr>
          <p:spPr>
            <a:xfrm>
              <a:off x="7985073" y="1238086"/>
              <a:ext cx="2272976" cy="1807954"/>
            </a:xfrm>
            <a:custGeom>
              <a:avLst/>
              <a:gdLst/>
              <a:ahLst/>
              <a:cxnLst/>
              <a:rect l="l" t="t" r="r" b="b"/>
              <a:pathLst>
                <a:path w="10725" h="8531" extrusionOk="0">
                  <a:moveTo>
                    <a:pt x="5102" y="1"/>
                  </a:moveTo>
                  <a:cubicBezTo>
                    <a:pt x="3336" y="1"/>
                    <a:pt x="1519" y="586"/>
                    <a:pt x="924" y="1918"/>
                  </a:cubicBezTo>
                  <a:cubicBezTo>
                    <a:pt x="1" y="3975"/>
                    <a:pt x="3175" y="5526"/>
                    <a:pt x="4529" y="7329"/>
                  </a:cubicBezTo>
                  <a:cubicBezTo>
                    <a:pt x="5175" y="8186"/>
                    <a:pt x="5888" y="8530"/>
                    <a:pt x="6584" y="8530"/>
                  </a:cubicBezTo>
                  <a:cubicBezTo>
                    <a:pt x="7921" y="8530"/>
                    <a:pt x="9196" y="7249"/>
                    <a:pt x="9801" y="5895"/>
                  </a:cubicBezTo>
                  <a:cubicBezTo>
                    <a:pt x="10725" y="3837"/>
                    <a:pt x="9801" y="1422"/>
                    <a:pt x="7744" y="502"/>
                  </a:cubicBezTo>
                  <a:cubicBezTo>
                    <a:pt x="7018" y="175"/>
                    <a:pt x="6068" y="1"/>
                    <a:pt x="5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5" name="Google Shape;1015;p24"/>
            <p:cNvGrpSpPr/>
            <p:nvPr/>
          </p:nvGrpSpPr>
          <p:grpSpPr>
            <a:xfrm rot="5400000">
              <a:off x="8433777" y="-1142825"/>
              <a:ext cx="1291147" cy="2218459"/>
              <a:chOff x="4895725" y="2485200"/>
              <a:chExt cx="464525" cy="744050"/>
            </a:xfrm>
          </p:grpSpPr>
          <p:sp>
            <p:nvSpPr>
              <p:cNvPr id="1016" name="Google Shape;1016;p24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24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24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24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24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24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4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4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4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4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24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24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24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24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24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24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24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4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4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4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24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4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4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4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4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4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4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4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4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45" name="Google Shape;1045;p24"/>
          <p:cNvGrpSpPr/>
          <p:nvPr/>
        </p:nvGrpSpPr>
        <p:grpSpPr>
          <a:xfrm>
            <a:off x="-475512" y="3461619"/>
            <a:ext cx="1967899" cy="1878339"/>
            <a:chOff x="-475512" y="3461619"/>
            <a:chExt cx="1967899" cy="1878339"/>
          </a:xfrm>
        </p:grpSpPr>
        <p:sp>
          <p:nvSpPr>
            <p:cNvPr id="1046" name="Google Shape;1046;p24"/>
            <p:cNvSpPr/>
            <p:nvPr/>
          </p:nvSpPr>
          <p:spPr>
            <a:xfrm rot="4590804">
              <a:off x="-440975" y="4203758"/>
              <a:ext cx="971589" cy="837154"/>
            </a:xfrm>
            <a:custGeom>
              <a:avLst/>
              <a:gdLst/>
              <a:ahLst/>
              <a:cxnLst/>
              <a:rect l="l" t="t" r="r" b="b"/>
              <a:pathLst>
                <a:path w="7513" h="4982" extrusionOk="0">
                  <a:moveTo>
                    <a:pt x="5336" y="1"/>
                  </a:moveTo>
                  <a:cubicBezTo>
                    <a:pt x="4958" y="1"/>
                    <a:pt x="4536" y="111"/>
                    <a:pt x="4071" y="365"/>
                  </a:cubicBezTo>
                  <a:cubicBezTo>
                    <a:pt x="2643" y="1148"/>
                    <a:pt x="0" y="1429"/>
                    <a:pt x="107" y="2807"/>
                  </a:cubicBezTo>
                  <a:cubicBezTo>
                    <a:pt x="207" y="4095"/>
                    <a:pt x="2519" y="4981"/>
                    <a:pt x="4201" y="4981"/>
                  </a:cubicBezTo>
                  <a:cubicBezTo>
                    <a:pt x="4319" y="4981"/>
                    <a:pt x="4429" y="4975"/>
                    <a:pt x="4539" y="4968"/>
                  </a:cubicBezTo>
                  <a:cubicBezTo>
                    <a:pt x="6228" y="4834"/>
                    <a:pt x="7513" y="3610"/>
                    <a:pt x="7403" y="2235"/>
                  </a:cubicBezTo>
                  <a:cubicBezTo>
                    <a:pt x="7323" y="1178"/>
                    <a:pt x="6577" y="1"/>
                    <a:pt x="5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4"/>
            <p:cNvSpPr/>
            <p:nvPr/>
          </p:nvSpPr>
          <p:spPr>
            <a:xfrm>
              <a:off x="-272122" y="4502808"/>
              <a:ext cx="971581" cy="837150"/>
            </a:xfrm>
            <a:custGeom>
              <a:avLst/>
              <a:gdLst/>
              <a:ahLst/>
              <a:cxnLst/>
              <a:rect l="l" t="t" r="r" b="b"/>
              <a:pathLst>
                <a:path w="7513" h="4982" extrusionOk="0">
                  <a:moveTo>
                    <a:pt x="5336" y="1"/>
                  </a:moveTo>
                  <a:cubicBezTo>
                    <a:pt x="4958" y="1"/>
                    <a:pt x="4536" y="111"/>
                    <a:pt x="4071" y="365"/>
                  </a:cubicBezTo>
                  <a:cubicBezTo>
                    <a:pt x="2643" y="1148"/>
                    <a:pt x="0" y="1429"/>
                    <a:pt x="107" y="2807"/>
                  </a:cubicBezTo>
                  <a:cubicBezTo>
                    <a:pt x="207" y="4095"/>
                    <a:pt x="2519" y="4981"/>
                    <a:pt x="4201" y="4981"/>
                  </a:cubicBezTo>
                  <a:cubicBezTo>
                    <a:pt x="4319" y="4981"/>
                    <a:pt x="4429" y="4975"/>
                    <a:pt x="4539" y="4968"/>
                  </a:cubicBezTo>
                  <a:cubicBezTo>
                    <a:pt x="6228" y="4834"/>
                    <a:pt x="7513" y="3610"/>
                    <a:pt x="7403" y="2235"/>
                  </a:cubicBezTo>
                  <a:cubicBezTo>
                    <a:pt x="7323" y="1178"/>
                    <a:pt x="6577" y="1"/>
                    <a:pt x="53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8" name="Google Shape;1048;p24"/>
            <p:cNvGrpSpPr/>
            <p:nvPr/>
          </p:nvGrpSpPr>
          <p:grpSpPr>
            <a:xfrm rot="-5400000">
              <a:off x="-294075" y="3483559"/>
              <a:ext cx="1808401" cy="1764522"/>
              <a:chOff x="2024475" y="4433550"/>
              <a:chExt cx="623350" cy="608225"/>
            </a:xfrm>
          </p:grpSpPr>
          <p:sp>
            <p:nvSpPr>
              <p:cNvPr id="1049" name="Google Shape;1049;p24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24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24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4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24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24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338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24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1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24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24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24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24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24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24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24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15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24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73" extrusionOk="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24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24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56" extrusionOk="0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24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4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4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00" extrusionOk="0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24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4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4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4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60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4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24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45" extrusionOk="0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24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24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24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24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24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4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24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24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5" extrusionOk="0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24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4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24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24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24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26" extrusionOk="0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24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4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24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24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24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24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24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24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165" extrusionOk="0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24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24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3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24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0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24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24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24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4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4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4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24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24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24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24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24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24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24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4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24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4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4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4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4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20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4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4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4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4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4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4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4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4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24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267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24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4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4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4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4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4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4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24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24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24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24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2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24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24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24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4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24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24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24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24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24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4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24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24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24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24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24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4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24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4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24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24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24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24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03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24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24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24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24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24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24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24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24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24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24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24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24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24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24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24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17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24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83" extrusionOk="0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24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99" extrusionOk="0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24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92" extrusionOk="0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24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24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24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24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24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24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24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24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24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24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4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24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24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4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24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24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24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24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24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24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424" extrusionOk="0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4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4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24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4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4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24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4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4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24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24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4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1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4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4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24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4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24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24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4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4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4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24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24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24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24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24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24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24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24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24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24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24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24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24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24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24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24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24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24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24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24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24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24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24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24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" extrusionOk="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24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24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182" extrusionOk="0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24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24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24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24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24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24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24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24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434" extrusionOk="0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24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24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24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24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434" extrusionOk="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24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24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24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434" extrusionOk="0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24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24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434" extrusionOk="0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34" extrusionOk="0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34" extrusionOk="0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434" extrusionOk="0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430" extrusionOk="0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434" extrusionOk="0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11" h="433" extrusionOk="0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34" extrusionOk="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24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24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24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3" extrusionOk="0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24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24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24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434" extrusionOk="0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" extrusionOk="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20" name="Google Shape;1320;p24"/>
          <p:cNvSpPr txBox="1">
            <a:spLocks noGrp="1"/>
          </p:cNvSpPr>
          <p:nvPr>
            <p:ph type="subTitle" idx="15"/>
          </p:nvPr>
        </p:nvSpPr>
        <p:spPr>
          <a:xfrm>
            <a:off x="1331509" y="175686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bg>
      <p:bgPr>
        <a:solidFill>
          <a:schemeClr val="accent1"/>
        </a:solidFill>
        <a:effectLst/>
      </p:bgPr>
    </p:bg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25"/>
          <p:cNvSpPr txBox="1">
            <a:spLocks noGrp="1"/>
          </p:cNvSpPr>
          <p:nvPr>
            <p:ph type="ctrTitle"/>
          </p:nvPr>
        </p:nvSpPr>
        <p:spPr>
          <a:xfrm>
            <a:off x="914400" y="1126912"/>
            <a:ext cx="365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23" name="Google Shape;1323;p25"/>
          <p:cNvSpPr txBox="1">
            <a:spLocks noGrp="1"/>
          </p:cNvSpPr>
          <p:nvPr>
            <p:ph type="subTitle" idx="1"/>
          </p:nvPr>
        </p:nvSpPr>
        <p:spPr>
          <a:xfrm>
            <a:off x="914400" y="2608180"/>
            <a:ext cx="3651600" cy="12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324" name="Google Shape;1324;p25"/>
          <p:cNvSpPr txBox="1"/>
          <p:nvPr/>
        </p:nvSpPr>
        <p:spPr>
          <a:xfrm>
            <a:off x="888381" y="3681550"/>
            <a:ext cx="34395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5" name="Google Shape;1325;p25"/>
          <p:cNvSpPr/>
          <p:nvPr/>
        </p:nvSpPr>
        <p:spPr>
          <a:xfrm rot="10800000" flipH="1">
            <a:off x="4366399" y="335155"/>
            <a:ext cx="3758237" cy="4824215"/>
          </a:xfrm>
          <a:custGeom>
            <a:avLst/>
            <a:gdLst/>
            <a:ahLst/>
            <a:cxnLst/>
            <a:rect l="l" t="t" r="r" b="b"/>
            <a:pathLst>
              <a:path w="49457" h="56384" extrusionOk="0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25"/>
          <p:cNvSpPr/>
          <p:nvPr/>
        </p:nvSpPr>
        <p:spPr>
          <a:xfrm rot="10800000" flipH="1">
            <a:off x="4323086" y="4314893"/>
            <a:ext cx="2068144" cy="844477"/>
          </a:xfrm>
          <a:custGeom>
            <a:avLst/>
            <a:gdLst/>
            <a:ahLst/>
            <a:cxnLst/>
            <a:rect l="l" t="t" r="r" b="b"/>
            <a:pathLst>
              <a:path w="27216" h="9870" extrusionOk="0">
                <a:moveTo>
                  <a:pt x="501" y="1"/>
                </a:moveTo>
                <a:cubicBezTo>
                  <a:pt x="1" y="2713"/>
                  <a:pt x="44" y="5500"/>
                  <a:pt x="571" y="8202"/>
                </a:cubicBezTo>
                <a:cubicBezTo>
                  <a:pt x="2179" y="8014"/>
                  <a:pt x="3726" y="7481"/>
                  <a:pt x="5065" y="6523"/>
                </a:cubicBezTo>
                <a:cubicBezTo>
                  <a:pt x="7127" y="5052"/>
                  <a:pt x="8871" y="2608"/>
                  <a:pt x="11387" y="2608"/>
                </a:cubicBezTo>
                <a:cubicBezTo>
                  <a:pt x="11421" y="2608"/>
                  <a:pt x="11454" y="2609"/>
                  <a:pt x="11488" y="2610"/>
                </a:cubicBezTo>
                <a:cubicBezTo>
                  <a:pt x="13516" y="2661"/>
                  <a:pt x="15082" y="4345"/>
                  <a:pt x="16313" y="5957"/>
                </a:cubicBezTo>
                <a:cubicBezTo>
                  <a:pt x="17548" y="7566"/>
                  <a:pt x="18888" y="9357"/>
                  <a:pt x="20869" y="9782"/>
                </a:cubicBezTo>
                <a:cubicBezTo>
                  <a:pt x="21144" y="9841"/>
                  <a:pt x="21419" y="9869"/>
                  <a:pt x="21690" y="9869"/>
                </a:cubicBezTo>
                <a:cubicBezTo>
                  <a:pt x="24152" y="9869"/>
                  <a:pt x="26358" y="7540"/>
                  <a:pt x="26872" y="5033"/>
                </a:cubicBezTo>
                <a:cubicBezTo>
                  <a:pt x="27216" y="3363"/>
                  <a:pt x="27022" y="1670"/>
                  <a:pt x="2662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25"/>
          <p:cNvSpPr/>
          <p:nvPr/>
        </p:nvSpPr>
        <p:spPr>
          <a:xfrm rot="10800000" flipH="1">
            <a:off x="3363131" y="-81230"/>
            <a:ext cx="2800232" cy="1123659"/>
          </a:xfrm>
          <a:custGeom>
            <a:avLst/>
            <a:gdLst/>
            <a:ahLst/>
            <a:cxnLst/>
            <a:rect l="l" t="t" r="r" b="b"/>
            <a:pathLst>
              <a:path w="36850" h="13133" extrusionOk="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25"/>
          <p:cNvSpPr/>
          <p:nvPr/>
        </p:nvSpPr>
        <p:spPr>
          <a:xfrm rot="10800000" flipH="1">
            <a:off x="7314957" y="222473"/>
            <a:ext cx="1969585" cy="4936898"/>
          </a:xfrm>
          <a:custGeom>
            <a:avLst/>
            <a:gdLst/>
            <a:ahLst/>
            <a:cxnLst/>
            <a:rect l="l" t="t" r="r" b="b"/>
            <a:pathLst>
              <a:path w="25919" h="57701" extrusionOk="0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25"/>
          <p:cNvSpPr/>
          <p:nvPr/>
        </p:nvSpPr>
        <p:spPr>
          <a:xfrm rot="10800000" flipH="1">
            <a:off x="2493374" y="-81232"/>
            <a:ext cx="3958471" cy="1281175"/>
          </a:xfrm>
          <a:custGeom>
            <a:avLst/>
            <a:gdLst/>
            <a:ahLst/>
            <a:cxnLst/>
            <a:rect l="l" t="t" r="r" b="b"/>
            <a:pathLst>
              <a:path w="52092" h="14974" extrusionOk="0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25"/>
          <p:cNvSpPr/>
          <p:nvPr/>
        </p:nvSpPr>
        <p:spPr>
          <a:xfrm rot="10800000" flipH="1">
            <a:off x="3363131" y="-81227"/>
            <a:ext cx="2800232" cy="738468"/>
          </a:xfrm>
          <a:custGeom>
            <a:avLst/>
            <a:gdLst/>
            <a:ahLst/>
            <a:cxnLst/>
            <a:rect l="l" t="t" r="r" b="b"/>
            <a:pathLst>
              <a:path w="36850" h="8631" extrusionOk="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25"/>
          <p:cNvSpPr/>
          <p:nvPr/>
        </p:nvSpPr>
        <p:spPr>
          <a:xfrm rot="10800000" flipH="1">
            <a:off x="6530534" y="703175"/>
            <a:ext cx="1115229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2" name="Google Shape;133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9400" y="2457450"/>
            <a:ext cx="5587997" cy="3143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5374" y="-152400"/>
            <a:ext cx="4467226" cy="251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solidFill>
          <a:schemeClr val="accent2"/>
        </a:solidFill>
        <a:effectLst/>
      </p:bgPr>
    </p:bg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5" name="Google Shape;1335;p26"/>
          <p:cNvPicPr preferRelativeResize="0"/>
          <p:nvPr/>
        </p:nvPicPr>
        <p:blipFill rotWithShape="1">
          <a:blip r:embed="rId2">
            <a:alphaModFix/>
          </a:blip>
          <a:srcRect l="30159" r="11269"/>
          <a:stretch/>
        </p:blipFill>
        <p:spPr>
          <a:xfrm>
            <a:off x="6989200" y="-504825"/>
            <a:ext cx="2419373" cy="2323453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26"/>
          <p:cNvSpPr txBox="1">
            <a:spLocks noGrp="1"/>
          </p:cNvSpPr>
          <p:nvPr>
            <p:ph type="title"/>
          </p:nvPr>
        </p:nvSpPr>
        <p:spPr>
          <a:xfrm>
            <a:off x="1606114" y="1182607"/>
            <a:ext cx="5943600" cy="32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37" name="Google Shape;1337;p26"/>
          <p:cNvSpPr/>
          <p:nvPr/>
        </p:nvSpPr>
        <p:spPr>
          <a:xfrm rot="-1367296">
            <a:off x="-275194" y="4012351"/>
            <a:ext cx="1004493" cy="1183378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26"/>
          <p:cNvSpPr/>
          <p:nvPr/>
        </p:nvSpPr>
        <p:spPr>
          <a:xfrm flipH="1">
            <a:off x="-1028710" y="4433100"/>
            <a:ext cx="2293560" cy="786605"/>
          </a:xfrm>
          <a:custGeom>
            <a:avLst/>
            <a:gdLst/>
            <a:ahLst/>
            <a:cxnLst/>
            <a:rect l="l" t="t" r="r" b="b"/>
            <a:pathLst>
              <a:path w="21688" h="6095" extrusionOk="0">
                <a:moveTo>
                  <a:pt x="6915" y="1"/>
                </a:moveTo>
                <a:cubicBezTo>
                  <a:pt x="5690" y="1"/>
                  <a:pt x="4466" y="306"/>
                  <a:pt x="3406" y="923"/>
                </a:cubicBezTo>
                <a:cubicBezTo>
                  <a:pt x="1557" y="2000"/>
                  <a:pt x="287" y="3982"/>
                  <a:pt x="0" y="6094"/>
                </a:cubicBezTo>
                <a:lnTo>
                  <a:pt x="21687" y="6094"/>
                </a:lnTo>
                <a:cubicBezTo>
                  <a:pt x="21561" y="5767"/>
                  <a:pt x="21367" y="5468"/>
                  <a:pt x="21112" y="5236"/>
                </a:cubicBezTo>
                <a:cubicBezTo>
                  <a:pt x="20315" y="4524"/>
                  <a:pt x="19180" y="4357"/>
                  <a:pt x="18114" y="4330"/>
                </a:cubicBezTo>
                <a:cubicBezTo>
                  <a:pt x="17047" y="4303"/>
                  <a:pt x="15954" y="4385"/>
                  <a:pt x="14939" y="4058"/>
                </a:cubicBezTo>
                <a:cubicBezTo>
                  <a:pt x="13300" y="3526"/>
                  <a:pt x="12179" y="2044"/>
                  <a:pt x="10735" y="1103"/>
                </a:cubicBezTo>
                <a:cubicBezTo>
                  <a:pt x="9607" y="370"/>
                  <a:pt x="8261" y="1"/>
                  <a:pt x="69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26"/>
          <p:cNvSpPr/>
          <p:nvPr/>
        </p:nvSpPr>
        <p:spPr>
          <a:xfrm rot="-6757373">
            <a:off x="-455518" y="312304"/>
            <a:ext cx="1004486" cy="1183368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26"/>
          <p:cNvSpPr/>
          <p:nvPr/>
        </p:nvSpPr>
        <p:spPr>
          <a:xfrm rot="-9377702">
            <a:off x="-262311" y="-637304"/>
            <a:ext cx="2150190" cy="2278942"/>
          </a:xfrm>
          <a:custGeom>
            <a:avLst/>
            <a:gdLst/>
            <a:ahLst/>
            <a:cxnLst/>
            <a:rect l="l" t="t" r="r" b="b"/>
            <a:pathLst>
              <a:path w="37180" h="44554" extrusionOk="0">
                <a:moveTo>
                  <a:pt x="27786" y="0"/>
                </a:moveTo>
                <a:cubicBezTo>
                  <a:pt x="24969" y="3347"/>
                  <a:pt x="24958" y="8209"/>
                  <a:pt x="23557" y="12382"/>
                </a:cubicBezTo>
                <a:cubicBezTo>
                  <a:pt x="21980" y="17084"/>
                  <a:pt x="18515" y="21019"/>
                  <a:pt x="14327" y="23676"/>
                </a:cubicBezTo>
                <a:cubicBezTo>
                  <a:pt x="10400" y="26173"/>
                  <a:pt x="5653" y="27775"/>
                  <a:pt x="2944" y="31561"/>
                </a:cubicBezTo>
                <a:cubicBezTo>
                  <a:pt x="1949" y="32947"/>
                  <a:pt x="1294" y="34553"/>
                  <a:pt x="798" y="36188"/>
                </a:cubicBezTo>
                <a:cubicBezTo>
                  <a:pt x="336" y="37712"/>
                  <a:pt x="0" y="39289"/>
                  <a:pt x="38" y="40880"/>
                </a:cubicBezTo>
                <a:cubicBezTo>
                  <a:pt x="71" y="42154"/>
                  <a:pt x="347" y="43387"/>
                  <a:pt x="817" y="44553"/>
                </a:cubicBezTo>
                <a:lnTo>
                  <a:pt x="37179" y="44553"/>
                </a:lnTo>
                <a:lnTo>
                  <a:pt x="3717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1" name="Google Shape;1341;p26"/>
          <p:cNvSpPr/>
          <p:nvPr/>
        </p:nvSpPr>
        <p:spPr>
          <a:xfrm rot="-3371401">
            <a:off x="8078731" y="-548232"/>
            <a:ext cx="1004487" cy="1183374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26"/>
          <p:cNvSpPr/>
          <p:nvPr/>
        </p:nvSpPr>
        <p:spPr>
          <a:xfrm rot="-4335824">
            <a:off x="7567586" y="-1492275"/>
            <a:ext cx="2150167" cy="2278960"/>
          </a:xfrm>
          <a:custGeom>
            <a:avLst/>
            <a:gdLst/>
            <a:ahLst/>
            <a:cxnLst/>
            <a:rect l="l" t="t" r="r" b="b"/>
            <a:pathLst>
              <a:path w="37180" h="44554" extrusionOk="0">
                <a:moveTo>
                  <a:pt x="27786" y="0"/>
                </a:moveTo>
                <a:cubicBezTo>
                  <a:pt x="24969" y="3347"/>
                  <a:pt x="24958" y="8209"/>
                  <a:pt x="23557" y="12382"/>
                </a:cubicBezTo>
                <a:cubicBezTo>
                  <a:pt x="21980" y="17084"/>
                  <a:pt x="18515" y="21019"/>
                  <a:pt x="14327" y="23676"/>
                </a:cubicBezTo>
                <a:cubicBezTo>
                  <a:pt x="10400" y="26173"/>
                  <a:pt x="5653" y="27775"/>
                  <a:pt x="2944" y="31561"/>
                </a:cubicBezTo>
                <a:cubicBezTo>
                  <a:pt x="1949" y="32947"/>
                  <a:pt x="1294" y="34553"/>
                  <a:pt x="798" y="36188"/>
                </a:cubicBezTo>
                <a:cubicBezTo>
                  <a:pt x="336" y="37712"/>
                  <a:pt x="0" y="39289"/>
                  <a:pt x="38" y="40880"/>
                </a:cubicBezTo>
                <a:cubicBezTo>
                  <a:pt x="71" y="42154"/>
                  <a:pt x="347" y="43387"/>
                  <a:pt x="817" y="44553"/>
                </a:cubicBezTo>
                <a:lnTo>
                  <a:pt x="37179" y="44553"/>
                </a:lnTo>
                <a:lnTo>
                  <a:pt x="3717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26"/>
          <p:cNvSpPr/>
          <p:nvPr/>
        </p:nvSpPr>
        <p:spPr>
          <a:xfrm flipH="1">
            <a:off x="6993440" y="4290800"/>
            <a:ext cx="2293560" cy="786605"/>
          </a:xfrm>
          <a:custGeom>
            <a:avLst/>
            <a:gdLst/>
            <a:ahLst/>
            <a:cxnLst/>
            <a:rect l="l" t="t" r="r" b="b"/>
            <a:pathLst>
              <a:path w="21688" h="6095" extrusionOk="0">
                <a:moveTo>
                  <a:pt x="6915" y="1"/>
                </a:moveTo>
                <a:cubicBezTo>
                  <a:pt x="5690" y="1"/>
                  <a:pt x="4466" y="306"/>
                  <a:pt x="3406" y="923"/>
                </a:cubicBezTo>
                <a:cubicBezTo>
                  <a:pt x="1557" y="2000"/>
                  <a:pt x="287" y="3982"/>
                  <a:pt x="0" y="6094"/>
                </a:cubicBezTo>
                <a:lnTo>
                  <a:pt x="21687" y="6094"/>
                </a:lnTo>
                <a:cubicBezTo>
                  <a:pt x="21561" y="5767"/>
                  <a:pt x="21367" y="5468"/>
                  <a:pt x="21112" y="5236"/>
                </a:cubicBezTo>
                <a:cubicBezTo>
                  <a:pt x="20315" y="4524"/>
                  <a:pt x="19180" y="4357"/>
                  <a:pt x="18114" y="4330"/>
                </a:cubicBezTo>
                <a:cubicBezTo>
                  <a:pt x="17047" y="4303"/>
                  <a:pt x="15954" y="4385"/>
                  <a:pt x="14939" y="4058"/>
                </a:cubicBezTo>
                <a:cubicBezTo>
                  <a:pt x="13300" y="3526"/>
                  <a:pt x="12179" y="2044"/>
                  <a:pt x="10735" y="1103"/>
                </a:cubicBezTo>
                <a:cubicBezTo>
                  <a:pt x="9607" y="370"/>
                  <a:pt x="8261" y="1"/>
                  <a:pt x="69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26"/>
          <p:cNvSpPr/>
          <p:nvPr/>
        </p:nvSpPr>
        <p:spPr>
          <a:xfrm>
            <a:off x="6529813" y="4336457"/>
            <a:ext cx="2878771" cy="827501"/>
          </a:xfrm>
          <a:custGeom>
            <a:avLst/>
            <a:gdLst/>
            <a:ahLst/>
            <a:cxnLst/>
            <a:rect l="l" t="t" r="r" b="b"/>
            <a:pathLst>
              <a:path w="37631" h="10817" extrusionOk="0">
                <a:moveTo>
                  <a:pt x="7277" y="4167"/>
                </a:moveTo>
                <a:cubicBezTo>
                  <a:pt x="5403" y="4167"/>
                  <a:pt x="3533" y="4862"/>
                  <a:pt x="2187" y="6115"/>
                </a:cubicBezTo>
                <a:cubicBezTo>
                  <a:pt x="876" y="7338"/>
                  <a:pt x="99" y="9059"/>
                  <a:pt x="0" y="10817"/>
                </a:cubicBezTo>
                <a:lnTo>
                  <a:pt x="8269" y="10817"/>
                </a:lnTo>
                <a:cubicBezTo>
                  <a:pt x="8783" y="8742"/>
                  <a:pt x="9811" y="6796"/>
                  <a:pt x="11222" y="5189"/>
                </a:cubicBezTo>
                <a:cubicBezTo>
                  <a:pt x="10476" y="4848"/>
                  <a:pt x="9716" y="4535"/>
                  <a:pt x="8912" y="4351"/>
                </a:cubicBezTo>
                <a:cubicBezTo>
                  <a:pt x="8377" y="4228"/>
                  <a:pt x="7825" y="4167"/>
                  <a:pt x="7277" y="4167"/>
                </a:cubicBezTo>
                <a:close/>
                <a:moveTo>
                  <a:pt x="32561" y="0"/>
                </a:moveTo>
                <a:cubicBezTo>
                  <a:pt x="31471" y="0"/>
                  <a:pt x="30337" y="351"/>
                  <a:pt x="29342" y="815"/>
                </a:cubicBezTo>
                <a:cubicBezTo>
                  <a:pt x="27159" y="1829"/>
                  <a:pt x="25264" y="3326"/>
                  <a:pt x="23220" y="4582"/>
                </a:cubicBezTo>
                <a:cubicBezTo>
                  <a:pt x="23813" y="5383"/>
                  <a:pt x="24433" y="6146"/>
                  <a:pt x="25285" y="6633"/>
                </a:cubicBezTo>
                <a:cubicBezTo>
                  <a:pt x="26818" y="7508"/>
                  <a:pt x="28705" y="7271"/>
                  <a:pt x="30470" y="7345"/>
                </a:cubicBezTo>
                <a:cubicBezTo>
                  <a:pt x="32231" y="7420"/>
                  <a:pt x="34275" y="8101"/>
                  <a:pt x="34766" y="9798"/>
                </a:cubicBezTo>
                <a:cubicBezTo>
                  <a:pt x="34861" y="10128"/>
                  <a:pt x="34885" y="10472"/>
                  <a:pt x="34888" y="10817"/>
                </a:cubicBezTo>
                <a:lnTo>
                  <a:pt x="37481" y="10817"/>
                </a:lnTo>
                <a:cubicBezTo>
                  <a:pt x="37631" y="8285"/>
                  <a:pt x="37559" y="5747"/>
                  <a:pt x="36690" y="3373"/>
                </a:cubicBezTo>
                <a:cubicBezTo>
                  <a:pt x="36272" y="2228"/>
                  <a:pt x="35613" y="1087"/>
                  <a:pt x="34524" y="477"/>
                </a:cubicBezTo>
                <a:cubicBezTo>
                  <a:pt x="33917" y="140"/>
                  <a:pt x="33250" y="0"/>
                  <a:pt x="32561" y="0"/>
                </a:cubicBez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26"/>
          <p:cNvSpPr/>
          <p:nvPr/>
        </p:nvSpPr>
        <p:spPr>
          <a:xfrm>
            <a:off x="7162315" y="4686980"/>
            <a:ext cx="2036507" cy="476978"/>
          </a:xfrm>
          <a:custGeom>
            <a:avLst/>
            <a:gdLst/>
            <a:ahLst/>
            <a:cxnLst/>
            <a:rect l="l" t="t" r="r" b="b"/>
            <a:pathLst>
              <a:path w="26621" h="6235" extrusionOk="0">
                <a:moveTo>
                  <a:pt x="14952" y="0"/>
                </a:moveTo>
                <a:cubicBezTo>
                  <a:pt x="14762" y="120"/>
                  <a:pt x="14570" y="232"/>
                  <a:pt x="14380" y="344"/>
                </a:cubicBezTo>
                <a:cubicBezTo>
                  <a:pt x="12537" y="1421"/>
                  <a:pt x="10425" y="2266"/>
                  <a:pt x="8299" y="2266"/>
                </a:cubicBezTo>
                <a:cubicBezTo>
                  <a:pt x="7812" y="2266"/>
                  <a:pt x="7321" y="2222"/>
                  <a:pt x="6834" y="2126"/>
                </a:cubicBezTo>
                <a:cubicBezTo>
                  <a:pt x="5465" y="1854"/>
                  <a:pt x="4224" y="1186"/>
                  <a:pt x="2954" y="607"/>
                </a:cubicBezTo>
                <a:cubicBezTo>
                  <a:pt x="1543" y="2214"/>
                  <a:pt x="515" y="4160"/>
                  <a:pt x="1" y="6235"/>
                </a:cubicBezTo>
                <a:lnTo>
                  <a:pt x="26620" y="6235"/>
                </a:lnTo>
                <a:cubicBezTo>
                  <a:pt x="26617" y="5890"/>
                  <a:pt x="26593" y="5546"/>
                  <a:pt x="26498" y="5216"/>
                </a:cubicBezTo>
                <a:cubicBezTo>
                  <a:pt x="26007" y="3519"/>
                  <a:pt x="23963" y="2838"/>
                  <a:pt x="22202" y="2763"/>
                </a:cubicBezTo>
                <a:cubicBezTo>
                  <a:pt x="20437" y="2689"/>
                  <a:pt x="18550" y="2926"/>
                  <a:pt x="17017" y="2051"/>
                </a:cubicBezTo>
                <a:cubicBezTo>
                  <a:pt x="16165" y="1564"/>
                  <a:pt x="15545" y="801"/>
                  <a:pt x="14952" y="0"/>
                </a:cubicBez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6" name="Google Shape;13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3400" y="-483400"/>
            <a:ext cx="3105101" cy="174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26"/>
          <p:cNvPicPr preferRelativeResize="0"/>
          <p:nvPr/>
        </p:nvPicPr>
        <p:blipFill rotWithShape="1">
          <a:blip r:embed="rId4">
            <a:alphaModFix/>
          </a:blip>
          <a:srcRect r="46635"/>
          <a:stretch/>
        </p:blipFill>
        <p:spPr>
          <a:xfrm>
            <a:off x="-237075" y="3105150"/>
            <a:ext cx="2132554" cy="224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5924" y="4475325"/>
            <a:ext cx="1594272" cy="896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">
          <p15:clr>
            <a:srgbClr val="FA7B17"/>
          </p15:clr>
        </p15:guide>
        <p15:guide id="2" orient="horz" pos="2982">
          <p15:clr>
            <a:srgbClr val="FA7B17"/>
          </p15:clr>
        </p15:guide>
        <p15:guide id="3" pos="288">
          <p15:clr>
            <a:srgbClr val="FA7B17"/>
          </p15:clr>
        </p15:guide>
        <p15:guide id="4" pos="4554">
          <p15:clr>
            <a:srgbClr val="FA7B17"/>
          </p15:clr>
        </p15:guide>
        <p15:guide id="5" pos="5226">
          <p15:clr>
            <a:srgbClr val="FA7B17"/>
          </p15:clr>
        </p15:guide>
        <p15:guide id="6" pos="1421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_1">
    <p:bg>
      <p:bgPr>
        <a:solidFill>
          <a:srgbClr val="F7F8FC"/>
        </a:solidFill>
        <a:effectLst/>
      </p:bgPr>
    </p:bg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27"/>
          <p:cNvSpPr txBox="1">
            <a:spLocks noGrp="1"/>
          </p:cNvSpPr>
          <p:nvPr>
            <p:ph type="title"/>
          </p:nvPr>
        </p:nvSpPr>
        <p:spPr>
          <a:xfrm>
            <a:off x="899550" y="503388"/>
            <a:ext cx="734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51" name="Google Shape;1351;p27"/>
          <p:cNvSpPr txBox="1">
            <a:spLocks noGrp="1"/>
          </p:cNvSpPr>
          <p:nvPr>
            <p:ph type="body" idx="1"/>
          </p:nvPr>
        </p:nvSpPr>
        <p:spPr>
          <a:xfrm>
            <a:off x="720663" y="1832800"/>
            <a:ext cx="3851400" cy="26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50800" lvl="0" indent="-30480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100" u="sng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1352" name="Google Shape;1352;p27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353" name="Google Shape;1353;p27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7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6" name="Google Shape;1356;p27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357" name="Google Shape;1357;p27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358" name="Google Shape;1358;p27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7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7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61" name="Google Shape;1361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2" name="Google Shape;136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3_2"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28"/>
          <p:cNvSpPr txBox="1">
            <a:spLocks noGrp="1"/>
          </p:cNvSpPr>
          <p:nvPr>
            <p:ph type="title"/>
          </p:nvPr>
        </p:nvSpPr>
        <p:spPr>
          <a:xfrm>
            <a:off x="914400" y="49970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65" name="Google Shape;1365;p28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1366" name="Google Shape;1366;p28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8"/>
          <p:cNvGrpSpPr/>
          <p:nvPr/>
        </p:nvGrpSpPr>
        <p:grpSpPr>
          <a:xfrm>
            <a:off x="5345050" y="-1560054"/>
            <a:ext cx="4971049" cy="3954101"/>
            <a:chOff x="5345050" y="-1560054"/>
            <a:chExt cx="4971049" cy="3954101"/>
          </a:xfrm>
        </p:grpSpPr>
        <p:sp>
          <p:nvSpPr>
            <p:cNvPr id="1370" name="Google Shape;1370;p28"/>
            <p:cNvSpPr/>
            <p:nvPr/>
          </p:nvSpPr>
          <p:spPr>
            <a:xfrm rot="7712825">
              <a:off x="7528643" y="-1441460"/>
              <a:ext cx="1662997" cy="2821926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 rot="10617885">
              <a:off x="8579541" y="-469927"/>
              <a:ext cx="1662996" cy="282192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2" name="Google Shape;1372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345050" y="-72575"/>
              <a:ext cx="4074470" cy="229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3" name="Google Shape;1373;p28"/>
          <p:cNvGrpSpPr/>
          <p:nvPr/>
        </p:nvGrpSpPr>
        <p:grpSpPr>
          <a:xfrm>
            <a:off x="-601612" y="3343275"/>
            <a:ext cx="3894259" cy="3108268"/>
            <a:chOff x="-601612" y="3343275"/>
            <a:chExt cx="3894259" cy="3108268"/>
          </a:xfrm>
        </p:grpSpPr>
        <p:sp>
          <p:nvSpPr>
            <p:cNvPr id="1374" name="Google Shape;1374;p28"/>
            <p:cNvSpPr/>
            <p:nvPr/>
          </p:nvSpPr>
          <p:spPr>
            <a:xfrm rot="10800000" flipH="1">
              <a:off x="-350341" y="4191700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 rot="6129409">
              <a:off x="121333" y="3930606"/>
              <a:ext cx="1662990" cy="2821948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6" name="Google Shape;1376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82800" y="3343275"/>
              <a:ext cx="3375446" cy="18986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_1_2"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29"/>
          <p:cNvSpPr txBox="1">
            <a:spLocks noGrp="1"/>
          </p:cNvSpPr>
          <p:nvPr>
            <p:ph type="title"/>
          </p:nvPr>
        </p:nvSpPr>
        <p:spPr>
          <a:xfrm>
            <a:off x="914400" y="504464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79" name="Google Shape;1379;p29"/>
          <p:cNvGrpSpPr/>
          <p:nvPr/>
        </p:nvGrpSpPr>
        <p:grpSpPr>
          <a:xfrm>
            <a:off x="6820200" y="-775628"/>
            <a:ext cx="2733576" cy="1948491"/>
            <a:chOff x="6820200" y="-775628"/>
            <a:chExt cx="2733576" cy="1948491"/>
          </a:xfrm>
        </p:grpSpPr>
        <p:pic>
          <p:nvPicPr>
            <p:cNvPr id="1380" name="Google Shape;1380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20200" y="-775628"/>
              <a:ext cx="2733576" cy="15376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29"/>
            <p:cNvGrpSpPr/>
            <p:nvPr/>
          </p:nvGrpSpPr>
          <p:grpSpPr>
            <a:xfrm>
              <a:off x="7971350" y="-76206"/>
              <a:ext cx="1248849" cy="1249070"/>
              <a:chOff x="4566375" y="4123125"/>
              <a:chExt cx="565525" cy="565625"/>
            </a:xfrm>
          </p:grpSpPr>
          <p:sp>
            <p:nvSpPr>
              <p:cNvPr id="1382" name="Google Shape;1382;p29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avLst/>
                <a:gdLst/>
                <a:ahLst/>
                <a:cxnLst/>
                <a:rect l="l" t="t" r="r" b="b"/>
                <a:pathLst>
                  <a:path w="22621" h="22625" extrusionOk="0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9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avLst/>
                <a:gdLst/>
                <a:ahLst/>
                <a:cxnLst/>
                <a:rect l="l" t="t" r="r" b="b"/>
                <a:pathLst>
                  <a:path w="22260" h="17140" extrusionOk="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9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3004" extrusionOk="0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9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502" extrusionOk="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86" name="Google Shape;1386;p29"/>
          <p:cNvGrpSpPr/>
          <p:nvPr/>
        </p:nvGrpSpPr>
        <p:grpSpPr>
          <a:xfrm>
            <a:off x="-124850" y="3209925"/>
            <a:ext cx="2622160" cy="2514600"/>
            <a:chOff x="-124850" y="3209925"/>
            <a:chExt cx="2622160" cy="2514600"/>
          </a:xfrm>
        </p:grpSpPr>
        <p:grpSp>
          <p:nvGrpSpPr>
            <p:cNvPr id="1387" name="Google Shape;1387;p29"/>
            <p:cNvGrpSpPr/>
            <p:nvPr/>
          </p:nvGrpSpPr>
          <p:grpSpPr>
            <a:xfrm rot="5400000">
              <a:off x="380886" y="3067041"/>
              <a:ext cx="1659337" cy="2573510"/>
              <a:chOff x="5827590" y="0"/>
              <a:chExt cx="3316410" cy="5143508"/>
            </a:xfrm>
          </p:grpSpPr>
          <p:sp>
            <p:nvSpPr>
              <p:cNvPr id="1388" name="Google Shape;1388;p29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9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9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91" name="Google Shape;139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1130338" y="4215413"/>
              <a:ext cx="2514600" cy="5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3_1_1_1"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30"/>
          <p:cNvSpPr txBox="1">
            <a:spLocks noGrp="1"/>
          </p:cNvSpPr>
          <p:nvPr>
            <p:ph type="title"/>
          </p:nvPr>
        </p:nvSpPr>
        <p:spPr>
          <a:xfrm>
            <a:off x="914400" y="51179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94" name="Google Shape;1394;p30"/>
          <p:cNvGrpSpPr/>
          <p:nvPr/>
        </p:nvGrpSpPr>
        <p:grpSpPr>
          <a:xfrm>
            <a:off x="6391275" y="-678989"/>
            <a:ext cx="3190877" cy="2248692"/>
            <a:chOff x="6391275" y="-678989"/>
            <a:chExt cx="3190877" cy="2248692"/>
          </a:xfrm>
        </p:grpSpPr>
        <p:sp>
          <p:nvSpPr>
            <p:cNvPr id="1395" name="Google Shape;1395;p30"/>
            <p:cNvSpPr/>
            <p:nvPr/>
          </p:nvSpPr>
          <p:spPr>
            <a:xfrm rot="9432676">
              <a:off x="7552803" y="-428059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0"/>
            <p:cNvSpPr/>
            <p:nvPr/>
          </p:nvSpPr>
          <p:spPr>
            <a:xfrm>
              <a:off x="7734153" y="-22515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97" name="Google Shape;1397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391275" y="-22514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8" name="Google Shape;1398;p30"/>
          <p:cNvGrpSpPr/>
          <p:nvPr/>
        </p:nvGrpSpPr>
        <p:grpSpPr>
          <a:xfrm>
            <a:off x="-895800" y="3667189"/>
            <a:ext cx="3610425" cy="1978317"/>
            <a:chOff x="-895800" y="3667189"/>
            <a:chExt cx="3610425" cy="1978317"/>
          </a:xfrm>
        </p:grpSpPr>
        <p:sp>
          <p:nvSpPr>
            <p:cNvPr id="1399" name="Google Shape;1399;p30"/>
            <p:cNvSpPr/>
            <p:nvPr/>
          </p:nvSpPr>
          <p:spPr>
            <a:xfrm rot="9097042">
              <a:off x="-663141" y="3964503"/>
              <a:ext cx="1600810" cy="1383689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0"/>
            <p:cNvSpPr/>
            <p:nvPr/>
          </p:nvSpPr>
          <p:spPr>
            <a:xfrm rot="10800000">
              <a:off x="-205900" y="4116925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01" name="Google Shape;1401;p30"/>
            <p:cNvPicPr preferRelativeResize="0"/>
            <p:nvPr/>
          </p:nvPicPr>
          <p:blipFill rotWithShape="1">
            <a:blip r:embed="rId3">
              <a:alphaModFix/>
            </a:blip>
            <a:srcRect r="19309"/>
            <a:stretch/>
          </p:blipFill>
          <p:spPr>
            <a:xfrm flipH="1">
              <a:off x="-205897" y="3864925"/>
              <a:ext cx="2920522" cy="13836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ONLY_2_1">
    <p:bg>
      <p:bgPr>
        <a:solidFill>
          <a:srgbClr val="F7F8FC"/>
        </a:solidFill>
        <a:effectLst/>
      </p:bgPr>
    </p:bg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31"/>
          <p:cNvSpPr txBox="1">
            <a:spLocks noGrp="1"/>
          </p:cNvSpPr>
          <p:nvPr>
            <p:ph type="title"/>
          </p:nvPr>
        </p:nvSpPr>
        <p:spPr>
          <a:xfrm>
            <a:off x="914400" y="506399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04" name="Google Shape;1404;p31"/>
          <p:cNvSpPr txBox="1">
            <a:spLocks noGrp="1"/>
          </p:cNvSpPr>
          <p:nvPr>
            <p:ph type="subTitle" idx="1"/>
          </p:nvPr>
        </p:nvSpPr>
        <p:spPr>
          <a:xfrm>
            <a:off x="2278575" y="2250767"/>
            <a:ext cx="9762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5" name="Google Shape;1405;p31"/>
          <p:cNvSpPr txBox="1">
            <a:spLocks noGrp="1"/>
          </p:cNvSpPr>
          <p:nvPr>
            <p:ph type="subTitle" idx="2"/>
          </p:nvPr>
        </p:nvSpPr>
        <p:spPr>
          <a:xfrm>
            <a:off x="4606500" y="2250767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6" name="Google Shape;1406;p31"/>
          <p:cNvSpPr txBox="1">
            <a:spLocks noGrp="1"/>
          </p:cNvSpPr>
          <p:nvPr>
            <p:ph type="subTitle" idx="3"/>
          </p:nvPr>
        </p:nvSpPr>
        <p:spPr>
          <a:xfrm>
            <a:off x="7238755" y="2250767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7" name="Google Shape;1407;p31"/>
          <p:cNvSpPr txBox="1">
            <a:spLocks noGrp="1"/>
          </p:cNvSpPr>
          <p:nvPr>
            <p:ph type="subTitle" idx="4"/>
          </p:nvPr>
        </p:nvSpPr>
        <p:spPr>
          <a:xfrm>
            <a:off x="1235357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8" name="Google Shape;1408;p31"/>
          <p:cNvSpPr txBox="1">
            <a:spLocks noGrp="1"/>
          </p:cNvSpPr>
          <p:nvPr>
            <p:ph type="subTitle" idx="5"/>
          </p:nvPr>
        </p:nvSpPr>
        <p:spPr>
          <a:xfrm>
            <a:off x="3661898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9" name="Google Shape;1409;p31"/>
          <p:cNvSpPr txBox="1">
            <a:spLocks noGrp="1"/>
          </p:cNvSpPr>
          <p:nvPr>
            <p:ph type="subTitle" idx="6"/>
          </p:nvPr>
        </p:nvSpPr>
        <p:spPr>
          <a:xfrm>
            <a:off x="6088439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10" name="Google Shape;1410;p31"/>
          <p:cNvSpPr txBox="1">
            <a:spLocks noGrp="1"/>
          </p:cNvSpPr>
          <p:nvPr>
            <p:ph type="subTitle" idx="7"/>
          </p:nvPr>
        </p:nvSpPr>
        <p:spPr>
          <a:xfrm>
            <a:off x="1326857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11" name="Google Shape;1411;p31"/>
          <p:cNvSpPr txBox="1">
            <a:spLocks noGrp="1"/>
          </p:cNvSpPr>
          <p:nvPr>
            <p:ph type="subTitle" idx="8"/>
          </p:nvPr>
        </p:nvSpPr>
        <p:spPr>
          <a:xfrm>
            <a:off x="3753398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12" name="Google Shape;1412;p31"/>
          <p:cNvSpPr txBox="1">
            <a:spLocks noGrp="1"/>
          </p:cNvSpPr>
          <p:nvPr>
            <p:ph type="subTitle" idx="9"/>
          </p:nvPr>
        </p:nvSpPr>
        <p:spPr>
          <a:xfrm>
            <a:off x="6179939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1413" name="Google Shape;1413;p31"/>
          <p:cNvGrpSpPr/>
          <p:nvPr/>
        </p:nvGrpSpPr>
        <p:grpSpPr>
          <a:xfrm>
            <a:off x="6130725" y="-876298"/>
            <a:ext cx="4393354" cy="2471251"/>
            <a:chOff x="6130725" y="-876298"/>
            <a:chExt cx="4393354" cy="2471251"/>
          </a:xfrm>
        </p:grpSpPr>
        <p:grpSp>
          <p:nvGrpSpPr>
            <p:cNvPr id="1414" name="Google Shape;1414;p31"/>
            <p:cNvGrpSpPr/>
            <p:nvPr/>
          </p:nvGrpSpPr>
          <p:grpSpPr>
            <a:xfrm rot="-5400000">
              <a:off x="7712133" y="-113876"/>
              <a:ext cx="1317976" cy="1546047"/>
              <a:chOff x="5361850" y="4911470"/>
              <a:chExt cx="349800" cy="408780"/>
            </a:xfrm>
          </p:grpSpPr>
          <p:sp>
            <p:nvSpPr>
              <p:cNvPr id="1415" name="Google Shape;1415;p31"/>
              <p:cNvSpPr/>
              <p:nvPr/>
            </p:nvSpPr>
            <p:spPr>
              <a:xfrm>
                <a:off x="5361850" y="4931975"/>
                <a:ext cx="349800" cy="388275"/>
              </a:xfrm>
              <a:custGeom>
                <a:avLst/>
                <a:gdLst/>
                <a:ahLst/>
                <a:cxnLst/>
                <a:rect l="l" t="t" r="r" b="b"/>
                <a:pathLst>
                  <a:path w="13992" h="15531" extrusionOk="0">
                    <a:moveTo>
                      <a:pt x="10225" y="0"/>
                    </a:moveTo>
                    <a:cubicBezTo>
                      <a:pt x="7827" y="0"/>
                      <a:pt x="4994" y="1281"/>
                      <a:pt x="2395" y="5342"/>
                    </a:cubicBezTo>
                    <a:cubicBezTo>
                      <a:pt x="0" y="9089"/>
                      <a:pt x="1881" y="13115"/>
                      <a:pt x="4984" y="15531"/>
                    </a:cubicBezTo>
                    <a:lnTo>
                      <a:pt x="13992" y="15531"/>
                    </a:lnTo>
                    <a:lnTo>
                      <a:pt x="13992" y="1100"/>
                    </a:lnTo>
                    <a:cubicBezTo>
                      <a:pt x="13003" y="482"/>
                      <a:pt x="11696" y="0"/>
                      <a:pt x="1022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>
                <a:off x="5509608" y="4911470"/>
                <a:ext cx="94200" cy="64975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2599" extrusionOk="0">
                    <a:moveTo>
                      <a:pt x="1869" y="1"/>
                    </a:moveTo>
                    <a:cubicBezTo>
                      <a:pt x="1535" y="1"/>
                      <a:pt x="1173" y="108"/>
                      <a:pt x="805" y="368"/>
                    </a:cubicBezTo>
                    <a:cubicBezTo>
                      <a:pt x="805" y="368"/>
                      <a:pt x="1" y="981"/>
                      <a:pt x="433" y="1918"/>
                    </a:cubicBezTo>
                    <a:cubicBezTo>
                      <a:pt x="645" y="2376"/>
                      <a:pt x="1278" y="2599"/>
                      <a:pt x="1916" y="2599"/>
                    </a:cubicBezTo>
                    <a:cubicBezTo>
                      <a:pt x="2582" y="2599"/>
                      <a:pt x="3253" y="2356"/>
                      <a:pt x="3459" y="1887"/>
                    </a:cubicBezTo>
                    <a:cubicBezTo>
                      <a:pt x="3768" y="1180"/>
                      <a:pt x="2974" y="1"/>
                      <a:pt x="18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17" name="Google Shape;1417;p31"/>
            <p:cNvSpPr/>
            <p:nvPr/>
          </p:nvSpPr>
          <p:spPr>
            <a:xfrm rot="-5400000" flipH="1">
              <a:off x="7684384" y="-520131"/>
              <a:ext cx="1080761" cy="2022672"/>
            </a:xfrm>
            <a:custGeom>
              <a:avLst/>
              <a:gdLst/>
              <a:ahLst/>
              <a:cxnLst/>
              <a:rect l="l" t="t" r="r" b="b"/>
              <a:pathLst>
                <a:path w="10796" h="20205" extrusionOk="0">
                  <a:moveTo>
                    <a:pt x="1011" y="0"/>
                  </a:moveTo>
                  <a:cubicBezTo>
                    <a:pt x="612" y="0"/>
                    <a:pt x="252" y="113"/>
                    <a:pt x="0" y="221"/>
                  </a:cubicBezTo>
                  <a:lnTo>
                    <a:pt x="0" y="20205"/>
                  </a:lnTo>
                  <a:lnTo>
                    <a:pt x="10557" y="20205"/>
                  </a:lnTo>
                  <a:cubicBezTo>
                    <a:pt x="10796" y="15023"/>
                    <a:pt x="5999" y="14475"/>
                    <a:pt x="4037" y="13947"/>
                  </a:cubicBezTo>
                  <a:cubicBezTo>
                    <a:pt x="1983" y="13398"/>
                    <a:pt x="1683" y="10993"/>
                    <a:pt x="2283" y="8537"/>
                  </a:cubicBezTo>
                  <a:cubicBezTo>
                    <a:pt x="2885" y="6085"/>
                    <a:pt x="4088" y="3478"/>
                    <a:pt x="2885" y="1267"/>
                  </a:cubicBezTo>
                  <a:cubicBezTo>
                    <a:pt x="2344" y="274"/>
                    <a:pt x="1632" y="0"/>
                    <a:pt x="10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18" name="Google Shape;1418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30725" y="-876298"/>
              <a:ext cx="4393354" cy="2471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9" name="Google Shape;1419;p31"/>
          <p:cNvGrpSpPr/>
          <p:nvPr/>
        </p:nvGrpSpPr>
        <p:grpSpPr>
          <a:xfrm>
            <a:off x="-262476" y="3425575"/>
            <a:ext cx="3392746" cy="1908425"/>
            <a:chOff x="-262476" y="3425575"/>
            <a:chExt cx="3392746" cy="1908425"/>
          </a:xfrm>
        </p:grpSpPr>
        <p:grpSp>
          <p:nvGrpSpPr>
            <p:cNvPr id="1420" name="Google Shape;1420;p31"/>
            <p:cNvGrpSpPr/>
            <p:nvPr/>
          </p:nvGrpSpPr>
          <p:grpSpPr>
            <a:xfrm rot="10800000">
              <a:off x="-146133" y="3463523"/>
              <a:ext cx="1807022" cy="1717916"/>
              <a:chOff x="4566375" y="4123125"/>
              <a:chExt cx="565525" cy="565625"/>
            </a:xfrm>
          </p:grpSpPr>
          <p:sp>
            <p:nvSpPr>
              <p:cNvPr id="1421" name="Google Shape;1421;p31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avLst/>
                <a:gdLst/>
                <a:ahLst/>
                <a:cxnLst/>
                <a:rect l="l" t="t" r="r" b="b"/>
                <a:pathLst>
                  <a:path w="22621" h="22625" extrusionOk="0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1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avLst/>
                <a:gdLst/>
                <a:ahLst/>
                <a:cxnLst/>
                <a:rect l="l" t="t" r="r" b="b"/>
                <a:pathLst>
                  <a:path w="22260" h="17140" extrusionOk="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3004" extrusionOk="0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502" extrusionOk="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25" name="Google Shape;14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62476" y="3425575"/>
              <a:ext cx="3392746" cy="1908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_ONLY_1_1">
    <p:bg>
      <p:bgPr>
        <a:solidFill>
          <a:srgbClr val="F7F8FC"/>
        </a:solidFill>
        <a:effectLst/>
      </p:bgPr>
    </p:bg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32"/>
          <p:cNvSpPr txBox="1">
            <a:spLocks noGrp="1"/>
          </p:cNvSpPr>
          <p:nvPr>
            <p:ph type="title"/>
          </p:nvPr>
        </p:nvSpPr>
        <p:spPr>
          <a:xfrm>
            <a:off x="914400" y="502480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8" name="Google Shape;1428;p32"/>
          <p:cNvSpPr/>
          <p:nvPr/>
        </p:nvSpPr>
        <p:spPr>
          <a:xfrm rot="9432608">
            <a:off x="7960777" y="-398872"/>
            <a:ext cx="938669" cy="1081190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32"/>
          <p:cNvSpPr/>
          <p:nvPr/>
        </p:nvSpPr>
        <p:spPr>
          <a:xfrm rot="9432653">
            <a:off x="7848993" y="-97641"/>
            <a:ext cx="2075495" cy="1081190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0" name="Google Shape;1430;p32"/>
          <p:cNvGrpSpPr/>
          <p:nvPr/>
        </p:nvGrpSpPr>
        <p:grpSpPr>
          <a:xfrm>
            <a:off x="6529813" y="3757661"/>
            <a:ext cx="3264035" cy="1583051"/>
            <a:chOff x="6529813" y="3757661"/>
            <a:chExt cx="3264035" cy="1583051"/>
          </a:xfrm>
        </p:grpSpPr>
        <p:sp>
          <p:nvSpPr>
            <p:cNvPr id="1431" name="Google Shape;1431;p32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2" name="Google Shape;1432;p32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1433" name="Google Shape;1433;p32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32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5" name="Google Shape;1435;p32"/>
          <p:cNvGrpSpPr/>
          <p:nvPr/>
        </p:nvGrpSpPr>
        <p:grpSpPr>
          <a:xfrm>
            <a:off x="-1028710" y="3879719"/>
            <a:ext cx="2293560" cy="1480066"/>
            <a:chOff x="-1028710" y="3879719"/>
            <a:chExt cx="2293560" cy="1480066"/>
          </a:xfrm>
        </p:grpSpPr>
        <p:sp>
          <p:nvSpPr>
            <p:cNvPr id="1436" name="Google Shape;1436;p32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2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8" name="Google Shape;1438;p32"/>
          <p:cNvSpPr txBox="1">
            <a:spLocks noGrp="1"/>
          </p:cNvSpPr>
          <p:nvPr>
            <p:ph type="title" idx="2" hasCustomPrompt="1"/>
          </p:nvPr>
        </p:nvSpPr>
        <p:spPr>
          <a:xfrm>
            <a:off x="2700408" y="1638393"/>
            <a:ext cx="188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39" name="Google Shape;1439;p32"/>
          <p:cNvSpPr txBox="1">
            <a:spLocks noGrp="1"/>
          </p:cNvSpPr>
          <p:nvPr>
            <p:ph type="title" idx="3" hasCustomPrompt="1"/>
          </p:nvPr>
        </p:nvSpPr>
        <p:spPr>
          <a:xfrm>
            <a:off x="922135" y="1638393"/>
            <a:ext cx="17769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0" name="Google Shape;1440;p32"/>
          <p:cNvSpPr txBox="1">
            <a:spLocks noGrp="1"/>
          </p:cNvSpPr>
          <p:nvPr>
            <p:ph type="title" idx="4" hasCustomPrompt="1"/>
          </p:nvPr>
        </p:nvSpPr>
        <p:spPr>
          <a:xfrm>
            <a:off x="6441309" y="1638394"/>
            <a:ext cx="179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1" name="Google Shape;1441;p32"/>
          <p:cNvSpPr txBox="1">
            <a:spLocks noGrp="1"/>
          </p:cNvSpPr>
          <p:nvPr>
            <p:ph type="title" idx="5" hasCustomPrompt="1"/>
          </p:nvPr>
        </p:nvSpPr>
        <p:spPr>
          <a:xfrm>
            <a:off x="4575208" y="1638393"/>
            <a:ext cx="1842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2" name="Google Shape;1442;p32"/>
          <p:cNvSpPr txBox="1">
            <a:spLocks noGrp="1"/>
          </p:cNvSpPr>
          <p:nvPr>
            <p:ph type="subTitle" idx="1"/>
          </p:nvPr>
        </p:nvSpPr>
        <p:spPr>
          <a:xfrm>
            <a:off x="896185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3" name="Google Shape;1443;p32"/>
          <p:cNvSpPr txBox="1">
            <a:spLocks noGrp="1"/>
          </p:cNvSpPr>
          <p:nvPr>
            <p:ph type="subTitle" idx="6"/>
          </p:nvPr>
        </p:nvSpPr>
        <p:spPr>
          <a:xfrm>
            <a:off x="2739609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4" name="Google Shape;1444;p32"/>
          <p:cNvSpPr txBox="1">
            <a:spLocks noGrp="1"/>
          </p:cNvSpPr>
          <p:nvPr>
            <p:ph type="subTitle" idx="7"/>
          </p:nvPr>
        </p:nvSpPr>
        <p:spPr>
          <a:xfrm>
            <a:off x="4583034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5" name="Google Shape;1445;p32"/>
          <p:cNvSpPr txBox="1">
            <a:spLocks noGrp="1"/>
          </p:cNvSpPr>
          <p:nvPr>
            <p:ph type="subTitle" idx="8"/>
          </p:nvPr>
        </p:nvSpPr>
        <p:spPr>
          <a:xfrm>
            <a:off x="6426459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6" name="Google Shape;1446;p32"/>
          <p:cNvSpPr txBox="1">
            <a:spLocks noGrp="1"/>
          </p:cNvSpPr>
          <p:nvPr>
            <p:ph type="subTitle" idx="9"/>
          </p:nvPr>
        </p:nvSpPr>
        <p:spPr>
          <a:xfrm>
            <a:off x="941935" y="2910668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7" name="Google Shape;1447;p32"/>
          <p:cNvSpPr txBox="1">
            <a:spLocks noGrp="1"/>
          </p:cNvSpPr>
          <p:nvPr>
            <p:ph type="subTitle" idx="13"/>
          </p:nvPr>
        </p:nvSpPr>
        <p:spPr>
          <a:xfrm>
            <a:off x="2785359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8" name="Google Shape;1448;p32"/>
          <p:cNvSpPr txBox="1">
            <a:spLocks noGrp="1"/>
          </p:cNvSpPr>
          <p:nvPr>
            <p:ph type="subTitle" idx="14"/>
          </p:nvPr>
        </p:nvSpPr>
        <p:spPr>
          <a:xfrm>
            <a:off x="4628784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9" name="Google Shape;1449;p32"/>
          <p:cNvSpPr txBox="1">
            <a:spLocks noGrp="1"/>
          </p:cNvSpPr>
          <p:nvPr>
            <p:ph type="subTitle" idx="15"/>
          </p:nvPr>
        </p:nvSpPr>
        <p:spPr>
          <a:xfrm>
            <a:off x="6472209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pic>
        <p:nvPicPr>
          <p:cNvPr id="1450" name="Google Shape;145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21050" y="-317876"/>
            <a:ext cx="1964802" cy="150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ONE_COLUMN_TEXT_2_2"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3"/>
          <p:cNvSpPr txBox="1">
            <a:spLocks noGrp="1"/>
          </p:cNvSpPr>
          <p:nvPr>
            <p:ph type="title"/>
          </p:nvPr>
        </p:nvSpPr>
        <p:spPr>
          <a:xfrm>
            <a:off x="4579962" y="1665460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53" name="Google Shape;1453;p33"/>
          <p:cNvSpPr txBox="1">
            <a:spLocks noGrp="1"/>
          </p:cNvSpPr>
          <p:nvPr>
            <p:ph type="subTitle" idx="1"/>
          </p:nvPr>
        </p:nvSpPr>
        <p:spPr>
          <a:xfrm>
            <a:off x="4572000" y="2587749"/>
            <a:ext cx="3657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54" name="Google Shape;1454;p33"/>
          <p:cNvGrpSpPr/>
          <p:nvPr/>
        </p:nvGrpSpPr>
        <p:grpSpPr>
          <a:xfrm>
            <a:off x="6912145" y="4433249"/>
            <a:ext cx="4477807" cy="839588"/>
            <a:chOff x="3098100" y="3849750"/>
            <a:chExt cx="940775" cy="270425"/>
          </a:xfrm>
        </p:grpSpPr>
        <p:sp>
          <p:nvSpPr>
            <p:cNvPr id="1455" name="Google Shape;1455;p33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3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8" name="Google Shape;1458;p33"/>
          <p:cNvGrpSpPr/>
          <p:nvPr/>
        </p:nvGrpSpPr>
        <p:grpSpPr>
          <a:xfrm>
            <a:off x="-731964" y="-152400"/>
            <a:ext cx="4770701" cy="5600699"/>
            <a:chOff x="-731964" y="-152400"/>
            <a:chExt cx="4770701" cy="5600699"/>
          </a:xfrm>
        </p:grpSpPr>
        <p:sp>
          <p:nvSpPr>
            <p:cNvPr id="1459" name="Google Shape;1459;p33"/>
            <p:cNvSpPr/>
            <p:nvPr/>
          </p:nvSpPr>
          <p:spPr>
            <a:xfrm rot="10800000">
              <a:off x="-731964" y="433244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 rot="10800000">
              <a:off x="-729152" y="4335697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1" name="Google Shape;1461;p33"/>
            <p:cNvGrpSpPr/>
            <p:nvPr/>
          </p:nvGrpSpPr>
          <p:grpSpPr>
            <a:xfrm flipH="1">
              <a:off x="-597508" y="-49993"/>
              <a:ext cx="4636245" cy="5256773"/>
              <a:chOff x="3268325" y="3013975"/>
              <a:chExt cx="1443800" cy="1106200"/>
            </a:xfrm>
          </p:grpSpPr>
          <p:sp>
            <p:nvSpPr>
              <p:cNvPr id="1462" name="Google Shape;1462;p33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33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33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33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33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33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8" name="Google Shape;1468;p33"/>
            <p:cNvPicPr preferRelativeResize="0"/>
            <p:nvPr/>
          </p:nvPicPr>
          <p:blipFill rotWithShape="1">
            <a:blip r:embed="rId2">
              <a:alphaModFix/>
            </a:blip>
            <a:srcRect r="41660"/>
            <a:stretch/>
          </p:blipFill>
          <p:spPr>
            <a:xfrm>
              <a:off x="-627150" y="-152400"/>
              <a:ext cx="2884579" cy="2781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33"/>
            <p:cNvPicPr preferRelativeResize="0"/>
            <p:nvPr/>
          </p:nvPicPr>
          <p:blipFill rotWithShape="1">
            <a:blip r:embed="rId3">
              <a:alphaModFix/>
            </a:blip>
            <a:srcRect l="49480"/>
            <a:stretch/>
          </p:blipFill>
          <p:spPr>
            <a:xfrm>
              <a:off x="-587773" y="3690950"/>
              <a:ext cx="1578374" cy="17573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ONE_COLUMN_TEXT_2_1_1"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34"/>
          <p:cNvSpPr txBox="1">
            <a:spLocks noGrp="1"/>
          </p:cNvSpPr>
          <p:nvPr>
            <p:ph type="title"/>
          </p:nvPr>
        </p:nvSpPr>
        <p:spPr>
          <a:xfrm>
            <a:off x="909458" y="1664014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72" name="Google Shape;1472;p34"/>
          <p:cNvSpPr txBox="1">
            <a:spLocks noGrp="1"/>
          </p:cNvSpPr>
          <p:nvPr>
            <p:ph type="subTitle" idx="1"/>
          </p:nvPr>
        </p:nvSpPr>
        <p:spPr>
          <a:xfrm>
            <a:off x="909138" y="2587749"/>
            <a:ext cx="3657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73" name="Google Shape;1473;p34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474" name="Google Shape;1474;p34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4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4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7" name="Google Shape;1477;p34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478" name="Google Shape;1478;p34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479" name="Google Shape;1479;p34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4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4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82" name="Google Shape;1482;p3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3" name="Google Shape;1483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APTION_ONLY_1">
    <p:bg>
      <p:bgPr>
        <a:noFill/>
        <a:effectLst/>
      </p:bgPr>
    </p:bg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5"/>
          <p:cNvSpPr/>
          <p:nvPr/>
        </p:nvSpPr>
        <p:spPr>
          <a:xfrm>
            <a:off x="0" y="-94075"/>
            <a:ext cx="5010300" cy="528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6" name="Google Shape;1486;p35"/>
          <p:cNvSpPr txBox="1">
            <a:spLocks noGrp="1"/>
          </p:cNvSpPr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87" name="Google Shape;1487;p35"/>
          <p:cNvSpPr txBox="1">
            <a:spLocks noGrp="1"/>
          </p:cNvSpPr>
          <p:nvPr>
            <p:ph type="subTitle" idx="1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1488" name="Google Shape;1488;p35"/>
          <p:cNvGrpSpPr/>
          <p:nvPr/>
        </p:nvGrpSpPr>
        <p:grpSpPr>
          <a:xfrm>
            <a:off x="-665807" y="3431744"/>
            <a:ext cx="2280393" cy="2280580"/>
            <a:chOff x="-665807" y="3431744"/>
            <a:chExt cx="2280393" cy="2280580"/>
          </a:xfrm>
        </p:grpSpPr>
        <p:sp>
          <p:nvSpPr>
            <p:cNvPr id="1489" name="Google Shape;1489;p35"/>
            <p:cNvSpPr/>
            <p:nvPr/>
          </p:nvSpPr>
          <p:spPr>
            <a:xfrm rot="6847533" flipH="1">
              <a:off x="-356027" y="4216323"/>
              <a:ext cx="1115230" cy="140137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0" name="Google Shape;1490;p35"/>
            <p:cNvGrpSpPr/>
            <p:nvPr/>
          </p:nvGrpSpPr>
          <p:grpSpPr>
            <a:xfrm rot="-5400000">
              <a:off x="-171875" y="3453684"/>
              <a:ext cx="1808401" cy="1764522"/>
              <a:chOff x="2024475" y="4433550"/>
              <a:chExt cx="623350" cy="608225"/>
            </a:xfrm>
          </p:grpSpPr>
          <p:sp>
            <p:nvSpPr>
              <p:cNvPr id="1491" name="Google Shape;1491;p35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5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5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5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5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5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5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338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5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1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5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5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5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5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5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5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5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5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15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5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73" extrusionOk="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35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5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56" extrusionOk="0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5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5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5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5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5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5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35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5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5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00" extrusionOk="0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5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5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5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35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35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5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5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5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35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35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60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5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5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45" extrusionOk="0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5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35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35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35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35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5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5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35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35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5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5" extrusionOk="0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5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35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35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5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5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35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35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35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35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35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35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26" extrusionOk="0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35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35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35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35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35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35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5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5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5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165" extrusionOk="0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5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5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3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35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0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35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5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5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5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35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35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5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5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5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35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35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5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5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5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5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5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35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35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5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20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5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35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35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35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35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35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5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5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5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267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5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5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5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5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5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5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5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35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35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5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5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2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5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35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35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5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5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5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5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5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5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5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5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5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5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5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5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5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5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5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5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5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5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5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03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5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5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5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5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5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5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5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5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35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5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5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5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35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5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5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17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5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83" extrusionOk="0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5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99" extrusionOk="0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35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92" extrusionOk="0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35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5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5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5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5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5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5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35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35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5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5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5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35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35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5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5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5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35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35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5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424" extrusionOk="0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5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35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35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5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35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35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35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5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5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35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35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5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5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1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35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35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35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35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35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35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35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35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35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35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35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35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35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35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35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35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35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35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35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35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35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35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35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35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5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5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35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35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35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35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35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5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5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" extrusionOk="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5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5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182" extrusionOk="0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35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35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35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35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35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35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35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5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434" extrusionOk="0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5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5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5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35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434" extrusionOk="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35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35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35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434" extrusionOk="0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35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35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434" extrusionOk="0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35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35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35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34" extrusionOk="0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35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35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35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34" extrusionOk="0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35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35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35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35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434" extrusionOk="0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35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35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430" extrusionOk="0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35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5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434" extrusionOk="0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5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5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5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35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11" h="433" extrusionOk="0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5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5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34" extrusionOk="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35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35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35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3" extrusionOk="0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35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35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35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434" extrusionOk="0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5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35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5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" extrusionOk="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5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5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35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35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35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62" name="Google Shape;1762;p35"/>
          <p:cNvSpPr/>
          <p:nvPr/>
        </p:nvSpPr>
        <p:spPr>
          <a:xfrm rot="-4421961">
            <a:off x="2756334" y="1581448"/>
            <a:ext cx="5541644" cy="273578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3" name="Google Shape;1763;p35"/>
          <p:cNvGrpSpPr/>
          <p:nvPr/>
        </p:nvGrpSpPr>
        <p:grpSpPr>
          <a:xfrm>
            <a:off x="6539446" y="-344139"/>
            <a:ext cx="2878067" cy="5824284"/>
            <a:chOff x="5883539" y="-344156"/>
            <a:chExt cx="3534407" cy="5824284"/>
          </a:xfrm>
        </p:grpSpPr>
        <p:sp>
          <p:nvSpPr>
            <p:cNvPr id="1764" name="Google Shape;1764;p35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9" name="Google Shape;1769;p35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1770" name="Google Shape;1770;p35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35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35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35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35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35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35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35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35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35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35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35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35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35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35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35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5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35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35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35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35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5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5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5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35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35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5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35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35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99" name="Google Shape;1799;p35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1800" name="Google Shape;1800;p35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7F8F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3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805" name="Google Shape;1805;p3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anvas.id/" TargetMode="External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9.png"/><Relationship Id="rId7" Type="http://schemas.openxmlformats.org/officeDocument/2006/relationships/hyperlink" Target="https://www.scanvas.id/tria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5.jp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5.png"/><Relationship Id="rId4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2.png"/><Relationship Id="rId5" Type="http://schemas.openxmlformats.org/officeDocument/2006/relationships/hyperlink" Target="https://www.scanvas.id/trial" TargetMode="Externa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41.png"/><Relationship Id="rId7" Type="http://schemas.openxmlformats.org/officeDocument/2006/relationships/image" Target="../media/image69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0352" y="1371600"/>
            <a:ext cx="365760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Fredoka"/>
              </a:rPr>
              <a:t>SCANVAS</a:t>
            </a:r>
          </a:p>
        </p:txBody>
      </p:sp>
      <p:pic>
        <p:nvPicPr>
          <p:cNvPr id="3" name="Picture 2" descr="Scanva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13232"/>
            <a:ext cx="561290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21408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7C3AED"/>
                </a:solidFill>
                <a:latin typeface="Fredoka"/>
              </a:rPr>
              <a:t>Where Children’s Creativity Comes Alive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44368"/>
            <a:ext cx="2788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72033"/>
                </a:solidFill>
                <a:latin typeface="Varela Round"/>
              </a:rPr>
              <a:t>Children turn their paper artwork into interactive characters and learning experiences, directly in the browser.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13632"/>
            <a:ext cx="2163572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3697" tIns="0" bIns="0" rtlCol="0" anchor="ctr">
            <a:noAutofit/>
          </a:bodyPr>
          <a:lstStyle/>
          <a:p>
            <a:pPr algn="l"/>
            <a:r>
              <a:rPr sz="850" b="0" i="0">
                <a:solidFill>
                  <a:srgbClr val="5B21B6"/>
                </a:solidFill>
                <a:latin typeface="Fredoka SemiBold"/>
              </a:rPr>
              <a:t>Top 30 · ITEC SEA 2026</a:t>
            </a:r>
          </a:p>
        </p:txBody>
      </p:sp>
      <p:pic>
        <p:nvPicPr>
          <p:cNvPr id="7" name="Picture 6" descr="palett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965752"/>
            <a:ext cx="170078" cy="170078"/>
          </a:xfrm>
          <a:prstGeom prst="rect">
            <a:avLst/>
          </a:prstGeom>
        </p:spPr>
      </p:pic>
      <p:pic>
        <p:nvPicPr>
          <p:cNvPr id="8" name="Picture 7" descr="Child-colored Scanvas whale she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0"/>
            <a:ext cx="2514600" cy="2471030"/>
          </a:xfrm>
          <a:prstGeom prst="rect">
            <a:avLst/>
          </a:prstGeom>
        </p:spPr>
      </p:pic>
      <p:pic>
        <p:nvPicPr>
          <p:cNvPr id="9" name="Picture 8" descr="The same whale scanned and alive in Scanva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481328"/>
            <a:ext cx="4069080" cy="249693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041648" y="3108960"/>
            <a:ext cx="1655064" cy="1627632"/>
          </a:xfrm>
          <a:prstGeom prst="roundRect">
            <a:avLst>
              <a:gd name="adj" fmla="val 955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QR code to scanvas.i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32" y="3227832"/>
            <a:ext cx="1453896" cy="14538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41648" y="4809744"/>
            <a:ext cx="1655064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 u="sng">
                <a:solidFill>
                  <a:srgbClr val="2563EB"/>
                </a:solidFill>
                <a:latin typeface="Fredoka"/>
                <a:hlinkClick r:id="rId8"/>
              </a:rPr>
              <a:t>scanvas.id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4206240"/>
            <a:ext cx="2834640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07608" y="4224528"/>
            <a:ext cx="2724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172033"/>
                </a:solidFill>
                <a:latin typeface="Fredoka SemiBold"/>
              </a:rPr>
              <a:t>Haikal Hilmi · CEO &amp; Co-Founder</a:t>
            </a:r>
          </a:p>
          <a:p>
            <a:pPr algn="r"/>
            <a:r>
              <a:rPr sz="800" b="0" i="0">
                <a:solidFill>
                  <a:srgbClr val="172033"/>
                </a:solidFill>
                <a:latin typeface="Varela Round"/>
              </a:rPr>
              <a:t>Salsabila Khoirunnisa · CMO &amp; Co-Founder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81728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72033"/>
                </a:solidFill>
                <a:latin typeface="Fredoka SemiBold"/>
              </a:rPr>
              <a:t>Investor deck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804672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100" b="1" i="0">
                <a:solidFill>
                  <a:srgbClr val="172033"/>
                </a:solidFill>
                <a:latin typeface="Fredoka"/>
              </a:rPr>
              <a:t>Parents and Schools Need Creative Activities</a:t>
            </a:r>
            <a:br/>
            <a:r>
              <a:rPr sz="2100" b="1" i="0">
                <a:solidFill>
                  <a:srgbClr val="172033"/>
                </a:solidFill>
                <a:latin typeface="Fredoka"/>
              </a:rPr>
              <a:t>That Are Easy to Run and Worth Repeating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61872"/>
            <a:ext cx="3931920" cy="187451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13232" y="1389888"/>
            <a:ext cx="402336" cy="402336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ous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92" y="1486448"/>
            <a:ext cx="209214" cy="2092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440" y="146304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5B21B6"/>
                </a:solidFill>
                <a:latin typeface="Fredoka"/>
              </a:rPr>
              <a:t>PARENTS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39112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72033"/>
                </a:solidFill>
                <a:latin typeface="Fredoka SemiBold"/>
              </a:rPr>
              <a:t>A creative activity they can easily accompany at home, that their child wants to do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172033"/>
                </a:solidFill>
                <a:latin typeface="Fredoka SemiBold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24912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Coloring ends with the page; screens offer ready-made characters to watch.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261872"/>
            <a:ext cx="3931920" cy="187451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828031" y="1389888"/>
            <a:ext cx="402336" cy="402336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chool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592" y="1486448"/>
            <a:ext cx="209214" cy="2092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46304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5B21B6"/>
                </a:solidFill>
                <a:latin typeface="Fredoka"/>
              </a:rPr>
              <a:t>SCHOOLS &amp; TPA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874519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039112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72033"/>
                </a:solidFill>
                <a:latin typeface="Fredoka SemiBold"/>
              </a:rPr>
              <a:t>A group activity that is easy to run, engages every child, and fits a school budget.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560320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172033"/>
                </a:solidFill>
                <a:latin typeface="Fredoka SemiBold"/>
              </a:rPr>
              <a:t>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724912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Teachers prepare materials themselves; digital options often need apps or devices per child.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73552"/>
            <a:ext cx="3931920" cy="1280160"/>
          </a:xfrm>
          <a:prstGeom prst="roundRect">
            <a:avLst>
              <a:gd name="adj" fmla="val 1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364992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15803D"/>
                </a:solidFill>
                <a:latin typeface="Fredoka SemiBold"/>
              </a:rPr>
              <a:t>WHAT WE OBSERVED IN THE PILOT</a:t>
            </a:r>
          </a:p>
        </p:txBody>
      </p:sp>
      <p:pic>
        <p:nvPicPr>
          <p:cNvPr id="21" name="Picture 20" descr="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657600"/>
            <a:ext cx="137160" cy="1371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2688" y="3611880"/>
            <a:ext cx="3410712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30 children participated in a color </a:t>
            </a:r>
            <a:r>
              <a:rPr sz="9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950" b="0" i="0">
                <a:solidFill>
                  <a:srgbClr val="172033"/>
                </a:solidFill>
                <a:latin typeface="Varela Round"/>
              </a:rPr>
              <a:t> scan </a:t>
            </a:r>
            <a:r>
              <a:rPr sz="9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950" b="0" i="0">
                <a:solidFill>
                  <a:srgbClr val="172033"/>
                </a:solidFill>
                <a:latin typeface="Varela Round"/>
              </a:rPr>
              <a:t> alive session at one TPA</a:t>
            </a:r>
          </a:p>
        </p:txBody>
      </p:sp>
      <p:pic>
        <p:nvPicPr>
          <p:cNvPr id="23" name="Picture 22" descr="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96511"/>
            <a:ext cx="137160" cy="1371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2688" y="4050791"/>
            <a:ext cx="3410712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Feedback asked for a larger world, a trial before buying, and faster group processing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273552"/>
            <a:ext cx="3931920" cy="1280160"/>
          </a:xfrm>
          <a:prstGeom prst="roundRect">
            <a:avLst>
              <a:gd name="adj" fmla="val 11428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6320" y="3364992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92400E"/>
                </a:solidFill>
                <a:latin typeface="Fredoka SemiBold"/>
              </a:rPr>
              <a:t>WHAT WE STILL ASSUME (TO VALIDATE)</a:t>
            </a:r>
          </a:p>
        </p:txBody>
      </p:sp>
      <p:pic>
        <p:nvPicPr>
          <p:cNvPr id="27" name="Picture 26" descr="flask-conical_yell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657600"/>
            <a:ext cx="137160" cy="1371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47488" y="3611880"/>
            <a:ext cx="3410712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Parents pay for a repeatable creative activity</a:t>
            </a:r>
          </a:p>
        </p:txBody>
      </p:sp>
      <p:pic>
        <p:nvPicPr>
          <p:cNvPr id="29" name="Picture 28" descr="flask-conical_yell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096511"/>
            <a:ext cx="137160" cy="1371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47488" y="4050791"/>
            <a:ext cx="3410712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Schools rebook sessions and later license a classroom format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67665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100" b="1" i="0">
                <a:solidFill>
                  <a:srgbClr val="172033"/>
                </a:solidFill>
                <a:latin typeface="Fredoka"/>
              </a:rPr>
              <a:t>The Child Creates First; Technology Extends What They Created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46304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LOR ste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392174"/>
            <a:ext cx="1408176" cy="137617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75488" y="1170431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9008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5B21B6"/>
                </a:solidFill>
                <a:latin typeface="Fredoka"/>
              </a:rPr>
              <a:t>COLOR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Child colors a printed Scanvas sheet.</a:t>
            </a:r>
          </a:p>
        </p:txBody>
      </p:sp>
      <p:sp>
        <p:nvSpPr>
          <p:cNvPr id="8" name="Chevron 7"/>
          <p:cNvSpPr/>
          <p:nvPr/>
        </p:nvSpPr>
        <p:spPr>
          <a:xfrm>
            <a:off x="2066544" y="1961388"/>
            <a:ext cx="91440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12848" y="1280160"/>
            <a:ext cx="146304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AN ste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034" y="1325880"/>
            <a:ext cx="766666" cy="150876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2139696" y="1170431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299008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5B21B6"/>
                </a:solidFill>
                <a:latin typeface="Fredoka"/>
              </a:rPr>
              <a:t>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326440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Parent or teacher photographs it in the browser.</a:t>
            </a:r>
          </a:p>
        </p:txBody>
      </p:sp>
      <p:sp>
        <p:nvSpPr>
          <p:cNvPr id="14" name="Chevron 13"/>
          <p:cNvSpPr/>
          <p:nvPr/>
        </p:nvSpPr>
        <p:spPr>
          <a:xfrm>
            <a:off x="3730751" y="1961388"/>
            <a:ext cx="91440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877056" y="1280160"/>
            <a:ext cx="146304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OME ALIVE ste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488" y="1678929"/>
            <a:ext cx="1408176" cy="80266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3803904" y="1170431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7056" y="299008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5B21B6"/>
                </a:solidFill>
                <a:latin typeface="Fredoka"/>
              </a:rPr>
              <a:t>COME ALIVE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7056" y="326440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The child’s own artwork is extracted and animated.</a:t>
            </a:r>
          </a:p>
        </p:txBody>
      </p:sp>
      <p:sp>
        <p:nvSpPr>
          <p:cNvPr id="20" name="Chevron 19"/>
          <p:cNvSpPr/>
          <p:nvPr/>
        </p:nvSpPr>
        <p:spPr>
          <a:xfrm>
            <a:off x="5394959" y="1961388"/>
            <a:ext cx="91440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541264" y="1280160"/>
            <a:ext cx="146304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EXPLORE ste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8696" y="1648205"/>
            <a:ext cx="1408176" cy="864108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5468112" y="1170431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41264" y="299008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5B21B6"/>
                </a:solidFill>
                <a:latin typeface="Fredoka"/>
              </a:rPr>
              <a:t>EXPLORE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1264" y="326440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It joins an interactive world with sound and facts.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384048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QR code to the Scanvas digital trial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6368" y="448056"/>
            <a:ext cx="1014984" cy="1014984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7345426" y="1572768"/>
            <a:ext cx="1356868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Fredoka SemiBold"/>
              </a:rPr>
              <a:t>TRY THE LIVE DEMO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407408"/>
            <a:ext cx="2053945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9432" tIns="0" bIns="0" rtlCol="0" anchor="ctr">
            <a:noAutofit/>
          </a:bodyPr>
          <a:lstStyle/>
          <a:p>
            <a:pPr algn="l"/>
            <a:r>
              <a:rPr sz="800" b="0" i="0">
                <a:solidFill>
                  <a:srgbClr val="15803D"/>
                </a:solidFill>
                <a:latin typeface="Fredoka SemiBold"/>
              </a:rPr>
              <a:t>Ocean + Vehicle worlds</a:t>
            </a:r>
          </a:p>
        </p:txBody>
      </p:sp>
      <p:pic>
        <p:nvPicPr>
          <p:cNvPr id="30" name="Picture 29" descr="check_gre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456054"/>
            <a:ext cx="158739" cy="158739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2694025" y="4407408"/>
            <a:ext cx="1846681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9432" tIns="0" bIns="0" rtlCol="0" anchor="ctr">
            <a:noAutofit/>
          </a:bodyPr>
          <a:lstStyle/>
          <a:p>
            <a:pPr algn="l"/>
            <a:r>
              <a:rPr sz="800" b="0" i="0">
                <a:solidFill>
                  <a:srgbClr val="15803D"/>
                </a:solidFill>
                <a:latin typeface="Fredoka SemiBold"/>
              </a:rPr>
              <a:t>No app installation</a:t>
            </a:r>
          </a:p>
        </p:txBody>
      </p:sp>
      <p:pic>
        <p:nvPicPr>
          <p:cNvPr id="32" name="Picture 31" descr="check_gre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3753" y="4456054"/>
            <a:ext cx="158739" cy="158739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4632147" y="4407408"/>
            <a:ext cx="1777593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9432" tIns="0" bIns="0" rtlCol="0" anchor="ctr">
            <a:noAutofit/>
          </a:bodyPr>
          <a:lstStyle/>
          <a:p>
            <a:pPr algn="l"/>
            <a:r>
              <a:rPr sz="800" b="0" i="0">
                <a:solidFill>
                  <a:srgbClr val="15803D"/>
                </a:solidFill>
                <a:latin typeface="Fredoka SemiBold"/>
              </a:rPr>
              <a:t>Free digital trial</a:t>
            </a:r>
          </a:p>
        </p:txBody>
      </p:sp>
      <p:pic>
        <p:nvPicPr>
          <p:cNvPr id="34" name="Picture 33" descr="check_gre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1875" y="4456054"/>
            <a:ext cx="158739" cy="1587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7315200" cy="4572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Live Product, First Pilot, and Clear Next Proofs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60120"/>
            <a:ext cx="10744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07442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5B21B6"/>
                </a:solidFill>
                <a:latin typeface="Fredoka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3" y="1417320"/>
            <a:ext cx="964692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Fredoka SemiBold"/>
              </a:rPr>
              <a:t>children took part in first real-world 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14500" y="960120"/>
            <a:ext cx="10744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14500" y="996696"/>
            <a:ext cx="107442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5B21B6"/>
                </a:solidFill>
                <a:latin typeface="Fredok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9364" y="1417320"/>
            <a:ext cx="964692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Fredoka SemiBold"/>
              </a:rPr>
              <a:t>interactive worlds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960120"/>
            <a:ext cx="10744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996696"/>
            <a:ext cx="107442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5B21B6"/>
                </a:solidFill>
                <a:latin typeface="Fredoka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4" y="1417320"/>
            <a:ext cx="964692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Fredoka SemiBold"/>
              </a:rPr>
              <a:t>product priorities from feedback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6220" y="960120"/>
            <a:ext cx="10744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46220" y="996696"/>
            <a:ext cx="107442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200" b="1" i="0">
                <a:solidFill>
                  <a:srgbClr val="5B21B6"/>
                </a:solidFill>
                <a:latin typeface="Fredoka"/>
              </a:rPr>
              <a:t>Top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1083" y="1417320"/>
            <a:ext cx="964692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Fredoka SemiBold"/>
              </a:rPr>
              <a:t>ITEC SEA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984248"/>
            <a:ext cx="4572000" cy="109728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3232" y="2084831"/>
            <a:ext cx="782574" cy="21945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5803D"/>
                </a:solidFill>
                <a:latin typeface="Fredoka SemiBold"/>
              </a:rPr>
              <a:t>SHIPPED</a:t>
            </a:r>
          </a:p>
        </p:txBody>
      </p:sp>
      <p:pic>
        <p:nvPicPr>
          <p:cNvPr id="17" name="Picture 16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423160"/>
            <a:ext cx="137160" cy="1371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400" y="2377440"/>
            <a:ext cx="1901951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Larger interactive world</a:t>
            </a:r>
          </a:p>
        </p:txBody>
      </p:sp>
      <p:pic>
        <p:nvPicPr>
          <p:cNvPr id="19" name="Picture 18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651760"/>
            <a:ext cx="137160" cy="1371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400" y="2606040"/>
            <a:ext cx="1901951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Digital trial before purchase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53512" y="2084831"/>
            <a:ext cx="847344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BUILDING</a:t>
            </a:r>
          </a:p>
        </p:txBody>
      </p:sp>
      <p:pic>
        <p:nvPicPr>
          <p:cNvPr id="22" name="Picture 2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512" y="2423160"/>
            <a:ext cx="137160" cy="1371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154680" y="2377440"/>
            <a:ext cx="1901951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Bulk drawing processing</a:t>
            </a:r>
          </a:p>
        </p:txBody>
      </p:sp>
      <p:pic>
        <p:nvPicPr>
          <p:cNvPr id="24" name="Picture 2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512" y="2651760"/>
            <a:ext cx="137160" cy="1371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154680" y="2606040"/>
            <a:ext cx="1901951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Story and learning space</a:t>
            </a:r>
          </a:p>
        </p:txBody>
      </p:sp>
      <p:pic>
        <p:nvPicPr>
          <p:cNvPr id="26" name="Picture 25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512" y="2880360"/>
            <a:ext cx="137160" cy="1371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154680" y="2834640"/>
            <a:ext cx="1901951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Additional worlds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200400"/>
            <a:ext cx="2240280" cy="1508760"/>
          </a:xfrm>
          <a:prstGeom prst="roundRect">
            <a:avLst>
              <a:gd name="adj" fmla="val 8484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" y="3273552"/>
            <a:ext cx="198424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15803D"/>
                </a:solidFill>
                <a:latin typeface="Fredoka SemiBold"/>
              </a:rPr>
              <a:t>PROVEN</a:t>
            </a:r>
          </a:p>
        </p:txBody>
      </p:sp>
      <p:pic>
        <p:nvPicPr>
          <p:cNvPr id="30" name="Picture 29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538727"/>
            <a:ext cx="137160" cy="1371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77824" y="3493008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Product runs live in the browser</a:t>
            </a:r>
          </a:p>
        </p:txBody>
      </p:sp>
      <p:pic>
        <p:nvPicPr>
          <p:cNvPr id="32" name="Picture 31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831335"/>
            <a:ext cx="137160" cy="1371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77824" y="3785615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Children used it in a real group setting</a:t>
            </a:r>
          </a:p>
        </p:txBody>
      </p:sp>
      <p:pic>
        <p:nvPicPr>
          <p:cNvPr id="34" name="Picture 33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123944"/>
            <a:ext cx="137160" cy="1371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77824" y="4078224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Feedback turns into shipped changes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80360" y="3200400"/>
            <a:ext cx="2240280" cy="1508760"/>
          </a:xfrm>
          <a:prstGeom prst="roundRect">
            <a:avLst>
              <a:gd name="adj" fmla="val 8484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008376" y="3273552"/>
            <a:ext cx="198424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92400E"/>
                </a:solidFill>
                <a:latin typeface="Fredoka SemiBold"/>
              </a:rPr>
              <a:t>NEXT PROOFS · FROM JUDGE FEEDBACK</a:t>
            </a:r>
          </a:p>
        </p:txBody>
      </p:sp>
      <p:pic>
        <p:nvPicPr>
          <p:cNvPr id="38" name="Picture 37" descr="arrow-right_yel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8376" y="3538727"/>
            <a:ext cx="137160" cy="1371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209544" y="3493008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Paid demand: first paid sessions and packs</a:t>
            </a:r>
          </a:p>
        </p:txBody>
      </p:sp>
      <p:pic>
        <p:nvPicPr>
          <p:cNvPr id="40" name="Picture 39" descr="arrow-right_yel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8376" y="3831335"/>
            <a:ext cx="137160" cy="1371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209544" y="3785615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Repeat: rebooking and second purchase (defined on slide 8)</a:t>
            </a:r>
          </a:p>
        </p:txBody>
      </p:sp>
      <p:pic>
        <p:nvPicPr>
          <p:cNvPr id="42" name="Picture 41" descr="arrow-right_yel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8376" y="4123944"/>
            <a:ext cx="137160" cy="13716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209544" y="4078224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Scan reliability ≥95% in group sessions</a:t>
            </a:r>
          </a:p>
        </p:txBody>
      </p:sp>
      <p:pic>
        <p:nvPicPr>
          <p:cNvPr id="44" name="Picture 43" descr="arrow-right_yel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8376" y="4416551"/>
            <a:ext cx="137160" cy="1371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209544" y="4370831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Delivery cost measured from real sessions</a:t>
            </a:r>
          </a:p>
        </p:txBody>
      </p:sp>
      <p:pic>
        <p:nvPicPr>
          <p:cNvPr id="46" name="Picture 45" descr="Scanvas demo with children during the TPA pil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960120"/>
            <a:ext cx="3291840" cy="1851660"/>
          </a:xfrm>
          <a:prstGeom prst="rect">
            <a:avLst/>
          </a:prstGeom>
        </p:spPr>
      </p:pic>
      <p:pic>
        <p:nvPicPr>
          <p:cNvPr id="47" name="Picture 46" descr="Artwork colored by a child in the pilo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2898648"/>
            <a:ext cx="768096" cy="768096"/>
          </a:xfrm>
          <a:prstGeom prst="rect">
            <a:avLst/>
          </a:prstGeom>
        </p:spPr>
      </p:pic>
      <p:pic>
        <p:nvPicPr>
          <p:cNvPr id="48" name="Picture 47" descr="Artwork colored by a child in the pilo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68" y="2898648"/>
            <a:ext cx="768096" cy="768096"/>
          </a:xfrm>
          <a:prstGeom prst="rect">
            <a:avLst/>
          </a:prstGeom>
        </p:spPr>
      </p:pic>
      <p:pic>
        <p:nvPicPr>
          <p:cNvPr id="49" name="Picture 48" descr="Artwork colored by a child in the pilo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6016" y="2898648"/>
            <a:ext cx="768096" cy="768096"/>
          </a:xfrm>
          <a:prstGeom prst="rect">
            <a:avLst/>
          </a:prstGeom>
        </p:spPr>
      </p:pic>
      <p:pic>
        <p:nvPicPr>
          <p:cNvPr id="50" name="Picture 49" descr="Artwork colored by a child in the pilo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7264" y="2898648"/>
            <a:ext cx="768096" cy="76809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303520" y="373075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C3AED"/>
                </a:solidFill>
                <a:latin typeface="Fredoka SemiBold"/>
              </a:rPr>
              <a:t>First real-world pilot · TPA, D.I. Yogyakarta · pre-revenue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7315200" cy="4572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Two Customer Channels, Sized Separately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60120"/>
            <a:ext cx="4663440" cy="2148840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042415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INSTITUTIONS · sessions now, licenses later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98448"/>
            <a:ext cx="1371600" cy="1417320"/>
          </a:xfrm>
          <a:prstGeom prst="roundRect">
            <a:avLst>
              <a:gd name="adj" fmla="val 9333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389888"/>
            <a:ext cx="873252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BEACHHEAD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82496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Fredoka"/>
              </a:rPr>
              <a:t>7,123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Fredoka SemiBold"/>
              </a:rPr>
              <a:t>D.I. Yogyakarta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298448"/>
            <a:ext cx="1371600" cy="1417320"/>
          </a:xfrm>
          <a:prstGeom prst="roundRect">
            <a:avLst>
              <a:gd name="adj" fmla="val 933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04288" y="1389888"/>
            <a:ext cx="570992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Fredoka SemiBold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682496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5B21B6"/>
                </a:solidFill>
                <a:latin typeface="Fredoka"/>
              </a:rPr>
              <a:t>62,797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210312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Fredoka SemiBold"/>
              </a:rPr>
              <a:t>Central Java + DIY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8" y="1298448"/>
            <a:ext cx="1371600" cy="1417320"/>
          </a:xfrm>
          <a:prstGeom prst="roundRect">
            <a:avLst>
              <a:gd name="adj" fmla="val 9333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785616" y="1389888"/>
            <a:ext cx="812800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Fredoka SemiBold"/>
              </a:rPr>
              <a:t>NATIONAL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6" y="1682496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5B21B6"/>
                </a:solidFill>
                <a:latin typeface="Fredoka"/>
              </a:rPr>
              <a:t>420,886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6" y="210312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Fredoka SemiBold"/>
              </a:rPr>
              <a:t>Indonesia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779776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PAUD + primary-school units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960120"/>
            <a:ext cx="3200400" cy="2148840"/>
          </a:xfrm>
          <a:prstGeom prst="roundRect">
            <a:avLst>
              <a:gd name="adj" fmla="val 6808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59552" y="1042415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FAMILIES · packs now, course later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129844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 i="0">
                <a:solidFill>
                  <a:srgbClr val="5B21B6"/>
                </a:solidFill>
                <a:latin typeface="Fredoka"/>
              </a:rPr>
              <a:t>≈35.3M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9552" y="182880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Fredoka SemiBold"/>
              </a:rPr>
              <a:t>children aged 3–10 in Indonesia (BPS-based estimate)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9552" y="2267712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Start where we can reach: families of children in our partner schools and online in Yogyakarta.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218688"/>
            <a:ext cx="804672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329184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YEAR-5 SALES TARGETS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493008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5B21B6"/>
                </a:solidFill>
                <a:latin typeface="Fredoka"/>
              </a:rPr>
              <a:t>250 licenses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749039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≈0.4% of Central Java + DIY school units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3493008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5B21B6"/>
                </a:solidFill>
                <a:latin typeface="Fredoka"/>
              </a:rPr>
              <a:t>10,000 course + 10,000 pack sales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3749039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Sales, not unique children: buyer share is measured once repeat rates are known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224528"/>
            <a:ext cx="80467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5B21B6"/>
                </a:solidFill>
                <a:latin typeface="Fredoka SemiBold"/>
              </a:rPr>
              <a:t>The two channels are not added together: a family reached through a school is counted once.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172033"/>
                </a:solidFill>
                <a:latin typeface="Varela Round"/>
              </a:rPr>
              <a:t>Sources: Kemendikdasmen Data Referensi Pendidikan (PAUD, SD), accessed Sep 2026 · BPS population by age group 2022, ages 3–10 estimated. Details in Appendix 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731520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100" b="1" i="0">
                <a:solidFill>
                  <a:srgbClr val="172033"/>
                </a:solidFill>
                <a:latin typeface="Fredoka"/>
              </a:rPr>
              <a:t>Start With Packs and Sessions; Add Course and Licenses When Proven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8046720" cy="2788920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243584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43584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750" b="0" i="0">
                <a:solidFill>
                  <a:srgbClr val="7C3AED"/>
                </a:solidFill>
                <a:latin typeface="Fredoka SemiBold"/>
              </a:rPr>
              <a:t>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243584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750" b="0" i="0">
                <a:solidFill>
                  <a:srgbClr val="7C3AED"/>
                </a:solidFill>
                <a:latin typeface="Fredoka SemiBold"/>
              </a:rPr>
              <a:t>DIRECT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24358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750" b="0" i="0">
                <a:solidFill>
                  <a:srgbClr val="7C3AED"/>
                </a:solidFill>
                <a:latin typeface="Fredoka SemiBold"/>
              </a:rPr>
              <a:t>CONTRIBUTION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481328"/>
            <a:ext cx="777240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36192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2033"/>
                </a:solidFill>
                <a:latin typeface="Fredoka"/>
              </a:rPr>
              <a:t>Family creative 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655064"/>
            <a:ext cx="1283462" cy="21945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650" b="0" i="0">
                <a:solidFill>
                  <a:srgbClr val="15803D"/>
                </a:solidFill>
                <a:latin typeface="Fredoka SemiBold"/>
              </a:rPr>
              <a:t>LIVE · TEST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536192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 b="0" i="0">
                <a:solidFill>
                  <a:srgbClr val="172033"/>
                </a:solidFill>
                <a:latin typeface="Varela Round"/>
              </a:rPr>
              <a:t>Rp49K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536192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 b="0" i="0">
                <a:solidFill>
                  <a:srgbClr val="172033"/>
                </a:solidFill>
                <a:latin typeface="Varela Round"/>
              </a:rPr>
              <a:t>Rp20K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536192"/>
            <a:ext cx="12344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 b="1" i="0">
                <a:solidFill>
                  <a:srgbClr val="5B21B6"/>
                </a:solidFill>
                <a:latin typeface="Fredoka"/>
              </a:rPr>
              <a:t>Rp29K · 59%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066543"/>
            <a:ext cx="777240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12140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2033"/>
                </a:solidFill>
                <a:latin typeface="Fredoka"/>
              </a:rPr>
              <a:t>Managed school / event session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2240279"/>
            <a:ext cx="890524" cy="21945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650" b="0" i="0">
                <a:solidFill>
                  <a:srgbClr val="92400E"/>
                </a:solidFill>
                <a:latin typeface="Fredoka SemiBold"/>
              </a:rPr>
              <a:t>VALIDATING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121408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 b="0" i="0">
                <a:solidFill>
                  <a:srgbClr val="172033"/>
                </a:solidFill>
                <a:latin typeface="Varela Round"/>
              </a:rPr>
              <a:t>Rp1M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121408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 b="0" i="0">
                <a:solidFill>
                  <a:srgbClr val="172033"/>
                </a:solidFill>
                <a:latin typeface="Varela Round"/>
              </a:rPr>
              <a:t>Rp250K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121408"/>
            <a:ext cx="12344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 b="1" i="0">
                <a:solidFill>
                  <a:srgbClr val="5B21B6"/>
                </a:solidFill>
                <a:latin typeface="Fredoka"/>
              </a:rPr>
              <a:t>Rp750K · 75%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651760"/>
            <a:ext cx="777240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2706624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2033"/>
                </a:solidFill>
                <a:latin typeface="Fredoka"/>
              </a:rPr>
              <a:t>Ocean Artist digital course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80" y="2825496"/>
            <a:ext cx="2013204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650" b="0" i="0">
                <a:solidFill>
                  <a:srgbClr val="5B21B6"/>
                </a:solidFill>
                <a:latin typeface="Fredoka SemiBold"/>
              </a:rPr>
              <a:t>PLANNED · AFTER 3-LESSON 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706624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 b="0" i="0">
                <a:solidFill>
                  <a:srgbClr val="172033"/>
                </a:solidFill>
                <a:latin typeface="Varela Round"/>
              </a:rPr>
              <a:t>Rp99K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706624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 b="0" i="0">
                <a:solidFill>
                  <a:srgbClr val="172033"/>
                </a:solidFill>
                <a:latin typeface="Varela Round"/>
              </a:rPr>
              <a:t>Rp20K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706624"/>
            <a:ext cx="12344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 b="1" i="0">
                <a:solidFill>
                  <a:srgbClr val="5B21B6"/>
                </a:solidFill>
                <a:latin typeface="Fredoka"/>
              </a:rPr>
              <a:t>Rp79K · 80%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236975"/>
            <a:ext cx="777240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291839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2033"/>
                </a:solidFill>
                <a:latin typeface="Fredoka"/>
              </a:rPr>
              <a:t>Studio / Classroom license (per year)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4680" y="3410711"/>
            <a:ext cx="1227328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650" b="0" i="0">
                <a:solidFill>
                  <a:srgbClr val="5B21B6"/>
                </a:solidFill>
                <a:latin typeface="Fredoka SemiBold"/>
              </a:rPr>
              <a:t>PLANNED · YEAR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291839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 b="0" i="0">
                <a:solidFill>
                  <a:srgbClr val="172033"/>
                </a:solidFill>
                <a:latin typeface="Varela Round"/>
              </a:rPr>
              <a:t>Rp2.4M / year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291839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 b="0" i="0">
                <a:solidFill>
                  <a:srgbClr val="172033"/>
                </a:solidFill>
                <a:latin typeface="Varela Round"/>
              </a:rPr>
              <a:t>Rp240K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291839"/>
            <a:ext cx="12344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50" b="1" i="0">
                <a:solidFill>
                  <a:srgbClr val="5B21B6"/>
                </a:solidFill>
                <a:latin typeface="Fredoka"/>
              </a:rPr>
              <a:t>Rp2.16M · 90%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86784"/>
            <a:ext cx="80467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21B6"/>
                </a:solidFill>
                <a:latin typeface="Fredoka SemiBold"/>
              </a:rPr>
              <a:t>Bundle rule: a course buyer who also wants a physical kit buys a pack, counted once in pack revenue. What each direct cost covers: Appendix 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370832"/>
            <a:ext cx="804672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4370832"/>
            <a:ext cx="804672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50" b="0" i="0">
                <a:solidFill>
                  <a:srgbClr val="92400E"/>
                </a:solidFill>
                <a:latin typeface="Fredoka SemiBold"/>
              </a:rPr>
              <a:t>All prices and costs are commercial-testing assumptions (Oct 2026), not validated at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7315200" cy="4572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A Proven Category; Scanvas Combines What Others Split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804672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55848" y="969264"/>
            <a:ext cx="1225295" cy="3136392"/>
          </a:xfrm>
          <a:prstGeom prst="roundRect">
            <a:avLst>
              <a:gd name="adj" fmla="val 7462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319272" y="1005840"/>
            <a:ext cx="12984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5B21B6"/>
                </a:solidFill>
                <a:latin typeface="Fredoka"/>
              </a:rPr>
              <a:t>Scanvas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005840"/>
            <a:ext cx="12984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Coloring-to-</a:t>
            </a:r>
            <a:br/>
            <a:r>
              <a:rPr sz="850" b="1" i="0">
                <a:solidFill>
                  <a:srgbClr val="172033"/>
                </a:solidFill>
                <a:latin typeface="Fredoka"/>
              </a:rPr>
              <a:t>animation apps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4296" y="1389888"/>
            <a:ext cx="122529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72033"/>
                </a:solidFill>
                <a:latin typeface="Varela Round"/>
              </a:rPr>
              <a:t>Faber-Castell ARt Alive · Quiver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6168" y="1005840"/>
            <a:ext cx="12984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Guided creative</a:t>
            </a:r>
            <a:br/>
            <a:r>
              <a:rPr sz="850" b="1" i="0">
                <a:solidFill>
                  <a:srgbClr val="172033"/>
                </a:solidFill>
                <a:latin typeface="Fredoka"/>
              </a:rPr>
              <a:t>lessons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2744" y="1389888"/>
            <a:ext cx="122529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72033"/>
                </a:solidFill>
                <a:latin typeface="Varela Round"/>
              </a:rPr>
              <a:t>WAGZAK JUMP · video tutorials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4616" y="1005840"/>
            <a:ext cx="12984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Venue / class</a:t>
            </a:r>
            <a:br/>
            <a:r>
              <a:rPr sz="850" b="1" i="0">
                <a:solidFill>
                  <a:srgbClr val="172033"/>
                </a:solidFill>
                <a:latin typeface="Fredoka"/>
              </a:rPr>
              <a:t>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1192" y="1389888"/>
            <a:ext cx="122529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172033"/>
                </a:solidFill>
                <a:latin typeface="Varela Round"/>
              </a:rPr>
              <a:t>teamLab Sketch Aquarium · art classes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1764792"/>
            <a:ext cx="7726679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17830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Fredoka SemiBold"/>
              </a:rPr>
              <a:t>Child’s own artwork becomes the character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83000" y="1856231"/>
            <a:ext cx="570992" cy="21945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15803D"/>
                </a:solidFill>
                <a:latin typeface="Fredoka SemiBold"/>
              </a:rPr>
              <a:t>LIVE</a:t>
            </a:r>
          </a:p>
        </p:txBody>
      </p:sp>
      <p:pic>
        <p:nvPicPr>
          <p:cNvPr id="15" name="Picture 14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1883664"/>
            <a:ext cx="164592" cy="164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16168" y="1783080"/>
            <a:ext cx="1298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Some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1783080"/>
            <a:ext cx="1298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Venue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148840"/>
            <a:ext cx="7726679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216712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Fredoka SemiBold"/>
              </a:rPr>
              <a:t>Runs in the browser, no 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83000" y="2240280"/>
            <a:ext cx="570992" cy="21945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15803D"/>
                </a:solidFill>
                <a:latin typeface="Fredoka SemiBold"/>
              </a:rPr>
              <a:t>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167128"/>
            <a:ext cx="1298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16168" y="2167128"/>
            <a:ext cx="1298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Some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4616" y="2167128"/>
            <a:ext cx="1298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2532888"/>
            <a:ext cx="7726679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2551176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Fredoka SemiBold"/>
              </a:rPr>
              <a:t>Shared interactive worlds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83000" y="2624328"/>
            <a:ext cx="570992" cy="21945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15803D"/>
                </a:solidFill>
                <a:latin typeface="Fredoka SemiBold"/>
              </a:rPr>
              <a:t>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2551176"/>
            <a:ext cx="1298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16168" y="2551176"/>
            <a:ext cx="1298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pic>
        <p:nvPicPr>
          <p:cNvPr id="29" name="Picture 28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544" y="2651760"/>
            <a:ext cx="164592" cy="16459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13232" y="2916936"/>
            <a:ext cx="7726679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" y="2935224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Fredoka SemiBold"/>
              </a:rPr>
              <a:t>Facilitated group sessions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2774" y="3008376"/>
            <a:ext cx="631444" cy="21945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92400E"/>
                </a:solidFill>
                <a:latin typeface="Fredoka SemiBold"/>
              </a:rPr>
              <a:t>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2935224"/>
            <a:ext cx="1298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16168" y="2935224"/>
            <a:ext cx="1298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Some</a:t>
            </a:r>
          </a:p>
        </p:txBody>
      </p:sp>
      <p:pic>
        <p:nvPicPr>
          <p:cNvPr id="35" name="Picture 34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544" y="3035808"/>
            <a:ext cx="164592" cy="164592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713232" y="3300984"/>
            <a:ext cx="7726679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3319272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Fredoka SemiBold"/>
              </a:rPr>
              <a:t>Guided lessons with progress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92322" y="3392424"/>
            <a:ext cx="752348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PLANNED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3319272"/>
            <a:ext cx="1298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pic>
        <p:nvPicPr>
          <p:cNvPr id="40" name="Picture 39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3419856"/>
            <a:ext cx="164592" cy="164592"/>
          </a:xfrm>
          <a:prstGeom prst="rect">
            <a:avLst/>
          </a:prstGeom>
        </p:spPr>
      </p:pic>
      <p:pic>
        <p:nvPicPr>
          <p:cNvPr id="41" name="Picture 40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544" y="3419856"/>
            <a:ext cx="164592" cy="164592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713232" y="3685032"/>
            <a:ext cx="7726679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3232" y="370332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Fredoka SemiBold"/>
              </a:rPr>
              <a:t>Classroom license / Studio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92322" y="3776472"/>
            <a:ext cx="752348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PLANNED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3703320"/>
            <a:ext cx="1298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Edu plans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16168" y="3703320"/>
            <a:ext cx="1298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School license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14616" y="3703320"/>
            <a:ext cx="12984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4261104"/>
            <a:ext cx="8046720" cy="438912"/>
          </a:xfrm>
          <a:prstGeom prst="roundRect">
            <a:avLst>
              <a:gd name="adj" fmla="val 2916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3232" y="4261104"/>
            <a:ext cx="772667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21B6"/>
                </a:solidFill>
                <a:latin typeface="Fredoka SemiBold"/>
              </a:rPr>
              <a:t>Competitors validate demand for each piece. Our bet is that one engine combining them earns paid, repeat use. Evidence per product in Appendix 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7315200" cy="4572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Two Funnels, Each Built for a Second Purchase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96112"/>
            <a:ext cx="8046720" cy="1517904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94944" y="1005840"/>
            <a:ext cx="365760" cy="36576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hool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1093622"/>
            <a:ext cx="190195" cy="1901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" y="10058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172033"/>
                </a:solidFill>
                <a:latin typeface="Fredoka"/>
              </a:rPr>
              <a:t>Schools &amp; TPA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051560"/>
            <a:ext cx="847344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Outreach</a:t>
            </a:r>
          </a:p>
        </p:txBody>
      </p:sp>
      <p:pic>
        <p:nvPicPr>
          <p:cNvPr id="8" name="Picture 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6516" y="1120139"/>
            <a:ext cx="137160" cy="137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508248" y="1051560"/>
            <a:ext cx="1106424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Demo session</a:t>
            </a:r>
          </a:p>
        </p:txBody>
      </p:sp>
      <p:pic>
        <p:nvPicPr>
          <p:cNvPr id="10" name="Picture 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244" y="1120139"/>
            <a:ext cx="137160" cy="1371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760976" y="1051560"/>
            <a:ext cx="1106424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Paid session</a:t>
            </a:r>
          </a:p>
        </p:txBody>
      </p:sp>
      <p:pic>
        <p:nvPicPr>
          <p:cNvPr id="12" name="Picture 1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972" y="1120139"/>
            <a:ext cx="137160" cy="1371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13704" y="1051560"/>
            <a:ext cx="912114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Rebooking</a:t>
            </a:r>
          </a:p>
        </p:txBody>
      </p:sp>
      <p:pic>
        <p:nvPicPr>
          <p:cNvPr id="14" name="Picture 1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0390" y="1120139"/>
            <a:ext cx="137160" cy="1371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072122" y="1051560"/>
            <a:ext cx="782574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Fredoka SemiBold"/>
              </a:rPr>
              <a:t>License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44475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1609344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Varela Round"/>
              </a:rPr>
              <a:t>Demo </a:t>
            </a:r>
            <a:r>
              <a:rPr sz="9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900" b="0" i="0">
                <a:solidFill>
                  <a:srgbClr val="172033"/>
                </a:solidFill>
                <a:latin typeface="Varela Round"/>
              </a:rPr>
              <a:t> paid conversion · cost per session · scan success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444752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SECOND PURCHASE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609344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5B21B6"/>
                </a:solidFill>
                <a:latin typeface="Fredoka SemiBold"/>
              </a:rPr>
              <a:t>Rebooking each term; license once Studio is ready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883664"/>
            <a:ext cx="7827264" cy="475488"/>
          </a:xfrm>
          <a:prstGeom prst="roundRect">
            <a:avLst>
              <a:gd name="adj" fmla="val 1923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" y="1901952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7C3AED"/>
                </a:solidFill>
                <a:latin typeface="Fredoka SemiBold"/>
              </a:rPr>
              <a:t>YEAR-1 MATH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2039112"/>
            <a:ext cx="76352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400 schools contacted (5.6% of DIY) </a:t>
            </a:r>
            <a:r>
              <a:rPr sz="7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750" b="0" i="0">
                <a:solidFill>
                  <a:srgbClr val="172033"/>
                </a:solidFill>
                <a:latin typeface="Varela Round"/>
              </a:rPr>
              <a:t> 100 demos (25%) </a:t>
            </a:r>
            <a:r>
              <a:rPr sz="7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750" b="0" i="0">
                <a:solidFill>
                  <a:srgbClr val="172033"/>
                </a:solidFill>
                <a:latin typeface="Varela Round"/>
              </a:rPr>
              <a:t> 40 paying schools (40%) + 8 rebookings (20%) = 48 sessions · demos ≈Rp12M (≈Rp300K per paying school) · Salsabila + 1 facilitator from month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487168"/>
            <a:ext cx="8046720" cy="1517904"/>
          </a:xfrm>
          <a:prstGeom prst="roundRect">
            <a:avLst>
              <a:gd name="adj" fmla="val 9638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4944" y="2596896"/>
            <a:ext cx="365760" cy="36576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hous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" y="2684678"/>
            <a:ext cx="190195" cy="19019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33856" y="2596896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172033"/>
                </a:solidFill>
                <a:latin typeface="Fredoka"/>
              </a:rPr>
              <a:t>Families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4600" y="2642615"/>
            <a:ext cx="1041654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Short video</a:t>
            </a:r>
          </a:p>
        </p:txBody>
      </p:sp>
      <p:pic>
        <p:nvPicPr>
          <p:cNvPr id="28" name="Picture 2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826" y="2711196"/>
            <a:ext cx="137160" cy="13716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3702557" y="2642615"/>
            <a:ext cx="976884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Free trial</a:t>
            </a:r>
          </a:p>
        </p:txBody>
      </p:sp>
      <p:pic>
        <p:nvPicPr>
          <p:cNvPr id="30" name="Picture 2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014" y="2711196"/>
            <a:ext cx="137160" cy="13716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4825746" y="2642615"/>
            <a:ext cx="1300734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Pack (WhatsApp)</a:t>
            </a:r>
          </a:p>
        </p:txBody>
      </p:sp>
      <p:pic>
        <p:nvPicPr>
          <p:cNvPr id="32" name="Picture 3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051" y="2711196"/>
            <a:ext cx="137160" cy="13716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272783" y="2642615"/>
            <a:ext cx="1235964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Level 1 course</a:t>
            </a:r>
          </a:p>
        </p:txBody>
      </p:sp>
      <p:pic>
        <p:nvPicPr>
          <p:cNvPr id="34" name="Picture 3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3320" y="2711196"/>
            <a:ext cx="137160" cy="13716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7655051" y="2642615"/>
            <a:ext cx="782574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Fredoka SemiBold"/>
              </a:rPr>
              <a:t>Level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303580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MEASURE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3200400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Varela Round"/>
              </a:rPr>
              <a:t>Trial </a:t>
            </a:r>
            <a:r>
              <a:rPr sz="9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900" b="0" i="0">
                <a:solidFill>
                  <a:srgbClr val="172033"/>
                </a:solidFill>
                <a:latin typeface="Varela Round"/>
              </a:rPr>
              <a:t> pack conversion · course activation · next-lesson start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3035808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SECOND PURCHASE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3200400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5B21B6"/>
                </a:solidFill>
                <a:latin typeface="Fredoka SemiBold"/>
              </a:rPr>
              <a:t>Next pack or Level 2; school sessions feed family trials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3474720"/>
            <a:ext cx="7827264" cy="475488"/>
          </a:xfrm>
          <a:prstGeom prst="roundRect">
            <a:avLst>
              <a:gd name="adj" fmla="val 1923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8096" y="3493008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7C3AED"/>
                </a:solidFill>
                <a:latin typeface="Fredoka SemiBold"/>
              </a:rPr>
              <a:t>YEAR-1 MATH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" y="3630168"/>
            <a:ext cx="76352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≈200K views </a:t>
            </a:r>
            <a:r>
              <a:rPr sz="7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750" b="0" i="0">
                <a:solidFill>
                  <a:srgbClr val="172033"/>
                </a:solidFill>
                <a:latin typeface="Varela Round"/>
              </a:rPr>
              <a:t> 10,000 trials (5%) </a:t>
            </a:r>
            <a:r>
              <a:rPr sz="7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750" b="0" i="0">
                <a:solidFill>
                  <a:srgbClr val="172033"/>
                </a:solidFill>
                <a:latin typeface="Varela Round"/>
              </a:rPr>
              <a:t> 500 first buyers (5%) + 100 repeat packs (20%) = 600 packs; 100 courses · ads + content ≈Rp18M (≈Rp36K per first buyer; payback via repeat + course is a hypothesis to test)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087368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YEAR-1 TARGETS · REPEAT DEFINED PER CHANNEL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270248"/>
            <a:ext cx="1943100" cy="457200"/>
          </a:xfrm>
          <a:prstGeom prst="roundRect">
            <a:avLst>
              <a:gd name="adj" fmla="val 24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4270248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Fredoka"/>
              </a:rPr>
              <a:t>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81328" y="4270248"/>
            <a:ext cx="955547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2400E"/>
                </a:solidFill>
                <a:latin typeface="Varela Round"/>
              </a:rPr>
              <a:t>paid sessions: 40 first + 8 rebooked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83180" y="4270248"/>
            <a:ext cx="1943100" cy="457200"/>
          </a:xfrm>
          <a:prstGeom prst="roundRect">
            <a:avLst>
              <a:gd name="adj" fmla="val 24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674620" y="4270248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Fredoka"/>
              </a:rPr>
              <a:t>500 + 100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15868" y="4270248"/>
            <a:ext cx="955547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2400E"/>
                </a:solidFill>
                <a:latin typeface="Varela Round"/>
              </a:rPr>
              <a:t>first buyers + repeat packs = 600; 100 courses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17720" y="4270248"/>
            <a:ext cx="1943100" cy="457200"/>
          </a:xfrm>
          <a:prstGeom prst="roundRect">
            <a:avLst>
              <a:gd name="adj" fmla="val 24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709159" y="4270248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Fredoka"/>
              </a:rPr>
              <a:t>≥20%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0408" y="4270248"/>
            <a:ext cx="955547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2400E"/>
                </a:solidFill>
                <a:latin typeface="Varela Round"/>
              </a:rPr>
              <a:t>of paying schools rebook within 90 days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652260" y="4270248"/>
            <a:ext cx="1943100" cy="457200"/>
          </a:xfrm>
          <a:prstGeom prst="roundRect">
            <a:avLst>
              <a:gd name="adj" fmla="val 24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743700" y="4270248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Fredoka"/>
              </a:rPr>
              <a:t>≥20%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4948" y="4270248"/>
            <a:ext cx="955547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2400E"/>
                </a:solidFill>
                <a:latin typeface="Varela Round"/>
              </a:rPr>
              <a:t>of pack buyers buy again within 90 days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7315200" cy="4572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Founders Who Have Built, Shipped, and Run Programs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3931920" cy="3337560"/>
          </a:xfrm>
          <a:prstGeom prst="roundRect">
            <a:avLst>
              <a:gd name="adj" fmla="val 4931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aikal Hilm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024128"/>
            <a:ext cx="986245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74519" y="1042415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1" i="0">
                <a:solidFill>
                  <a:srgbClr val="172033"/>
                </a:solidFill>
                <a:latin typeface="Fredoka"/>
              </a:rPr>
              <a:t>Haikal Hilmi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389888"/>
            <a:ext cx="2565908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CEO &amp; Co-Founder · 60% pre-investment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700784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Product, engineering, computer vision, company strategy</a:t>
            </a:r>
          </a:p>
        </p:txBody>
      </p:sp>
      <p:pic>
        <p:nvPicPr>
          <p:cNvPr id="8" name="Picture 7" descr="star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258568"/>
            <a:ext cx="137160" cy="137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2246189"/>
            <a:ext cx="341071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 dirty="0">
                <a:solidFill>
                  <a:srgbClr val="172033"/>
                </a:solidFill>
                <a:latin typeface="Varela Round"/>
              </a:rPr>
              <a:t>Information Engineering, Universitas Gadjah Mada</a:t>
            </a:r>
          </a:p>
        </p:txBody>
      </p:sp>
      <p:pic>
        <p:nvPicPr>
          <p:cNvPr id="10" name="Picture 9" descr="star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51760"/>
            <a:ext cx="137160" cy="137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2688" y="2596514"/>
            <a:ext cx="341071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 dirty="0">
                <a:solidFill>
                  <a:srgbClr val="172033"/>
                </a:solidFill>
                <a:latin typeface="Varela Round"/>
              </a:rPr>
              <a:t>Backend Engineer Intern, ByteDance: Go service at 100K+ requests/s</a:t>
            </a:r>
          </a:p>
        </p:txBody>
      </p:sp>
      <p:pic>
        <p:nvPicPr>
          <p:cNvPr id="12" name="Picture 11" descr="star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44951"/>
            <a:ext cx="137160" cy="137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2688" y="3042098"/>
            <a:ext cx="3410712" cy="1828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 dirty="0">
                <a:solidFill>
                  <a:srgbClr val="172033"/>
                </a:solidFill>
                <a:latin typeface="Varela Round"/>
              </a:rPr>
              <a:t>Data engineer for a major Indonesian airline’s reporting pipelines</a:t>
            </a:r>
          </a:p>
        </p:txBody>
      </p:sp>
      <p:pic>
        <p:nvPicPr>
          <p:cNvPr id="14" name="Picture 13" descr="star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38144"/>
            <a:ext cx="137160" cy="137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2688" y="3363845"/>
            <a:ext cx="3410712" cy="284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 dirty="0">
                <a:solidFill>
                  <a:srgbClr val="172033"/>
                </a:solidFill>
                <a:latin typeface="Varela Round"/>
              </a:rPr>
              <a:t>Engineering PM, Gadjah Mada Aerospace Team: 40+ engineers; 3rd place </a:t>
            </a:r>
            <a:r>
              <a:rPr sz="850" b="0" i="0" dirty="0" err="1">
                <a:solidFill>
                  <a:srgbClr val="172033"/>
                </a:solidFill>
                <a:latin typeface="Varela Round"/>
              </a:rPr>
              <a:t>Teknofest</a:t>
            </a:r>
            <a:r>
              <a:rPr sz="850" b="0" i="0" dirty="0">
                <a:solidFill>
                  <a:srgbClr val="172033"/>
                </a:solidFill>
                <a:latin typeface="Varela Round"/>
              </a:rPr>
              <a:t> (Türkiye)</a:t>
            </a:r>
          </a:p>
        </p:txBody>
      </p:sp>
      <p:pic>
        <p:nvPicPr>
          <p:cNvPr id="16" name="Picture 15" descr="star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31335"/>
            <a:ext cx="137160" cy="1371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2688" y="3838008"/>
            <a:ext cx="3410712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 dirty="0">
                <a:solidFill>
                  <a:srgbClr val="172033"/>
                </a:solidFill>
                <a:latin typeface="Varela Round"/>
              </a:rPr>
              <a:t>1st in Indonesia, 2nd in SEA, PwC Hack-A-Day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914400"/>
            <a:ext cx="3931920" cy="3337560"/>
          </a:xfrm>
          <a:prstGeom prst="roundRect">
            <a:avLst>
              <a:gd name="adj" fmla="val 4931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alsabila Khoirunnis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1" y="1024128"/>
            <a:ext cx="931745" cy="1051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89320" y="1042415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1" i="0">
                <a:solidFill>
                  <a:srgbClr val="172033"/>
                </a:solidFill>
                <a:latin typeface="Fredoka"/>
              </a:rPr>
              <a:t>Salsabila Khoirunnisa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1389888"/>
            <a:ext cx="2565908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CMO &amp; Co-Founder · 40% pre-investment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1700784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Brand, customers, partnerships, go-to-market</a:t>
            </a:r>
          </a:p>
        </p:txBody>
      </p:sp>
      <p:pic>
        <p:nvPicPr>
          <p:cNvPr id="23" name="Picture 22" descr="star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258568"/>
            <a:ext cx="137160" cy="1371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47488" y="2241427"/>
            <a:ext cx="3410712" cy="14497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 dirty="0">
                <a:solidFill>
                  <a:srgbClr val="172033"/>
                </a:solidFill>
                <a:latin typeface="Varela Round"/>
              </a:rPr>
              <a:t>Politics &amp; Government</a:t>
            </a:r>
            <a:r>
              <a:rPr lang="en-US" sz="850" b="0" i="0" dirty="0">
                <a:solidFill>
                  <a:srgbClr val="172033"/>
                </a:solidFill>
                <a:latin typeface="Varela Round"/>
              </a:rPr>
              <a:t>, </a:t>
            </a:r>
            <a:r>
              <a:rPr sz="850" b="0" i="0" dirty="0">
                <a:solidFill>
                  <a:srgbClr val="172033"/>
                </a:solidFill>
                <a:latin typeface="Varela Round"/>
              </a:rPr>
              <a:t>Universitas Gadjah Mada</a:t>
            </a:r>
          </a:p>
        </p:txBody>
      </p:sp>
      <p:pic>
        <p:nvPicPr>
          <p:cNvPr id="25" name="Picture 24" descr="star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651760"/>
            <a:ext cx="137160" cy="1371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47488" y="2648907"/>
            <a:ext cx="341071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 dirty="0">
                <a:solidFill>
                  <a:srgbClr val="172033"/>
                </a:solidFill>
                <a:latin typeface="Varela Round"/>
              </a:rPr>
              <a:t>Exchange at Korea University, Hyundai CMK scholar (2024–2025)</a:t>
            </a:r>
          </a:p>
        </p:txBody>
      </p:sp>
      <p:pic>
        <p:nvPicPr>
          <p:cNvPr id="27" name="Picture 26" descr="star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44951"/>
            <a:ext cx="137160" cy="1371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47488" y="2970658"/>
            <a:ext cx="3410712" cy="2556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 dirty="0">
                <a:solidFill>
                  <a:srgbClr val="172033"/>
                </a:solidFill>
                <a:latin typeface="Varela Round"/>
              </a:rPr>
              <a:t>Chief of Social Impact, </a:t>
            </a:r>
            <a:r>
              <a:rPr sz="850" b="0" i="0" dirty="0" err="1">
                <a:solidFill>
                  <a:srgbClr val="172033"/>
                </a:solidFill>
                <a:latin typeface="Varela Round"/>
              </a:rPr>
              <a:t>Gifood</a:t>
            </a:r>
            <a:r>
              <a:rPr sz="850" b="0" i="0" dirty="0">
                <a:solidFill>
                  <a:srgbClr val="172033"/>
                </a:solidFill>
                <a:latin typeface="Varela Round"/>
              </a:rPr>
              <a:t>: partnerships with 7+ communities; platform reached 6,000+ users</a:t>
            </a:r>
          </a:p>
        </p:txBody>
      </p:sp>
      <p:pic>
        <p:nvPicPr>
          <p:cNvPr id="29" name="Picture 28" descr="star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438144"/>
            <a:ext cx="137160" cy="1371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47488" y="3359082"/>
            <a:ext cx="3410712" cy="2556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 dirty="0">
                <a:solidFill>
                  <a:srgbClr val="172033"/>
                </a:solidFill>
                <a:latin typeface="Varela Round"/>
              </a:rPr>
              <a:t>Program Manager, Sedekah Baju Yogyakarta: led 200+ volunteers, 20+ partner organizations</a:t>
            </a:r>
          </a:p>
        </p:txBody>
      </p:sp>
      <p:pic>
        <p:nvPicPr>
          <p:cNvPr id="31" name="Picture 30" descr="star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31335"/>
            <a:ext cx="137160" cy="1371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47488" y="3823719"/>
            <a:ext cx="3410712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1st place, Global Social Enterprise Competition (Thailand, 2024)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352544"/>
            <a:ext cx="8046720" cy="3474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352544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Together: live product, 2 worlds, first 30-child pilot, Top 30 ITEC SEA 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48640" y="365760"/>
            <a:ext cx="7315200" cy="4572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Fredoka"/>
              </a:rPr>
              <a:t>12-Month Plan With a Numeric Gate Before Each 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914400"/>
            <a:ext cx="1901952" cy="329184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6656" y="1024128"/>
            <a:ext cx="9768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MONTHS 1–3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335024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FFFFFF"/>
                </a:solidFill>
                <a:latin typeface="Fredoka"/>
              </a:rPr>
              <a:t>Prove paid demand</a:t>
            </a:r>
          </a:p>
        </p:txBody>
      </p:sp>
      <p:pic>
        <p:nvPicPr>
          <p:cNvPr id="12" name="Picture 11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892807"/>
            <a:ext cx="137160" cy="137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824" y="1847088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Varela Round"/>
              </a:rPr>
              <a:t>First paid sessions</a:t>
            </a:r>
          </a:p>
        </p:txBody>
      </p:sp>
      <p:pic>
        <p:nvPicPr>
          <p:cNvPr id="14" name="Picture 13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221991"/>
            <a:ext cx="137160" cy="137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7824" y="2176272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Varela Round"/>
              </a:rPr>
              <a:t>Test pack and session pricing</a:t>
            </a:r>
          </a:p>
        </p:txBody>
      </p:sp>
      <p:pic>
        <p:nvPicPr>
          <p:cNvPr id="16" name="Picture 15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551176"/>
            <a:ext cx="137160" cy="1371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7824" y="2505456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Varela Round"/>
              </a:rPr>
              <a:t>Scan reliability in groups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07792"/>
            <a:ext cx="1719072" cy="1207008"/>
          </a:xfrm>
          <a:prstGeom prst="roundRect">
            <a:avLst>
              <a:gd name="adj" fmla="val 75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2962656"/>
            <a:ext cx="1536192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850" b="0" i="0">
                <a:solidFill>
                  <a:srgbClr val="5B21B6"/>
                </a:solidFill>
                <a:latin typeface="Fredoka SemiBold"/>
              </a:rPr>
              <a:t>Gate · 90 days: ≥12 paid sessions from ≥8 schools; ≥95% scan success over ≥300 scans</a:t>
            </a:r>
          </a:p>
        </p:txBody>
      </p:sp>
      <p:sp>
        <p:nvSpPr>
          <p:cNvPr id="20" name="Chevron 19"/>
          <p:cNvSpPr/>
          <p:nvPr/>
        </p:nvSpPr>
        <p:spPr>
          <a:xfrm>
            <a:off x="2478024" y="2423160"/>
            <a:ext cx="91440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596896" y="914400"/>
            <a:ext cx="1901952" cy="3291840"/>
          </a:xfrm>
          <a:prstGeom prst="roundRect">
            <a:avLst>
              <a:gd name="adj" fmla="val 7692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724912" y="1024128"/>
            <a:ext cx="9768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MONTHS 4–6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4912" y="1335024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72033"/>
                </a:solidFill>
                <a:latin typeface="Fredoka"/>
              </a:rPr>
              <a:t>Studio MVP + 3-lesson pilot</a:t>
            </a:r>
          </a:p>
        </p:txBody>
      </p:sp>
      <p:pic>
        <p:nvPicPr>
          <p:cNvPr id="24" name="Picture 2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912" y="1892807"/>
            <a:ext cx="137160" cy="1371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926080" y="1847088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Scanvas Studio MVP in ≥3 schools</a:t>
            </a:r>
          </a:p>
        </p:txBody>
      </p:sp>
      <p:pic>
        <p:nvPicPr>
          <p:cNvPr id="26" name="Picture 25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912" y="2221991"/>
            <a:ext cx="137160" cy="1371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26080" y="2176272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Ocean Artist 3-lesson pilot</a:t>
            </a:r>
          </a:p>
        </p:txBody>
      </p:sp>
      <p:pic>
        <p:nvPicPr>
          <p:cNvPr id="28" name="Picture 2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912" y="2551176"/>
            <a:ext cx="137160" cy="1371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926080" y="2505456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Real paid offer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88336" y="2907792"/>
            <a:ext cx="1719072" cy="1207008"/>
          </a:xfrm>
          <a:prstGeom prst="roundRect">
            <a:avLst>
              <a:gd name="adj" fmla="val 75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79776" y="2962656"/>
            <a:ext cx="1536192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850" b="0" i="0">
                <a:solidFill>
                  <a:srgbClr val="5B21B6"/>
                </a:solidFill>
                <a:latin typeface="Fredoka SemiBold"/>
              </a:rPr>
              <a:t>Gate · 30 days, ≥30 children: ≥60% start lesson 2; ≥40% finish 3; ≥20% of parents pay</a:t>
            </a:r>
          </a:p>
        </p:txBody>
      </p:sp>
      <p:sp>
        <p:nvSpPr>
          <p:cNvPr id="32" name="Chevron 31"/>
          <p:cNvSpPr/>
          <p:nvPr/>
        </p:nvSpPr>
        <p:spPr>
          <a:xfrm>
            <a:off x="4526280" y="2423160"/>
            <a:ext cx="91440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645152" y="914400"/>
            <a:ext cx="1901952" cy="32918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773168" y="1024128"/>
            <a:ext cx="976884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MONTHS 7–9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3168" y="1335024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72033"/>
                </a:solidFill>
                <a:latin typeface="Fredoka"/>
              </a:rPr>
              <a:t>Lessons 4–10 (only if gate passes)</a:t>
            </a:r>
          </a:p>
        </p:txBody>
      </p:sp>
      <p:pic>
        <p:nvPicPr>
          <p:cNvPr id="36" name="Picture 35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892807"/>
            <a:ext cx="137160" cy="1371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974336" y="1847088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Ocean Artist Level 1 (10 lessons)</a:t>
            </a:r>
          </a:p>
        </p:txBody>
      </p:sp>
      <p:pic>
        <p:nvPicPr>
          <p:cNvPr id="38" name="Picture 3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221991"/>
            <a:ext cx="137160" cy="1371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974336" y="2176272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Course launch to pilot families</a:t>
            </a:r>
          </a:p>
        </p:txBody>
      </p:sp>
      <p:pic>
        <p:nvPicPr>
          <p:cNvPr id="40" name="Picture 3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551176"/>
            <a:ext cx="137160" cy="1371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974336" y="2505456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Rebooking offers to schools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36592" y="2907792"/>
            <a:ext cx="1719072" cy="1207008"/>
          </a:xfrm>
          <a:prstGeom prst="roundRect">
            <a:avLst>
              <a:gd name="adj" fmla="val 7575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28032" y="2962656"/>
            <a:ext cx="1536192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850" b="0" i="0">
                <a:solidFill>
                  <a:srgbClr val="92400E"/>
                </a:solidFill>
                <a:latin typeface="Fredoka SemiBold"/>
              </a:rPr>
              <a:t>Gate · 90 days: ≥50 paid courses; ≥20% of paying schools rebook</a:t>
            </a:r>
          </a:p>
        </p:txBody>
      </p:sp>
      <p:sp>
        <p:nvSpPr>
          <p:cNvPr id="44" name="Chevron 43"/>
          <p:cNvSpPr/>
          <p:nvPr/>
        </p:nvSpPr>
        <p:spPr>
          <a:xfrm>
            <a:off x="6574536" y="2423160"/>
            <a:ext cx="91440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693408" y="914400"/>
            <a:ext cx="1901952" cy="32918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821424" y="1024128"/>
            <a:ext cx="1106424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MONTHS 10–12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21424" y="1335024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72033"/>
                </a:solidFill>
                <a:latin typeface="Fredoka"/>
              </a:rPr>
              <a:t>Scale what works</a:t>
            </a:r>
          </a:p>
        </p:txBody>
      </p:sp>
      <p:pic>
        <p:nvPicPr>
          <p:cNvPr id="48" name="Picture 4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1892807"/>
            <a:ext cx="137160" cy="13716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022592" y="1847088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48 paid sessions cumulative</a:t>
            </a:r>
          </a:p>
        </p:txBody>
      </p:sp>
      <p:pic>
        <p:nvPicPr>
          <p:cNvPr id="50" name="Picture 4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2221991"/>
            <a:ext cx="137160" cy="13716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022592" y="2176272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600 packs · 100 courses</a:t>
            </a:r>
          </a:p>
        </p:txBody>
      </p:sp>
      <p:pic>
        <p:nvPicPr>
          <p:cNvPr id="52" name="Picture 5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2551176"/>
            <a:ext cx="137160" cy="13716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022592" y="2505456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2 </a:t>
            </a:r>
            <a:r>
              <a:rPr sz="9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900" b="0" i="0">
                <a:solidFill>
                  <a:srgbClr val="172033"/>
                </a:solidFill>
                <a:latin typeface="Varela Round"/>
              </a:rPr>
              <a:t> 4 worlds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84848" y="2907792"/>
            <a:ext cx="1719072" cy="1207008"/>
          </a:xfrm>
          <a:prstGeom prst="roundRect">
            <a:avLst>
              <a:gd name="adj" fmla="val 7575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76288" y="2962656"/>
            <a:ext cx="1536192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850" b="0" i="0">
                <a:solidFill>
                  <a:srgbClr val="92400E"/>
                </a:solidFill>
                <a:latin typeface="Fredoka SemiBold"/>
              </a:rPr>
              <a:t>Year-1 target: Rp87.3M revenue; delivery cost per session measured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4315968"/>
            <a:ext cx="8046720" cy="38404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" y="4315968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50" b="1" i="0">
                <a:solidFill>
                  <a:srgbClr val="5B21B6"/>
                </a:solidFill>
                <a:latin typeface="Fredoka"/>
              </a:rPr>
              <a:t>If a gate fails, we do not build the next layer: we fix the offer or the price first.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768096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100" b="1" i="0">
                <a:solidFill>
                  <a:srgbClr val="172033"/>
                </a:solidFill>
                <a:latin typeface="Fredoka"/>
              </a:rPr>
              <a:t>From One Engine to a Course Catalog and Classroom Distribution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536192" cy="1783080"/>
          </a:xfrm>
          <a:prstGeom prst="roundRect">
            <a:avLst>
              <a:gd name="adj" fmla="val 8333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EDE9FE"/>
                </a:solidFill>
                <a:latin typeface="Fredoka SemiBold"/>
              </a:rPr>
              <a:t>YEAR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Fredoka"/>
              </a:rPr>
              <a:t>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92224"/>
            <a:ext cx="131673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Varela Round"/>
              </a:rPr>
              <a:t>Packs +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48256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FFFFFF"/>
                </a:solidFill>
                <a:latin typeface="Varela Round"/>
              </a:rPr>
              <a:t>Ocean Artist pilot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→</a:t>
            </a:r>
            <a:r>
              <a:rPr sz="850" b="0" i="0">
                <a:solidFill>
                  <a:srgbClr val="FFFFFF"/>
                </a:solidFill>
                <a:latin typeface="Varela Round"/>
              </a:rPr>
              <a:t> Level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88336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EDE9FE"/>
                </a:solidFill>
                <a:latin typeface="Fredoka SemiBold"/>
              </a:rPr>
              <a:t>Packs · sessions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85416" y="1188720"/>
            <a:ext cx="1536192" cy="1783080"/>
          </a:xfrm>
          <a:prstGeom prst="roundRect">
            <a:avLst>
              <a:gd name="adj" fmla="val 833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95144" y="1261872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YEAR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5144" y="1444752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Repeat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5144" y="1792224"/>
            <a:ext cx="131673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Level 2 + more worlds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5144" y="2048256"/>
            <a:ext cx="131673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More schools in DIY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5144" y="2688336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5B21B6"/>
                </a:solidFill>
                <a:latin typeface="Fredoka SemiBold"/>
              </a:rPr>
              <a:t>+ courses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22191" y="1188720"/>
            <a:ext cx="1536192" cy="1783080"/>
          </a:xfrm>
          <a:prstGeom prst="roundRect">
            <a:avLst>
              <a:gd name="adj" fmla="val 833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31920" y="1261872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YEAR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444752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Classroom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1792224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Studio / Classroom licenses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194560"/>
            <a:ext cx="131673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Central Java cities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688336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5B21B6"/>
                </a:solidFill>
                <a:latin typeface="Fredoka SemiBold"/>
              </a:rPr>
              <a:t>+ licenses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58968" y="1188720"/>
            <a:ext cx="1536192" cy="17830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68696" y="1261872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YEAR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1444752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Catalog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8696" y="1792224"/>
            <a:ext cx="131673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Course catalog (new themes)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68696" y="2194560"/>
            <a:ext cx="131673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Distribution partners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68696" y="2688336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5B21B6"/>
                </a:solidFill>
                <a:latin typeface="Fredoka SemiBold"/>
              </a:rPr>
              <a:t>All four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95744" y="1188720"/>
            <a:ext cx="1536192" cy="17830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05472" y="1261872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YEAR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5472" y="1444752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Fredoka"/>
              </a:rPr>
              <a:t>Regional option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5472" y="1792224"/>
            <a:ext cx="131673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ASEAN via partners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472" y="2048256"/>
            <a:ext cx="1316736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Only if Indonesia is operating-positive and repeat targets hold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2688336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5B21B6"/>
                </a:solidFill>
                <a:latin typeface="Fredoka SemiBold"/>
              </a:rPr>
              <a:t>Option, not in 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07238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BASE-CASE REVENUE BY YEAR (INDONESIA ONLY)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4359797"/>
            <a:ext cx="896112" cy="11034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68680" y="4341782"/>
            <a:ext cx="896112" cy="1801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68680" y="4338067"/>
            <a:ext cx="896112" cy="371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4136899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50" b="1" i="0">
                <a:solidFill>
                  <a:srgbClr val="5B21B6"/>
                </a:solidFill>
                <a:latin typeface="Fredoka"/>
              </a:rPr>
              <a:t>Rp87.3M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05456" y="4348763"/>
            <a:ext cx="896112" cy="22068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505456" y="4312733"/>
            <a:ext cx="896112" cy="3603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505456" y="4294155"/>
            <a:ext cx="896112" cy="1857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185416" y="4092987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50" b="1" i="0">
                <a:solidFill>
                  <a:srgbClr val="5B21B6"/>
                </a:solidFill>
                <a:latin typeface="Fredoka"/>
              </a:rPr>
              <a:t>Rp204.3M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42231" y="4324856"/>
            <a:ext cx="896112" cy="45975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142231" y="4249793"/>
            <a:ext cx="896112" cy="7506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42231" y="4194059"/>
            <a:ext cx="896112" cy="557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142231" y="4171540"/>
            <a:ext cx="896112" cy="2251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822191" y="3970372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50" b="1" i="0">
                <a:solidFill>
                  <a:srgbClr val="5B21B6"/>
                </a:solidFill>
                <a:latin typeface="Fredoka"/>
              </a:rPr>
              <a:t>Rp531.0M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79007" y="4278880"/>
            <a:ext cx="896112" cy="91951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779007" y="4143767"/>
            <a:ext cx="896112" cy="13511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779007" y="3995143"/>
            <a:ext cx="896112" cy="148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779007" y="3923083"/>
            <a:ext cx="896112" cy="720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58968" y="3721915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50" b="1" i="0">
                <a:solidFill>
                  <a:srgbClr val="5B21B6"/>
                </a:solidFill>
                <a:latin typeface="Fredoka"/>
              </a:rPr>
              <a:t>Rp1.19B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15783" y="4186928"/>
            <a:ext cx="896112" cy="183903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415783" y="3961740"/>
            <a:ext cx="896112" cy="22518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415783" y="3590180"/>
            <a:ext cx="896112" cy="37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415783" y="3364992"/>
            <a:ext cx="896112" cy="22518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095744" y="3163824"/>
            <a:ext cx="153619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50" b="1" i="0">
                <a:solidFill>
                  <a:srgbClr val="5B21B6"/>
                </a:solidFill>
                <a:latin typeface="Fredoka"/>
              </a:rPr>
              <a:t>Rp2.68B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4498848"/>
            <a:ext cx="128016" cy="128016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1520" y="4443984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Varela Round"/>
              </a:rPr>
              <a:t>Packs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08760" y="4498848"/>
            <a:ext cx="128016" cy="12801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691639" y="4443984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Varela Round"/>
              </a:rPr>
              <a:t>Sessions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68880" y="4498848"/>
            <a:ext cx="128016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651760" y="4443984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Varela Round"/>
              </a:rPr>
              <a:t>Course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29000" y="4498848"/>
            <a:ext cx="128016" cy="128016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611880" y="4443984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Varela Round"/>
              </a:rPr>
              <a:t>Licenses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80560" y="4443984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0" i="0">
                <a:solidFill>
                  <a:srgbClr val="5B21B6"/>
                </a:solidFill>
                <a:latin typeface="Fredoka SemiBold"/>
              </a:rPr>
              <a:t>Course and licenses are planned; each starts only after its validation gate.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7315200" cy="4572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Operating-Positive From Year 3 in the Base Case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32688"/>
            <a:ext cx="1536192" cy="2240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6656" y="100584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YEAR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72033"/>
                </a:solidFill>
                <a:latin typeface="Fredoka SemiBold"/>
              </a:rP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37160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1" i="0">
                <a:solidFill>
                  <a:srgbClr val="5B21B6"/>
                </a:solidFill>
                <a:latin typeface="Fredoka"/>
              </a:rPr>
              <a:t>Rp87.3M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353312" cy="658368"/>
          </a:xfrm>
          <a:prstGeom prst="roundRect">
            <a:avLst>
              <a:gd name="adj" fmla="val 13888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865376"/>
            <a:ext cx="117043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92400E"/>
                </a:solidFill>
                <a:latin typeface="Fredoka SemiBold"/>
              </a:rPr>
              <a:t>OPERATING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48256"/>
            <a:ext cx="1170431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92400E"/>
                </a:solidFill>
                <a:latin typeface="Fredoka"/>
              </a:rPr>
              <a:t>−Rp118.7M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5603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72033"/>
                </a:solidFill>
                <a:latin typeface="Fredoka SemiBold"/>
              </a:rPr>
              <a:t>CASH AT YEAR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7249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172033"/>
                </a:solidFill>
                <a:latin typeface="Fredoka SemiBold"/>
              </a:rPr>
              <a:t>Rp62.3M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85416" y="932688"/>
            <a:ext cx="1536192" cy="2240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13432" y="100584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YEAR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1207008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72033"/>
                </a:solidFill>
                <a:latin typeface="Fredoka SemiBold"/>
              </a:rPr>
              <a:t>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3432" y="137160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1" i="0">
                <a:solidFill>
                  <a:srgbClr val="5B21B6"/>
                </a:solidFill>
                <a:latin typeface="Fredoka"/>
              </a:rPr>
              <a:t>Rp204.3M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76856" y="1828800"/>
            <a:ext cx="1353312" cy="658368"/>
          </a:xfrm>
          <a:prstGeom prst="roundRect">
            <a:avLst>
              <a:gd name="adj" fmla="val 13888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68296" y="1865376"/>
            <a:ext cx="117043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92400E"/>
                </a:solidFill>
                <a:latin typeface="Fredoka SemiBold"/>
              </a:rPr>
              <a:t>OPERATING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8296" y="2048256"/>
            <a:ext cx="1170431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92400E"/>
                </a:solidFill>
                <a:latin typeface="Fredoka"/>
              </a:rPr>
              <a:t>−Rp63.7M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3432" y="25603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72033"/>
                </a:solidFill>
                <a:latin typeface="Fredoka SemiBold"/>
              </a:rPr>
              <a:t>CASH AT YEAR 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3432" y="27249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172033"/>
                </a:solidFill>
                <a:latin typeface="Fredoka SemiBold"/>
              </a:rPr>
              <a:t>Rp64.6M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22191" y="932688"/>
            <a:ext cx="1536192" cy="2240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50207" y="100584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YEAR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0207" y="1207008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72033"/>
                </a:solidFill>
                <a:latin typeface="Fredoka SemiBold"/>
              </a:rPr>
              <a:t>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7" y="137160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1" i="0">
                <a:solidFill>
                  <a:srgbClr val="5B21B6"/>
                </a:solidFill>
                <a:latin typeface="Fredoka"/>
              </a:rPr>
              <a:t>Rp531.0M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3631" y="1828800"/>
            <a:ext cx="1353312" cy="658368"/>
          </a:xfrm>
          <a:prstGeom prst="roundRect">
            <a:avLst>
              <a:gd name="adj" fmla="val 1388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05072" y="1865376"/>
            <a:ext cx="117043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5803D"/>
                </a:solidFill>
                <a:latin typeface="Fredoka SemiBold"/>
              </a:rPr>
              <a:t>OPERATING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5072" y="2048256"/>
            <a:ext cx="1170431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15803D"/>
                </a:solidFill>
                <a:latin typeface="Fredoka"/>
              </a:rPr>
              <a:t>+Rp65.0M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0207" y="25603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72033"/>
                </a:solidFill>
                <a:latin typeface="Fredoka SemiBold"/>
              </a:rPr>
              <a:t>CASH AT YEAR 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7" y="27249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172033"/>
                </a:solidFill>
                <a:latin typeface="Fredoka SemiBold"/>
              </a:rPr>
              <a:t>Rp96.8M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58968" y="932688"/>
            <a:ext cx="1536192" cy="2240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86983" y="100584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YEAR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86983" y="1207008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72033"/>
                </a:solidFill>
                <a:latin typeface="Fredoka SemiBold"/>
              </a:rPr>
              <a:t>REVENUE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6983" y="137160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1" i="0">
                <a:solidFill>
                  <a:srgbClr val="5B21B6"/>
                </a:solidFill>
                <a:latin typeface="Fredoka"/>
              </a:rPr>
              <a:t>Rp1.19B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50407" y="1828800"/>
            <a:ext cx="1353312" cy="658368"/>
          </a:xfrm>
          <a:prstGeom prst="roundRect">
            <a:avLst>
              <a:gd name="adj" fmla="val 1388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41848" y="1865376"/>
            <a:ext cx="117043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5803D"/>
                </a:solidFill>
                <a:latin typeface="Fredoka SemiBold"/>
              </a:rPr>
              <a:t>OPERATING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41848" y="2048256"/>
            <a:ext cx="1170431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15803D"/>
                </a:solidFill>
                <a:latin typeface="Fredoka"/>
              </a:rPr>
              <a:t>+Rp243.8M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86983" y="25603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72033"/>
                </a:solidFill>
                <a:latin typeface="Fredoka SemiBold"/>
              </a:rPr>
              <a:t>CASH AT YEAR 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86983" y="27249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172033"/>
                </a:solidFill>
                <a:latin typeface="Fredoka SemiBold"/>
              </a:rPr>
              <a:t>Rp282.1M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95744" y="932688"/>
            <a:ext cx="1536192" cy="2240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23759" y="100584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YEAR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59" y="1207008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72033"/>
                </a:solidFill>
                <a:latin typeface="Fredoka SemiBold"/>
              </a:rPr>
              <a:t>REVENUE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59" y="137160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1" i="0">
                <a:solidFill>
                  <a:srgbClr val="5B21B6"/>
                </a:solidFill>
                <a:latin typeface="Fredoka"/>
              </a:rPr>
              <a:t>Rp2.68B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87183" y="1828800"/>
            <a:ext cx="1353312" cy="658368"/>
          </a:xfrm>
          <a:prstGeom prst="roundRect">
            <a:avLst>
              <a:gd name="adj" fmla="val 1388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78624" y="1865376"/>
            <a:ext cx="117043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5803D"/>
                </a:solidFill>
                <a:latin typeface="Fredoka SemiBold"/>
              </a:rPr>
              <a:t>OPERATING RESULT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78624" y="2048256"/>
            <a:ext cx="1170431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15803D"/>
                </a:solidFill>
                <a:latin typeface="Fredoka"/>
              </a:rPr>
              <a:t>+Rp870.0M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59" y="25603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72033"/>
                </a:solidFill>
                <a:latin typeface="Fredoka SemiBold"/>
              </a:rPr>
              <a:t>CASH AT YEAR 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59" y="27249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172033"/>
                </a:solidFill>
                <a:latin typeface="Fredoka SemiBold"/>
              </a:rPr>
              <a:t>Rp1.04B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3291840"/>
            <a:ext cx="8046720" cy="566928"/>
          </a:xfrm>
          <a:prstGeom prst="roundRect">
            <a:avLst>
              <a:gd name="adj" fmla="val 25806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56432"/>
            <a:ext cx="237744" cy="23774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97280" y="3291840"/>
            <a:ext cx="73609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Fredoka SemiBold"/>
              </a:rPr>
              <a:t>Funding: Rp200M this round · planned additional funding in year 2: Rp75M, not committed (sized from the monthly cash low point plus a 3-month buffer, Appendix B)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3950208"/>
            <a:ext cx="8046720" cy="420624"/>
          </a:xfrm>
          <a:prstGeom prst="roundRect">
            <a:avLst>
              <a:gd name="adj" fmla="val 30434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3232" y="3950208"/>
            <a:ext cx="7726679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2400E"/>
                </a:solidFill>
                <a:latin typeface="Fredoka SemiBold"/>
              </a:rPr>
              <a:t>Conservative case (60% of volumes, same costs): operating result stays negative until year 5 and needs more capital or lower costs from year 2.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Working scenario, Oct 2026: not an approved forecast. Cash includes capex and working capital; pre-tax. Full table in Appendix 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7315200" cy="4572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Investment Ask: Rp200M for 12%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0" i="0">
                <a:solidFill>
                  <a:srgbClr val="5B21B6"/>
                </a:solidFill>
                <a:latin typeface="Fredoka SemiBold"/>
              </a:rPr>
              <a:t>This round buys proof: customers pay, buy again, and can be served at a measured cost.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743200" cy="1874519"/>
          </a:xfrm>
          <a:prstGeom prst="roundRect">
            <a:avLst>
              <a:gd name="adj" fmla="val 878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Fredoka"/>
              </a:rPr>
              <a:t>Rp200M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Fredoka SemiBold"/>
              </a:rPr>
              <a:t>for 12% equity (post-money)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57984"/>
            <a:ext cx="2377440" cy="9144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EDE9FE"/>
                </a:solidFill>
                <a:latin typeface="Varela Round"/>
              </a:rPr>
              <a:t>Implied post-money valuation ≈ Rp1.67B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EDE9FE"/>
                </a:solidFill>
                <a:latin typeface="Varela Round"/>
              </a:rPr>
              <a:t>12-month runway to the milestones below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188720"/>
            <a:ext cx="2560320" cy="187451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4448" y="1261872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USE OF FUNDS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148132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Fredoka"/>
              </a:rPr>
              <a:t>48%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1481328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Varela Round"/>
              </a:rPr>
              <a:t>Team &amp;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481328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50" b="0" i="0">
                <a:solidFill>
                  <a:srgbClr val="172033"/>
                </a:solidFill>
                <a:latin typeface="Varela Round"/>
              </a:rPr>
              <a:t>Rp96M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173736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Fredoka"/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1737360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Varela Round"/>
              </a:rPr>
              <a:t>Go-to-market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737360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50" b="0" i="0">
                <a:solidFill>
                  <a:srgbClr val="172033"/>
                </a:solidFill>
                <a:latin typeface="Varela Round"/>
              </a:rPr>
              <a:t>Rp30M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1993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Fredoka"/>
              </a:rPr>
              <a:t>12%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1648" y="1993392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Varela Round"/>
              </a:rPr>
              <a:t>Product &amp; technology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1993392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50" b="0" i="0">
                <a:solidFill>
                  <a:srgbClr val="172033"/>
                </a:solidFill>
                <a:latin typeface="Varela Round"/>
              </a:rPr>
              <a:t>Rp24M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2249424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Fredoka"/>
              </a:rPr>
              <a:t>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2249424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Varela Round"/>
              </a:rPr>
              <a:t>Production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249424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50" b="0" i="0">
                <a:solidFill>
                  <a:srgbClr val="172033"/>
                </a:solidFill>
                <a:latin typeface="Varela Round"/>
              </a:rPr>
              <a:t>Rp20M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4448" y="2505456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Fredoka"/>
              </a:rP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41648" y="2505456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Varela Round"/>
              </a:rPr>
              <a:t>Content &amp; course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250545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50" b="0" i="0">
                <a:solidFill>
                  <a:srgbClr val="172033"/>
                </a:solidFill>
                <a:latin typeface="Varela Round"/>
              </a:rPr>
              <a:t>Rp20M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4448" y="276148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Fredoka"/>
              </a:rPr>
              <a:t>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2761488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Varela Round"/>
              </a:rPr>
              <a:t>Legal &amp; contingency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2761488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50" b="0" i="0">
                <a:solidFill>
                  <a:srgbClr val="172033"/>
                </a:solidFill>
                <a:latin typeface="Varela Round"/>
              </a:rPr>
              <a:t>Rp10M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1188720"/>
            <a:ext cx="2468880" cy="1874519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72784" y="1261872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WHAT IT PROVES IN 12 MONTHS</a:t>
            </a:r>
          </a:p>
        </p:txBody>
      </p:sp>
      <p:pic>
        <p:nvPicPr>
          <p:cNvPr id="32" name="Picture 31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527048"/>
            <a:ext cx="137160" cy="1371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73952" y="1481328"/>
            <a:ext cx="2011679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Paid demand: 48 sessions · 600 packs</a:t>
            </a:r>
          </a:p>
        </p:txBody>
      </p:sp>
      <p:pic>
        <p:nvPicPr>
          <p:cNvPr id="34" name="Picture 33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837944"/>
            <a:ext cx="137160" cy="1371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73952" y="1792224"/>
            <a:ext cx="2011679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Repeat: ≥20% of schools rebook, ≥20% of buyers buy again</a:t>
            </a:r>
          </a:p>
        </p:txBody>
      </p:sp>
      <p:pic>
        <p:nvPicPr>
          <p:cNvPr id="36" name="Picture 35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2148840"/>
            <a:ext cx="137160" cy="1371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473952" y="2103120"/>
            <a:ext cx="2011679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Delivery cost per session measured</a:t>
            </a:r>
          </a:p>
        </p:txBody>
      </p:sp>
      <p:pic>
        <p:nvPicPr>
          <p:cNvPr id="38" name="Picture 37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2459736"/>
            <a:ext cx="137160" cy="1371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73952" y="2414016"/>
            <a:ext cx="2011679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Ocean Artist pilot gate passed </a:t>
            </a:r>
            <a:r>
              <a:rPr sz="8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850" b="0" i="0">
                <a:solidFill>
                  <a:srgbClr val="172033"/>
                </a:solidFill>
                <a:latin typeface="Varela Round"/>
              </a:rPr>
              <a:t> Level 1</a:t>
            </a:r>
          </a:p>
        </p:txBody>
      </p:sp>
      <p:pic>
        <p:nvPicPr>
          <p:cNvPr id="40" name="Picture 39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2770632"/>
            <a:ext cx="137160" cy="1371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473952" y="2724912"/>
            <a:ext cx="2011679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≥95% scan success in groups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3200400"/>
            <a:ext cx="8046720" cy="1508760"/>
          </a:xfrm>
          <a:prstGeom prst="roundRect">
            <a:avLst>
              <a:gd name="adj" fmla="val 10909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Scanva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83280"/>
            <a:ext cx="452653" cy="4572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77240" y="389534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  <a:latin typeface="Fredoka"/>
              </a:rPr>
              <a:t>Let’s build it together.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4279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Fredoka SemiBold"/>
              </a:rPr>
              <a:t>scanvas.id · WhatsApp +62 895-3675-97379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0" y="3401568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72033"/>
                </a:solidFill>
                <a:latin typeface="Fredoka"/>
              </a:rPr>
              <a:t>Haikal Hilmi · CEO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0" y="363016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5B21B6"/>
                </a:solidFill>
                <a:latin typeface="Varela Round"/>
              </a:rPr>
              <a:t>haikal.hilmi02@gmail.com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396849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72033"/>
                </a:solidFill>
                <a:latin typeface="Fredoka"/>
              </a:rPr>
              <a:t>Salsabila Khoirunnisa · CMO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4197096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5B21B6"/>
                </a:solidFill>
                <a:latin typeface="Varela Round"/>
              </a:rPr>
              <a:t>salsabilakhn22@gmail.com</a:t>
            </a:r>
          </a:p>
        </p:txBody>
      </p:sp>
      <p:pic>
        <p:nvPicPr>
          <p:cNvPr id="50" name="Picture 49" descr="QR code to the Scanvas digital trial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3364992"/>
            <a:ext cx="960120" cy="9601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223760" y="4352544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 i="0">
                <a:solidFill>
                  <a:srgbClr val="7C3AED"/>
                </a:solidFill>
                <a:latin typeface="Fredoka SemiBold"/>
              </a:rPr>
              <a:t>TRY THE DEMO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7863840" cy="4572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172033"/>
                </a:solidFill>
                <a:latin typeface="Fredoka"/>
              </a:rPr>
              <a:t>Appendix A · Unit Costs, Volumes, and Annual Cash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96112"/>
            <a:ext cx="804672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50976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7480" y="950976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700" b="0" i="0">
                <a:solidFill>
                  <a:srgbClr val="7C3AED"/>
                </a:solidFill>
                <a:latin typeface="Fredoka SemiBold"/>
              </a:rPr>
              <a:t>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950976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700" b="0" i="0">
                <a:solidFill>
                  <a:srgbClr val="7C3AED"/>
                </a:solidFill>
                <a:latin typeface="Fredoka SemiBold"/>
              </a:rPr>
              <a:t>DIRECT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950976"/>
            <a:ext cx="42062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WHAT THE DIRECT COST COVERS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61288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Fredoka SemiBold"/>
              </a:rPr>
              <a:t>Family creative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161288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0" i="0">
                <a:solidFill>
                  <a:srgbClr val="172033"/>
                </a:solidFill>
                <a:latin typeface="Varela Round"/>
              </a:rPr>
              <a:t>Rp49K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16128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0" i="0">
                <a:solidFill>
                  <a:srgbClr val="172033"/>
                </a:solidFill>
                <a:latin typeface="Varela Round"/>
              </a:rPr>
              <a:t>Rp20K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161288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Printing &amp; packaging Rp10K + delivery Rp10K per pack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408176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Fredoka SemiBold"/>
              </a:rPr>
              <a:t>Managed school / event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408176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0" i="0">
                <a:solidFill>
                  <a:srgbClr val="172033"/>
                </a:solidFill>
                <a:latin typeface="Varela Round"/>
              </a:rPr>
              <a:t>Rp1M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408176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0" i="0">
                <a:solidFill>
                  <a:srgbClr val="172033"/>
                </a:solidFill>
                <a:latin typeface="Varela Round"/>
              </a:rPr>
              <a:t>Rp250K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408176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Facilitator fee, transport, printed sheets for up to 30 children (not in opex)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Fredoka SemiBold"/>
              </a:rPr>
              <a:t>Ocean Artist digital course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655064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0" i="0">
                <a:solidFill>
                  <a:srgbClr val="172033"/>
                </a:solidFill>
                <a:latin typeface="Varela Round"/>
              </a:rPr>
              <a:t>Rp99K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165506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0" i="0">
                <a:solidFill>
                  <a:srgbClr val="172033"/>
                </a:solidFill>
                <a:latin typeface="Varela Round"/>
              </a:rPr>
              <a:t>Rp20K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1655064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Video hosting, payment fee, customer support (cash costs only; lesson production is in opex)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901952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Fredoka SemiBold"/>
              </a:rPr>
              <a:t>Studio / Classroom license / 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1901952"/>
            <a:ext cx="6400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0" i="0">
                <a:solidFill>
                  <a:srgbClr val="172033"/>
                </a:solidFill>
                <a:latin typeface="Varela Round"/>
              </a:rPr>
              <a:t>Rp2.4M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1901952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0" i="0">
                <a:solidFill>
                  <a:srgbClr val="172033"/>
                </a:solidFill>
                <a:latin typeface="Varela Round"/>
              </a:rPr>
              <a:t>Rp240K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1901952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Hosting &amp; scan quota (up to 3,000 scans/yr), teacher onboarding, support; content updates in opex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267712"/>
            <a:ext cx="3429000" cy="1261872"/>
          </a:xfrm>
          <a:prstGeom prst="roundRect">
            <a:avLst>
              <a:gd name="adj" fmla="val 1014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232257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BASE VOLUMES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2322576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700" b="0" i="0">
                <a:solidFill>
                  <a:srgbClr val="7C3AED"/>
                </a:solidFill>
                <a:latin typeface="Fredoka SemiBold"/>
              </a:rPr>
              <a:t>Y1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76272" y="2322576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700" b="0" i="0">
                <a:solidFill>
                  <a:srgbClr val="7C3AED"/>
                </a:solidFill>
                <a:latin typeface="Fredoka SemiBold"/>
              </a:rPr>
              <a:t>Y2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5184" y="2322576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700" b="0" i="0">
                <a:solidFill>
                  <a:srgbClr val="7C3AED"/>
                </a:solidFill>
                <a:latin typeface="Fredoka SemiBold"/>
              </a:rPr>
              <a:t>Y3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54096" y="2322576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700" b="0" i="0">
                <a:solidFill>
                  <a:srgbClr val="7C3AED"/>
                </a:solidFill>
                <a:latin typeface="Fredoka SemiBold"/>
              </a:rPr>
              <a:t>Y4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3008" y="2322576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700" b="0" i="0">
                <a:solidFill>
                  <a:srgbClr val="7C3AED"/>
                </a:solidFill>
                <a:latin typeface="Fredoka SemiBold"/>
              </a:rPr>
              <a:t>Y5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542032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Fredoka SemiBold"/>
              </a:rPr>
              <a:t>Family packs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2542032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600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76272" y="2542032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1,200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15184" y="2542032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2,500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54096" y="2542032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5,000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93008" y="2542032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10,000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779776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Fredoka SemiBold"/>
              </a:rPr>
              <a:t>Sessions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2779776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76272" y="2779776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96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15184" y="2779776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200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54096" y="2779776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360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93008" y="2779776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600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017520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Fredoka SemiBold"/>
              </a:rPr>
              <a:t>Courses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3017520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76272" y="3017520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500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15184" y="3017520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1,500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54096" y="3017520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4,000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93008" y="3017520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10,000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3255263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Fredoka SemiBold"/>
              </a:rPr>
              <a:t>Licenses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37360" y="3255263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76272" y="3255263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15184" y="3255263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54096" y="3255263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93008" y="3255263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50" b="0" i="0">
                <a:solidFill>
                  <a:srgbClr val="172033"/>
                </a:solidFill>
                <a:latin typeface="Varela Round"/>
              </a:rPr>
              <a:t>250</a:t>
            </a:r>
          </a:p>
        </p:txBody>
      </p:sp>
      <p:pic>
        <p:nvPicPr>
          <p:cNvPr id="55" name="Picture 54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137160" cy="13716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49808" y="3611880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Year-1 opex Rp180M: founders Rp4M/month each, GTM, product, content, legal</a:t>
            </a:r>
          </a:p>
        </p:txBody>
      </p:sp>
      <p:pic>
        <p:nvPicPr>
          <p:cNvPr id="57" name="Picture 56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137160" cy="13716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49808" y="3886200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Working capital: Y1–2 from the monthly model; Y3–5 = 1 month of receivables + 2 months of print stock</a:t>
            </a:r>
          </a:p>
        </p:txBody>
      </p:sp>
      <p:pic>
        <p:nvPicPr>
          <p:cNvPr id="59" name="Picture 58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06240"/>
            <a:ext cx="137160" cy="13716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49808" y="4160520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Capex: devices and session kits; servers and devices as volumes grow</a:t>
            </a:r>
          </a:p>
        </p:txBody>
      </p:sp>
      <p:pic>
        <p:nvPicPr>
          <p:cNvPr id="61" name="Picture 60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59"/>
            <a:ext cx="137160" cy="13716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49808" y="4434840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Pre-tax; per-drawing platform revenue and grants excluded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0" y="2267712"/>
            <a:ext cx="4480560" cy="243230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715000" y="232257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700" b="0" i="0">
                <a:solidFill>
                  <a:srgbClr val="7C3AED"/>
                </a:solidFill>
                <a:latin typeface="Fredoka SemiBold"/>
              </a:rPr>
              <a:t>Y1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81928" y="232257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700" b="0" i="0">
                <a:solidFill>
                  <a:srgbClr val="7C3AED"/>
                </a:solidFill>
                <a:latin typeface="Fredoka SemiBold"/>
              </a:rPr>
              <a:t>Y2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48856" y="232257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700" b="0" i="0">
                <a:solidFill>
                  <a:srgbClr val="7C3AED"/>
                </a:solidFill>
                <a:latin typeface="Fredoka SemiBold"/>
              </a:rPr>
              <a:t>Y3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15783" y="232257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700" b="0" i="0">
                <a:solidFill>
                  <a:srgbClr val="7C3AED"/>
                </a:solidFill>
                <a:latin typeface="Fredoka SemiBold"/>
              </a:rPr>
              <a:t>Y4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82712" y="232257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700" b="0" i="0">
                <a:solidFill>
                  <a:srgbClr val="7C3AED"/>
                </a:solidFill>
                <a:latin typeface="Fredoka SemiBold"/>
              </a:rPr>
              <a:t>Y5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61104" y="2523744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72033"/>
                </a:solidFill>
                <a:latin typeface="Varela Round"/>
              </a:rPr>
              <a:t>Revenue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15000" y="2523744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87.3M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81928" y="2523744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204.3M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48856" y="2523744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531.0M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15783" y="2523744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1.19B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82712" y="2523744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2.68B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61104" y="2735884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72033"/>
                </a:solidFill>
                <a:latin typeface="Varela Round"/>
              </a:rPr>
              <a:t>Contribution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15000" y="2735884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61.3M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81928" y="2735884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146.3M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48856" y="2735884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395.0M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15783" y="2735884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903.8M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82712" y="2735884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2.07B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61104" y="2948025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72033"/>
                </a:solidFill>
                <a:latin typeface="Varela Round"/>
              </a:rPr>
              <a:t>Operating expenses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15000" y="2948025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−180.0M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81928" y="2948025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−210.0M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48856" y="2948025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−330.0M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15783" y="2948025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−660.0M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82712" y="2948025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−1.20B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187952" y="3151022"/>
            <a:ext cx="4334256" cy="210312"/>
          </a:xfrm>
          <a:prstGeom prst="roundRect">
            <a:avLst>
              <a:gd name="adj" fmla="val 21739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261104" y="3160166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72033"/>
                </a:solidFill>
                <a:latin typeface="Fredoka SemiBold"/>
              </a:rPr>
              <a:t>Operating result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715000" y="3160166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92400E"/>
                </a:solidFill>
                <a:latin typeface="Varela Round"/>
              </a:rPr>
              <a:t>−118.7M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81928" y="3160166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92400E"/>
                </a:solidFill>
                <a:latin typeface="Varela Round"/>
              </a:rPr>
              <a:t>−63.7M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48856" y="3160166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65.0M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15783" y="3160166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243.8M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82712" y="3160166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870.0M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61104" y="3372307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72033"/>
                </a:solidFill>
                <a:latin typeface="Varela Round"/>
              </a:rPr>
              <a:t>Capex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15000" y="3372307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−15.0M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81928" y="3372307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−5.0M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48856" y="3372307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−15.0M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15783" y="3372307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−30.0M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982712" y="3372307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−50.0M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61104" y="3584448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72033"/>
                </a:solidFill>
                <a:latin typeface="Varela Round"/>
              </a:rPr>
              <a:t>Change in working capital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715000" y="3584448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−4.0M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81928" y="3584448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−4.0M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48856" y="3584448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−17.8M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15783" y="3584448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−28.5M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982712" y="3584448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−62.3M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61104" y="3796588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72033"/>
                </a:solidFill>
                <a:latin typeface="Varela Round"/>
              </a:rPr>
              <a:t>Funding in (Y2 planned)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715000" y="3796588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200.0M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81928" y="3796588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75.0M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48856" y="3796588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—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15783" y="3796588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—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982712" y="3796588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—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187952" y="3999585"/>
            <a:ext cx="4334256" cy="210312"/>
          </a:xfrm>
          <a:prstGeom prst="roundRect">
            <a:avLst>
              <a:gd name="adj" fmla="val 21739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261104" y="4008729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72033"/>
                </a:solidFill>
                <a:latin typeface="Fredoka SemiBold"/>
              </a:rPr>
              <a:t>Cash at year end · base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15000" y="4008729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62.3M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81928" y="4008729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64.6M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48856" y="4008729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96.8M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415783" y="4008729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282.1M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982712" y="4008729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1.04B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261104" y="4220870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92400E"/>
                </a:solidFill>
                <a:latin typeface="Fredoka SemiBold"/>
              </a:rPr>
              <a:t>Operating result · conservative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15000" y="4220870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92400E"/>
                </a:solidFill>
                <a:latin typeface="Varela Round"/>
              </a:rPr>
              <a:t>−143.2M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281928" y="4220870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92400E"/>
                </a:solidFill>
                <a:latin typeface="Varela Round"/>
              </a:rPr>
              <a:t>−122.2M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48856" y="4220870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92400E"/>
                </a:solidFill>
                <a:latin typeface="Varela Round"/>
              </a:rPr>
              <a:t>−93.0M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15783" y="4220870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92400E"/>
                </a:solidFill>
                <a:latin typeface="Varela Round"/>
              </a:rPr>
              <a:t>−117.7M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982712" y="4220870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42.0M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61104" y="4433011"/>
            <a:ext cx="14630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92400E"/>
                </a:solidFill>
                <a:latin typeface="Fredoka SemiBold"/>
              </a:rPr>
              <a:t>Cash at year end · conservative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715000" y="4433011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39.4M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81928" y="4433011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92400E"/>
                </a:solidFill>
                <a:latin typeface="Varela Round"/>
              </a:rPr>
              <a:t>−15.2M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48856" y="4433011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92400E"/>
                </a:solidFill>
                <a:latin typeface="Varela Round"/>
              </a:rPr>
              <a:t>−133.9M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415783" y="4433011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92400E"/>
                </a:solidFill>
                <a:latin typeface="Varela Round"/>
              </a:rPr>
              <a:t>−298.8M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982712" y="4433011"/>
            <a:ext cx="548640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92400E"/>
                </a:solidFill>
                <a:latin typeface="Varela Round"/>
              </a:rPr>
              <a:t>−344.2M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7315200" cy="4572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100" b="1" i="0">
                <a:solidFill>
                  <a:srgbClr val="172033"/>
                </a:solidFill>
                <a:latin typeface="Fredoka"/>
              </a:rPr>
              <a:t>Appendix B · Monthly Cash, Months 1–24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5760720" cy="379476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" y="1757595"/>
            <a:ext cx="155448" cy="2047769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75004" y="1910678"/>
            <a:ext cx="155448" cy="189468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89888" y="2049890"/>
            <a:ext cx="155448" cy="175547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04772" y="2176932"/>
            <a:ext cx="155448" cy="162843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19656" y="2323566"/>
            <a:ext cx="155448" cy="1481797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34539" y="2445863"/>
            <a:ext cx="155448" cy="1359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49424" y="2568160"/>
            <a:ext cx="155448" cy="12372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64308" y="2679139"/>
            <a:ext cx="155448" cy="11262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79191" y="2797481"/>
            <a:ext cx="155448" cy="100788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94076" y="2881933"/>
            <a:ext cx="155448" cy="92343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08959" y="2958535"/>
            <a:ext cx="155448" cy="8468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23844" y="3047246"/>
            <a:ext cx="155448" cy="758117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38728" y="2344253"/>
            <a:ext cx="155448" cy="146111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753611" y="2405974"/>
            <a:ext cx="155448" cy="139939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968496" y="2464810"/>
            <a:ext cx="155448" cy="134055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83380" y="2557269"/>
            <a:ext cx="155448" cy="124809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98264" y="2611298"/>
            <a:ext cx="155448" cy="119406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13148" y="2663405"/>
            <a:ext cx="155448" cy="114195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28031" y="2750096"/>
            <a:ext cx="155448" cy="105526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42916" y="2799319"/>
            <a:ext cx="155448" cy="10060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257799" y="2847580"/>
            <a:ext cx="155448" cy="957783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72683" y="2930426"/>
            <a:ext cx="155448" cy="87493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87568" y="2974842"/>
            <a:ext cx="155448" cy="83052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02451" y="3019258"/>
            <a:ext cx="155448" cy="78610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584448" y="3224911"/>
            <a:ext cx="64008" cy="64008"/>
          </a:xfrm>
          <a:prstGeom prst="ellipse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799331" y="3286631"/>
            <a:ext cx="64008" cy="64008"/>
          </a:xfrm>
          <a:prstGeom prst="ellipse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014215" y="3345467"/>
            <a:ext cx="64008" cy="64008"/>
          </a:xfrm>
          <a:prstGeom prst="ellipse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229100" y="3437926"/>
            <a:ext cx="64008" cy="64008"/>
          </a:xfrm>
          <a:prstGeom prst="ellipse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443983" y="3491956"/>
            <a:ext cx="64008" cy="64008"/>
          </a:xfrm>
          <a:prstGeom prst="ellipse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658868" y="3544063"/>
            <a:ext cx="64008" cy="64008"/>
          </a:xfrm>
          <a:prstGeom prst="ellipse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873751" y="3630753"/>
            <a:ext cx="64008" cy="64008"/>
          </a:xfrm>
          <a:prstGeom prst="ellipse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088636" y="3679976"/>
            <a:ext cx="64008" cy="64008"/>
          </a:xfrm>
          <a:prstGeom prst="ellipse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303519" y="3728238"/>
            <a:ext cx="64008" cy="64008"/>
          </a:xfrm>
          <a:prstGeom prst="ellipse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518403" y="3811083"/>
            <a:ext cx="64008" cy="64008"/>
          </a:xfrm>
          <a:prstGeom prst="ellipse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733288" y="3855499"/>
            <a:ext cx="64008" cy="64008"/>
          </a:xfrm>
          <a:prstGeom prst="ellipse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948171" y="3899915"/>
            <a:ext cx="64008" cy="64008"/>
          </a:xfrm>
          <a:prstGeom prst="ellipse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400" y="3805364"/>
            <a:ext cx="5157216" cy="7315"/>
          </a:xfrm>
          <a:prstGeom prst="rect">
            <a:avLst/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60120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175004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389888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604772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819656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034539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249424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464308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679191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894076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108959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323844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538728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753611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968496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183380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398264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613148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828031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042916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257799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472683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687568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902451" y="3166501"/>
            <a:ext cx="118186" cy="1097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68680" y="3986783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00" b="0" i="0">
                <a:solidFill>
                  <a:srgbClr val="172033"/>
                </a:solidFill>
                <a:latin typeface="Varela Round"/>
              </a:rPr>
              <a:t>M1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43099" y="3986783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00" b="0" i="0">
                <a:solidFill>
                  <a:srgbClr val="172033"/>
                </a:solidFill>
                <a:latin typeface="Varela Round"/>
              </a:rPr>
              <a:t>M6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32403" y="3986783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00" b="0" i="0">
                <a:solidFill>
                  <a:srgbClr val="172033"/>
                </a:solidFill>
                <a:latin typeface="Varela Round"/>
              </a:rPr>
              <a:t>M12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47288" y="3986783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00" b="0" i="0">
                <a:solidFill>
                  <a:srgbClr val="172033"/>
                </a:solidFill>
                <a:latin typeface="Varela Round"/>
              </a:rPr>
              <a:t>M13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21708" y="3986783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00" b="0" i="0">
                <a:solidFill>
                  <a:srgbClr val="172033"/>
                </a:solidFill>
                <a:latin typeface="Varela Round"/>
              </a:rPr>
              <a:t>M18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11012" y="3986783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00" b="0" i="0">
                <a:solidFill>
                  <a:srgbClr val="172033"/>
                </a:solidFill>
                <a:latin typeface="Varela Round"/>
              </a:rPr>
              <a:t>M24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" y="3723068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" y="2506186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100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" y="1289303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700" b="0" i="0">
                <a:solidFill>
                  <a:srgbClr val="172033"/>
                </a:solidFill>
                <a:latin typeface="Varela Round"/>
              </a:rPr>
              <a:t>200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9875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CASH BALANCE AT MONTH END (Rp JUTA)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1520" y="4279392"/>
            <a:ext cx="128016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14400" y="4224528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Base, with Rp75M planned in month 13</a:t>
            </a:r>
          </a:p>
        </p:txBody>
      </p:sp>
      <p:sp>
        <p:nvSpPr>
          <p:cNvPr id="77" name="Oval 76"/>
          <p:cNvSpPr/>
          <p:nvPr/>
        </p:nvSpPr>
        <p:spPr>
          <a:xfrm>
            <a:off x="3063240" y="4306824"/>
            <a:ext cx="73152" cy="73152"/>
          </a:xfrm>
          <a:prstGeom prst="ellipse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200400" y="422452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Without the year-2 raise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17720" y="4334256"/>
            <a:ext cx="228600" cy="13716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892040" y="422452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5803D"/>
                </a:solidFill>
                <a:latin typeface="Varela Round"/>
              </a:rPr>
              <a:t>Buffer Rp52.5M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446520" y="914400"/>
            <a:ext cx="2148840" cy="1783080"/>
          </a:xfrm>
          <a:prstGeom prst="roundRect">
            <a:avLst>
              <a:gd name="adj" fmla="val 7179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583680" y="987552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92400E"/>
                </a:solidFill>
                <a:latin typeface="Fredoka SemiBold"/>
              </a:rPr>
              <a:t>WHY THE YEAR-2 RAISE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0" y="1188720"/>
            <a:ext cx="19202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Without it, cash turns negative in month 22 and reaches −Rp10.4M in month 24.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A planned, not committed Rp75M keeps cash above a 3-month opex buffer.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Conservative case still dips to −Rp15.2M.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46520" y="2788920"/>
            <a:ext cx="2148840" cy="192024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583680" y="2852928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ASSUMPTIONS</a:t>
            </a:r>
          </a:p>
        </p:txBody>
      </p:sp>
      <p:pic>
        <p:nvPicPr>
          <p:cNvPr id="86" name="Picture 85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118103"/>
            <a:ext cx="137160" cy="13716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784848" y="3072384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Rp200M arrives in month 1</a:t>
            </a:r>
          </a:p>
        </p:txBody>
      </p:sp>
      <p:pic>
        <p:nvPicPr>
          <p:cNvPr id="88" name="Picture 87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438144"/>
            <a:ext cx="137160" cy="13716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784848" y="3392424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Schools pay 30 days after each session</a:t>
            </a:r>
          </a:p>
        </p:txBody>
      </p:sp>
      <p:pic>
        <p:nvPicPr>
          <p:cNvPr id="90" name="Picture 89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758183"/>
            <a:ext cx="137160" cy="13716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784848" y="3712463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Packs printed in prepaid batches (200, then 300)</a:t>
            </a:r>
          </a:p>
        </p:txBody>
      </p:sp>
      <p:pic>
        <p:nvPicPr>
          <p:cNvPr id="92" name="Picture 91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078224"/>
            <a:ext cx="137160" cy="13716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6784848" y="4032504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Devices and session kits: Rp15M in month 1, Rp5M in month 13</a:t>
            </a:r>
          </a:p>
        </p:txBody>
      </p:sp>
      <p:pic>
        <p:nvPicPr>
          <p:cNvPr id="94" name="Picture 93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398264"/>
            <a:ext cx="137160" cy="13716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6784848" y="4352544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Opex Rp15.0M/month in year 1, Rp17.5M/month in year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7315200" cy="4572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100" b="1" i="0">
                <a:solidFill>
                  <a:srgbClr val="172033"/>
                </a:solidFill>
                <a:latin typeface="Fredoka"/>
              </a:rPr>
              <a:t>Appendix C · Sales Engine and Team Capacity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96112"/>
            <a:ext cx="8046720" cy="3813048"/>
          </a:xfrm>
          <a:prstGeom prst="roundRect">
            <a:avLst>
              <a:gd name="adj" fmla="val 335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96012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960120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CONVERSION (ASSUMED)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96012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ACQUISITION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96012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TEAM CAPACITY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179576"/>
            <a:ext cx="1371600" cy="640080"/>
          </a:xfrm>
          <a:prstGeom prst="roundRect">
            <a:avLst>
              <a:gd name="adj" fmla="val 11428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207008"/>
            <a:ext cx="125272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5B21B6"/>
                </a:solidFill>
                <a:latin typeface="Fredoka"/>
              </a:rPr>
              <a:t>Y1 · 48 paid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207008"/>
            <a:ext cx="1435607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Direct outreach + demo sessions in DIY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207008"/>
            <a:ext cx="161848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25% contact </a:t>
            </a:r>
            <a:r>
              <a:rPr sz="7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750" b="0" i="0">
                <a:solidFill>
                  <a:srgbClr val="172033"/>
                </a:solidFill>
                <a:latin typeface="Varela Round"/>
              </a:rPr>
              <a:t> demo; 40% demo </a:t>
            </a:r>
            <a:r>
              <a:rPr sz="7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750" b="0" i="0">
                <a:solidFill>
                  <a:srgbClr val="172033"/>
                </a:solidFill>
                <a:latin typeface="Varela Round"/>
              </a:rPr>
              <a:t> paid (40 schools); 20% rebook (8)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1207008"/>
            <a:ext cx="148132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≈Rp12M demos (≈Rp300K per paying school)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207008"/>
            <a:ext cx="148132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Salsabila + 1 freelance facilitator from month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856232"/>
            <a:ext cx="7827264" cy="7315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1792" y="1874520"/>
            <a:ext cx="1371600" cy="640080"/>
          </a:xfrm>
          <a:prstGeom prst="roundRect">
            <a:avLst>
              <a:gd name="adj" fmla="val 11428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1901952"/>
            <a:ext cx="125272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5B21B6"/>
                </a:solidFill>
                <a:latin typeface="Fredoka"/>
              </a:rPr>
              <a:t>Y1 · 600 packs, 100 courses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1901952"/>
            <a:ext cx="1435607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Short videos, free trial, WhatsApp 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1901952"/>
            <a:ext cx="161848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5% view </a:t>
            </a:r>
            <a:r>
              <a:rPr sz="7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750" b="0" i="0">
                <a:solidFill>
                  <a:srgbClr val="172033"/>
                </a:solidFill>
                <a:latin typeface="Varela Round"/>
              </a:rPr>
              <a:t> trial; 5% trial </a:t>
            </a:r>
            <a:r>
              <a:rPr sz="7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750" b="0" i="0">
                <a:solidFill>
                  <a:srgbClr val="172033"/>
                </a:solidFill>
                <a:latin typeface="Varela Round"/>
              </a:rPr>
              <a:t> 500 first buyers; 20% buy again (100); 1 in 5 </a:t>
            </a:r>
            <a:r>
              <a:rPr sz="7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750" b="0" i="0">
                <a:solidFill>
                  <a:srgbClr val="172033"/>
                </a:solidFill>
                <a:latin typeface="Varela Round"/>
              </a:rPr>
              <a:t> course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1901952"/>
            <a:ext cx="148132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≈Rp18M (≈Rp36K per first buyer; payback is a hypothesis)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901952"/>
            <a:ext cx="148132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Salsabila (content + orders)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551176"/>
            <a:ext cx="7827264" cy="7315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2596896"/>
            <a:ext cx="125272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5B21B6"/>
                </a:solidFill>
                <a:latin typeface="Fredoka"/>
              </a:rPr>
              <a:t>Y5 · 600 sessions (50/month)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2596896"/>
            <a:ext cx="1435607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School network + rebooking in DIY and Central Java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2596896"/>
            <a:ext cx="161848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≥50% of sessions from rebooking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596896"/>
            <a:ext cx="148132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Target ≤Rp150K per new paying school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596896"/>
            <a:ext cx="148132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4 freelance facilitators (~16 sessions/month each; fee in direct cost)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246120"/>
            <a:ext cx="7827264" cy="7315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3291840"/>
            <a:ext cx="125272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5B21B6"/>
                </a:solidFill>
                <a:latin typeface="Fredoka"/>
              </a:rPr>
              <a:t>Y5 · 10,000 courses (≈833/month)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3291840"/>
            <a:ext cx="1435607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Partner-school family trials + digital 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3291840"/>
            <a:ext cx="161848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≥25% of Level 1 finishers buy Level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291840"/>
            <a:ext cx="148132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Ceiling ≤Rp40K per course (half of contribution)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291840"/>
            <a:ext cx="148132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2 content &amp; growth staff (opex)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941064"/>
            <a:ext cx="7827264" cy="7315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3986784"/>
            <a:ext cx="125272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5B21B6"/>
                </a:solidFill>
                <a:latin typeface="Fredoka"/>
              </a:rPr>
              <a:t>Y5 · 250 licenses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3986784"/>
            <a:ext cx="1435607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Schools that already rebooked sessions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3986784"/>
            <a:ext cx="161848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Session </a:t>
            </a:r>
            <a:r>
              <a:rPr sz="7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750" b="0" i="0">
                <a:solidFill>
                  <a:srgbClr val="172033"/>
                </a:solidFill>
                <a:latin typeface="Varela Round"/>
              </a:rPr>
              <a:t> license after 2+ rebookings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3986784"/>
            <a:ext cx="148132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Sales by school-success staff (opex)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986784"/>
            <a:ext cx="148132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2 school-success staff, ≈10 onboardings/month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8046720" cy="6858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172033"/>
                </a:solidFill>
                <a:latin typeface="Fredoka"/>
              </a:rPr>
              <a:t>Appendix D · Market Figures Use Kemendikdasmen Data</a:t>
            </a:r>
            <a:br/>
            <a:r>
              <a:rPr sz="2000" b="1" i="0">
                <a:solidFill>
                  <a:srgbClr val="172033"/>
                </a:solidFill>
                <a:latin typeface="Fredoka"/>
              </a:rPr>
              <a:t>and a BPS-Based Estimate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804672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261872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1261872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How it is calculated /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36192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PAUD units, Indonesia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5727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243,604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5727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TK 134,789 + KB 86,429 + TPA 2,684 + SPS 19,702 · Kemendikdasmen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933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029967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Primary schools (SD sederajat), Indonesia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29967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177,282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29967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Kemendikdasmen Data Referensi Pendidikan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505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4871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PAUD + primary schools, Indonesia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4871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420,886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4871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243,604 + 177,282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9077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29443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Central Java + D.I. Yogyakarta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9443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62,797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9443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PAUD 32,839 + 5,071 · SD 22,835 + 2,052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3649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4015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D.I. Yogyakarta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4015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7,123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34015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PAUD 5,071 + SD 2,052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8221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8587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Children aged 3–10, Indonesia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8587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≈35.3M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38587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2/5 × 22,094,426 (0–4) + 22,013,768 (5–9) + 1/5 × 22,088,673 (10–14) · BPS 2022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 i="0">
                <a:solidFill>
                  <a:srgbClr val="172033"/>
                </a:solidFill>
                <a:latin typeface="Varela Round"/>
              </a:rPr>
              <a:t>Kemendikdasmen: referensi.data.kemendikdasmen.go.id (PAUD &amp; Dikdas per province), accessed Sep 2026. BPS: Jumlah Penduduk Menurut Kelompok Umur, Long Form SP2020 (2022). TPA in Kemendikdasmen data = Taman Penitipan Anak.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804672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Appendix E · Competitor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8321040" cy="2962656"/>
          </a:xfrm>
          <a:prstGeom prst="roundRect">
            <a:avLst>
              <a:gd name="adj" fmla="val 432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97480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5B21B6"/>
                </a:solidFill>
                <a:latin typeface="Fredoka"/>
              </a:rPr>
              <a:t>Scanvas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13632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Faber-Castell</a:t>
            </a:r>
            <a:br/>
            <a:r>
              <a:rPr sz="850" b="1" i="0">
                <a:solidFill>
                  <a:srgbClr val="172033"/>
                </a:solidFill>
                <a:latin typeface="Fredoka"/>
              </a:rPr>
              <a:t>ARt Alive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Quiver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5936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WAGZAK</a:t>
            </a:r>
            <a:br/>
            <a:r>
              <a:rPr sz="850" b="1" i="0">
                <a:solidFill>
                  <a:srgbClr val="172033"/>
                </a:solidFill>
                <a:latin typeface="Fredoka"/>
              </a:rPr>
              <a:t>JUMP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2088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teamLab Sketch</a:t>
            </a:r>
            <a:br/>
            <a:r>
              <a:rPr sz="850" b="1" i="0">
                <a:solidFill>
                  <a:srgbClr val="172033"/>
                </a:solidFill>
                <a:latin typeface="Fredoka"/>
              </a:rPr>
              <a:t>Aquarium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09928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709928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Paper coloring </a:t>
            </a:r>
            <a:r>
              <a:rPr sz="8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850" b="0" i="0">
                <a:solidFill>
                  <a:srgbClr val="172033"/>
                </a:solidFill>
                <a:latin typeface="Fredoka SemiBold"/>
              </a:rPr>
              <a:t> digital</a:t>
            </a:r>
          </a:p>
        </p:txBody>
      </p:sp>
      <p:pic>
        <p:nvPicPr>
          <p:cNvPr id="11" name="Picture 10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1769364"/>
            <a:ext cx="182880" cy="182880"/>
          </a:xfrm>
          <a:prstGeom prst="rect">
            <a:avLst/>
          </a:prstGeom>
        </p:spPr>
      </p:pic>
      <p:pic>
        <p:nvPicPr>
          <p:cNvPr id="12" name="Picture 1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1769364"/>
            <a:ext cx="182880" cy="182880"/>
          </a:xfrm>
          <a:prstGeom prst="rect">
            <a:avLst/>
          </a:prstGeom>
        </p:spPr>
      </p:pic>
      <p:pic>
        <p:nvPicPr>
          <p:cNvPr id="13" name="Picture 12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1769364"/>
            <a:ext cx="182880" cy="182880"/>
          </a:xfrm>
          <a:prstGeom prst="rect">
            <a:avLst/>
          </a:prstGeom>
        </p:spPr>
      </p:pic>
      <p:pic>
        <p:nvPicPr>
          <p:cNvPr id="14" name="Picture 13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572" y="1769364"/>
            <a:ext cx="182880" cy="182880"/>
          </a:xfrm>
          <a:prstGeom prst="rect">
            <a:avLst/>
          </a:prstGeom>
        </p:spPr>
      </p:pic>
      <p:pic>
        <p:nvPicPr>
          <p:cNvPr id="15" name="Picture 14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3" y="1769364"/>
            <a:ext cx="182880" cy="18288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85800" y="2011680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2011680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Child’s artwork becomes character</a:t>
            </a:r>
          </a:p>
        </p:txBody>
      </p:sp>
      <p:pic>
        <p:nvPicPr>
          <p:cNvPr id="18" name="Picture 17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071116"/>
            <a:ext cx="182880" cy="182880"/>
          </a:xfrm>
          <a:prstGeom prst="rect">
            <a:avLst/>
          </a:prstGeom>
        </p:spPr>
      </p:pic>
      <p:pic>
        <p:nvPicPr>
          <p:cNvPr id="19" name="Picture 18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2071116"/>
            <a:ext cx="182880" cy="182880"/>
          </a:xfrm>
          <a:prstGeom prst="rect">
            <a:avLst/>
          </a:prstGeom>
        </p:spPr>
      </p:pic>
      <p:pic>
        <p:nvPicPr>
          <p:cNvPr id="20" name="Picture 19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2071116"/>
            <a:ext cx="182880" cy="182880"/>
          </a:xfrm>
          <a:prstGeom prst="rect">
            <a:avLst/>
          </a:prstGeom>
        </p:spPr>
      </p:pic>
      <p:pic>
        <p:nvPicPr>
          <p:cNvPr id="21" name="Picture 20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572" y="2071116"/>
            <a:ext cx="182880" cy="182880"/>
          </a:xfrm>
          <a:prstGeom prst="rect">
            <a:avLst/>
          </a:prstGeom>
        </p:spPr>
      </p:pic>
      <p:pic>
        <p:nvPicPr>
          <p:cNvPr id="22" name="Picture 2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3" y="2071116"/>
            <a:ext cx="182880" cy="1828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85800" y="2313432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2313432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No app required (web)</a:t>
            </a:r>
          </a:p>
        </p:txBody>
      </p:sp>
      <p:pic>
        <p:nvPicPr>
          <p:cNvPr id="25" name="Picture 24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372868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913632" y="2313432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9784" y="2313432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2313432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2088" y="2313432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Venue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2615184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" y="2615184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Shared interactive worlds</a:t>
            </a:r>
          </a:p>
        </p:txBody>
      </p:sp>
      <p:pic>
        <p:nvPicPr>
          <p:cNvPr id="32" name="Picture 31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674620"/>
            <a:ext cx="182880" cy="1828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13632" y="261518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9784" y="261518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261518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pic>
        <p:nvPicPr>
          <p:cNvPr id="36" name="Picture 35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3" y="2674620"/>
            <a:ext cx="182880" cy="18288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685800" y="2916936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2916936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Educational / story content</a:t>
            </a:r>
          </a:p>
        </p:txBody>
      </p:sp>
      <p:pic>
        <p:nvPicPr>
          <p:cNvPr id="39" name="Picture 38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976372"/>
            <a:ext cx="182880" cy="1828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913632" y="2916936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Some</a:t>
            </a:r>
          </a:p>
        </p:txBody>
      </p:sp>
      <p:pic>
        <p:nvPicPr>
          <p:cNvPr id="41" name="Picture 40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2976372"/>
            <a:ext cx="182880" cy="182880"/>
          </a:xfrm>
          <a:prstGeom prst="rect">
            <a:avLst/>
          </a:prstGeom>
        </p:spPr>
      </p:pic>
      <p:pic>
        <p:nvPicPr>
          <p:cNvPr id="42" name="Picture 4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572" y="2976372"/>
            <a:ext cx="182880" cy="1828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562088" y="2916936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Some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3218688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" y="3218688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Institutional sessions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7480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Pilot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13632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784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Edu subscription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45936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School license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62088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Installation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3520440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3232" y="3520440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Large ready-made content library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97480" y="3520440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2 worlds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13632" y="3520440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pic>
        <p:nvPicPr>
          <p:cNvPr id="55" name="Picture 54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3579875"/>
            <a:ext cx="182880" cy="18288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345936" y="3520440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100+ lessons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62088" y="3520440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" y="3822191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13232" y="3822191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Brand &amp; distribution reach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97480" y="3822191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Early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13632" y="3822191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Retail brand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29784" y="3822191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26M+ downloads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45936" y="3822191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30 languages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62088" y="3822191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Museums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4215384"/>
            <a:ext cx="8046720" cy="457200"/>
          </a:xfrm>
          <a:prstGeom prst="roundRect">
            <a:avLst>
              <a:gd name="adj" fmla="val 24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13232" y="4215384"/>
            <a:ext cx="772667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Fredoka SemiBold"/>
              </a:rPr>
              <a:t>Scanvas does not need to replace these products. The opportunity is to combine a low-friction web experience, child-generated characters, shared worlds, and a reusable content engine.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4727448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Evidence checked Sep 2026 on each product’s official site.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8046720" cy="658368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172033"/>
                </a:solidFill>
                <a:latin typeface="Fredoka"/>
              </a:rPr>
              <a:t>Appendix F · Technology, Delivery, and Child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1042415" cy="20574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125272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1188719" y="1234440"/>
            <a:ext cx="310896" cy="310896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alett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335" y="1309055"/>
            <a:ext cx="161665" cy="1616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36776"/>
            <a:ext cx="89611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Physical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89611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Child colors a Scanvas sheet</a:t>
            </a:r>
          </a:p>
        </p:txBody>
      </p:sp>
      <p:sp>
        <p:nvSpPr>
          <p:cNvPr id="9" name="Chevron 8"/>
          <p:cNvSpPr/>
          <p:nvPr/>
        </p:nvSpPr>
        <p:spPr>
          <a:xfrm>
            <a:off x="1609343" y="2089404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00784" y="1143000"/>
            <a:ext cx="1042415" cy="20574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92224" y="125272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340864" y="1234440"/>
            <a:ext cx="310896" cy="310896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amera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5479" y="1309055"/>
            <a:ext cx="161665" cy="1616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92224" y="1636776"/>
            <a:ext cx="89611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4" y="2057400"/>
            <a:ext cx="89611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Camera or photo upload</a:t>
            </a:r>
          </a:p>
        </p:txBody>
      </p:sp>
      <p:sp>
        <p:nvSpPr>
          <p:cNvPr id="16" name="Chevron 15"/>
          <p:cNvSpPr/>
          <p:nvPr/>
        </p:nvSpPr>
        <p:spPr>
          <a:xfrm>
            <a:off x="2761488" y="2089404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52927" y="1143000"/>
            <a:ext cx="1042415" cy="2057400"/>
          </a:xfrm>
          <a:prstGeom prst="roundRect">
            <a:avLst>
              <a:gd name="adj" fmla="val 12280"/>
            </a:avLst>
          </a:prstGeom>
          <a:solidFill>
            <a:srgbClr val="EDE9FE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944368" y="125272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3493008" y="1234440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scan-lin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7623" y="1309055"/>
            <a:ext cx="161665" cy="16166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944368" y="1636776"/>
            <a:ext cx="89611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Computer 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205740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Marker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2286000"/>
            <a:ext cx="89611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Perspective correction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265176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Crop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2880360"/>
            <a:ext cx="89611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Object extraction</a:t>
            </a:r>
          </a:p>
        </p:txBody>
      </p:sp>
      <p:sp>
        <p:nvSpPr>
          <p:cNvPr id="26" name="Chevron 25"/>
          <p:cNvSpPr/>
          <p:nvPr/>
        </p:nvSpPr>
        <p:spPr>
          <a:xfrm>
            <a:off x="3913631" y="2089404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005071" y="1143000"/>
            <a:ext cx="1042415" cy="20574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096511" y="125272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29" name="Oval 28"/>
          <p:cNvSpPr/>
          <p:nvPr/>
        </p:nvSpPr>
        <p:spPr>
          <a:xfrm>
            <a:off x="4645151" y="1234440"/>
            <a:ext cx="310896" cy="310896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wand-sparkle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9767" y="1309055"/>
            <a:ext cx="161665" cy="16166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096511" y="1636776"/>
            <a:ext cx="89611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Digital asset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96511" y="2057400"/>
            <a:ext cx="896111" cy="4114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Child’s artwork becomes the character</a:t>
            </a:r>
          </a:p>
        </p:txBody>
      </p:sp>
      <p:sp>
        <p:nvSpPr>
          <p:cNvPr id="33" name="Chevron 32"/>
          <p:cNvSpPr/>
          <p:nvPr/>
        </p:nvSpPr>
        <p:spPr>
          <a:xfrm>
            <a:off x="5065775" y="2089404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57215" y="1143000"/>
            <a:ext cx="1042415" cy="2057400"/>
          </a:xfrm>
          <a:prstGeom prst="roundRect">
            <a:avLst>
              <a:gd name="adj" fmla="val 12280"/>
            </a:avLst>
          </a:prstGeom>
          <a:solidFill>
            <a:srgbClr val="EDE9FE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248655" y="125272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5</a:t>
            </a:r>
          </a:p>
        </p:txBody>
      </p:sp>
      <p:sp>
        <p:nvSpPr>
          <p:cNvPr id="36" name="Oval 35"/>
          <p:cNvSpPr/>
          <p:nvPr/>
        </p:nvSpPr>
        <p:spPr>
          <a:xfrm>
            <a:off x="5797295" y="1234440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play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1911" y="1309055"/>
            <a:ext cx="161665" cy="16166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248655" y="1636776"/>
            <a:ext cx="89611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Interactive runtime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48655" y="205740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Animation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48655" y="228600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Movement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48655" y="251460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Sounds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48655" y="2743200"/>
            <a:ext cx="89611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Interactive world</a:t>
            </a:r>
          </a:p>
        </p:txBody>
      </p:sp>
      <p:sp>
        <p:nvSpPr>
          <p:cNvPr id="43" name="Chevron 42"/>
          <p:cNvSpPr/>
          <p:nvPr/>
        </p:nvSpPr>
        <p:spPr>
          <a:xfrm>
            <a:off x="6217919" y="2089404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309359" y="1143000"/>
            <a:ext cx="1042415" cy="20574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400799" y="125272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6</a:t>
            </a:r>
          </a:p>
        </p:txBody>
      </p:sp>
      <p:sp>
        <p:nvSpPr>
          <p:cNvPr id="46" name="Oval 45"/>
          <p:cNvSpPr/>
          <p:nvPr/>
        </p:nvSpPr>
        <p:spPr>
          <a:xfrm>
            <a:off x="6949439" y="1234440"/>
            <a:ext cx="310896" cy="310896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book-open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4055" y="1309055"/>
            <a:ext cx="161665" cy="16166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400799" y="1636776"/>
            <a:ext cx="89611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Content layer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799" y="205740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Story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799" y="228600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Facts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799" y="251460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Discovery</a:t>
            </a:r>
          </a:p>
        </p:txBody>
      </p:sp>
      <p:sp>
        <p:nvSpPr>
          <p:cNvPr id="52" name="Chevron 51"/>
          <p:cNvSpPr/>
          <p:nvPr/>
        </p:nvSpPr>
        <p:spPr>
          <a:xfrm>
            <a:off x="7370063" y="2089404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461503" y="1143000"/>
            <a:ext cx="1042415" cy="20574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7552943" y="125272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7</a:t>
            </a:r>
          </a:p>
        </p:txBody>
      </p:sp>
      <p:sp>
        <p:nvSpPr>
          <p:cNvPr id="55" name="Oval 54"/>
          <p:cNvSpPr/>
          <p:nvPr/>
        </p:nvSpPr>
        <p:spPr>
          <a:xfrm>
            <a:off x="8101583" y="1234440"/>
            <a:ext cx="310896" cy="310896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layers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6199" y="1309055"/>
            <a:ext cx="161665" cy="16166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552943" y="1636776"/>
            <a:ext cx="89611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Reusable world engine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52943" y="205740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Ocean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52943" y="228600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Vehicles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52943" y="2514600"/>
            <a:ext cx="896111" cy="4114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Future: culture, nature, characters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3364992"/>
            <a:ext cx="3931920" cy="13716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694944" y="3511296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shield-check_pur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115" y="3603467"/>
            <a:ext cx="199704" cy="19970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188720" y="354787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Fredoka"/>
              </a:rPr>
              <a:t>RESPONSIBLE CHILD DATA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" y="3968496"/>
            <a:ext cx="361188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Collect only what is necessary. No child name, parent identity, email, phone, precise location, or artwork itself as analytics payload by default.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663440" y="3364992"/>
            <a:ext cx="3931920" cy="1371600"/>
          </a:xfrm>
          <a:prstGeom prst="roundRect">
            <a:avLst>
              <a:gd name="adj" fmla="val 1066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4809744" y="351129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repeat_purp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1915" y="3603467"/>
            <a:ext cx="199704" cy="199704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3520" y="354787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Fredoka"/>
              </a:rPr>
              <a:t>VALIDATION PRINCIPLE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828032" y="3986784"/>
            <a:ext cx="65303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Build</a:t>
            </a:r>
          </a:p>
        </p:txBody>
      </p:sp>
      <p:pic>
        <p:nvPicPr>
          <p:cNvPr id="71" name="Picture 70" descr="arrow-right_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03926" y="4037076"/>
            <a:ext cx="137160" cy="137160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5663946" y="3986784"/>
            <a:ext cx="78257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Measure</a:t>
            </a:r>
          </a:p>
        </p:txBody>
      </p:sp>
      <p:pic>
        <p:nvPicPr>
          <p:cNvPr id="73" name="Picture 72" descr="arrow-right_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9380" y="4037076"/>
            <a:ext cx="137160" cy="137160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6629400" y="3986784"/>
            <a:ext cx="58826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Gate</a:t>
            </a:r>
          </a:p>
        </p:txBody>
      </p:sp>
      <p:pic>
        <p:nvPicPr>
          <p:cNvPr id="75" name="Picture 74" descr="arrow-right_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40524" y="4037076"/>
            <a:ext cx="137160" cy="137160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7400544" y="3986784"/>
            <a:ext cx="71780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Expand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28032" y="4297680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Do not build the full course before a 3-lesson pilot validates progression and willingness to pay. Do not build large Mission/Story/AI layers before repeat usage is proven.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8046720" cy="4572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Fredoka"/>
              </a:rPr>
              <a:t>Appendix G · Course MVP: Ocean Artist Level 1 as a Learning 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3794760" cy="379476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987552"/>
            <a:ext cx="3648456" cy="338328"/>
          </a:xfrm>
          <a:prstGeom prst="roundRect">
            <a:avLst>
              <a:gd name="adj" fmla="val 21621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94944" y="10424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005840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Kenalan dengan Warna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00584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choose colors, experiment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00584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1" i="0">
                <a:solidFill>
                  <a:srgbClr val="5B21B6"/>
                </a:solidFill>
                <a:latin typeface="Fredoka"/>
              </a:rPr>
              <a:t>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353312"/>
            <a:ext cx="3648456" cy="338328"/>
          </a:xfrm>
          <a:prstGeom prst="roundRect">
            <a:avLst>
              <a:gd name="adj" fmla="val 21621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94944" y="140817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371600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Mewarnai Lebih Rapi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37160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hand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37160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1" i="0">
                <a:solidFill>
                  <a:srgbClr val="5B21B6"/>
                </a:solidFill>
                <a:latin typeface="Fredoka"/>
              </a:rPr>
              <a:t>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1719072"/>
            <a:ext cx="3648456" cy="338328"/>
          </a:xfrm>
          <a:prstGeom prst="roundRect">
            <a:avLst>
              <a:gd name="adj" fmla="val 21621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94944" y="177393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737360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Kombinasi Warna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173736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2–3 colors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173736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1" i="0">
                <a:solidFill>
                  <a:srgbClr val="5B21B6"/>
                </a:solidFill>
                <a:latin typeface="Fredoka"/>
              </a:rPr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694944" y="2139696"/>
            <a:ext cx="237744" cy="23774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103120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Pola Seru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210312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lines, dots, stripes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210312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1" i="0">
                <a:solidFill>
                  <a:srgbClr val="5B21B6"/>
                </a:solidFill>
                <a:latin typeface="Fredoka"/>
              </a:rPr>
              <a:t>D</a:t>
            </a:r>
          </a:p>
        </p:txBody>
      </p:sp>
      <p:sp>
        <p:nvSpPr>
          <p:cNvPr id="23" name="Oval 22"/>
          <p:cNvSpPr/>
          <p:nvPr/>
        </p:nvSpPr>
        <p:spPr>
          <a:xfrm>
            <a:off x="694944" y="2505456"/>
            <a:ext cx="237744" cy="23774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Fredok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468880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Terang dan Gelap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246888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pressure and 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246888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1" i="0">
                <a:solidFill>
                  <a:srgbClr val="5B21B6"/>
                </a:solidFill>
                <a:latin typeface="Fredoka"/>
              </a:rPr>
              <a:t>E</a:t>
            </a:r>
          </a:p>
        </p:txBody>
      </p:sp>
      <p:sp>
        <p:nvSpPr>
          <p:cNvPr id="27" name="Oval 26"/>
          <p:cNvSpPr/>
          <p:nvPr/>
        </p:nvSpPr>
        <p:spPr>
          <a:xfrm>
            <a:off x="694944" y="2871216"/>
            <a:ext cx="237744" cy="23774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Fredoka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2834640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Campur Warna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283464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simple blending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283464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1" i="0">
                <a:solidFill>
                  <a:srgbClr val="5B21B6"/>
                </a:solidFill>
                <a:latin typeface="Fredoka"/>
              </a:rPr>
              <a:t>F</a:t>
            </a:r>
          </a:p>
        </p:txBody>
      </p:sp>
      <p:sp>
        <p:nvSpPr>
          <p:cNvPr id="31" name="Oval 30"/>
          <p:cNvSpPr/>
          <p:nvPr/>
        </p:nvSpPr>
        <p:spPr>
          <a:xfrm>
            <a:off x="694944" y="3236976"/>
            <a:ext cx="237744" cy="23774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Fredoka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200400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Tekstur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320040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scales, spots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39" y="320040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1" i="0">
                <a:solidFill>
                  <a:srgbClr val="5B21B6"/>
                </a:solidFill>
                <a:latin typeface="Fredoka"/>
              </a:rPr>
              <a:t>G</a:t>
            </a:r>
          </a:p>
        </p:txBody>
      </p:sp>
      <p:sp>
        <p:nvSpPr>
          <p:cNvPr id="35" name="Oval 34"/>
          <p:cNvSpPr/>
          <p:nvPr/>
        </p:nvSpPr>
        <p:spPr>
          <a:xfrm>
            <a:off x="694944" y="3602736"/>
            <a:ext cx="237744" cy="23774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Fredoka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3566160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Warna Imajinasi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356616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beyond realistic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77639" y="356616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1" i="0">
                <a:solidFill>
                  <a:srgbClr val="5B21B6"/>
                </a:solidFill>
                <a:latin typeface="Fredoka"/>
              </a:rPr>
              <a:t>H</a:t>
            </a:r>
          </a:p>
        </p:txBody>
      </p:sp>
      <p:sp>
        <p:nvSpPr>
          <p:cNvPr id="39" name="Oval 38"/>
          <p:cNvSpPr/>
          <p:nvPr/>
        </p:nvSpPr>
        <p:spPr>
          <a:xfrm>
            <a:off x="694944" y="3968496"/>
            <a:ext cx="237744" cy="23774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Fredoka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3931920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Tema dan Suasana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393192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palette by theme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7639" y="393192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1" i="0">
                <a:solidFill>
                  <a:srgbClr val="5B21B6"/>
                </a:solidFill>
                <a:latin typeface="Fredoka"/>
              </a:rPr>
              <a:t>I</a:t>
            </a:r>
          </a:p>
        </p:txBody>
      </p:sp>
      <p:sp>
        <p:nvSpPr>
          <p:cNvPr id="43" name="Oval 42"/>
          <p:cNvSpPr/>
          <p:nvPr/>
        </p:nvSpPr>
        <p:spPr>
          <a:xfrm>
            <a:off x="694944" y="4334256"/>
            <a:ext cx="237744" cy="23774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Fredoka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297680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Ocean Masterpiece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429768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combine all skills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639" y="429768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800" b="1" i="0">
                <a:solidFill>
                  <a:srgbClr val="5B21B6"/>
                </a:solidFill>
                <a:latin typeface="Fredoka"/>
              </a:rPr>
              <a:t>J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80560" y="914400"/>
            <a:ext cx="1993392" cy="1280160"/>
          </a:xfrm>
          <a:prstGeom prst="roundRect">
            <a:avLst>
              <a:gd name="adj" fmla="val 8571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90288" y="987552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LEARNING OUTCOMES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90288" y="1188720"/>
            <a:ext cx="1801368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By lesson 10 the child chooses and combines colors on purpose, controls strokes, makes patterns and textures, and explains their own design choices.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56248" y="914400"/>
            <a:ext cx="199339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65976" y="987552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AGE &amp; ROLES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65976" y="1188720"/>
            <a:ext cx="1801368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Main target 5–9 (to validate); 3–4 with an adult. Parent sets up and scans; teacher runs the classroom version. The child decides the final artwork.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80560" y="2286000"/>
            <a:ext cx="199339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90288" y="2359152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HOW PROGRESS IS SEEN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90288" y="2560320"/>
            <a:ext cx="1801368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A simple skill checklist per lesson, filled by parent or teacher, plus the child’s artwork collection in My World, lesson by lesson.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56248" y="2286000"/>
            <a:ext cx="1993392" cy="1280160"/>
          </a:xfrm>
          <a:prstGeom prst="roundRect">
            <a:avLst>
              <a:gd name="adj" fmla="val 8571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665976" y="2359152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WHY LEVEL 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65976" y="2560320"/>
            <a:ext cx="1801368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New skills that build on Level 1, and a portfolio that shows the child’s growth; new characters are a bonus, not the reason.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80560" y="3703320"/>
            <a:ext cx="4114800" cy="1005840"/>
          </a:xfrm>
          <a:prstGeom prst="roundRect">
            <a:avLst>
              <a:gd name="adj" fmla="val 12727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626864" y="3767328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92400E"/>
                </a:solidFill>
                <a:latin typeface="Fredoka SemiBold"/>
              </a:rPr>
              <a:t>GATE 3 </a:t>
            </a:r>
            <a:r>
              <a:rPr sz="700" b="0" i="0">
                <a:solidFill>
                  <a:srgbClr val="92400E"/>
                </a:solidFill>
                <a:latin typeface="Segoe UI"/>
              </a:rPr>
              <a:t>→</a:t>
            </a:r>
            <a:r>
              <a:rPr sz="700" b="0" i="0">
                <a:solidFill>
                  <a:srgbClr val="92400E"/>
                </a:solidFill>
                <a:latin typeface="Fredoka SemiBold"/>
              </a:rPr>
              <a:t> 10 LESSONS · PILOT LESSONS 1–3 FIRST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26864" y="3968496"/>
            <a:ext cx="384048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2033"/>
                </a:solidFill>
                <a:latin typeface="Fredoka"/>
              </a:rPr>
              <a:t>≥60% start lesson 2 · ≥40% finish 3 · ≥20% of parents pay · Level 2 requests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eesia Pitch Deck by Slidesgo">
  <a:themeElements>
    <a:clrScheme name="Simple Light">
      <a:dk1>
        <a:srgbClr val="172033"/>
      </a:dk1>
      <a:lt1>
        <a:srgbClr val="8B5CF6"/>
      </a:lt1>
      <a:dk2>
        <a:srgbClr val="D9DEEA"/>
      </a:dk2>
      <a:lt2>
        <a:srgbClr val="D9DEEA"/>
      </a:lt2>
      <a:accent1>
        <a:srgbClr val="A78BFA"/>
      </a:accent1>
      <a:accent2>
        <a:srgbClr val="8B5CF6"/>
      </a:accent2>
      <a:accent3>
        <a:srgbClr val="C4B5FD"/>
      </a:accent3>
      <a:accent4>
        <a:srgbClr val="D9DEEA"/>
      </a:accent4>
      <a:accent5>
        <a:srgbClr val="C4B5FD"/>
      </a:accent5>
      <a:accent6>
        <a:srgbClr val="D9DEEA"/>
      </a:accent6>
      <a:hlink>
        <a:srgbClr val="2563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172033"/>
      </a:dk1>
      <a:lt1>
        <a:srgbClr val="8B5CF6"/>
      </a:lt1>
      <a:dk2>
        <a:srgbClr val="D9DEEA"/>
      </a:dk2>
      <a:lt2>
        <a:srgbClr val="D9DEEA"/>
      </a:lt2>
      <a:accent1>
        <a:srgbClr val="A78BFA"/>
      </a:accent1>
      <a:accent2>
        <a:srgbClr val="8B5CF6"/>
      </a:accent2>
      <a:accent3>
        <a:srgbClr val="C4B5FD"/>
      </a:accent3>
      <a:accent4>
        <a:srgbClr val="D9DEEA"/>
      </a:accent4>
      <a:accent5>
        <a:srgbClr val="C4B5FD"/>
      </a:accent5>
      <a:accent6>
        <a:srgbClr val="D9DEEA"/>
      </a:accent6>
      <a:hlink>
        <a:srgbClr val="2563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3800</Words>
  <Application>Microsoft Office PowerPoint</Application>
  <PresentationFormat>On-screen Show (16:9)</PresentationFormat>
  <Paragraphs>693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6" baseType="lpstr">
      <vt:lpstr>Arial</vt:lpstr>
      <vt:lpstr>Varela Round</vt:lpstr>
      <vt:lpstr>Roboto Condensed Light</vt:lpstr>
      <vt:lpstr>Segoe UI</vt:lpstr>
      <vt:lpstr>Montserrat</vt:lpstr>
      <vt:lpstr>Proxima Nova</vt:lpstr>
      <vt:lpstr>Fredoka</vt:lpstr>
      <vt:lpstr>Proxima Nova Semibold</vt:lpstr>
      <vt:lpstr>Josefin Slab SemiBold</vt:lpstr>
      <vt:lpstr>Montserrat ExtraBold</vt:lpstr>
      <vt:lpstr>Staatliches</vt:lpstr>
      <vt:lpstr>Fredoka SemiBold</vt:lpstr>
      <vt:lpstr>Montserrat Black</vt:lpstr>
      <vt:lpstr>Lato</vt:lpstr>
      <vt:lpstr>Freesia Pitch Deck by Slidesgo</vt:lpstr>
      <vt:lpstr>Slidesgo Final Pages</vt:lpstr>
      <vt:lpstr>SCANVAS</vt:lpstr>
      <vt:lpstr>Parents and Schools Need Creative Activities That Are Easy to Run and Worth Repeating</vt:lpstr>
      <vt:lpstr>The Child Creates First; Technology Extends What They Created</vt:lpstr>
      <vt:lpstr>Live Product, First Pilot, and Clear Next Proofs</vt:lpstr>
      <vt:lpstr>Two Customer Channels, Sized Separately</vt:lpstr>
      <vt:lpstr>Start With Packs and Sessions; Add Course and Licenses When Proven</vt:lpstr>
      <vt:lpstr>A Proven Category; Scanvas Combines What Others Split</vt:lpstr>
      <vt:lpstr>Two Funnels, Each Built for a Second Purchase</vt:lpstr>
      <vt:lpstr>Founders Who Have Built, Shipped, and Run Programs</vt:lpstr>
      <vt:lpstr>12-Month Plan With a Numeric Gate Before Each Build</vt:lpstr>
      <vt:lpstr>From One Engine to a Course Catalog and Classroom Distribution</vt:lpstr>
      <vt:lpstr>Operating-Positive From Year 3 in the Base Case</vt:lpstr>
      <vt:lpstr>Investment Ask: Rp200M for 12%</vt:lpstr>
      <vt:lpstr>Appendix A · Unit Costs, Volumes, and Annual Cash Flow</vt:lpstr>
      <vt:lpstr>Appendix B · Monthly Cash, Months 1–24</vt:lpstr>
      <vt:lpstr>Appendix C · Sales Engine and Team Capacity</vt:lpstr>
      <vt:lpstr>Appendix D · Market Figures Use Kemendikdasmen Data and a BPS-Based Estimate</vt:lpstr>
      <vt:lpstr>Appendix E · Competitor Evidence</vt:lpstr>
      <vt:lpstr>Appendix F · Technology, Delivery, and Child Data</vt:lpstr>
      <vt:lpstr>Appendix G · Course MVP: Ocean Artist Level 1 as a Learning Product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Haikal Hilmi</dc:creator>
  <cp:lastModifiedBy>Haikal Hilmi</cp:lastModifiedBy>
  <cp:revision>2</cp:revision>
  <dcterms:modified xsi:type="dcterms:W3CDTF">2026-10-09T04:04:40Z</dcterms:modified>
</cp:coreProperties>
</file>