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Fredoka" pitchFamily="2" charset="-79"/>
      <p:bold r:id="rId16"/>
    </p:embeddedFont>
    <p:embeddedFont>
      <p:font typeface="Fredoka SemiBold" pitchFamily="2" charset="-79"/>
      <p:bold r:id="rId17"/>
    </p:embeddedFont>
    <p:embeddedFont>
      <p:font typeface="Josefin Slab SemiBold" pitchFamily="2" charset="0"/>
      <p:bold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itchFamily="2" charset="0"/>
      <p:regular r:id="rId23"/>
      <p:bold r:id="rId24"/>
      <p:italic r:id="rId25"/>
      <p:boldItalic r:id="rId26"/>
    </p:embeddedFont>
    <p:embeddedFont>
      <p:font typeface="Montserrat Black" pitchFamily="2" charset="0"/>
      <p:bold r:id="rId27"/>
      <p:boldItalic r:id="rId28"/>
    </p:embeddedFont>
    <p:embeddedFont>
      <p:font typeface="Montserrat ExtraBold" pitchFamily="2" charset="0"/>
      <p:bold r:id="rId29"/>
      <p:boldItalic r:id="rId30"/>
    </p:embeddedFont>
    <p:embeddedFont>
      <p:font typeface="Proxima Nova" panose="020B0604020202020204" charset="0"/>
      <p:regular r:id="rId31"/>
      <p:bold r:id="rId32"/>
      <p:italic r:id="rId33"/>
      <p:boldItalic r:id="rId34"/>
    </p:embeddedFont>
    <p:embeddedFont>
      <p:font typeface="Proxima Nova Semibold" panose="020B0604020202020204" charset="0"/>
      <p:regular r:id="rId35"/>
      <p:bold r:id="rId36"/>
      <p:boldItalic r:id="rId37"/>
    </p:embeddedFont>
    <p:embeddedFont>
      <p:font typeface="Roboto Condensed Light" panose="02000000000000000000" pitchFamily="2" charset="0"/>
      <p:regular r:id="rId38"/>
      <p:bold r:id="rId39"/>
      <p:italic r:id="rId40"/>
      <p:boldItalic r:id="rId41"/>
    </p:embeddedFont>
    <p:embeddedFont>
      <p:font typeface="Segoe UI" panose="020B0502040204020203" pitchFamily="34" charset="0"/>
      <p:regular r:id="rId42"/>
      <p:bold r:id="rId43"/>
      <p:italic r:id="rId44"/>
      <p:boldItalic r:id="rId45"/>
    </p:embeddedFont>
    <p:embeddedFont>
      <p:font typeface="Staatliches" pitchFamily="2" charset="0"/>
      <p:regular r:id="rId46"/>
    </p:embeddedFont>
    <p:embeddedFont>
      <p:font typeface="Varela Round" pitchFamily="2" charset="-79"/>
      <p:regular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70CE18-CB0B-400C-8185-28348DB99452}">
  <a:tblStyle styleId="{AE70CE18-CB0B-400C-8185-28348DB99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font" Target="fonts/font27.fntdata"/><Relationship Id="rId47" Type="http://schemas.openxmlformats.org/officeDocument/2006/relationships/font" Target="fonts/font32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9" Type="http://schemas.openxmlformats.org/officeDocument/2006/relationships/font" Target="fonts/font14.fntdata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font" Target="fonts/font25.fntdata"/><Relationship Id="rId45" Type="http://schemas.openxmlformats.org/officeDocument/2006/relationships/font" Target="fonts/font30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schemas.openxmlformats.org/officeDocument/2006/relationships/font" Target="fonts/font2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font" Target="fonts/font28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46" Type="http://schemas.openxmlformats.org/officeDocument/2006/relationships/font" Target="fonts/font31.fntdata"/><Relationship Id="rId20" Type="http://schemas.openxmlformats.org/officeDocument/2006/relationships/font" Target="fonts/font5.fntdata"/><Relationship Id="rId41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line: Scanvas turns a child’s own drawing into an interactive character, in the browser, with no app install. Live today, first pilot done, raising pre-seed.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Paper play is creative but ends at the page; screen time is engaging but mostly passive.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Color, Scan, Come Alive, Explore, Learn. Everything runs in the browser.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a prototype on slides: everything shown is live at scanvas.id.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hook that drives engagement: the child is playing with their own creation.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ArUco-marker detection, perspective warp, crop and mask, then browser animation. Access codes link each printed sheet to the digital experience.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TAM number yet on purpose: we start with a wedge we can reach and prove, then size with sourced data.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core: children create physically, Scanvas makes it interactive. B2C validates family demand, B2B gives scalable distribution, learning content drives repeat usage. B2B is the priority channel.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early traction: 30 pilot participants at one TPA, five product improvements, two shipped. The plan converts that into paid pilots and repeat usage within nine months.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the first stage is live. Engagement engine today; learning platform and content library next.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Haikal built the scan-to-animation technology himself and leads company and product direction; Salsabila leads marketing, customer discovery, and go-to-market.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Antler sets the pre-seed terms; the ask is focus and speed. Milestones mirror the 9-month plan.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200" y="1538065"/>
            <a:ext cx="4724400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200" y="3592475"/>
            <a:ext cx="3660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84563" y="-26078"/>
            <a:ext cx="1156796" cy="706496"/>
          </a:xfrm>
          <a:custGeom>
            <a:avLst/>
            <a:gdLst/>
            <a:ahLst/>
            <a:cxnLst/>
            <a:rect l="l" t="t" r="r" b="b"/>
            <a:pathLst>
              <a:path w="15223" h="8282" extrusionOk="0">
                <a:moveTo>
                  <a:pt x="0" y="1"/>
                </a:moveTo>
                <a:cubicBezTo>
                  <a:pt x="1891" y="2425"/>
                  <a:pt x="4014" y="4641"/>
                  <a:pt x="6636" y="6221"/>
                </a:cubicBezTo>
                <a:cubicBezTo>
                  <a:pt x="8786" y="7515"/>
                  <a:pt x="11353" y="8281"/>
                  <a:pt x="13851" y="8281"/>
                </a:cubicBezTo>
                <a:cubicBezTo>
                  <a:pt x="14312" y="8281"/>
                  <a:pt x="14770" y="8255"/>
                  <a:pt x="15223" y="8202"/>
                </a:cubicBezTo>
                <a:cubicBezTo>
                  <a:pt x="14696" y="5500"/>
                  <a:pt x="14653" y="2713"/>
                  <a:pt x="151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368225" y="-152400"/>
            <a:ext cx="7167450" cy="5371458"/>
            <a:chOff x="2368225" y="-152400"/>
            <a:chExt cx="7167450" cy="5371458"/>
          </a:xfrm>
        </p:grpSpPr>
        <p:sp>
          <p:nvSpPr>
            <p:cNvPr id="13" name="Google Shape;13;p2"/>
            <p:cNvSpPr/>
            <p:nvPr/>
          </p:nvSpPr>
          <p:spPr>
            <a:xfrm>
              <a:off x="4241250" y="-26078"/>
              <a:ext cx="3758237" cy="4809837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rgbClr val="8E2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97937" y="-26078"/>
              <a:ext cx="2068144" cy="841960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37982" y="4078545"/>
              <a:ext cx="2800232" cy="1120311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89808" y="-26078"/>
              <a:ext cx="1969585" cy="4922184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10248" y="4297263"/>
              <a:ext cx="2149149" cy="901589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68225" y="3921502"/>
              <a:ext cx="3958471" cy="1277357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237982" y="4462581"/>
              <a:ext cx="2800232" cy="736267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05385" y="3019590"/>
              <a:ext cx="1115229" cy="139721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" name="Google Shape;2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425943" y="3882258"/>
              <a:ext cx="4791070" cy="1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56525" y="-152400"/>
              <a:ext cx="3979150" cy="342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743200" y="804025"/>
            <a:ext cx="3642000" cy="36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29" name="Google Shape;29;p3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57" name="Google Shape;57;p3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7F8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912058" y="50427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914400" y="1281475"/>
            <a:ext cx="72999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40916" y="4939133"/>
            <a:ext cx="3036" cy="2077"/>
          </a:xfrm>
          <a:custGeom>
            <a:avLst/>
            <a:gdLst/>
            <a:ahLst/>
            <a:cxnLst/>
            <a:rect l="l" t="t" r="r" b="b"/>
            <a:pathLst>
              <a:path w="39" h="39" extrusionOk="0">
                <a:moveTo>
                  <a:pt x="39" y="38"/>
                </a:moveTo>
                <a:lnTo>
                  <a:pt x="39" y="38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6843884" y="-426174"/>
            <a:ext cx="2501000" cy="1673624"/>
            <a:chOff x="6843884" y="-426174"/>
            <a:chExt cx="2501000" cy="1673624"/>
          </a:xfrm>
        </p:grpSpPr>
        <p:sp>
          <p:nvSpPr>
            <p:cNvPr id="91" name="Google Shape;91;p4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43884" y="-4261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4"/>
          <p:cNvGrpSpPr/>
          <p:nvPr/>
        </p:nvGrpSpPr>
        <p:grpSpPr>
          <a:xfrm>
            <a:off x="-65294" y="2635223"/>
            <a:ext cx="4507248" cy="2851689"/>
            <a:chOff x="-65294" y="2635223"/>
            <a:chExt cx="4507248" cy="2851689"/>
          </a:xfrm>
        </p:grpSpPr>
        <p:sp>
          <p:nvSpPr>
            <p:cNvPr id="94" name="Google Shape;94;p4"/>
            <p:cNvSpPr/>
            <p:nvPr/>
          </p:nvSpPr>
          <p:spPr>
            <a:xfrm>
              <a:off x="-37819" y="3229639"/>
              <a:ext cx="642083" cy="720261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-37819" y="3866020"/>
              <a:ext cx="2675357" cy="1620893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ctrTitle"/>
          </p:nvPr>
        </p:nvSpPr>
        <p:spPr>
          <a:xfrm>
            <a:off x="6430548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subTitle" idx="1"/>
          </p:nvPr>
        </p:nvSpPr>
        <p:spPr>
          <a:xfrm>
            <a:off x="5042950" y="3122523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title" idx="2"/>
          </p:nvPr>
        </p:nvSpPr>
        <p:spPr>
          <a:xfrm>
            <a:off x="914238" y="50714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ctrTitle" idx="3"/>
          </p:nvPr>
        </p:nvSpPr>
        <p:spPr>
          <a:xfrm>
            <a:off x="1221943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4"/>
          </p:nvPr>
        </p:nvSpPr>
        <p:spPr>
          <a:xfrm>
            <a:off x="1359900" y="3118599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04" name="Google Shape;104;p5"/>
          <p:cNvGrpSpPr/>
          <p:nvPr/>
        </p:nvGrpSpPr>
        <p:grpSpPr>
          <a:xfrm>
            <a:off x="-720095" y="3263904"/>
            <a:ext cx="3539492" cy="2951122"/>
            <a:chOff x="-720095" y="3263904"/>
            <a:chExt cx="3539492" cy="2951122"/>
          </a:xfrm>
        </p:grpSpPr>
        <p:sp>
          <p:nvSpPr>
            <p:cNvPr id="105" name="Google Shape;105;p5"/>
            <p:cNvSpPr/>
            <p:nvPr/>
          </p:nvSpPr>
          <p:spPr>
            <a:xfrm rot="-4042627" flipH="1">
              <a:off x="-482993" y="3745959"/>
              <a:ext cx="1004486" cy="118336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 rot="-1422298" flipH="1">
              <a:off x="-289786" y="3599993"/>
              <a:ext cx="2150190" cy="2278942"/>
            </a:xfrm>
            <a:custGeom>
              <a:avLst/>
              <a:gdLst/>
              <a:ahLst/>
              <a:cxnLst/>
              <a:rect l="l" t="t" r="r" b="b"/>
              <a:pathLst>
                <a:path w="37180" h="44554" extrusionOk="0">
                  <a:moveTo>
                    <a:pt x="27786" y="0"/>
                  </a:moveTo>
                  <a:cubicBezTo>
                    <a:pt x="24969" y="3347"/>
                    <a:pt x="24958" y="8209"/>
                    <a:pt x="23557" y="12382"/>
                  </a:cubicBezTo>
                  <a:cubicBezTo>
                    <a:pt x="21980" y="17084"/>
                    <a:pt x="18515" y="21019"/>
                    <a:pt x="14327" y="23676"/>
                  </a:cubicBezTo>
                  <a:cubicBezTo>
                    <a:pt x="10400" y="26173"/>
                    <a:pt x="5653" y="27775"/>
                    <a:pt x="2944" y="31561"/>
                  </a:cubicBezTo>
                  <a:cubicBezTo>
                    <a:pt x="1949" y="32947"/>
                    <a:pt x="1294" y="34553"/>
                    <a:pt x="798" y="36188"/>
                  </a:cubicBezTo>
                  <a:cubicBezTo>
                    <a:pt x="336" y="37712"/>
                    <a:pt x="0" y="39289"/>
                    <a:pt x="38" y="40880"/>
                  </a:cubicBezTo>
                  <a:cubicBezTo>
                    <a:pt x="71" y="42154"/>
                    <a:pt x="347" y="43387"/>
                    <a:pt x="817" y="44553"/>
                  </a:cubicBezTo>
                  <a:lnTo>
                    <a:pt x="37179" y="44553"/>
                  </a:lnTo>
                  <a:lnTo>
                    <a:pt x="371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08555" y="4129802"/>
              <a:ext cx="3227952" cy="1815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5"/>
          <p:cNvGrpSpPr/>
          <p:nvPr/>
        </p:nvGrpSpPr>
        <p:grpSpPr>
          <a:xfrm>
            <a:off x="6779002" y="-295280"/>
            <a:ext cx="3020946" cy="1248196"/>
            <a:chOff x="6779002" y="-295280"/>
            <a:chExt cx="3020946" cy="1248196"/>
          </a:xfrm>
        </p:grpSpPr>
        <p:sp>
          <p:nvSpPr>
            <p:cNvPr id="109" name="Google Shape;109;p5"/>
            <p:cNvSpPr/>
            <p:nvPr/>
          </p:nvSpPr>
          <p:spPr>
            <a:xfrm rot="-10552813">
              <a:off x="7265370" y="25277"/>
              <a:ext cx="2293577" cy="84634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110;p5"/>
            <p:cNvGrpSpPr/>
            <p:nvPr/>
          </p:nvGrpSpPr>
          <p:grpSpPr>
            <a:xfrm rot="-10552854" flipH="1">
              <a:off x="6807262" y="-79993"/>
              <a:ext cx="2878776" cy="890349"/>
              <a:chOff x="3098100" y="3849750"/>
              <a:chExt cx="940775" cy="270425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3" name="Google Shape;113;p5"/>
            <p:cNvPicPr preferRelativeResize="0"/>
            <p:nvPr/>
          </p:nvPicPr>
          <p:blipFill rotWithShape="1">
            <a:blip r:embed="rId2">
              <a:alphaModFix/>
            </a:blip>
            <a:srcRect r="67147"/>
            <a:stretch/>
          </p:blipFill>
          <p:spPr>
            <a:xfrm rot="-5400000">
              <a:off x="8361850" y="-672905"/>
              <a:ext cx="1060474" cy="18157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914400" y="505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6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117" name="Google Shape;117;p6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" name="Google Shape;11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920084" y="-349974"/>
            <a:ext cx="2501000" cy="1597424"/>
            <a:chOff x="6920084" y="-349974"/>
            <a:chExt cx="2501000" cy="1597424"/>
          </a:xfrm>
        </p:grpSpPr>
        <p:sp>
          <p:nvSpPr>
            <p:cNvPr id="122" name="Google Shape;122;p6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20084" y="-3499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4572000" y="1697008"/>
            <a:ext cx="3660900" cy="88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4573650" y="2589965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7"/>
          <p:cNvGrpSpPr/>
          <p:nvPr/>
        </p:nvGrpSpPr>
        <p:grpSpPr>
          <a:xfrm>
            <a:off x="-1204808" y="-74100"/>
            <a:ext cx="7231283" cy="5464048"/>
            <a:chOff x="-1204808" y="-74100"/>
            <a:chExt cx="7231283" cy="5464048"/>
          </a:xfrm>
        </p:grpSpPr>
        <p:sp>
          <p:nvSpPr>
            <p:cNvPr id="128" name="Google Shape;128;p7"/>
            <p:cNvSpPr/>
            <p:nvPr/>
          </p:nvSpPr>
          <p:spPr>
            <a:xfrm rot="10800000">
              <a:off x="4153341" y="4476950"/>
              <a:ext cx="1156796" cy="708608"/>
            </a:xfrm>
            <a:custGeom>
              <a:avLst/>
              <a:gdLst/>
              <a:ahLst/>
              <a:cxnLst/>
              <a:rect l="l" t="t" r="r" b="b"/>
              <a:pathLst>
                <a:path w="15223" h="8282" extrusionOk="0">
                  <a:moveTo>
                    <a:pt x="0" y="1"/>
                  </a:moveTo>
                  <a:cubicBezTo>
                    <a:pt x="1891" y="2425"/>
                    <a:pt x="4014" y="4641"/>
                    <a:pt x="6636" y="6221"/>
                  </a:cubicBezTo>
                  <a:cubicBezTo>
                    <a:pt x="8786" y="7515"/>
                    <a:pt x="11353" y="8281"/>
                    <a:pt x="13851" y="8281"/>
                  </a:cubicBezTo>
                  <a:cubicBezTo>
                    <a:pt x="14312" y="8281"/>
                    <a:pt x="14770" y="8255"/>
                    <a:pt x="15223" y="8202"/>
                  </a:cubicBezTo>
                  <a:cubicBezTo>
                    <a:pt x="14696" y="5500"/>
                    <a:pt x="14653" y="2713"/>
                    <a:pt x="15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10800000">
              <a:off x="395212" y="361343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10800000">
              <a:off x="2128619" y="4341080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10800000">
              <a:off x="2356486" y="-55043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 rot="10800000">
              <a:off x="2068004" y="-55044"/>
              <a:ext cx="3958471" cy="1281175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2356486" y="-55039"/>
              <a:ext cx="2800232" cy="738468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 rot="10800000">
              <a:off x="874085" y="729362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 rot="10800000">
              <a:off x="-764698" y="-55041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" name="Google Shape;137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ctrTitle"/>
          </p:nvPr>
        </p:nvSpPr>
        <p:spPr>
          <a:xfrm>
            <a:off x="914400" y="3284873"/>
            <a:ext cx="3651600" cy="5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1"/>
          </p:nvPr>
        </p:nvSpPr>
        <p:spPr>
          <a:xfrm>
            <a:off x="914400" y="965610"/>
            <a:ext cx="3651600" cy="23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2493374" y="-81232"/>
            <a:ext cx="6955431" cy="5329506"/>
            <a:chOff x="2493374" y="-81232"/>
            <a:chExt cx="6955431" cy="5329506"/>
          </a:xfrm>
        </p:grpSpPr>
        <p:sp>
          <p:nvSpPr>
            <p:cNvPr id="143" name="Google Shape;143;p8"/>
            <p:cNvSpPr/>
            <p:nvPr/>
          </p:nvSpPr>
          <p:spPr>
            <a:xfrm rot="10800000" flipH="1">
              <a:off x="4366399" y="335155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 rot="10800000" flipH="1">
              <a:off x="4323086" y="4314893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 rot="10800000" flipH="1">
              <a:off x="3363131" y="-81230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 rot="10800000" flipH="1">
              <a:off x="7314957" y="222473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 rot="10800000" flipH="1">
              <a:off x="7135398" y="-81228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" name="Google Shape;148;p8"/>
            <p:cNvGrpSpPr/>
            <p:nvPr/>
          </p:nvGrpSpPr>
          <p:grpSpPr>
            <a:xfrm>
              <a:off x="2493374" y="-81232"/>
              <a:ext cx="3958471" cy="1281175"/>
              <a:chOff x="2493374" y="-81232"/>
              <a:chExt cx="3958471" cy="1281175"/>
            </a:xfrm>
          </p:grpSpPr>
          <p:sp>
            <p:nvSpPr>
              <p:cNvPr id="149" name="Google Shape;149;p8"/>
              <p:cNvSpPr/>
              <p:nvPr/>
            </p:nvSpPr>
            <p:spPr>
              <a:xfrm rot="10800000" flipH="1">
                <a:off x="2493374" y="-81232"/>
                <a:ext cx="3958471" cy="1281175"/>
              </a:xfrm>
              <a:custGeom>
                <a:avLst/>
                <a:gdLst/>
                <a:ahLst/>
                <a:cxnLst/>
                <a:rect l="l" t="t" r="r" b="b"/>
                <a:pathLst>
                  <a:path w="52092" h="14974" extrusionOk="0">
                    <a:moveTo>
                      <a:pt x="10073" y="5769"/>
                    </a:moveTo>
                    <a:cubicBezTo>
                      <a:pt x="7479" y="5769"/>
                      <a:pt x="4891" y="6731"/>
                      <a:pt x="3028" y="8466"/>
                    </a:cubicBezTo>
                    <a:cubicBezTo>
                      <a:pt x="1213" y="10159"/>
                      <a:pt x="137" y="12540"/>
                      <a:pt x="0" y="14974"/>
                    </a:cubicBezTo>
                    <a:lnTo>
                      <a:pt x="11446" y="14974"/>
                    </a:lnTo>
                    <a:cubicBezTo>
                      <a:pt x="12158" y="12102"/>
                      <a:pt x="13582" y="9408"/>
                      <a:pt x="15534" y="7183"/>
                    </a:cubicBezTo>
                    <a:cubicBezTo>
                      <a:pt x="14502" y="6711"/>
                      <a:pt x="13450" y="6278"/>
                      <a:pt x="12337" y="6023"/>
                    </a:cubicBezTo>
                    <a:cubicBezTo>
                      <a:pt x="11597" y="5853"/>
                      <a:pt x="10833" y="5769"/>
                      <a:pt x="10073" y="5769"/>
                    </a:cubicBezTo>
                    <a:close/>
                    <a:moveTo>
                      <a:pt x="45074" y="1"/>
                    </a:moveTo>
                    <a:cubicBezTo>
                      <a:pt x="43566" y="1"/>
                      <a:pt x="41995" y="486"/>
                      <a:pt x="40619" y="1128"/>
                    </a:cubicBezTo>
                    <a:cubicBezTo>
                      <a:pt x="37595" y="2533"/>
                      <a:pt x="34973" y="4604"/>
                      <a:pt x="32144" y="6344"/>
                    </a:cubicBezTo>
                    <a:cubicBezTo>
                      <a:pt x="32964" y="7452"/>
                      <a:pt x="33822" y="8509"/>
                      <a:pt x="35001" y="9182"/>
                    </a:cubicBezTo>
                    <a:cubicBezTo>
                      <a:pt x="37124" y="10394"/>
                      <a:pt x="39736" y="10065"/>
                      <a:pt x="42179" y="10168"/>
                    </a:cubicBezTo>
                    <a:cubicBezTo>
                      <a:pt x="44617" y="10272"/>
                      <a:pt x="47447" y="11215"/>
                      <a:pt x="48126" y="13563"/>
                    </a:cubicBezTo>
                    <a:cubicBezTo>
                      <a:pt x="48258" y="14021"/>
                      <a:pt x="48291" y="14497"/>
                      <a:pt x="48296" y="14974"/>
                    </a:cubicBezTo>
                    <a:lnTo>
                      <a:pt x="51884" y="14974"/>
                    </a:lnTo>
                    <a:cubicBezTo>
                      <a:pt x="52092" y="11470"/>
                      <a:pt x="51993" y="7956"/>
                      <a:pt x="50790" y="4670"/>
                    </a:cubicBezTo>
                    <a:cubicBezTo>
                      <a:pt x="50211" y="3085"/>
                      <a:pt x="49299" y="1505"/>
                      <a:pt x="47791" y="661"/>
                    </a:cubicBezTo>
                    <a:cubicBezTo>
                      <a:pt x="46951" y="194"/>
                      <a:pt x="46027" y="1"/>
                      <a:pt x="450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 rot="10800000" flipH="1">
                <a:off x="3363131" y="-81227"/>
                <a:ext cx="2800232" cy="738468"/>
              </a:xfrm>
              <a:custGeom>
                <a:avLst/>
                <a:gdLst/>
                <a:ahLst/>
                <a:cxnLst/>
                <a:rect l="l" t="t" r="r" b="b"/>
                <a:pathLst>
                  <a:path w="36850" h="8631" extrusionOk="0">
                    <a:moveTo>
                      <a:pt x="20698" y="1"/>
                    </a:moveTo>
                    <a:cubicBezTo>
                      <a:pt x="20434" y="166"/>
                      <a:pt x="20169" y="321"/>
                      <a:pt x="19905" y="477"/>
                    </a:cubicBezTo>
                    <a:cubicBezTo>
                      <a:pt x="17354" y="1968"/>
                      <a:pt x="14431" y="3137"/>
                      <a:pt x="11488" y="3137"/>
                    </a:cubicBezTo>
                    <a:cubicBezTo>
                      <a:pt x="10814" y="3137"/>
                      <a:pt x="10134" y="3076"/>
                      <a:pt x="9460" y="2943"/>
                    </a:cubicBezTo>
                    <a:cubicBezTo>
                      <a:pt x="7564" y="2566"/>
                      <a:pt x="5847" y="1642"/>
                      <a:pt x="4088" y="840"/>
                    </a:cubicBezTo>
                    <a:cubicBezTo>
                      <a:pt x="2136" y="3065"/>
                      <a:pt x="712" y="5759"/>
                      <a:pt x="0" y="8631"/>
                    </a:cubicBezTo>
                    <a:lnTo>
                      <a:pt x="36850" y="8631"/>
                    </a:lnTo>
                    <a:cubicBezTo>
                      <a:pt x="36845" y="8154"/>
                      <a:pt x="36812" y="7678"/>
                      <a:pt x="36680" y="7220"/>
                    </a:cubicBezTo>
                    <a:cubicBezTo>
                      <a:pt x="36001" y="4872"/>
                      <a:pt x="33171" y="3929"/>
                      <a:pt x="30733" y="3825"/>
                    </a:cubicBezTo>
                    <a:cubicBezTo>
                      <a:pt x="28290" y="3722"/>
                      <a:pt x="25678" y="4051"/>
                      <a:pt x="23555" y="2839"/>
                    </a:cubicBezTo>
                    <a:cubicBezTo>
                      <a:pt x="22376" y="2166"/>
                      <a:pt x="21518" y="1109"/>
                      <a:pt x="20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8"/>
            <p:cNvSpPr/>
            <p:nvPr/>
          </p:nvSpPr>
          <p:spPr>
            <a:xfrm rot="10800000" flipH="1">
              <a:off x="6530534" y="703175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2" name="Google Shape;152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551674" y="-76200"/>
              <a:ext cx="4820928" cy="2711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8"/>
            <p:cNvPicPr preferRelativeResize="0"/>
            <p:nvPr/>
          </p:nvPicPr>
          <p:blipFill rotWithShape="1">
            <a:blip r:embed="rId3">
              <a:alphaModFix/>
            </a:blip>
            <a:srcRect l="29508" t="-10800" b="10800"/>
            <a:stretch/>
          </p:blipFill>
          <p:spPr>
            <a:xfrm>
              <a:off x="5033275" y="1724850"/>
              <a:ext cx="4415530" cy="352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7F8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 flipH="1">
            <a:off x="2894200" y="3121150"/>
            <a:ext cx="35256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ctrTitle"/>
          </p:nvPr>
        </p:nvSpPr>
        <p:spPr>
          <a:xfrm flipH="1">
            <a:off x="668300" y="2732350"/>
            <a:ext cx="79773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ubTitle" idx="2"/>
          </p:nvPr>
        </p:nvSpPr>
        <p:spPr>
          <a:xfrm flipH="1">
            <a:off x="914550" y="3108302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ctrTitle" idx="3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 idx="4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163" name="Google Shape;163;p9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9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9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194" name="Google Shape;194;p9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>
            <a:off x="2288000" y="-49525"/>
            <a:ext cx="5329733" cy="6118420"/>
            <a:chOff x="2288000" y="-49525"/>
            <a:chExt cx="5329733" cy="6118420"/>
          </a:xfrm>
        </p:grpSpPr>
        <p:sp>
          <p:nvSpPr>
            <p:cNvPr id="223" name="Google Shape;223;p10"/>
            <p:cNvSpPr/>
            <p:nvPr/>
          </p:nvSpPr>
          <p:spPr>
            <a:xfrm rot="-4421961">
              <a:off x="2777637" y="1686086"/>
              <a:ext cx="5541644" cy="2691324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2288000" y="-49525"/>
              <a:ext cx="2743200" cy="564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6" name="Google Shape;226;p10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227" name="Google Shape;227;p10"/>
          <p:cNvGrpSpPr/>
          <p:nvPr/>
        </p:nvGrpSpPr>
        <p:grpSpPr>
          <a:xfrm>
            <a:off x="4340695" y="4859500"/>
            <a:ext cx="2740195" cy="411348"/>
            <a:chOff x="3731103" y="4808559"/>
            <a:chExt cx="2740195" cy="335138"/>
          </a:xfrm>
        </p:grpSpPr>
        <p:sp>
          <p:nvSpPr>
            <p:cNvPr id="228" name="Google Shape;228;p10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0"/>
          <p:cNvGrpSpPr/>
          <p:nvPr/>
        </p:nvGrpSpPr>
        <p:grpSpPr>
          <a:xfrm>
            <a:off x="-665807" y="3431750"/>
            <a:ext cx="3632735" cy="2280574"/>
            <a:chOff x="-665807" y="3431750"/>
            <a:chExt cx="3632735" cy="2280574"/>
          </a:xfrm>
        </p:grpSpPr>
        <p:sp>
          <p:nvSpPr>
            <p:cNvPr id="232" name="Google Shape;232;p10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3" name="Google Shape;233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21174" y="3431750"/>
              <a:ext cx="3188102" cy="179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10"/>
          <p:cNvGrpSpPr/>
          <p:nvPr/>
        </p:nvGrpSpPr>
        <p:grpSpPr>
          <a:xfrm>
            <a:off x="5536150" y="-152400"/>
            <a:ext cx="3785654" cy="5632544"/>
            <a:chOff x="5536150" y="-152400"/>
            <a:chExt cx="3785654" cy="5632544"/>
          </a:xfrm>
        </p:grpSpPr>
        <p:sp>
          <p:nvSpPr>
            <p:cNvPr id="235" name="Google Shape;235;p10"/>
            <p:cNvSpPr/>
            <p:nvPr/>
          </p:nvSpPr>
          <p:spPr>
            <a:xfrm rot="5400000">
              <a:off x="7067275" y="992343"/>
              <a:ext cx="3234092" cy="1126340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 rot="5400000">
              <a:off x="5122630" y="1355283"/>
              <a:ext cx="5541677" cy="270804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 rot="5400000">
              <a:off x="8312443" y="3758806"/>
              <a:ext cx="789976" cy="367355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 rot="5400000">
              <a:off x="8117401" y="2029636"/>
              <a:ext cx="1785149" cy="431675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 rot="5400000">
              <a:off x="7731024" y="2865742"/>
              <a:ext cx="2407783" cy="581797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0" name="Google Shape;240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6150" y="-152400"/>
              <a:ext cx="3785654" cy="2129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8141194" y="779020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3" y="1"/>
                </a:moveTo>
                <a:cubicBezTo>
                  <a:pt x="258" y="1"/>
                  <a:pt x="1" y="255"/>
                  <a:pt x="1" y="573"/>
                </a:cubicBezTo>
                <a:cubicBezTo>
                  <a:pt x="1" y="887"/>
                  <a:pt x="258" y="1145"/>
                  <a:pt x="573" y="1145"/>
                </a:cubicBezTo>
                <a:cubicBezTo>
                  <a:pt x="891" y="1145"/>
                  <a:pt x="1145" y="887"/>
                  <a:pt x="1145" y="573"/>
                </a:cubicBezTo>
                <a:cubicBezTo>
                  <a:pt x="1145" y="255"/>
                  <a:pt x="891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96394" y="27193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2" y="0"/>
                </a:moveTo>
                <a:cubicBezTo>
                  <a:pt x="258" y="0"/>
                  <a:pt x="1" y="258"/>
                  <a:pt x="1" y="573"/>
                </a:cubicBezTo>
                <a:cubicBezTo>
                  <a:pt x="1" y="891"/>
                  <a:pt x="258" y="1144"/>
                  <a:pt x="572" y="1144"/>
                </a:cubicBezTo>
                <a:cubicBezTo>
                  <a:pt x="890" y="1144"/>
                  <a:pt x="1145" y="891"/>
                  <a:pt x="1145" y="573"/>
                </a:cubicBezTo>
                <a:cubicBezTo>
                  <a:pt x="1145" y="258"/>
                  <a:pt x="890" y="0"/>
                  <a:pt x="5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207835" y="45487"/>
            <a:ext cx="6923436" cy="4730331"/>
          </a:xfrm>
          <a:custGeom>
            <a:avLst/>
            <a:gdLst/>
            <a:ahLst/>
            <a:cxnLst/>
            <a:rect l="l" t="t" r="r" b="b"/>
            <a:pathLst>
              <a:path w="69029" h="47163" extrusionOk="0">
                <a:moveTo>
                  <a:pt x="49721" y="1"/>
                </a:moveTo>
                <a:cubicBezTo>
                  <a:pt x="45687" y="1"/>
                  <a:pt x="41583" y="1235"/>
                  <a:pt x="37957" y="3081"/>
                </a:cubicBezTo>
                <a:cubicBezTo>
                  <a:pt x="34762" y="4714"/>
                  <a:pt x="31698" y="6871"/>
                  <a:pt x="28119" y="7346"/>
                </a:cubicBezTo>
                <a:cubicBezTo>
                  <a:pt x="27557" y="7420"/>
                  <a:pt x="26998" y="7453"/>
                  <a:pt x="26440" y="7453"/>
                </a:cubicBezTo>
                <a:cubicBezTo>
                  <a:pt x="24560" y="7453"/>
                  <a:pt x="22694" y="7106"/>
                  <a:pt x="20823" y="6922"/>
                </a:cubicBezTo>
                <a:cubicBezTo>
                  <a:pt x="19960" y="6838"/>
                  <a:pt x="19084" y="6794"/>
                  <a:pt x="18201" y="6794"/>
                </a:cubicBezTo>
                <a:cubicBezTo>
                  <a:pt x="13150" y="6797"/>
                  <a:pt x="7908" y="8210"/>
                  <a:pt x="4382" y="11548"/>
                </a:cubicBezTo>
                <a:cubicBezTo>
                  <a:pt x="1720" y="14063"/>
                  <a:pt x="285" y="17468"/>
                  <a:pt x="121" y="20803"/>
                </a:cubicBezTo>
                <a:cubicBezTo>
                  <a:pt x="1" y="23245"/>
                  <a:pt x="466" y="25911"/>
                  <a:pt x="1583" y="28092"/>
                </a:cubicBezTo>
                <a:cubicBezTo>
                  <a:pt x="2837" y="30540"/>
                  <a:pt x="5858" y="32608"/>
                  <a:pt x="4924" y="35354"/>
                </a:cubicBezTo>
                <a:cubicBezTo>
                  <a:pt x="4915" y="35388"/>
                  <a:pt x="4901" y="35425"/>
                  <a:pt x="4891" y="35458"/>
                </a:cubicBezTo>
                <a:cubicBezTo>
                  <a:pt x="3731" y="38967"/>
                  <a:pt x="6417" y="42422"/>
                  <a:pt x="9909" y="42422"/>
                </a:cubicBezTo>
                <a:cubicBezTo>
                  <a:pt x="10257" y="42422"/>
                  <a:pt x="10615" y="42386"/>
                  <a:pt x="10979" y="42315"/>
                </a:cubicBezTo>
                <a:cubicBezTo>
                  <a:pt x="13826" y="41744"/>
                  <a:pt x="16716" y="41459"/>
                  <a:pt x="19599" y="41459"/>
                </a:cubicBezTo>
                <a:cubicBezTo>
                  <a:pt x="23289" y="41459"/>
                  <a:pt x="26972" y="41924"/>
                  <a:pt x="30564" y="42851"/>
                </a:cubicBezTo>
                <a:lnTo>
                  <a:pt x="46758" y="47035"/>
                </a:lnTo>
                <a:cubicBezTo>
                  <a:pt x="47584" y="47118"/>
                  <a:pt x="48410" y="47163"/>
                  <a:pt x="49236" y="47163"/>
                </a:cubicBezTo>
                <a:cubicBezTo>
                  <a:pt x="55512" y="47163"/>
                  <a:pt x="61579" y="44700"/>
                  <a:pt x="66095" y="40248"/>
                </a:cubicBezTo>
                <a:cubicBezTo>
                  <a:pt x="67807" y="37622"/>
                  <a:pt x="69029" y="36007"/>
                  <a:pt x="68915" y="31016"/>
                </a:cubicBezTo>
                <a:cubicBezTo>
                  <a:pt x="68798" y="26009"/>
                  <a:pt x="62814" y="19723"/>
                  <a:pt x="61931" y="17615"/>
                </a:cubicBezTo>
                <a:cubicBezTo>
                  <a:pt x="61057" y="15538"/>
                  <a:pt x="63276" y="11481"/>
                  <a:pt x="62924" y="9260"/>
                </a:cubicBezTo>
                <a:cubicBezTo>
                  <a:pt x="62148" y="4356"/>
                  <a:pt x="57559" y="867"/>
                  <a:pt x="52140" y="158"/>
                </a:cubicBezTo>
                <a:cubicBezTo>
                  <a:pt x="51340" y="51"/>
                  <a:pt x="50531" y="1"/>
                  <a:pt x="497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985073" y="1238086"/>
            <a:ext cx="2272976" cy="1807954"/>
          </a:xfrm>
          <a:custGeom>
            <a:avLst/>
            <a:gdLst/>
            <a:ahLst/>
            <a:cxnLst/>
            <a:rect l="l" t="t" r="r" b="b"/>
            <a:pathLst>
              <a:path w="10725" h="8531" extrusionOk="0">
                <a:moveTo>
                  <a:pt x="5102" y="1"/>
                </a:moveTo>
                <a:cubicBezTo>
                  <a:pt x="3336" y="1"/>
                  <a:pt x="1519" y="586"/>
                  <a:pt x="924" y="1918"/>
                </a:cubicBezTo>
                <a:cubicBezTo>
                  <a:pt x="1" y="3975"/>
                  <a:pt x="3175" y="5526"/>
                  <a:pt x="4529" y="7329"/>
                </a:cubicBezTo>
                <a:cubicBezTo>
                  <a:pt x="5175" y="8186"/>
                  <a:pt x="5888" y="8530"/>
                  <a:pt x="6584" y="8530"/>
                </a:cubicBezTo>
                <a:cubicBezTo>
                  <a:pt x="7921" y="8530"/>
                  <a:pt x="9196" y="7249"/>
                  <a:pt x="9801" y="5895"/>
                </a:cubicBezTo>
                <a:cubicBezTo>
                  <a:pt x="10725" y="3837"/>
                  <a:pt x="9801" y="1422"/>
                  <a:pt x="7744" y="502"/>
                </a:cubicBezTo>
                <a:cubicBezTo>
                  <a:pt x="7018" y="175"/>
                  <a:pt x="6068" y="1"/>
                  <a:pt x="5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84799" y="3167397"/>
            <a:ext cx="851626" cy="772190"/>
          </a:xfrm>
          <a:custGeom>
            <a:avLst/>
            <a:gdLst/>
            <a:ahLst/>
            <a:cxnLst/>
            <a:rect l="l" t="t" r="r" b="b"/>
            <a:pathLst>
              <a:path w="8491" h="7699" extrusionOk="0">
                <a:moveTo>
                  <a:pt x="4102" y="1"/>
                </a:moveTo>
                <a:cubicBezTo>
                  <a:pt x="3038" y="1"/>
                  <a:pt x="1990" y="322"/>
                  <a:pt x="1348" y="1095"/>
                </a:cubicBezTo>
                <a:cubicBezTo>
                  <a:pt x="0" y="2710"/>
                  <a:pt x="2031" y="4550"/>
                  <a:pt x="2556" y="6310"/>
                </a:cubicBezTo>
                <a:cubicBezTo>
                  <a:pt x="2854" y="7310"/>
                  <a:pt x="3446" y="7698"/>
                  <a:pt x="4135" y="7698"/>
                </a:cubicBezTo>
                <a:cubicBezTo>
                  <a:pt x="5138" y="7698"/>
                  <a:pt x="6343" y="6875"/>
                  <a:pt x="7142" y="5918"/>
                </a:cubicBezTo>
                <a:cubicBezTo>
                  <a:pt x="8487" y="4299"/>
                  <a:pt x="8490" y="2085"/>
                  <a:pt x="7149" y="964"/>
                </a:cubicBezTo>
                <a:cubicBezTo>
                  <a:pt x="6446" y="382"/>
                  <a:pt x="5266" y="1"/>
                  <a:pt x="4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810334" y="811416"/>
            <a:ext cx="5757979" cy="4004277"/>
          </a:xfrm>
          <a:custGeom>
            <a:avLst/>
            <a:gdLst/>
            <a:ahLst/>
            <a:cxnLst/>
            <a:rect l="l" t="t" r="r" b="b"/>
            <a:pathLst>
              <a:path w="57409" h="39924" extrusionOk="0">
                <a:moveTo>
                  <a:pt x="41442" y="1"/>
                </a:moveTo>
                <a:cubicBezTo>
                  <a:pt x="40809" y="1"/>
                  <a:pt x="40177" y="37"/>
                  <a:pt x="39550" y="109"/>
                </a:cubicBezTo>
                <a:cubicBezTo>
                  <a:pt x="35241" y="597"/>
                  <a:pt x="30969" y="3304"/>
                  <a:pt x="26644" y="3304"/>
                </a:cubicBezTo>
                <a:cubicBezTo>
                  <a:pt x="26399" y="3304"/>
                  <a:pt x="26154" y="3295"/>
                  <a:pt x="25908" y="3277"/>
                </a:cubicBezTo>
                <a:cubicBezTo>
                  <a:pt x="23814" y="3120"/>
                  <a:pt x="21881" y="2180"/>
                  <a:pt x="19898" y="1501"/>
                </a:cubicBezTo>
                <a:cubicBezTo>
                  <a:pt x="17859" y="802"/>
                  <a:pt x="15655" y="398"/>
                  <a:pt x="13483" y="398"/>
                </a:cubicBezTo>
                <a:cubicBezTo>
                  <a:pt x="10616" y="398"/>
                  <a:pt x="7802" y="1102"/>
                  <a:pt x="5494" y="2762"/>
                </a:cubicBezTo>
                <a:cubicBezTo>
                  <a:pt x="2888" y="4632"/>
                  <a:pt x="1162" y="7572"/>
                  <a:pt x="507" y="10686"/>
                </a:cubicBezTo>
                <a:cubicBezTo>
                  <a:pt x="28" y="12968"/>
                  <a:pt x="1" y="15570"/>
                  <a:pt x="593" y="17834"/>
                </a:cubicBezTo>
                <a:cubicBezTo>
                  <a:pt x="1256" y="20380"/>
                  <a:pt x="2329" y="22601"/>
                  <a:pt x="2245" y="25314"/>
                </a:cubicBezTo>
                <a:cubicBezTo>
                  <a:pt x="2159" y="28181"/>
                  <a:pt x="1580" y="30659"/>
                  <a:pt x="2078" y="33589"/>
                </a:cubicBezTo>
                <a:cubicBezTo>
                  <a:pt x="2736" y="37451"/>
                  <a:pt x="6385" y="39923"/>
                  <a:pt x="11969" y="39923"/>
                </a:cubicBezTo>
                <a:cubicBezTo>
                  <a:pt x="14052" y="39923"/>
                  <a:pt x="16405" y="39579"/>
                  <a:pt x="18971" y="38835"/>
                </a:cubicBezTo>
                <a:cubicBezTo>
                  <a:pt x="22988" y="37671"/>
                  <a:pt x="27153" y="37012"/>
                  <a:pt x="31330" y="36875"/>
                </a:cubicBezTo>
                <a:cubicBezTo>
                  <a:pt x="31630" y="36865"/>
                  <a:pt x="31928" y="36860"/>
                  <a:pt x="32226" y="36860"/>
                </a:cubicBezTo>
                <a:cubicBezTo>
                  <a:pt x="35807" y="36860"/>
                  <a:pt x="39244" y="37524"/>
                  <a:pt x="42815" y="37852"/>
                </a:cubicBezTo>
                <a:cubicBezTo>
                  <a:pt x="43587" y="37922"/>
                  <a:pt x="44369" y="37965"/>
                  <a:pt x="45149" y="37965"/>
                </a:cubicBezTo>
                <a:cubicBezTo>
                  <a:pt x="47133" y="37965"/>
                  <a:pt x="49109" y="37687"/>
                  <a:pt x="50909" y="36881"/>
                </a:cubicBezTo>
                <a:cubicBezTo>
                  <a:pt x="53291" y="35817"/>
                  <a:pt x="55248" y="33834"/>
                  <a:pt x="56278" y="31435"/>
                </a:cubicBezTo>
                <a:cubicBezTo>
                  <a:pt x="57312" y="29037"/>
                  <a:pt x="57409" y="26254"/>
                  <a:pt x="56543" y="23792"/>
                </a:cubicBezTo>
                <a:cubicBezTo>
                  <a:pt x="55873" y="21879"/>
                  <a:pt x="54649" y="20156"/>
                  <a:pt x="54275" y="18163"/>
                </a:cubicBezTo>
                <a:cubicBezTo>
                  <a:pt x="53826" y="15801"/>
                  <a:pt x="54629" y="13383"/>
                  <a:pt x="54545" y="10981"/>
                </a:cubicBezTo>
                <a:cubicBezTo>
                  <a:pt x="54425" y="7512"/>
                  <a:pt x="52381" y="4254"/>
                  <a:pt x="49501" y="2320"/>
                </a:cubicBezTo>
                <a:cubicBezTo>
                  <a:pt x="47142" y="738"/>
                  <a:pt x="44290" y="1"/>
                  <a:pt x="414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583188" y="84563"/>
            <a:ext cx="753535" cy="499682"/>
          </a:xfrm>
          <a:custGeom>
            <a:avLst/>
            <a:gdLst/>
            <a:ahLst/>
            <a:cxnLst/>
            <a:rect l="l" t="t" r="r" b="b"/>
            <a:pathLst>
              <a:path w="7513" h="4982" extrusionOk="0">
                <a:moveTo>
                  <a:pt x="5336" y="1"/>
                </a:moveTo>
                <a:cubicBezTo>
                  <a:pt x="4958" y="1"/>
                  <a:pt x="4536" y="111"/>
                  <a:pt x="4071" y="365"/>
                </a:cubicBezTo>
                <a:cubicBezTo>
                  <a:pt x="2643" y="1148"/>
                  <a:pt x="0" y="1429"/>
                  <a:pt x="107" y="2807"/>
                </a:cubicBezTo>
                <a:cubicBezTo>
                  <a:pt x="207" y="4095"/>
                  <a:pt x="2519" y="4981"/>
                  <a:pt x="4201" y="4981"/>
                </a:cubicBezTo>
                <a:cubicBezTo>
                  <a:pt x="4319" y="4981"/>
                  <a:pt x="4429" y="4975"/>
                  <a:pt x="4539" y="4968"/>
                </a:cubicBezTo>
                <a:cubicBezTo>
                  <a:pt x="6228" y="4834"/>
                  <a:pt x="7513" y="3610"/>
                  <a:pt x="7403" y="2235"/>
                </a:cubicBezTo>
                <a:cubicBezTo>
                  <a:pt x="7323" y="1178"/>
                  <a:pt x="6577" y="1"/>
                  <a:pt x="53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 txBox="1">
            <a:spLocks noGrp="1"/>
          </p:cNvSpPr>
          <p:nvPr>
            <p:ph type="title" hasCustomPrompt="1"/>
          </p:nvPr>
        </p:nvSpPr>
        <p:spPr>
          <a:xfrm>
            <a:off x="1377175" y="2098650"/>
            <a:ext cx="6389700" cy="624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1" name="Google Shape;251;p11"/>
          <p:cNvSpPr txBox="1">
            <a:spLocks noGrp="1"/>
          </p:cNvSpPr>
          <p:nvPr>
            <p:ph type="body" idx="1"/>
          </p:nvPr>
        </p:nvSpPr>
        <p:spPr>
          <a:xfrm>
            <a:off x="2141275" y="2908400"/>
            <a:ext cx="48615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2">
            <a:alphaModFix/>
          </a:blip>
          <a:srcRect l="26975" t="44943" b="28"/>
          <a:stretch/>
        </p:blipFill>
        <p:spPr>
          <a:xfrm rot="5400000">
            <a:off x="8224362" y="-373937"/>
            <a:ext cx="993375" cy="12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8141" y="3387325"/>
            <a:ext cx="1790590" cy="183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1">
    <p:bg>
      <p:bgPr>
        <a:solidFill>
          <a:schemeClr val="accen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_1_1">
    <p:bg>
      <p:bgPr>
        <a:solidFill>
          <a:srgbClr val="F7F8F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4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258" name="Google Shape;258;p14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9" name="Google Shape;259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4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261" name="Google Shape;261;p14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3" name="Google Shape;263;p14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_1_1_1">
    <p:bg>
      <p:bgPr>
        <a:solidFill>
          <a:srgbClr val="F7F8FC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5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266" name="Google Shape;266;p15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15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74;p15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5"/>
          <p:cNvGrpSpPr/>
          <p:nvPr/>
        </p:nvGrpSpPr>
        <p:grpSpPr>
          <a:xfrm>
            <a:off x="-1461898" y="-365531"/>
            <a:ext cx="4517288" cy="5656681"/>
            <a:chOff x="-1461898" y="-365531"/>
            <a:chExt cx="4517288" cy="5656681"/>
          </a:xfrm>
        </p:grpSpPr>
        <p:grpSp>
          <p:nvGrpSpPr>
            <p:cNvPr id="277" name="Google Shape;277;p15"/>
            <p:cNvGrpSpPr/>
            <p:nvPr/>
          </p:nvGrpSpPr>
          <p:grpSpPr>
            <a:xfrm rot="-373055" flipH="1">
              <a:off x="-1188897" y="-165939"/>
              <a:ext cx="3971287" cy="5257164"/>
              <a:chOff x="3268325" y="3013975"/>
              <a:chExt cx="1443800" cy="1106200"/>
            </a:xfrm>
          </p:grpSpPr>
          <p:sp>
            <p:nvSpPr>
              <p:cNvPr id="278" name="Google Shape;278;p15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84" name="Google Shape;28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_1_1_1_1">
    <p:bg>
      <p:bgPr>
        <a:solidFill>
          <a:schemeClr val="accen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6"/>
          <p:cNvGrpSpPr/>
          <p:nvPr/>
        </p:nvGrpSpPr>
        <p:grpSpPr>
          <a:xfrm>
            <a:off x="7588037" y="-344128"/>
            <a:ext cx="1753419" cy="5824284"/>
            <a:chOff x="5883539" y="-344156"/>
            <a:chExt cx="3534407" cy="5824284"/>
          </a:xfrm>
        </p:grpSpPr>
        <p:sp>
          <p:nvSpPr>
            <p:cNvPr id="288" name="Google Shape;288;p16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" name="Google Shape;293;p16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294" name="Google Shape;294;p16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6"/>
          <p:cNvSpPr/>
          <p:nvPr/>
        </p:nvSpPr>
        <p:spPr>
          <a:xfrm rot="10800000">
            <a:off x="-25632" y="330110"/>
            <a:ext cx="1733468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 rot="10800000">
            <a:off x="1663806" y="-162474"/>
            <a:ext cx="2346874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 rot="10800000">
            <a:off x="-952031" y="-131121"/>
            <a:ext cx="1670156" cy="5209246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/>
          <p:nvPr/>
        </p:nvSpPr>
        <p:spPr>
          <a:xfrm rot="10800000">
            <a:off x="-952059" y="-162472"/>
            <a:ext cx="1801202" cy="904284"/>
          </a:xfrm>
          <a:custGeom>
            <a:avLst/>
            <a:gdLst/>
            <a:ahLst/>
            <a:cxnLst/>
            <a:rect l="l" t="t" r="r" b="b"/>
            <a:pathLst>
              <a:path w="28282" h="10569" extrusionOk="0">
                <a:moveTo>
                  <a:pt x="28282" y="1"/>
                </a:moveTo>
                <a:cubicBezTo>
                  <a:pt x="26674" y="1542"/>
                  <a:pt x="24867" y="2872"/>
                  <a:pt x="22906" y="3938"/>
                </a:cubicBezTo>
                <a:cubicBezTo>
                  <a:pt x="19143" y="5986"/>
                  <a:pt x="14860" y="7019"/>
                  <a:pt x="10578" y="7019"/>
                </a:cubicBezTo>
                <a:cubicBezTo>
                  <a:pt x="7792" y="7019"/>
                  <a:pt x="5005" y="6581"/>
                  <a:pt x="2364" y="5702"/>
                </a:cubicBezTo>
                <a:cubicBezTo>
                  <a:pt x="2170" y="5966"/>
                  <a:pt x="1986" y="6235"/>
                  <a:pt x="1807" y="6513"/>
                </a:cubicBezTo>
                <a:cubicBezTo>
                  <a:pt x="1005" y="7754"/>
                  <a:pt x="359" y="9135"/>
                  <a:pt x="0" y="10569"/>
                </a:cubicBezTo>
                <a:lnTo>
                  <a:pt x="28282" y="10569"/>
                </a:lnTo>
                <a:lnTo>
                  <a:pt x="282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 rot="10800000">
            <a:off x="1422029" y="-162475"/>
            <a:ext cx="3317595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 rot="10800000">
            <a:off x="1663806" y="-162470"/>
            <a:ext cx="2346874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 rot="10800000">
            <a:off x="174620" y="1110048"/>
            <a:ext cx="514394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 rot="10800000">
            <a:off x="-412593" y="1039045"/>
            <a:ext cx="18660" cy="21903"/>
          </a:xfrm>
          <a:custGeom>
            <a:avLst/>
            <a:gdLst/>
            <a:ahLst/>
            <a:cxnLst/>
            <a:rect l="l" t="t" r="r" b="b"/>
            <a:pathLst>
              <a:path w="293" h="256" extrusionOk="0">
                <a:moveTo>
                  <a:pt x="292" y="0"/>
                </a:moveTo>
                <a:lnTo>
                  <a:pt x="292" y="0"/>
                </a:lnTo>
                <a:cubicBezTo>
                  <a:pt x="194" y="10"/>
                  <a:pt x="99" y="29"/>
                  <a:pt x="0" y="42"/>
                </a:cubicBezTo>
                <a:lnTo>
                  <a:pt x="0" y="255"/>
                </a:lnTo>
                <a:cubicBezTo>
                  <a:pt x="151" y="255"/>
                  <a:pt x="269" y="142"/>
                  <a:pt x="292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 rot="10800000">
            <a:off x="-393997" y="1039045"/>
            <a:ext cx="17196" cy="18310"/>
          </a:xfrm>
          <a:custGeom>
            <a:avLst/>
            <a:gdLst/>
            <a:ahLst/>
            <a:cxnLst/>
            <a:rect l="l" t="t" r="r" b="b"/>
            <a:pathLst>
              <a:path w="270" h="214" extrusionOk="0">
                <a:moveTo>
                  <a:pt x="269" y="0"/>
                </a:moveTo>
                <a:cubicBezTo>
                  <a:pt x="180" y="11"/>
                  <a:pt x="91" y="24"/>
                  <a:pt x="0" y="39"/>
                </a:cubicBezTo>
                <a:cubicBezTo>
                  <a:pt x="48" y="142"/>
                  <a:pt x="152" y="213"/>
                  <a:pt x="269" y="213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-476598" y="-70488"/>
            <a:ext cx="2770000" cy="1075737"/>
            <a:chOff x="-476598" y="-70488"/>
            <a:chExt cx="2770000" cy="1075737"/>
          </a:xfrm>
        </p:grpSpPr>
        <p:sp>
          <p:nvSpPr>
            <p:cNvPr id="333" name="Google Shape;333;p16"/>
            <p:cNvSpPr/>
            <p:nvPr/>
          </p:nvSpPr>
          <p:spPr>
            <a:xfrm rot="10800000">
              <a:off x="-476598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7"/>
                    <a:pt x="1" y="301"/>
                  </a:cubicBezTo>
                  <a:cubicBezTo>
                    <a:pt x="1" y="467"/>
                    <a:pt x="137" y="599"/>
                    <a:pt x="302" y="599"/>
                  </a:cubicBezTo>
                  <a:cubicBezTo>
                    <a:pt x="467" y="599"/>
                    <a:pt x="600" y="467"/>
                    <a:pt x="600" y="301"/>
                  </a:cubicBezTo>
                  <a:cubicBezTo>
                    <a:pt x="600" y="137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 rot="10800000">
              <a:off x="-413230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3" y="298"/>
                  </a:lnTo>
                  <a:cubicBezTo>
                    <a:pt x="303" y="133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 rot="10800000">
              <a:off x="-413230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6" y="301"/>
                    <a:pt x="303" y="164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 rot="10800000">
              <a:off x="-413230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3" y="297"/>
                  </a:lnTo>
                  <a:cubicBezTo>
                    <a:pt x="303" y="131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 rot="10800000">
              <a:off x="-476598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7"/>
                    <a:pt x="1" y="303"/>
                  </a:cubicBezTo>
                  <a:cubicBezTo>
                    <a:pt x="1" y="468"/>
                    <a:pt x="137" y="599"/>
                    <a:pt x="302" y="599"/>
                  </a:cubicBezTo>
                  <a:cubicBezTo>
                    <a:pt x="467" y="599"/>
                    <a:pt x="600" y="468"/>
                    <a:pt x="600" y="303"/>
                  </a:cubicBezTo>
                  <a:cubicBezTo>
                    <a:pt x="600" y="137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10800000">
              <a:off x="-413230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6" y="303"/>
                    <a:pt x="303" y="170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 rot="10800000">
              <a:off x="-47659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2" y="0"/>
                  </a:moveTo>
                  <a:cubicBezTo>
                    <a:pt x="137" y="0"/>
                    <a:pt x="1" y="133"/>
                    <a:pt x="1" y="297"/>
                  </a:cubicBezTo>
                  <a:cubicBezTo>
                    <a:pt x="1" y="462"/>
                    <a:pt x="137" y="595"/>
                    <a:pt x="302" y="595"/>
                  </a:cubicBezTo>
                  <a:cubicBezTo>
                    <a:pt x="467" y="595"/>
                    <a:pt x="600" y="462"/>
                    <a:pt x="600" y="297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 rot="10800000">
              <a:off x="-413230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 rot="10800000">
              <a:off x="-413230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 rot="10800000">
              <a:off x="-413230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10800000">
              <a:off x="-47659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1"/>
                  </a:moveTo>
                  <a:cubicBezTo>
                    <a:pt x="137" y="1"/>
                    <a:pt x="1" y="133"/>
                    <a:pt x="1" y="298"/>
                  </a:cubicBezTo>
                  <a:cubicBezTo>
                    <a:pt x="1" y="464"/>
                    <a:pt x="137" y="601"/>
                    <a:pt x="302" y="601"/>
                  </a:cubicBezTo>
                  <a:cubicBezTo>
                    <a:pt x="467" y="601"/>
                    <a:pt x="600" y="464"/>
                    <a:pt x="600" y="298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10800000">
              <a:off x="-413230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3" y="303"/>
                  </a:lnTo>
                  <a:cubicBezTo>
                    <a:pt x="303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 rot="10800000">
              <a:off x="-413230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 rot="10800000">
              <a:off x="-47659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2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2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 rot="10800000">
              <a:off x="-41323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5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 rot="10800000">
              <a:off x="-41323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 rot="10800000">
              <a:off x="-47659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0"/>
                  </a:moveTo>
                  <a:cubicBezTo>
                    <a:pt x="137" y="0"/>
                    <a:pt x="1" y="133"/>
                    <a:pt x="1" y="298"/>
                  </a:cubicBezTo>
                  <a:cubicBezTo>
                    <a:pt x="1" y="463"/>
                    <a:pt x="137" y="600"/>
                    <a:pt x="302" y="600"/>
                  </a:cubicBezTo>
                  <a:cubicBezTo>
                    <a:pt x="467" y="600"/>
                    <a:pt x="600" y="463"/>
                    <a:pt x="600" y="298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 rot="10800000">
              <a:off x="-41323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 rot="10800000">
              <a:off x="-47659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 rot="10800000">
              <a:off x="-393997" y="894193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 rot="10800000">
              <a:off x="-286178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2" y="298"/>
                  </a:lnTo>
                  <a:cubicBezTo>
                    <a:pt x="302" y="133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 rot="10800000">
              <a:off x="-349545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7"/>
                    <a:pt x="0" y="301"/>
                  </a:cubicBezTo>
                  <a:cubicBezTo>
                    <a:pt x="0" y="467"/>
                    <a:pt x="137" y="599"/>
                    <a:pt x="303" y="599"/>
                  </a:cubicBezTo>
                  <a:cubicBezTo>
                    <a:pt x="468" y="599"/>
                    <a:pt x="599" y="467"/>
                    <a:pt x="599" y="301"/>
                  </a:cubicBezTo>
                  <a:cubicBezTo>
                    <a:pt x="599" y="137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 rot="10800000">
              <a:off x="-349545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7"/>
                    <a:pt x="0" y="303"/>
                  </a:cubicBezTo>
                  <a:cubicBezTo>
                    <a:pt x="0" y="468"/>
                    <a:pt x="137" y="599"/>
                    <a:pt x="303" y="599"/>
                  </a:cubicBezTo>
                  <a:cubicBezTo>
                    <a:pt x="468" y="599"/>
                    <a:pt x="599" y="468"/>
                    <a:pt x="599" y="303"/>
                  </a:cubicBezTo>
                  <a:cubicBezTo>
                    <a:pt x="599" y="137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 rot="10800000">
              <a:off x="-393997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298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 rot="10800000">
              <a:off x="-286178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2" y="297"/>
                  </a:lnTo>
                  <a:cubicBezTo>
                    <a:pt x="302" y="131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 rot="10800000">
              <a:off x="-393997" y="868439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cubicBezTo>
                    <a:pt x="1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 rot="10800000">
              <a:off x="-286178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5" y="301"/>
                    <a:pt x="302" y="164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 rot="10800000">
              <a:off x="-349545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3" y="0"/>
                  </a:moveTo>
                  <a:cubicBezTo>
                    <a:pt x="137" y="0"/>
                    <a:pt x="0" y="133"/>
                    <a:pt x="0" y="297"/>
                  </a:cubicBezTo>
                  <a:cubicBezTo>
                    <a:pt x="0" y="462"/>
                    <a:pt x="137" y="595"/>
                    <a:pt x="303" y="595"/>
                  </a:cubicBezTo>
                  <a:cubicBezTo>
                    <a:pt x="468" y="595"/>
                    <a:pt x="599" y="462"/>
                    <a:pt x="599" y="297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 rot="10800000">
              <a:off x="-286178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3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 rot="10800000">
              <a:off x="-393997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cubicBezTo>
                    <a:pt x="1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 rot="10800000">
              <a:off x="-286178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5" y="303"/>
                    <a:pt x="302" y="170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 rot="10800000">
              <a:off x="-393997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298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 rot="10800000">
              <a:off x="-39399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 rot="10800000">
              <a:off x="-286178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 rot="10800000">
              <a:off x="-39399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 rot="10800000">
              <a:off x="-349545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1"/>
                  </a:moveTo>
                  <a:cubicBezTo>
                    <a:pt x="137" y="1"/>
                    <a:pt x="0" y="133"/>
                    <a:pt x="0" y="298"/>
                  </a:cubicBezTo>
                  <a:cubicBezTo>
                    <a:pt x="0" y="464"/>
                    <a:pt x="137" y="601"/>
                    <a:pt x="303" y="601"/>
                  </a:cubicBezTo>
                  <a:cubicBezTo>
                    <a:pt x="468" y="601"/>
                    <a:pt x="599" y="464"/>
                    <a:pt x="599" y="298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 rot="10800000">
              <a:off x="-286178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6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 rot="10800000">
              <a:off x="-286178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2" y="303"/>
                  </a:lnTo>
                  <a:cubicBezTo>
                    <a:pt x="302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 rot="10800000">
              <a:off x="-286178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 rot="10800000">
              <a:off x="-349545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2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 rot="10800000">
              <a:off x="-39399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 rot="10800000">
              <a:off x="-39399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 rot="10800000">
              <a:off x="-39399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 rot="10800000">
              <a:off x="-39399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 rot="10800000">
              <a:off x="-286178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 rot="10800000">
              <a:off x="-286178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 rot="10800000">
              <a:off x="-34954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3" y="600"/>
                  </a:cubicBezTo>
                  <a:cubicBezTo>
                    <a:pt x="468" y="600"/>
                    <a:pt x="599" y="463"/>
                    <a:pt x="599" y="298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 rot="10800000">
              <a:off x="-34954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 rot="10800000">
              <a:off x="-39399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 rot="10800000">
              <a:off x="-28617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 rot="10800000">
              <a:off x="-222493" y="953999"/>
              <a:ext cx="37002" cy="37646"/>
            </a:xfrm>
            <a:custGeom>
              <a:avLst/>
              <a:gdLst/>
              <a:ahLst/>
              <a:cxnLst/>
              <a:rect l="l" t="t" r="r" b="b"/>
              <a:pathLst>
                <a:path w="581" h="440" extrusionOk="0">
                  <a:moveTo>
                    <a:pt x="538" y="1"/>
                  </a:moveTo>
                  <a:cubicBezTo>
                    <a:pt x="359" y="77"/>
                    <a:pt x="180" y="153"/>
                    <a:pt x="0" y="237"/>
                  </a:cubicBezTo>
                  <a:cubicBezTo>
                    <a:pt x="43" y="355"/>
                    <a:pt x="152" y="440"/>
                    <a:pt x="283" y="440"/>
                  </a:cubicBezTo>
                  <a:cubicBezTo>
                    <a:pt x="448" y="440"/>
                    <a:pt x="581" y="308"/>
                    <a:pt x="581" y="142"/>
                  </a:cubicBezTo>
                  <a:cubicBezTo>
                    <a:pt x="581" y="91"/>
                    <a:pt x="562" y="44"/>
                    <a:pt x="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 rot="10800000">
              <a:off x="-266945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7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7" y="298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 rot="10800000">
              <a:off x="-158807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lnTo>
                    <a:pt x="297" y="298"/>
                  </a:lnTo>
                  <a:cubicBezTo>
                    <a:pt x="297" y="133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 rot="10800000">
              <a:off x="-158807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cubicBezTo>
                    <a:pt x="166" y="301"/>
                    <a:pt x="297" y="164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 rot="10800000">
              <a:off x="-158807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7" y="297"/>
                  </a:lnTo>
                  <a:cubicBezTo>
                    <a:pt x="297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 rot="10800000">
              <a:off x="-222493" y="78330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7"/>
                    <a:pt x="0" y="303"/>
                  </a:cubicBezTo>
                  <a:cubicBezTo>
                    <a:pt x="0" y="468"/>
                    <a:pt x="131" y="599"/>
                    <a:pt x="301" y="599"/>
                  </a:cubicBezTo>
                  <a:cubicBezTo>
                    <a:pt x="466" y="599"/>
                    <a:pt x="599" y="468"/>
                    <a:pt x="599" y="303"/>
                  </a:cubicBezTo>
                  <a:cubicBezTo>
                    <a:pt x="599" y="137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 rot="10800000">
              <a:off x="-266945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cubicBezTo>
                    <a:pt x="1" y="164"/>
                    <a:pt x="133" y="301"/>
                    <a:pt x="297" y="301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 rot="10800000">
              <a:off x="-266945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7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7" y="297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 rot="10800000">
              <a:off x="-222493" y="612617"/>
              <a:ext cx="38149" cy="50908"/>
            </a:xfrm>
            <a:custGeom>
              <a:avLst/>
              <a:gdLst/>
              <a:ahLst/>
              <a:cxnLst/>
              <a:rect l="l" t="t" r="r" b="b"/>
              <a:pathLst>
                <a:path w="599" h="595" extrusionOk="0">
                  <a:moveTo>
                    <a:pt x="301" y="0"/>
                  </a:moveTo>
                  <a:cubicBezTo>
                    <a:pt x="131" y="0"/>
                    <a:pt x="0" y="133"/>
                    <a:pt x="0" y="297"/>
                  </a:cubicBezTo>
                  <a:cubicBezTo>
                    <a:pt x="0" y="462"/>
                    <a:pt x="131" y="595"/>
                    <a:pt x="301" y="595"/>
                  </a:cubicBezTo>
                  <a:cubicBezTo>
                    <a:pt x="466" y="595"/>
                    <a:pt x="599" y="462"/>
                    <a:pt x="599" y="297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 rot="10800000">
              <a:off x="-266945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cubicBezTo>
                    <a:pt x="1" y="170"/>
                    <a:pt x="133" y="303"/>
                    <a:pt x="297" y="30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 rot="10800000">
              <a:off x="-158807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 rot="10800000">
              <a:off x="-158807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 rot="10800000">
              <a:off x="-266945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7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7" y="30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 rot="10800000">
              <a:off x="-222493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1"/>
                  </a:moveTo>
                  <a:cubicBezTo>
                    <a:pt x="131" y="1"/>
                    <a:pt x="0" y="133"/>
                    <a:pt x="0" y="298"/>
                  </a:cubicBezTo>
                  <a:cubicBezTo>
                    <a:pt x="0" y="464"/>
                    <a:pt x="131" y="601"/>
                    <a:pt x="301" y="601"/>
                  </a:cubicBezTo>
                  <a:cubicBezTo>
                    <a:pt x="466" y="601"/>
                    <a:pt x="599" y="464"/>
                    <a:pt x="599" y="298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 rot="10800000">
              <a:off x="-158807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 rot="10800000">
              <a:off x="-158807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 rot="10800000">
              <a:off x="-266945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7" y="30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 rot="10800000">
              <a:off x="-266945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6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 rot="10800000">
              <a:off x="-266945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7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7" y="30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-158807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 rot="10800000">
              <a:off x="-158807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 rot="10800000">
              <a:off x="-266945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 rot="10800000">
              <a:off x="-222493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301" y="0"/>
                  </a:moveTo>
                  <a:cubicBezTo>
                    <a:pt x="131" y="0"/>
                    <a:pt x="0" y="132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2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 rot="10800000">
              <a:off x="-266945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 rot="10800000">
              <a:off x="-158807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 rot="10800000">
              <a:off x="-26694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 rot="10800000">
              <a:off x="-158807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-222493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0"/>
                  </a:moveTo>
                  <a:cubicBezTo>
                    <a:pt x="131" y="0"/>
                    <a:pt x="0" y="133"/>
                    <a:pt x="0" y="298"/>
                  </a:cubicBezTo>
                  <a:cubicBezTo>
                    <a:pt x="0" y="463"/>
                    <a:pt x="131" y="600"/>
                    <a:pt x="301" y="600"/>
                  </a:cubicBezTo>
                  <a:cubicBezTo>
                    <a:pt x="466" y="600"/>
                    <a:pt x="599" y="463"/>
                    <a:pt x="599" y="298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 rot="10800000">
              <a:off x="-222493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3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 rot="10800000">
              <a:off x="-26694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 rot="10800000">
              <a:off x="-158807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 rot="10800000">
              <a:off x="-139892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 rot="10800000">
              <a:off x="-95440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7"/>
                    <a:pt x="1" y="303"/>
                  </a:cubicBezTo>
                  <a:cubicBezTo>
                    <a:pt x="1" y="468"/>
                    <a:pt x="133" y="599"/>
                    <a:pt x="298" y="599"/>
                  </a:cubicBezTo>
                  <a:cubicBezTo>
                    <a:pt x="468" y="599"/>
                    <a:pt x="600" y="468"/>
                    <a:pt x="600" y="303"/>
                  </a:cubicBezTo>
                  <a:cubicBezTo>
                    <a:pt x="600" y="137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-139892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cubicBezTo>
                    <a:pt x="0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 rot="10800000">
              <a:off x="-31818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8" y="297"/>
                  </a:lnTo>
                  <a:cubicBezTo>
                    <a:pt x="298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 rot="10800000">
              <a:off x="-139892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8" y="0"/>
                  </a:moveTo>
                  <a:cubicBezTo>
                    <a:pt x="133" y="0"/>
                    <a:pt x="0" y="131"/>
                    <a:pt x="0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 rot="10800000">
              <a:off x="-139892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0" y="1"/>
                  </a:moveTo>
                  <a:cubicBezTo>
                    <a:pt x="0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 rot="10800000">
              <a:off x="-31818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8" y="170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 rot="10800000">
              <a:off x="-31818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 rot="10800000">
              <a:off x="-95440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8" y="0"/>
                  </a:moveTo>
                  <a:cubicBezTo>
                    <a:pt x="133" y="0"/>
                    <a:pt x="1" y="133"/>
                    <a:pt x="1" y="297"/>
                  </a:cubicBezTo>
                  <a:cubicBezTo>
                    <a:pt x="1" y="462"/>
                    <a:pt x="133" y="595"/>
                    <a:pt x="298" y="595"/>
                  </a:cubicBezTo>
                  <a:cubicBezTo>
                    <a:pt x="468" y="595"/>
                    <a:pt x="600" y="462"/>
                    <a:pt x="600" y="297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 rot="10800000">
              <a:off x="-139892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8" y="0"/>
                  </a:moveTo>
                  <a:cubicBezTo>
                    <a:pt x="133" y="0"/>
                    <a:pt x="0" y="133"/>
                    <a:pt x="0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 rot="10800000">
              <a:off x="-139892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1"/>
                  </a:moveTo>
                  <a:cubicBezTo>
                    <a:pt x="133" y="1"/>
                    <a:pt x="0" y="136"/>
                    <a:pt x="0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 rot="10800000">
              <a:off x="-139892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 rot="10800000">
              <a:off x="-31818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 rot="10800000">
              <a:off x="-95440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cubicBezTo>
                    <a:pt x="1" y="464"/>
                    <a:pt x="133" y="601"/>
                    <a:pt x="298" y="601"/>
                  </a:cubicBezTo>
                  <a:cubicBezTo>
                    <a:pt x="468" y="601"/>
                    <a:pt x="600" y="464"/>
                    <a:pt x="600" y="298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 rot="10800000">
              <a:off x="-31818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 rot="10800000">
              <a:off x="-1398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8" y="1"/>
                  </a:moveTo>
                  <a:cubicBezTo>
                    <a:pt x="133" y="1"/>
                    <a:pt x="0" y="138"/>
                    <a:pt x="0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 rot="10800000">
              <a:off x="-31818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 rot="10800000">
              <a:off x="-139892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0" y="1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 rot="10800000">
              <a:off x="-95440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2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 rot="10800000">
              <a:off x="-31818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 rot="10800000">
              <a:off x="-31818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 rot="10800000">
              <a:off x="-1398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 rot="10800000">
              <a:off x="-31818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 rot="10800000">
              <a:off x="-95440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8" y="600"/>
                    <a:pt x="600" y="463"/>
                    <a:pt x="600" y="298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 rot="10800000">
              <a:off x="-1398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3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 rot="10800000">
              <a:off x="-31818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 rot="10800000">
              <a:off x="-9544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 rot="10800000">
              <a:off x="-1398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 rot="10800000">
              <a:off x="-12840" y="723588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302" y="0"/>
                  </a:moveTo>
                  <a:cubicBezTo>
                    <a:pt x="137" y="0"/>
                    <a:pt x="0" y="131"/>
                    <a:pt x="0" y="297"/>
                  </a:cubicBezTo>
                  <a:lnTo>
                    <a:pt x="302" y="29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 rot="10800000">
              <a:off x="95299" y="723588"/>
              <a:ext cx="637" cy="428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10" y="0"/>
                  </a:moveTo>
                  <a:cubicBezTo>
                    <a:pt x="5" y="0"/>
                    <a:pt x="5" y="5"/>
                    <a:pt x="1" y="5"/>
                  </a:cubicBezTo>
                  <a:lnTo>
                    <a:pt x="10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 rot="10800000">
              <a:off x="3154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7" y="0"/>
                  </a:moveTo>
                  <a:cubicBezTo>
                    <a:pt x="132" y="0"/>
                    <a:pt x="1" y="133"/>
                    <a:pt x="1" y="297"/>
                  </a:cubicBezTo>
                  <a:cubicBezTo>
                    <a:pt x="1" y="462"/>
                    <a:pt x="132" y="595"/>
                    <a:pt x="297" y="595"/>
                  </a:cubicBezTo>
                  <a:cubicBezTo>
                    <a:pt x="462" y="595"/>
                    <a:pt x="599" y="462"/>
                    <a:pt x="599" y="297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 rot="10800000">
              <a:off x="-12840" y="55246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rot="10800000">
              <a:off x="-12840" y="69774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0" y="1"/>
                  </a:moveTo>
                  <a:cubicBezTo>
                    <a:pt x="0" y="170"/>
                    <a:pt x="137" y="303"/>
                    <a:pt x="302" y="303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rot="10800000">
              <a:off x="95298" y="69774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288" y="1"/>
                  </a:moveTo>
                  <a:cubicBezTo>
                    <a:pt x="189" y="81"/>
                    <a:pt x="94" y="166"/>
                    <a:pt x="0" y="246"/>
                  </a:cubicBezTo>
                  <a:lnTo>
                    <a:pt x="0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 rot="10800000">
              <a:off x="95298" y="55246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0" y="0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 rot="10800000">
              <a:off x="-12840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 rot="10800000">
              <a:off x="-12840" y="527143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 rot="10800000">
              <a:off x="95298" y="527143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 rot="10800000">
              <a:off x="95298" y="381864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1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 rot="10800000">
              <a:off x="3154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1"/>
                  </a:moveTo>
                  <a:cubicBezTo>
                    <a:pt x="132" y="1"/>
                    <a:pt x="1" y="133"/>
                    <a:pt x="1" y="298"/>
                  </a:cubicBezTo>
                  <a:cubicBezTo>
                    <a:pt x="1" y="464"/>
                    <a:pt x="132" y="601"/>
                    <a:pt x="297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 rot="10800000">
              <a:off x="3154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7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10800000">
              <a:off x="95298" y="211087"/>
              <a:ext cx="18915" cy="26010"/>
            </a:xfrm>
            <a:custGeom>
              <a:avLst/>
              <a:gdLst/>
              <a:ahLst/>
              <a:cxnLst/>
              <a:rect l="l" t="t" r="r" b="b"/>
              <a:pathLst>
                <a:path w="297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rot="10800000">
              <a:off x="-12840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rot="10800000">
              <a:off x="95298" y="356367"/>
              <a:ext cx="18915" cy="25582"/>
            </a:xfrm>
            <a:custGeom>
              <a:avLst/>
              <a:gdLst/>
              <a:ahLst/>
              <a:cxnLst/>
              <a:rect l="l" t="t" r="r" b="b"/>
              <a:pathLst>
                <a:path w="297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10800000">
              <a:off x="-12840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10800000">
              <a:off x="95298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10800000">
              <a:off x="-12840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 rot="10800000">
              <a:off x="-1284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 rot="10800000">
              <a:off x="95298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 rot="10800000">
              <a:off x="3154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 rot="10800000">
              <a:off x="3154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 rot="10800000">
              <a:off x="-1284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 rot="10800000">
              <a:off x="95298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 rot="10800000">
              <a:off x="222287" y="552469"/>
              <a:ext cx="19042" cy="17026"/>
            </a:xfrm>
            <a:custGeom>
              <a:avLst/>
              <a:gdLst/>
              <a:ahLst/>
              <a:cxnLst/>
              <a:rect l="l" t="t" r="r" b="b"/>
              <a:pathLst>
                <a:path w="299" h="199" extrusionOk="0">
                  <a:moveTo>
                    <a:pt x="223" y="0"/>
                  </a:moveTo>
                  <a:cubicBezTo>
                    <a:pt x="148" y="62"/>
                    <a:pt x="72" y="127"/>
                    <a:pt x="1" y="194"/>
                  </a:cubicBezTo>
                  <a:lnTo>
                    <a:pt x="1" y="198"/>
                  </a:lnTo>
                  <a:lnTo>
                    <a:pt x="299" y="198"/>
                  </a:lnTo>
                  <a:cubicBezTo>
                    <a:pt x="299" y="118"/>
                    <a:pt x="270" y="52"/>
                    <a:pt x="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 rot="10800000">
              <a:off x="158665" y="612617"/>
              <a:ext cx="29169" cy="36363"/>
            </a:xfrm>
            <a:custGeom>
              <a:avLst/>
              <a:gdLst/>
              <a:ahLst/>
              <a:cxnLst/>
              <a:rect l="l" t="t" r="r" b="b"/>
              <a:pathLst>
                <a:path w="458" h="425" extrusionOk="0">
                  <a:moveTo>
                    <a:pt x="425" y="0"/>
                  </a:moveTo>
                  <a:cubicBezTo>
                    <a:pt x="284" y="122"/>
                    <a:pt x="142" y="250"/>
                    <a:pt x="1" y="377"/>
                  </a:cubicBezTo>
                  <a:cubicBezTo>
                    <a:pt x="48" y="405"/>
                    <a:pt x="100" y="425"/>
                    <a:pt x="157" y="425"/>
                  </a:cubicBezTo>
                  <a:cubicBezTo>
                    <a:pt x="321" y="425"/>
                    <a:pt x="458" y="292"/>
                    <a:pt x="458" y="127"/>
                  </a:cubicBezTo>
                  <a:cubicBezTo>
                    <a:pt x="458" y="81"/>
                    <a:pt x="444" y="38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 rot="10800000">
              <a:off x="114149" y="697749"/>
              <a:ext cx="3694" cy="4877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57" y="0"/>
                  </a:moveTo>
                  <a:cubicBezTo>
                    <a:pt x="38" y="14"/>
                    <a:pt x="20" y="28"/>
                    <a:pt x="1" y="47"/>
                  </a:cubicBezTo>
                  <a:cubicBezTo>
                    <a:pt x="20" y="47"/>
                    <a:pt x="38" y="57"/>
                    <a:pt x="57" y="57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 rot="10800000">
              <a:off x="114149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 rot="10800000">
              <a:off x="114149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 rot="10800000">
              <a:off x="22228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 rot="10800000">
              <a:off x="114149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 rot="10800000">
              <a:off x="158665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cubicBezTo>
                    <a:pt x="0" y="464"/>
                    <a:pt x="133" y="601"/>
                    <a:pt x="298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 rot="10800000">
              <a:off x="22228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9" y="302"/>
                  </a:lnTo>
                  <a:cubicBezTo>
                    <a:pt x="299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10800000">
              <a:off x="22228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9" y="303"/>
                  </a:lnTo>
                  <a:cubicBezTo>
                    <a:pt x="299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 rot="10800000">
              <a:off x="114149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 rot="10800000">
              <a:off x="114149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rot="10800000">
              <a:off x="22228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10800000">
              <a:off x="158665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298" y="0"/>
                  </a:moveTo>
                  <a:cubicBezTo>
                    <a:pt x="133" y="0"/>
                    <a:pt x="0" y="132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 rot="10800000">
              <a:off x="22228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5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 rot="10800000">
              <a:off x="158665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 rot="10800000">
              <a:off x="22228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9" y="301"/>
                  </a:lnTo>
                  <a:cubicBezTo>
                    <a:pt x="299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 rot="10800000">
              <a:off x="114149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 rot="10800000">
              <a:off x="114149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 rot="10800000">
              <a:off x="22228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 rot="10800000">
              <a:off x="15866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 rot="10800000">
              <a:off x="114149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 rot="10800000">
              <a:off x="241266" y="552469"/>
              <a:ext cx="64" cy="513"/>
            </a:xfrm>
            <a:custGeom>
              <a:avLst/>
              <a:gdLst/>
              <a:ahLst/>
              <a:cxnLst/>
              <a:rect l="l" t="t" r="r" b="b"/>
              <a:pathLst>
                <a:path w="1" h="6" extrusionOk="0">
                  <a:moveTo>
                    <a:pt x="1" y="1"/>
                  </a:move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 rot="10800000">
              <a:off x="349339" y="381864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33" y="1"/>
                  </a:moveTo>
                  <a:cubicBezTo>
                    <a:pt x="24" y="10"/>
                    <a:pt x="10" y="20"/>
                    <a:pt x="1" y="29"/>
                  </a:cubicBezTo>
                  <a:lnTo>
                    <a:pt x="1" y="293"/>
                  </a:lnTo>
                  <a:lnTo>
                    <a:pt x="297" y="293"/>
                  </a:lnTo>
                  <a:cubicBezTo>
                    <a:pt x="297" y="138"/>
                    <a:pt x="184" y="20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 rot="10800000">
              <a:off x="285653" y="441498"/>
              <a:ext cx="36748" cy="47315"/>
            </a:xfrm>
            <a:custGeom>
              <a:avLst/>
              <a:gdLst/>
              <a:ahLst/>
              <a:cxnLst/>
              <a:rect l="l" t="t" r="r" b="b"/>
              <a:pathLst>
                <a:path w="577" h="553" extrusionOk="0">
                  <a:moveTo>
                    <a:pt x="431" y="0"/>
                  </a:moveTo>
                  <a:cubicBezTo>
                    <a:pt x="289" y="122"/>
                    <a:pt x="148" y="250"/>
                    <a:pt x="1" y="373"/>
                  </a:cubicBezTo>
                  <a:cubicBezTo>
                    <a:pt x="48" y="477"/>
                    <a:pt x="152" y="553"/>
                    <a:pt x="275" y="553"/>
                  </a:cubicBezTo>
                  <a:cubicBezTo>
                    <a:pt x="440" y="553"/>
                    <a:pt x="577" y="416"/>
                    <a:pt x="577" y="250"/>
                  </a:cubicBezTo>
                  <a:cubicBezTo>
                    <a:pt x="577" y="142"/>
                    <a:pt x="516" y="52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 rot="10800000">
              <a:off x="241265" y="527143"/>
              <a:ext cx="14075" cy="25411"/>
            </a:xfrm>
            <a:custGeom>
              <a:avLst/>
              <a:gdLst/>
              <a:ahLst/>
              <a:cxnLst/>
              <a:rect l="l" t="t" r="r" b="b"/>
              <a:pathLst>
                <a:path w="221" h="297" extrusionOk="0">
                  <a:moveTo>
                    <a:pt x="221" y="0"/>
                  </a:moveTo>
                  <a:cubicBezTo>
                    <a:pt x="146" y="62"/>
                    <a:pt x="70" y="127"/>
                    <a:pt x="0" y="194"/>
                  </a:cubicBezTo>
                  <a:cubicBezTo>
                    <a:pt x="51" y="255"/>
                    <a:pt x="131" y="297"/>
                    <a:pt x="221" y="297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 rot="10800000">
              <a:off x="241265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8" y="1"/>
                    <a:pt x="1" y="136"/>
                    <a:pt x="1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 rot="10800000">
              <a:off x="349339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 rot="10800000">
              <a:off x="241265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8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 rot="10800000">
              <a:off x="34933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 rot="10800000">
              <a:off x="285653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2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 rot="10800000">
              <a:off x="241265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1" y="1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 rot="10800000">
              <a:off x="241265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 rot="10800000">
              <a:off x="34933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 rot="10800000">
              <a:off x="28565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 rot="10800000">
              <a:off x="241265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8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 rot="10800000">
              <a:off x="34933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 rot="10800000">
              <a:off x="28565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 rot="10800000">
              <a:off x="34933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 rot="10800000">
              <a:off x="241265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 rot="10800000">
              <a:off x="368254" y="381864"/>
              <a:ext cx="19297" cy="22673"/>
            </a:xfrm>
            <a:custGeom>
              <a:avLst/>
              <a:gdLst/>
              <a:ahLst/>
              <a:cxnLst/>
              <a:rect l="l" t="t" r="r" b="b"/>
              <a:pathLst>
                <a:path w="303" h="265" extrusionOk="0">
                  <a:moveTo>
                    <a:pt x="303" y="1"/>
                  </a:moveTo>
                  <a:cubicBezTo>
                    <a:pt x="203" y="81"/>
                    <a:pt x="105" y="166"/>
                    <a:pt x="5" y="247"/>
                  </a:cubicBezTo>
                  <a:cubicBezTo>
                    <a:pt x="5" y="251"/>
                    <a:pt x="0" y="256"/>
                    <a:pt x="0" y="265"/>
                  </a:cubicBezTo>
                  <a:lnTo>
                    <a:pt x="303" y="26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 rot="10800000">
              <a:off x="412706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 rot="10800000">
              <a:off x="4763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 rot="10800000">
              <a:off x="368254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 rot="10800000">
              <a:off x="368254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 rot="10800000">
              <a:off x="412706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 rot="10800000">
              <a:off x="4763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 rot="10800000">
              <a:off x="368254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 rot="10800000">
              <a:off x="4763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 rot="10800000">
              <a:off x="368254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 rot="10800000">
              <a:off x="368254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 rot="10800000">
              <a:off x="412706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 rot="10800000">
              <a:off x="4763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 rot="10800000">
              <a:off x="495306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 rot="10800000">
              <a:off x="603444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2" y="301"/>
                  </a:lnTo>
                  <a:cubicBezTo>
                    <a:pt x="302" y="136"/>
                    <a:pt x="17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 rot="10800000">
              <a:off x="495306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 rot="10800000">
              <a:off x="495306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 rot="10800000">
              <a:off x="53969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0" y="133"/>
                    <a:pt x="0" y="298"/>
                  </a:cubicBezTo>
                  <a:cubicBezTo>
                    <a:pt x="0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 rot="10800000">
              <a:off x="495306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 rot="10800000">
              <a:off x="603444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70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 rot="10800000">
              <a:off x="53969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0" y="133"/>
                    <a:pt x="0" y="297"/>
                  </a:cubicBezTo>
                  <a:cubicBezTo>
                    <a:pt x="0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rot="10800000">
              <a:off x="667065" y="100117"/>
              <a:ext cx="37639" cy="40470"/>
            </a:xfrm>
            <a:custGeom>
              <a:avLst/>
              <a:gdLst/>
              <a:ahLst/>
              <a:cxnLst/>
              <a:rect l="l" t="t" r="r" b="b"/>
              <a:pathLst>
                <a:path w="591" h="473" extrusionOk="0">
                  <a:moveTo>
                    <a:pt x="534" y="0"/>
                  </a:moveTo>
                  <a:cubicBezTo>
                    <a:pt x="359" y="76"/>
                    <a:pt x="181" y="142"/>
                    <a:pt x="1" y="207"/>
                  </a:cubicBezTo>
                  <a:cubicBezTo>
                    <a:pt x="20" y="353"/>
                    <a:pt x="142" y="472"/>
                    <a:pt x="294" y="472"/>
                  </a:cubicBezTo>
                  <a:cubicBezTo>
                    <a:pt x="458" y="472"/>
                    <a:pt x="590" y="335"/>
                    <a:pt x="590" y="170"/>
                  </a:cubicBezTo>
                  <a:cubicBezTo>
                    <a:pt x="590" y="104"/>
                    <a:pt x="566" y="48"/>
                    <a:pt x="5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rot="10800000">
              <a:off x="730433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 rot="10800000">
              <a:off x="62261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9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9" y="30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 rot="10800000">
              <a:off x="730433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 rot="10800000">
              <a:off x="66706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 rot="10800000">
              <a:off x="62261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9" y="298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 rot="10800000">
              <a:off x="74966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 rot="10800000">
              <a:off x="857549" y="40482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9" y="1"/>
                  </a:moveTo>
                  <a:cubicBezTo>
                    <a:pt x="15" y="1"/>
                    <a:pt x="5" y="1"/>
                    <a:pt x="1" y="5"/>
                  </a:cubicBezTo>
                  <a:lnTo>
                    <a:pt x="1" y="297"/>
                  </a:lnTo>
                  <a:lnTo>
                    <a:pt x="302" y="297"/>
                  </a:lnTo>
                  <a:cubicBezTo>
                    <a:pt x="302" y="138"/>
                    <a:pt x="175" y="10"/>
                    <a:pt x="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857549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4966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 rot="10800000">
              <a:off x="79411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 rot="10800000">
              <a:off x="876718" y="40482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298" y="0"/>
                  </a:moveTo>
                  <a:cubicBezTo>
                    <a:pt x="270" y="0"/>
                    <a:pt x="237" y="9"/>
                    <a:pt x="203" y="9"/>
                  </a:cubicBezTo>
                  <a:cubicBezTo>
                    <a:pt x="85" y="52"/>
                    <a:pt x="0" y="161"/>
                    <a:pt x="0" y="292"/>
                  </a:cubicBezTo>
                  <a:lnTo>
                    <a:pt x="298" y="2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 rot="10800000">
              <a:off x="984538" y="40482"/>
              <a:ext cx="19297" cy="16171"/>
            </a:xfrm>
            <a:custGeom>
              <a:avLst/>
              <a:gdLst/>
              <a:ahLst/>
              <a:cxnLst/>
              <a:rect l="l" t="t" r="r" b="b"/>
              <a:pathLst>
                <a:path w="303" h="189" extrusionOk="0">
                  <a:moveTo>
                    <a:pt x="1" y="0"/>
                  </a:moveTo>
                  <a:lnTo>
                    <a:pt x="1" y="188"/>
                  </a:lnTo>
                  <a:lnTo>
                    <a:pt x="303" y="188"/>
                  </a:lnTo>
                  <a:cubicBezTo>
                    <a:pt x="303" y="114"/>
                    <a:pt x="274" y="51"/>
                    <a:pt x="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 rot="10800000">
              <a:off x="92117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8" y="1"/>
                    <a:pt x="1" y="133"/>
                    <a:pt x="1" y="297"/>
                  </a:cubicBezTo>
                  <a:cubicBezTo>
                    <a:pt x="1" y="462"/>
                    <a:pt x="138" y="599"/>
                    <a:pt x="303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rot="10800000">
              <a:off x="876718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rot="10800000">
              <a:off x="98453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rot="10800000">
              <a:off x="1003771" y="40482"/>
              <a:ext cx="18915" cy="16684"/>
            </a:xfrm>
            <a:custGeom>
              <a:avLst/>
              <a:gdLst/>
              <a:ahLst/>
              <a:cxnLst/>
              <a:rect l="l" t="t" r="r" b="b"/>
              <a:pathLst>
                <a:path w="297" h="195" extrusionOk="0">
                  <a:moveTo>
                    <a:pt x="75" y="1"/>
                  </a:moveTo>
                  <a:cubicBezTo>
                    <a:pt x="28" y="53"/>
                    <a:pt x="0" y="120"/>
                    <a:pt x="0" y="194"/>
                  </a:cubicBezTo>
                  <a:lnTo>
                    <a:pt x="297" y="194"/>
                  </a:lnTo>
                  <a:lnTo>
                    <a:pt x="297" y="6"/>
                  </a:lnTo>
                  <a:cubicBezTo>
                    <a:pt x="222" y="6"/>
                    <a:pt x="151" y="1"/>
                    <a:pt x="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rot="10800000">
              <a:off x="111159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 rot="10800000">
              <a:off x="1048159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3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 rot="10800000">
              <a:off x="1003771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1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 rot="10800000">
              <a:off x="111159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 rot="10800000">
              <a:off x="1130760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 rot="10800000">
              <a:off x="1238579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 rot="10800000">
              <a:off x="117527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 rot="10800000">
              <a:off x="1130760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 rot="10800000">
              <a:off x="1238579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 rot="10800000">
              <a:off x="1365950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 rot="10800000">
              <a:off x="1257876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297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 rot="10800000">
              <a:off x="1306531" y="100117"/>
              <a:ext cx="33054" cy="20363"/>
            </a:xfrm>
            <a:custGeom>
              <a:avLst/>
              <a:gdLst/>
              <a:ahLst/>
              <a:cxnLst/>
              <a:rect l="l" t="t" r="r" b="b"/>
              <a:pathLst>
                <a:path w="519" h="238" extrusionOk="0">
                  <a:moveTo>
                    <a:pt x="1" y="1"/>
                  </a:moveTo>
                  <a:lnTo>
                    <a:pt x="1" y="1"/>
                  </a:lnTo>
                  <a:cubicBezTo>
                    <a:pt x="29" y="133"/>
                    <a:pt x="142" y="237"/>
                    <a:pt x="288" y="237"/>
                  </a:cubicBezTo>
                  <a:cubicBezTo>
                    <a:pt x="382" y="237"/>
                    <a:pt x="462" y="190"/>
                    <a:pt x="519" y="118"/>
                  </a:cubicBezTo>
                  <a:cubicBezTo>
                    <a:pt x="345" y="81"/>
                    <a:pt x="170" y="4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 rot="10800000">
              <a:off x="1302264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303" y="599"/>
                  </a:cubicBezTo>
                  <a:cubicBezTo>
                    <a:pt x="468" y="599"/>
                    <a:pt x="601" y="462"/>
                    <a:pt x="601" y="297"/>
                  </a:cubicBezTo>
                  <a:cubicBezTo>
                    <a:pt x="601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 rot="10800000">
              <a:off x="1257876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 rot="10800000">
              <a:off x="1365950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 rot="10800000">
              <a:off x="138486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 rot="10800000">
              <a:off x="1492939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 rot="10800000">
              <a:off x="1429317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 rot="10800000">
              <a:off x="1492939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 rot="10800000">
              <a:off x="138486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2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 rot="10800000">
              <a:off x="1429317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 rot="10800000">
              <a:off x="1620055" y="211088"/>
              <a:ext cx="18915" cy="7358"/>
            </a:xfrm>
            <a:custGeom>
              <a:avLst/>
              <a:gdLst/>
              <a:ahLst/>
              <a:cxnLst/>
              <a:rect l="l" t="t" r="r" b="b"/>
              <a:pathLst>
                <a:path w="297" h="86" extrusionOk="0">
                  <a:moveTo>
                    <a:pt x="0" y="0"/>
                  </a:moveTo>
                  <a:lnTo>
                    <a:pt x="0" y="85"/>
                  </a:lnTo>
                  <a:lnTo>
                    <a:pt x="297" y="85"/>
                  </a:lnTo>
                  <a:lnTo>
                    <a:pt x="297" y="70"/>
                  </a:lnTo>
                  <a:cubicBezTo>
                    <a:pt x="198" y="47"/>
                    <a:pt x="99" y="2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 rot="10800000">
              <a:off x="1511917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 rot="10800000">
              <a:off x="1620055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 rot="10800000">
              <a:off x="1556305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 rot="10800000">
              <a:off x="1620055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 rot="10800000">
              <a:off x="1620055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 rot="10800000">
              <a:off x="1556305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 rot="10800000">
              <a:off x="1511917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 rot="10800000">
              <a:off x="1638906" y="211088"/>
              <a:ext cx="19361" cy="12235"/>
            </a:xfrm>
            <a:custGeom>
              <a:avLst/>
              <a:gdLst/>
              <a:ahLst/>
              <a:cxnLst/>
              <a:rect l="l" t="t" r="r" b="b"/>
              <a:pathLst>
                <a:path w="304" h="143" extrusionOk="0">
                  <a:moveTo>
                    <a:pt x="44" y="1"/>
                  </a:moveTo>
                  <a:cubicBezTo>
                    <a:pt x="20" y="42"/>
                    <a:pt x="1" y="90"/>
                    <a:pt x="1" y="142"/>
                  </a:cubicBezTo>
                  <a:lnTo>
                    <a:pt x="303" y="142"/>
                  </a:lnTo>
                  <a:lnTo>
                    <a:pt x="303" y="57"/>
                  </a:lnTo>
                  <a:cubicBezTo>
                    <a:pt x="214" y="38"/>
                    <a:pt x="129" y="19"/>
                    <a:pt x="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 rot="10800000">
              <a:off x="1747044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 rot="10800000">
              <a:off x="1747044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 rot="10800000">
              <a:off x="174704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 rot="10800000">
              <a:off x="1638906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303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 rot="10800000">
              <a:off x="1638906" y="185762"/>
              <a:ext cx="19361" cy="25411"/>
            </a:xfrm>
            <a:custGeom>
              <a:avLst/>
              <a:gdLst/>
              <a:ahLst/>
              <a:cxnLst/>
              <a:rect l="l" t="t" r="r" b="b"/>
              <a:pathLst>
                <a:path w="304" h="297" extrusionOk="0">
                  <a:moveTo>
                    <a:pt x="1" y="0"/>
                  </a:moveTo>
                  <a:cubicBezTo>
                    <a:pt x="1" y="165"/>
                    <a:pt x="138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 rot="10800000">
              <a:off x="1683422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 rot="10800000">
              <a:off x="174704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 rot="10800000">
              <a:off x="1638906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cubicBezTo>
                    <a:pt x="1" y="166"/>
                    <a:pt x="138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 rot="10800000">
              <a:off x="1683422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 rot="10800000">
              <a:off x="1874096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 rot="10800000">
              <a:off x="1766022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 rot="10800000">
              <a:off x="187409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 rot="10800000">
              <a:off x="1766022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 rot="10800000">
              <a:off x="1766022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 rot="10800000">
              <a:off x="1810410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4" y="600"/>
                    <a:pt x="601" y="463"/>
                    <a:pt x="601" y="298"/>
                  </a:cubicBezTo>
                  <a:cubicBezTo>
                    <a:pt x="601" y="133"/>
                    <a:pt x="464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rot="10800000">
              <a:off x="1874096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rot="10800000">
              <a:off x="1766022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rot="10800000">
              <a:off x="187409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rot="10800000">
              <a:off x="1810410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4" y="599"/>
                    <a:pt x="601" y="462"/>
                    <a:pt x="601" y="297"/>
                  </a:cubicBezTo>
                  <a:cubicBezTo>
                    <a:pt x="601" y="133"/>
                    <a:pt x="464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rot="10800000">
              <a:off x="200114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rot="10800000">
              <a:off x="1940775" y="270894"/>
              <a:ext cx="32799" cy="14631"/>
            </a:xfrm>
            <a:custGeom>
              <a:avLst/>
              <a:gdLst/>
              <a:ahLst/>
              <a:cxnLst/>
              <a:rect l="l" t="t" r="r" b="b"/>
              <a:pathLst>
                <a:path w="515" h="171" extrusionOk="0">
                  <a:moveTo>
                    <a:pt x="0" y="1"/>
                  </a:moveTo>
                  <a:cubicBezTo>
                    <a:pt x="48" y="101"/>
                    <a:pt x="146" y="171"/>
                    <a:pt x="264" y="171"/>
                  </a:cubicBezTo>
                  <a:cubicBezTo>
                    <a:pt x="373" y="171"/>
                    <a:pt x="462" y="110"/>
                    <a:pt x="514" y="25"/>
                  </a:cubicBezTo>
                  <a:cubicBezTo>
                    <a:pt x="344" y="16"/>
                    <a:pt x="170" y="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rot="10800000">
              <a:off x="1893011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 rot="10800000">
              <a:off x="200114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 rot="10800000">
              <a:off x="193746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rot="10800000">
              <a:off x="1893011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rot="10800000">
              <a:off x="200114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rot="10800000">
              <a:off x="1893011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rot="10800000">
              <a:off x="200114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rot="10800000">
              <a:off x="193746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rot="10800000">
              <a:off x="1893011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rot="10800000">
              <a:off x="2067509" y="270894"/>
              <a:ext cx="30697" cy="12920"/>
            </a:xfrm>
            <a:custGeom>
              <a:avLst/>
              <a:gdLst/>
              <a:ahLst/>
              <a:cxnLst/>
              <a:rect l="l" t="t" r="r" b="b"/>
              <a:pathLst>
                <a:path w="482" h="151" extrusionOk="0">
                  <a:moveTo>
                    <a:pt x="481" y="0"/>
                  </a:moveTo>
                  <a:cubicBezTo>
                    <a:pt x="321" y="9"/>
                    <a:pt x="161" y="24"/>
                    <a:pt x="0" y="38"/>
                  </a:cubicBezTo>
                  <a:cubicBezTo>
                    <a:pt x="52" y="103"/>
                    <a:pt x="133" y="151"/>
                    <a:pt x="227" y="151"/>
                  </a:cubicBezTo>
                  <a:cubicBezTo>
                    <a:pt x="335" y="151"/>
                    <a:pt x="429" y="85"/>
                    <a:pt x="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 rot="10800000">
              <a:off x="2128201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1" y="303"/>
                  </a:lnTo>
                  <a:cubicBezTo>
                    <a:pt x="301" y="138"/>
                    <a:pt x="17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 rot="10800000">
              <a:off x="2020063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6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 rot="10800000">
              <a:off x="2128201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70" y="297"/>
                    <a:pt x="301" y="165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 rot="10800000">
              <a:off x="2020063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6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 rot="10800000">
              <a:off x="2020063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 rot="10800000">
              <a:off x="2128201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7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 rot="10800000">
              <a:off x="2064834" y="100117"/>
              <a:ext cx="37894" cy="51422"/>
            </a:xfrm>
            <a:custGeom>
              <a:avLst/>
              <a:gdLst/>
              <a:ahLst/>
              <a:cxnLst/>
              <a:rect l="l" t="t" r="r" b="b"/>
              <a:pathLst>
                <a:path w="595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594" y="463"/>
                    <a:pt x="594" y="298"/>
                  </a:cubicBezTo>
                  <a:cubicBezTo>
                    <a:pt x="594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 rot="10800000">
              <a:off x="2064834" y="-70488"/>
              <a:ext cx="37894" cy="51336"/>
            </a:xfrm>
            <a:custGeom>
              <a:avLst/>
              <a:gdLst/>
              <a:ahLst/>
              <a:cxnLst/>
              <a:rect l="l" t="t" r="r" b="b"/>
              <a:pathLst>
                <a:path w="595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594" y="462"/>
                    <a:pt x="594" y="297"/>
                  </a:cubicBezTo>
                  <a:cubicBezTo>
                    <a:pt x="594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 rot="10800000">
              <a:off x="2128201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70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 rot="10800000">
              <a:off x="2020063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 rot="10800000">
              <a:off x="2255190" y="211088"/>
              <a:ext cx="19297" cy="23529"/>
            </a:xfrm>
            <a:custGeom>
              <a:avLst/>
              <a:gdLst/>
              <a:ahLst/>
              <a:cxnLst/>
              <a:rect l="l" t="t" r="r" b="b"/>
              <a:pathLst>
                <a:path w="303" h="275" extrusionOk="0">
                  <a:moveTo>
                    <a:pt x="122" y="0"/>
                  </a:moveTo>
                  <a:cubicBezTo>
                    <a:pt x="80" y="15"/>
                    <a:pt x="43" y="24"/>
                    <a:pt x="0" y="38"/>
                  </a:cubicBezTo>
                  <a:lnTo>
                    <a:pt x="0" y="274"/>
                  </a:lnTo>
                  <a:lnTo>
                    <a:pt x="302" y="274"/>
                  </a:lnTo>
                  <a:cubicBezTo>
                    <a:pt x="302" y="151"/>
                    <a:pt x="226" y="48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 rot="10800000">
              <a:off x="2147371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 rot="10800000">
              <a:off x="2191822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1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1" y="600"/>
                  </a:cubicBezTo>
                  <a:cubicBezTo>
                    <a:pt x="467" y="600"/>
                    <a:pt x="599" y="463"/>
                    <a:pt x="599" y="298"/>
                  </a:cubicBezTo>
                  <a:cubicBezTo>
                    <a:pt x="599" y="133"/>
                    <a:pt x="467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 rot="10800000">
              <a:off x="2147371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 rot="10800000">
              <a:off x="225519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 rot="10800000">
              <a:off x="225519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 rot="10800000">
              <a:off x="2147371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 rot="10800000">
              <a:off x="2191822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1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1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 rot="10800000">
              <a:off x="2147371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 rot="10800000">
              <a:off x="225519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 rot="10800000">
              <a:off x="2274423" y="211088"/>
              <a:ext cx="18979" cy="20363"/>
            </a:xfrm>
            <a:custGeom>
              <a:avLst/>
              <a:gdLst/>
              <a:ahLst/>
              <a:cxnLst/>
              <a:rect l="l" t="t" r="r" b="b"/>
              <a:pathLst>
                <a:path w="298" h="238" extrusionOk="0">
                  <a:moveTo>
                    <a:pt x="297" y="1"/>
                  </a:moveTo>
                  <a:cubicBezTo>
                    <a:pt x="212" y="29"/>
                    <a:pt x="127" y="57"/>
                    <a:pt x="42" y="91"/>
                  </a:cubicBezTo>
                  <a:cubicBezTo>
                    <a:pt x="19" y="133"/>
                    <a:pt x="1" y="180"/>
                    <a:pt x="1" y="237"/>
                  </a:cubicBezTo>
                  <a:lnTo>
                    <a:pt x="297" y="237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 rot="10800000">
              <a:off x="2274423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2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10800000">
              <a:off x="2274423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 rot="10800000">
              <a:off x="2274423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16"/>
          <p:cNvSpPr/>
          <p:nvPr/>
        </p:nvSpPr>
        <p:spPr>
          <a:xfrm rot="10800000">
            <a:off x="627759" y="4238613"/>
            <a:ext cx="1749416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6"/>
          <p:cNvGrpSpPr/>
          <p:nvPr/>
        </p:nvGrpSpPr>
        <p:grpSpPr>
          <a:xfrm flipH="1">
            <a:off x="-1144866" y="1872219"/>
            <a:ext cx="3177349" cy="3271275"/>
            <a:chOff x="5723467" y="1953462"/>
            <a:chExt cx="3791133" cy="3271275"/>
          </a:xfrm>
        </p:grpSpPr>
        <p:sp>
          <p:nvSpPr>
            <p:cNvPr id="632" name="Google Shape;632;p16"/>
            <p:cNvSpPr/>
            <p:nvPr/>
          </p:nvSpPr>
          <p:spPr>
            <a:xfrm rot="10800000" flipH="1">
              <a:off x="8907055" y="1956800"/>
              <a:ext cx="134046" cy="131934"/>
            </a:xfrm>
            <a:custGeom>
              <a:avLst/>
              <a:gdLst/>
              <a:ahLst/>
              <a:cxnLst/>
              <a:rect l="l" t="t" r="r" b="b"/>
              <a:pathLst>
                <a:path w="1764" h="1542" extrusionOk="0">
                  <a:moveTo>
                    <a:pt x="218" y="0"/>
                  </a:moveTo>
                  <a:lnTo>
                    <a:pt x="1" y="212"/>
                  </a:lnTo>
                  <a:lnTo>
                    <a:pt x="1278" y="1495"/>
                  </a:lnTo>
                  <a:cubicBezTo>
                    <a:pt x="1439" y="1513"/>
                    <a:pt x="1600" y="1528"/>
                    <a:pt x="1764" y="1542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 rot="10800000" flipH="1">
              <a:off x="9071189" y="1974509"/>
              <a:ext cx="275692" cy="299118"/>
            </a:xfrm>
            <a:custGeom>
              <a:avLst/>
              <a:gdLst/>
              <a:ahLst/>
              <a:cxnLst/>
              <a:rect l="l" t="t" r="r" b="b"/>
              <a:pathLst>
                <a:path w="3628" h="3496" extrusionOk="0">
                  <a:moveTo>
                    <a:pt x="217" y="1"/>
                  </a:moveTo>
                  <a:lnTo>
                    <a:pt x="0" y="213"/>
                  </a:lnTo>
                  <a:lnTo>
                    <a:pt x="3282" y="3496"/>
                  </a:lnTo>
                  <a:cubicBezTo>
                    <a:pt x="3395" y="3472"/>
                    <a:pt x="3514" y="3439"/>
                    <a:pt x="3627" y="3411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 rot="10800000" flipH="1">
              <a:off x="9235323" y="2129457"/>
              <a:ext cx="275996" cy="330689"/>
            </a:xfrm>
            <a:custGeom>
              <a:avLst/>
              <a:gdLst/>
              <a:ahLst/>
              <a:cxnLst/>
              <a:rect l="l" t="t" r="r" b="b"/>
              <a:pathLst>
                <a:path w="3632" h="3865" extrusionOk="0">
                  <a:moveTo>
                    <a:pt x="196" y="0"/>
                  </a:moveTo>
                  <a:lnTo>
                    <a:pt x="217" y="21"/>
                  </a:lnTo>
                  <a:lnTo>
                    <a:pt x="1" y="238"/>
                  </a:lnTo>
                  <a:lnTo>
                    <a:pt x="3627" y="3865"/>
                  </a:lnTo>
                  <a:cubicBezTo>
                    <a:pt x="3627" y="3723"/>
                    <a:pt x="3631" y="3577"/>
                    <a:pt x="3631" y="343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 rot="10800000" flipH="1">
              <a:off x="8986311" y="1953462"/>
              <a:ext cx="219687" cy="227675"/>
            </a:xfrm>
            <a:custGeom>
              <a:avLst/>
              <a:gdLst/>
              <a:ahLst/>
              <a:cxnLst/>
              <a:rect l="l" t="t" r="r" b="b"/>
              <a:pathLst>
                <a:path w="2891" h="2661" extrusionOk="0">
                  <a:moveTo>
                    <a:pt x="0" y="175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0" y="175"/>
                  </a:lnTo>
                  <a:close/>
                  <a:moveTo>
                    <a:pt x="255" y="0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2485" y="2660"/>
                  </a:lnTo>
                  <a:cubicBezTo>
                    <a:pt x="2617" y="2654"/>
                    <a:pt x="2754" y="2645"/>
                    <a:pt x="2891" y="263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 rot="10800000" flipH="1">
              <a:off x="9150369" y="2016091"/>
              <a:ext cx="320450" cy="349940"/>
            </a:xfrm>
            <a:custGeom>
              <a:avLst/>
              <a:gdLst/>
              <a:ahLst/>
              <a:cxnLst/>
              <a:rect l="l" t="t" r="r" b="b"/>
              <a:pathLst>
                <a:path w="4217" h="4090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3910" y="4090"/>
                  </a:lnTo>
                  <a:cubicBezTo>
                    <a:pt x="4014" y="4047"/>
                    <a:pt x="4113" y="4005"/>
                    <a:pt x="4216" y="39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 rot="10800000" flipH="1">
              <a:off x="8904244" y="2070595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 rot="10800000" flipH="1">
              <a:off x="9068302" y="225531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 rot="10800000" flipH="1">
              <a:off x="9232436" y="2439698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 rot="10800000" flipH="1">
              <a:off x="9232436" y="243969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 rot="10800000" flipH="1">
              <a:off x="9002800" y="2181052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 rot="10800000" flipH="1">
              <a:off x="8986235" y="216291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8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 rot="10800000" flipH="1">
              <a:off x="9166858" y="2365946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 rot="10800000" flipH="1">
              <a:off x="9150369" y="234729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 rot="10800000" flipH="1">
              <a:off x="8742998" y="2864663"/>
              <a:ext cx="771602" cy="887257"/>
            </a:xfrm>
            <a:custGeom>
              <a:avLst/>
              <a:gdLst/>
              <a:ahLst/>
              <a:cxnLst/>
              <a:rect l="l" t="t" r="r" b="b"/>
              <a:pathLst>
                <a:path w="10154" h="10370" extrusionOk="0">
                  <a:moveTo>
                    <a:pt x="216" y="0"/>
                  </a:moveTo>
                  <a:lnTo>
                    <a:pt x="0" y="217"/>
                  </a:lnTo>
                  <a:lnTo>
                    <a:pt x="10153" y="10370"/>
                  </a:lnTo>
                  <a:cubicBezTo>
                    <a:pt x="10153" y="10224"/>
                    <a:pt x="10153" y="10082"/>
                    <a:pt x="10148" y="993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 rot="10800000" flipH="1">
              <a:off x="8907055" y="3236163"/>
              <a:ext cx="605716" cy="700651"/>
            </a:xfrm>
            <a:custGeom>
              <a:avLst/>
              <a:gdLst/>
              <a:ahLst/>
              <a:cxnLst/>
              <a:rect l="l" t="t" r="r" b="b"/>
              <a:pathLst>
                <a:path w="7971" h="8189" extrusionOk="0">
                  <a:moveTo>
                    <a:pt x="218" y="1"/>
                  </a:moveTo>
                  <a:lnTo>
                    <a:pt x="1" y="218"/>
                  </a:lnTo>
                  <a:lnTo>
                    <a:pt x="7971" y="8188"/>
                  </a:lnTo>
                  <a:lnTo>
                    <a:pt x="7971" y="7754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 rot="10800000" flipH="1">
              <a:off x="9071189" y="3608604"/>
              <a:ext cx="439070" cy="512932"/>
            </a:xfrm>
            <a:custGeom>
              <a:avLst/>
              <a:gdLst/>
              <a:ahLst/>
              <a:cxnLst/>
              <a:rect l="l" t="t" r="r" b="b"/>
              <a:pathLst>
                <a:path w="5778" h="5995" extrusionOk="0">
                  <a:moveTo>
                    <a:pt x="217" y="0"/>
                  </a:moveTo>
                  <a:lnTo>
                    <a:pt x="0" y="218"/>
                  </a:lnTo>
                  <a:lnTo>
                    <a:pt x="5778" y="5994"/>
                  </a:lnTo>
                  <a:cubicBezTo>
                    <a:pt x="5772" y="5848"/>
                    <a:pt x="5772" y="5702"/>
                    <a:pt x="5772" y="556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 rot="10800000" flipH="1">
              <a:off x="9235323" y="3981473"/>
              <a:ext cx="272044" cy="324871"/>
            </a:xfrm>
            <a:custGeom>
              <a:avLst/>
              <a:gdLst/>
              <a:ahLst/>
              <a:cxnLst/>
              <a:rect l="l" t="t" r="r" b="b"/>
              <a:pathLst>
                <a:path w="3580" h="3797" extrusionOk="0">
                  <a:moveTo>
                    <a:pt x="217" y="1"/>
                  </a:moveTo>
                  <a:lnTo>
                    <a:pt x="1" y="217"/>
                  </a:lnTo>
                  <a:lnTo>
                    <a:pt x="3579" y="3797"/>
                  </a:lnTo>
                  <a:cubicBezTo>
                    <a:pt x="3579" y="3655"/>
                    <a:pt x="3579" y="3509"/>
                    <a:pt x="3575" y="3363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 rot="10800000" flipH="1">
              <a:off x="8824988" y="3050156"/>
              <a:ext cx="688849" cy="796649"/>
            </a:xfrm>
            <a:custGeom>
              <a:avLst/>
              <a:gdLst/>
              <a:ahLst/>
              <a:cxnLst/>
              <a:rect l="l" t="t" r="r" b="b"/>
              <a:pathLst>
                <a:path w="9065" h="9311" extrusionOk="0">
                  <a:moveTo>
                    <a:pt x="189" y="0"/>
                  </a:moveTo>
                  <a:lnTo>
                    <a:pt x="218" y="30"/>
                  </a:lnTo>
                  <a:lnTo>
                    <a:pt x="1" y="246"/>
                  </a:lnTo>
                  <a:lnTo>
                    <a:pt x="9064" y="9310"/>
                  </a:lnTo>
                  <a:lnTo>
                    <a:pt x="9064" y="8876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 rot="10800000" flipH="1">
              <a:off x="8989122" y="3422170"/>
              <a:ext cx="522507" cy="610214"/>
            </a:xfrm>
            <a:custGeom>
              <a:avLst/>
              <a:gdLst/>
              <a:ahLst/>
              <a:cxnLst/>
              <a:rect l="l" t="t" r="r" b="b"/>
              <a:pathLst>
                <a:path w="6876" h="7132" extrusionOk="0">
                  <a:moveTo>
                    <a:pt x="180" y="1"/>
                  </a:moveTo>
                  <a:lnTo>
                    <a:pt x="218" y="38"/>
                  </a:lnTo>
                  <a:lnTo>
                    <a:pt x="218" y="38"/>
                  </a:lnTo>
                  <a:lnTo>
                    <a:pt x="218" y="38"/>
                  </a:lnTo>
                  <a:lnTo>
                    <a:pt x="180" y="1"/>
                  </a:lnTo>
                  <a:close/>
                  <a:moveTo>
                    <a:pt x="218" y="38"/>
                  </a:moveTo>
                  <a:lnTo>
                    <a:pt x="0" y="255"/>
                  </a:lnTo>
                  <a:lnTo>
                    <a:pt x="6876" y="7131"/>
                  </a:lnTo>
                  <a:cubicBezTo>
                    <a:pt x="6871" y="6985"/>
                    <a:pt x="6871" y="6839"/>
                    <a:pt x="6871" y="6698"/>
                  </a:cubicBezTo>
                  <a:lnTo>
                    <a:pt x="21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 rot="10800000" flipH="1">
              <a:off x="9150369" y="3795038"/>
              <a:ext cx="358445" cy="418902"/>
            </a:xfrm>
            <a:custGeom>
              <a:avLst/>
              <a:gdLst/>
              <a:ahLst/>
              <a:cxnLst/>
              <a:rect l="l" t="t" r="r" b="b"/>
              <a:pathLst>
                <a:path w="4717" h="4896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79"/>
                  </a:lnTo>
                  <a:lnTo>
                    <a:pt x="4717" y="4896"/>
                  </a:lnTo>
                  <a:cubicBezTo>
                    <a:pt x="4712" y="4750"/>
                    <a:pt x="4712" y="4604"/>
                    <a:pt x="4712" y="44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 rot="10800000" flipH="1">
              <a:off x="8756523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 rot="10800000" flipH="1">
              <a:off x="8740034" y="373335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 rot="10800000" flipH="1">
              <a:off x="8904244" y="391807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 rot="10800000" flipH="1">
              <a:off x="8904244" y="391807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 rot="10800000" flipH="1">
              <a:off x="9068302" y="410288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 rot="10800000" flipH="1">
              <a:off x="9248925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 rot="10800000" flipH="1">
              <a:off x="9232436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 rot="10800000" flipH="1">
              <a:off x="8822177" y="382575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 rot="10800000" flipH="1">
              <a:off x="8822177" y="382575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 rot="10800000" flipH="1">
              <a:off x="8986235" y="401048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 rot="10800000" flipH="1">
              <a:off x="9166858" y="4213855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 rot="10800000" flipH="1">
              <a:off x="9150369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 rot="10800000" flipH="1">
              <a:off x="9081904" y="2276707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0" y="1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 rot="10800000" flipH="1">
              <a:off x="9246113" y="246151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0"/>
                  </a:moveTo>
                  <a:lnTo>
                    <a:pt x="37" y="39"/>
                  </a:lnTo>
                  <a:lnTo>
                    <a:pt x="37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0800000" flipH="1">
              <a:off x="8983423" y="2166165"/>
              <a:ext cx="2888" cy="2909"/>
            </a:xfrm>
            <a:custGeom>
              <a:avLst/>
              <a:gdLst/>
              <a:ahLst/>
              <a:cxnLst/>
              <a:rect l="l" t="t" r="r" b="b"/>
              <a:pathLst>
                <a:path w="38" h="34" extrusionOk="0">
                  <a:moveTo>
                    <a:pt x="1" y="1"/>
                  </a:moveTo>
                  <a:lnTo>
                    <a:pt x="38" y="34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0800000" flipH="1">
              <a:off x="9147557" y="235054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9"/>
                  </a:moveTo>
                  <a:lnTo>
                    <a:pt x="37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0800000" flipH="1">
              <a:off x="8086386" y="2076918"/>
              <a:ext cx="831483" cy="935855"/>
            </a:xfrm>
            <a:custGeom>
              <a:avLst/>
              <a:gdLst/>
              <a:ahLst/>
              <a:cxnLst/>
              <a:rect l="l" t="t" r="r" b="b"/>
              <a:pathLst>
                <a:path w="10942" h="10938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37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 rot="10800000" flipH="1">
              <a:off x="8901280" y="2073761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 rot="10800000" flipH="1">
              <a:off x="8250596" y="2261470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7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0" y="10725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 rot="10800000" flipH="1">
              <a:off x="9065490" y="2258141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 rot="10800000" flipH="1">
              <a:off x="8414654" y="2443026"/>
              <a:ext cx="831559" cy="939363"/>
            </a:xfrm>
            <a:custGeom>
              <a:avLst/>
              <a:gdLst/>
              <a:ahLst/>
              <a:cxnLst/>
              <a:rect l="l" t="t" r="r" b="b"/>
              <a:pathLst>
                <a:path w="10943" h="10979" extrusionOk="0">
                  <a:moveTo>
                    <a:pt x="218" y="0"/>
                  </a:moveTo>
                  <a:lnTo>
                    <a:pt x="1" y="218"/>
                  </a:lnTo>
                  <a:lnTo>
                    <a:pt x="10762" y="10979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 rot="10800000" flipH="1">
              <a:off x="9229548" y="2443034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 rot="10800000" flipH="1">
              <a:off x="8578788" y="2630915"/>
              <a:ext cx="831483" cy="936283"/>
            </a:xfrm>
            <a:custGeom>
              <a:avLst/>
              <a:gdLst/>
              <a:ahLst/>
              <a:cxnLst/>
              <a:rect l="l" t="t" r="r" b="b"/>
              <a:pathLst>
                <a:path w="10942" h="10943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 rot="10800000" flipH="1">
              <a:off x="8144897" y="2003595"/>
              <a:ext cx="690293" cy="777569"/>
            </a:xfrm>
            <a:custGeom>
              <a:avLst/>
              <a:gdLst/>
              <a:ahLst/>
              <a:cxnLst/>
              <a:rect l="l" t="t" r="r" b="b"/>
              <a:pathLst>
                <a:path w="9084" h="9088" extrusionOk="0">
                  <a:moveTo>
                    <a:pt x="1" y="1"/>
                  </a:moveTo>
                  <a:lnTo>
                    <a:pt x="1" y="1"/>
                  </a:lnTo>
                  <a:cubicBezTo>
                    <a:pt x="208" y="358"/>
                    <a:pt x="419" y="713"/>
                    <a:pt x="632" y="1066"/>
                  </a:cubicBezTo>
                  <a:lnTo>
                    <a:pt x="8418" y="8853"/>
                  </a:lnTo>
                  <a:cubicBezTo>
                    <a:pt x="8635" y="8937"/>
                    <a:pt x="8857" y="9012"/>
                    <a:pt x="9083" y="908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 rot="10800000" flipH="1">
              <a:off x="8168529" y="2168980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217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79" y="10762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 rot="10800000" flipH="1">
              <a:off x="8983423" y="2166165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1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 rot="10800000" flipH="1">
              <a:off x="8332663" y="2353788"/>
              <a:ext cx="831483" cy="939449"/>
            </a:xfrm>
            <a:custGeom>
              <a:avLst/>
              <a:gdLst/>
              <a:ahLst/>
              <a:cxnLst/>
              <a:rect l="l" t="t" r="r" b="b"/>
              <a:pathLst>
                <a:path w="10942" h="10980" extrusionOk="0">
                  <a:moveTo>
                    <a:pt x="179" y="1"/>
                  </a:moveTo>
                  <a:lnTo>
                    <a:pt x="218" y="39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179" y="1"/>
                  </a:lnTo>
                  <a:close/>
                  <a:moveTo>
                    <a:pt x="218" y="39"/>
                  </a:moveTo>
                  <a:lnTo>
                    <a:pt x="0" y="255"/>
                  </a:lnTo>
                  <a:lnTo>
                    <a:pt x="10724" y="10979"/>
                  </a:lnTo>
                  <a:lnTo>
                    <a:pt x="10941" y="10763"/>
                  </a:lnTo>
                  <a:lnTo>
                    <a:pt x="21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 rot="10800000" flipH="1">
              <a:off x="9147557" y="2350545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6"/>
                  </a:lnTo>
                  <a:lnTo>
                    <a:pt x="37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 rot="10800000" flipH="1">
              <a:off x="8496721" y="2538596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10942" y="10724"/>
                  </a:moveTo>
                  <a:lnTo>
                    <a:pt x="10941" y="10725"/>
                  </a:lnTo>
                  <a:lnTo>
                    <a:pt x="10941" y="10725"/>
                  </a:lnTo>
                  <a:lnTo>
                    <a:pt x="10979" y="10763"/>
                  </a:lnTo>
                  <a:lnTo>
                    <a:pt x="10979" y="10763"/>
                  </a:lnTo>
                  <a:lnTo>
                    <a:pt x="10942" y="10724"/>
                  </a:lnTo>
                  <a:close/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 rot="10800000" flipH="1">
              <a:off x="8657967" y="2720153"/>
              <a:ext cx="834370" cy="939363"/>
            </a:xfrm>
            <a:custGeom>
              <a:avLst/>
              <a:gdLst/>
              <a:ahLst/>
              <a:cxnLst/>
              <a:rect l="l" t="t" r="r" b="b"/>
              <a:pathLst>
                <a:path w="10980" h="10979" extrusionOk="0">
                  <a:moveTo>
                    <a:pt x="1" y="179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" y="179"/>
                  </a:lnTo>
                  <a:close/>
                  <a:moveTo>
                    <a:pt x="255" y="0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0800" y="10979"/>
                  </a:lnTo>
                  <a:lnTo>
                    <a:pt x="10763" y="10941"/>
                  </a:lnTo>
                  <a:lnTo>
                    <a:pt x="10979" y="10724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 rot="10800000" flipH="1">
              <a:off x="8083575" y="2994122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 rot="10800000" flipH="1">
              <a:off x="8264198" y="31974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 rot="10800000" flipH="1">
              <a:off x="8247708" y="317893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10800000" flipH="1">
              <a:off x="8411842" y="336373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 rot="10800000" flipH="1">
              <a:off x="8411842" y="336373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 rot="10800000" flipH="1">
              <a:off x="8575976" y="354846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7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 rot="10800000" flipH="1">
              <a:off x="8182131" y="3105092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 rot="10800000" flipH="1">
              <a:off x="8165642" y="3086526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 rot="10800000" flipH="1">
              <a:off x="8329775" y="327133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 rot="10800000" flipH="1">
              <a:off x="8329775" y="327133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 rot="10800000" flipH="1">
              <a:off x="8493909" y="3456142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 rot="10800000" flipH="1">
              <a:off x="8674532" y="3659431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 rot="10800000" flipH="1">
              <a:off x="8657967" y="364086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 rot="10800000" flipH="1">
              <a:off x="9059335" y="4722244"/>
              <a:ext cx="446669" cy="502494"/>
            </a:xfrm>
            <a:custGeom>
              <a:avLst/>
              <a:gdLst/>
              <a:ahLst/>
              <a:cxnLst/>
              <a:rect l="l" t="t" r="r" b="b"/>
              <a:pathLst>
                <a:path w="5878" h="5873" extrusionOk="0">
                  <a:moveTo>
                    <a:pt x="1" y="1"/>
                  </a:moveTo>
                  <a:lnTo>
                    <a:pt x="5872" y="5873"/>
                  </a:lnTo>
                  <a:cubicBezTo>
                    <a:pt x="5872" y="5727"/>
                    <a:pt x="5872" y="5585"/>
                    <a:pt x="5877" y="544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 rot="10800000" flipH="1">
              <a:off x="9223469" y="4905855"/>
              <a:ext cx="283519" cy="318882"/>
            </a:xfrm>
            <a:custGeom>
              <a:avLst/>
              <a:gdLst/>
              <a:ahLst/>
              <a:cxnLst/>
              <a:rect l="l" t="t" r="r" b="b"/>
              <a:pathLst>
                <a:path w="3731" h="3727" extrusionOk="0">
                  <a:moveTo>
                    <a:pt x="0" y="1"/>
                  </a:moveTo>
                  <a:lnTo>
                    <a:pt x="3726" y="3727"/>
                  </a:lnTo>
                  <a:cubicBezTo>
                    <a:pt x="3726" y="3581"/>
                    <a:pt x="3726" y="3439"/>
                    <a:pt x="3731" y="3298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 rot="10800000" flipH="1">
              <a:off x="8835779" y="384749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 rot="10800000" flipH="1">
              <a:off x="8999837" y="4032298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 rot="10800000" flipH="1">
              <a:off x="9147557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7"/>
                  </a:move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 rot="10800000" flipH="1">
              <a:off x="7935930" y="4675875"/>
              <a:ext cx="2964" cy="2909"/>
            </a:xfrm>
            <a:custGeom>
              <a:avLst/>
              <a:gdLst/>
              <a:ahLst/>
              <a:cxnLst/>
              <a:rect l="l" t="t" r="r" b="b"/>
              <a:pathLst>
                <a:path w="39" h="34" extrusionOk="0">
                  <a:moveTo>
                    <a:pt x="39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 rot="10800000" flipH="1">
              <a:off x="8753712" y="375517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 rot="10800000" flipH="1">
              <a:off x="7922328" y="3739763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 rot="10800000" flipH="1">
              <a:off x="8737222" y="373651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 rot="10800000" flipH="1">
              <a:off x="8083575" y="4842116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 rot="10800000" flipH="1">
              <a:off x="8086386" y="3924571"/>
              <a:ext cx="831483" cy="935770"/>
            </a:xfrm>
            <a:custGeom>
              <a:avLst/>
              <a:gdLst/>
              <a:ahLst/>
              <a:cxnLst/>
              <a:rect l="l" t="t" r="r" b="b"/>
              <a:pathLst>
                <a:path w="10942" h="10937" extrusionOk="0">
                  <a:moveTo>
                    <a:pt x="218" y="1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2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 rot="10800000" flipH="1">
              <a:off x="8901280" y="3921328"/>
              <a:ext cx="3040" cy="3337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1" y="0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 rot="10800000" flipH="1">
              <a:off x="8901280" y="392132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9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 rot="10800000" flipH="1">
              <a:off x="8250596" y="4109379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0" y="212"/>
                  </a:lnTo>
                  <a:lnTo>
                    <a:pt x="10724" y="10936"/>
                  </a:lnTo>
                  <a:lnTo>
                    <a:pt x="10940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 rot="10800000" flipH="1">
              <a:off x="9065490" y="4106135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 rot="10800000" flipH="1">
              <a:off x="9246113" y="430951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 rot="10800000" flipH="1">
              <a:off x="8414654" y="4294101"/>
              <a:ext cx="831559" cy="930636"/>
            </a:xfrm>
            <a:custGeom>
              <a:avLst/>
              <a:gdLst/>
              <a:ahLst/>
              <a:cxnLst/>
              <a:rect l="l" t="t" r="r" b="b"/>
              <a:pathLst>
                <a:path w="10943" h="10877" extrusionOk="0">
                  <a:moveTo>
                    <a:pt x="157" y="1"/>
                  </a:moveTo>
                  <a:lnTo>
                    <a:pt x="1" y="152"/>
                  </a:lnTo>
                  <a:lnTo>
                    <a:pt x="10725" y="10876"/>
                  </a:lnTo>
                  <a:lnTo>
                    <a:pt x="10942" y="10659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 rot="10800000" flipH="1">
              <a:off x="9229548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 rot="10800000" flipH="1">
              <a:off x="8731067" y="4478997"/>
              <a:ext cx="679199" cy="745741"/>
            </a:xfrm>
            <a:custGeom>
              <a:avLst/>
              <a:gdLst/>
              <a:ahLst/>
              <a:cxnLst/>
              <a:rect l="l" t="t" r="r" b="b"/>
              <a:pathLst>
                <a:path w="8938" h="8716" extrusionOk="0">
                  <a:moveTo>
                    <a:pt x="1" y="1"/>
                  </a:moveTo>
                  <a:lnTo>
                    <a:pt x="8720" y="8716"/>
                  </a:lnTo>
                  <a:lnTo>
                    <a:pt x="8938" y="85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 rot="10800000" flipH="1">
              <a:off x="8001508" y="3828916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" y="175"/>
                  </a:moveTo>
                  <a:lnTo>
                    <a:pt x="38" y="213"/>
                  </a:lnTo>
                  <a:lnTo>
                    <a:pt x="39" y="213"/>
                  </a:lnTo>
                  <a:lnTo>
                    <a:pt x="39" y="213"/>
                  </a:lnTo>
                  <a:lnTo>
                    <a:pt x="1" y="175"/>
                  </a:lnTo>
                  <a:close/>
                  <a:moveTo>
                    <a:pt x="255" y="1"/>
                  </a:moveTo>
                  <a:lnTo>
                    <a:pt x="39" y="213"/>
                  </a:lnTo>
                  <a:lnTo>
                    <a:pt x="39" y="213"/>
                  </a:lnTo>
                  <a:lnTo>
                    <a:pt x="10763" y="10937"/>
                  </a:lnTo>
                  <a:lnTo>
                    <a:pt x="10763" y="10937"/>
                  </a:lnTo>
                  <a:lnTo>
                    <a:pt x="10979" y="10720"/>
                  </a:lnTo>
                  <a:lnTo>
                    <a:pt x="255" y="1"/>
                  </a:lnTo>
                  <a:close/>
                  <a:moveTo>
                    <a:pt x="10763" y="10937"/>
                  </a:moveTo>
                  <a:lnTo>
                    <a:pt x="10762" y="10937"/>
                  </a:lnTo>
                  <a:lnTo>
                    <a:pt x="10800" y="10974"/>
                  </a:lnTo>
                  <a:lnTo>
                    <a:pt x="10763" y="109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 rot="10800000" flipH="1">
              <a:off x="8819213" y="382892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 rot="10800000" flipH="1">
              <a:off x="8168529" y="4016975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1" y="1071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 rot="10800000" flipH="1">
              <a:off x="8983423" y="401373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 rot="10800000" flipH="1">
              <a:off x="8332663" y="4201697"/>
              <a:ext cx="834294" cy="939021"/>
            </a:xfrm>
            <a:custGeom>
              <a:avLst/>
              <a:gdLst/>
              <a:ahLst/>
              <a:cxnLst/>
              <a:rect l="l" t="t" r="r" b="b"/>
              <a:pathLst>
                <a:path w="10979" h="10975" extrusionOk="0">
                  <a:moveTo>
                    <a:pt x="179" y="0"/>
                  </a:moveTo>
                  <a:lnTo>
                    <a:pt x="217" y="38"/>
                  </a:lnTo>
                  <a:lnTo>
                    <a:pt x="217" y="38"/>
                  </a:lnTo>
                  <a:lnTo>
                    <a:pt x="218" y="37"/>
                  </a:lnTo>
                  <a:lnTo>
                    <a:pt x="179" y="0"/>
                  </a:lnTo>
                  <a:close/>
                  <a:moveTo>
                    <a:pt x="10941" y="10757"/>
                  </a:moveTo>
                  <a:lnTo>
                    <a:pt x="10941" y="10757"/>
                  </a:lnTo>
                  <a:lnTo>
                    <a:pt x="10941" y="10757"/>
                  </a:lnTo>
                  <a:lnTo>
                    <a:pt x="10979" y="10795"/>
                  </a:lnTo>
                  <a:lnTo>
                    <a:pt x="10941" y="10757"/>
                  </a:lnTo>
                  <a:close/>
                  <a:moveTo>
                    <a:pt x="217" y="38"/>
                  </a:moveTo>
                  <a:lnTo>
                    <a:pt x="0" y="250"/>
                  </a:lnTo>
                  <a:lnTo>
                    <a:pt x="10724" y="10974"/>
                  </a:lnTo>
                  <a:lnTo>
                    <a:pt x="10941" y="10757"/>
                  </a:lnTo>
                  <a:lnTo>
                    <a:pt x="10941" y="10757"/>
                  </a:lnTo>
                  <a:lnTo>
                    <a:pt x="21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 rot="10800000" flipH="1">
              <a:off x="9147557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 rot="10800000" flipH="1">
              <a:off x="8567010" y="4386506"/>
              <a:ext cx="761192" cy="838231"/>
            </a:xfrm>
            <a:custGeom>
              <a:avLst/>
              <a:gdLst/>
              <a:ahLst/>
              <a:cxnLst/>
              <a:rect l="l" t="t" r="r" b="b"/>
              <a:pathLst>
                <a:path w="10017" h="9797" extrusionOk="0">
                  <a:moveTo>
                    <a:pt x="0" y="1"/>
                  </a:moveTo>
                  <a:lnTo>
                    <a:pt x="9800" y="9797"/>
                  </a:lnTo>
                  <a:lnTo>
                    <a:pt x="10017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 rot="10800000" flipH="1">
              <a:off x="8895277" y="4571401"/>
              <a:ext cx="597053" cy="653336"/>
            </a:xfrm>
            <a:custGeom>
              <a:avLst/>
              <a:gdLst/>
              <a:ahLst/>
              <a:cxnLst/>
              <a:rect l="l" t="t" r="r" b="b"/>
              <a:pathLst>
                <a:path w="7857" h="7636" extrusionOk="0">
                  <a:moveTo>
                    <a:pt x="0" y="1"/>
                  </a:moveTo>
                  <a:lnTo>
                    <a:pt x="7640" y="7636"/>
                  </a:lnTo>
                  <a:lnTo>
                    <a:pt x="7856" y="742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rot="10800000" flipH="1">
              <a:off x="7919517" y="4657223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3"/>
                  </a:lnTo>
                  <a:lnTo>
                    <a:pt x="37" y="251"/>
                  </a:lnTo>
                  <a:lnTo>
                    <a:pt x="255" y="3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rot="10800000" flipH="1">
              <a:off x="8083575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rot="10800000" flipH="1">
              <a:off x="8018073" y="476785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rot="10800000" flipH="1">
              <a:off x="8001508" y="474962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rot="10800000" flipH="1">
              <a:off x="8182131" y="4952573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 rot="10800000" flipH="1">
              <a:off x="8165642" y="493452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8" y="1"/>
                  </a:moveTo>
                  <a:lnTo>
                    <a:pt x="0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 rot="10800000" flipH="1">
              <a:off x="8343377" y="329315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 rot="10800000" flipH="1">
              <a:off x="8655156" y="364420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 rot="10800000" flipH="1">
              <a:off x="7099152" y="3523903"/>
              <a:ext cx="221587" cy="228017"/>
            </a:xfrm>
            <a:custGeom>
              <a:avLst/>
              <a:gdLst/>
              <a:ahLst/>
              <a:cxnLst/>
              <a:rect l="l" t="t" r="r" b="b"/>
              <a:pathLst>
                <a:path w="2916" h="2665" extrusionOk="0">
                  <a:moveTo>
                    <a:pt x="251" y="0"/>
                  </a:moveTo>
                  <a:lnTo>
                    <a:pt x="39" y="217"/>
                  </a:lnTo>
                  <a:lnTo>
                    <a:pt x="1" y="179"/>
                  </a:lnTo>
                  <a:lnTo>
                    <a:pt x="2349" y="2528"/>
                  </a:lnTo>
                  <a:cubicBezTo>
                    <a:pt x="2538" y="2571"/>
                    <a:pt x="2727" y="2617"/>
                    <a:pt x="2915" y="2665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 rot="10800000" flipH="1">
              <a:off x="7266173" y="3000616"/>
              <a:ext cx="831103" cy="936198"/>
            </a:xfrm>
            <a:custGeom>
              <a:avLst/>
              <a:gdLst/>
              <a:ahLst/>
              <a:cxnLst/>
              <a:rect l="l" t="t" r="r" b="b"/>
              <a:pathLst>
                <a:path w="10937" h="10942" extrusionOk="0">
                  <a:moveTo>
                    <a:pt x="213" y="1"/>
                  </a:moveTo>
                  <a:lnTo>
                    <a:pt x="1" y="218"/>
                  </a:lnTo>
                  <a:lnTo>
                    <a:pt x="10720" y="10942"/>
                  </a:lnTo>
                  <a:lnTo>
                    <a:pt x="10936" y="1072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 rot="10800000" flipH="1">
              <a:off x="8080763" y="299737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 rot="10800000" flipH="1">
              <a:off x="7429927" y="3185339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 rot="10800000" flipH="1">
              <a:off x="8261310" y="3200747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7"/>
                  </a:move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 rot="10800000" flipH="1">
              <a:off x="8244821" y="318218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 rot="10800000" flipH="1">
              <a:off x="8408955" y="3366903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 rot="10800000" flipH="1">
              <a:off x="7591173" y="428777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 rot="10800000" flipH="1">
              <a:off x="7594061" y="3370232"/>
              <a:ext cx="831483" cy="936112"/>
            </a:xfrm>
            <a:custGeom>
              <a:avLst/>
              <a:gdLst/>
              <a:ahLst/>
              <a:cxnLst/>
              <a:rect l="l" t="t" r="r" b="b"/>
              <a:pathLst>
                <a:path w="10942" h="10941" extrusionOk="0">
                  <a:moveTo>
                    <a:pt x="218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 rot="10800000" flipH="1">
              <a:off x="8408955" y="336690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 rot="10800000" flipH="1">
              <a:off x="7758195" y="3554955"/>
              <a:ext cx="831407" cy="936198"/>
            </a:xfrm>
            <a:custGeom>
              <a:avLst/>
              <a:gdLst/>
              <a:ahLst/>
              <a:cxnLst/>
              <a:rect l="l" t="t" r="r" b="b"/>
              <a:pathLst>
                <a:path w="10941" h="10942" extrusionOk="0">
                  <a:moveTo>
                    <a:pt x="217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1" y="1072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 rot="10800000" flipH="1">
              <a:off x="8573089" y="355179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 rot="10800000" flipH="1">
              <a:off x="7184182" y="3431925"/>
              <a:ext cx="382458" cy="412399"/>
            </a:xfrm>
            <a:custGeom>
              <a:avLst/>
              <a:gdLst/>
              <a:ahLst/>
              <a:cxnLst/>
              <a:rect l="l" t="t" r="r" b="b"/>
              <a:pathLst>
                <a:path w="5033" h="4820" extrusionOk="0">
                  <a:moveTo>
                    <a:pt x="212" y="1"/>
                  </a:moveTo>
                  <a:lnTo>
                    <a:pt x="0" y="217"/>
                  </a:lnTo>
                  <a:lnTo>
                    <a:pt x="4301" y="4518"/>
                  </a:lnTo>
                  <a:cubicBezTo>
                    <a:pt x="4545" y="4613"/>
                    <a:pt x="4791" y="4716"/>
                    <a:pt x="5032" y="4820"/>
                  </a:cubicBez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 rot="10800000" flipH="1">
              <a:off x="8179319" y="3108258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 rot="10800000" flipH="1">
              <a:off x="7348240" y="3092935"/>
              <a:ext cx="831179" cy="939449"/>
            </a:xfrm>
            <a:custGeom>
              <a:avLst/>
              <a:gdLst/>
              <a:ahLst/>
              <a:cxnLst/>
              <a:rect l="l" t="t" r="r" b="b"/>
              <a:pathLst>
                <a:path w="10938" h="10980" extrusionOk="0">
                  <a:moveTo>
                    <a:pt x="175" y="1"/>
                  </a:moveTo>
                  <a:lnTo>
                    <a:pt x="213" y="39"/>
                  </a:lnTo>
                  <a:lnTo>
                    <a:pt x="213" y="39"/>
                  </a:lnTo>
                  <a:lnTo>
                    <a:pt x="213" y="38"/>
                  </a:lnTo>
                  <a:lnTo>
                    <a:pt x="175" y="1"/>
                  </a:lnTo>
                  <a:close/>
                  <a:moveTo>
                    <a:pt x="213" y="39"/>
                  </a:moveTo>
                  <a:lnTo>
                    <a:pt x="1" y="255"/>
                  </a:lnTo>
                  <a:lnTo>
                    <a:pt x="10720" y="10979"/>
                  </a:lnTo>
                  <a:lnTo>
                    <a:pt x="10937" y="10762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 rot="10800000" flipH="1">
              <a:off x="8162754" y="3089777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 rot="10800000" flipH="1">
              <a:off x="7509182" y="3274491"/>
              <a:ext cx="834294" cy="939449"/>
            </a:xfrm>
            <a:custGeom>
              <a:avLst/>
              <a:gdLst/>
              <a:ahLst/>
              <a:cxnLst/>
              <a:rect l="l" t="t" r="r" b="b"/>
              <a:pathLst>
                <a:path w="10979" h="10980" extrusionOk="0">
                  <a:moveTo>
                    <a:pt x="0" y="179"/>
                  </a:moveTo>
                  <a:lnTo>
                    <a:pt x="31" y="210"/>
                  </a:lnTo>
                  <a:lnTo>
                    <a:pt x="5" y="179"/>
                  </a:lnTo>
                  <a:close/>
                  <a:moveTo>
                    <a:pt x="31" y="210"/>
                  </a:moveTo>
                  <a:lnTo>
                    <a:pt x="38" y="218"/>
                  </a:lnTo>
                  <a:lnTo>
                    <a:pt x="38" y="217"/>
                  </a:lnTo>
                  <a:lnTo>
                    <a:pt x="31" y="210"/>
                  </a:lnTo>
                  <a:close/>
                  <a:moveTo>
                    <a:pt x="255" y="1"/>
                  </a:moveTo>
                  <a:lnTo>
                    <a:pt x="38" y="217"/>
                  </a:lnTo>
                  <a:lnTo>
                    <a:pt x="10762" y="10941"/>
                  </a:lnTo>
                  <a:lnTo>
                    <a:pt x="10762" y="10941"/>
                  </a:lnTo>
                  <a:lnTo>
                    <a:pt x="10979" y="10724"/>
                  </a:lnTo>
                  <a:lnTo>
                    <a:pt x="255" y="1"/>
                  </a:lnTo>
                  <a:close/>
                  <a:moveTo>
                    <a:pt x="10762" y="10941"/>
                  </a:moveTo>
                  <a:lnTo>
                    <a:pt x="10761" y="10942"/>
                  </a:lnTo>
                  <a:lnTo>
                    <a:pt x="10800" y="10979"/>
                  </a:lnTo>
                  <a:lnTo>
                    <a:pt x="10762" y="1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 rot="10800000" flipH="1">
              <a:off x="8326888" y="3274499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 rot="10800000" flipH="1">
              <a:off x="7676204" y="3462551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6" y="0"/>
                  </a:moveTo>
                  <a:lnTo>
                    <a:pt x="0" y="216"/>
                  </a:lnTo>
                  <a:lnTo>
                    <a:pt x="10724" y="10940"/>
                  </a:lnTo>
                  <a:lnTo>
                    <a:pt x="10940" y="1072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 rot="10800000" flipH="1">
              <a:off x="8491098" y="345930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7" y="256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 rot="10800000" flipH="1">
              <a:off x="7840261" y="3647359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79" y="1"/>
                  </a:moveTo>
                  <a:lnTo>
                    <a:pt x="215" y="36"/>
                  </a:lnTo>
                  <a:lnTo>
                    <a:pt x="218" y="33"/>
                  </a:lnTo>
                  <a:lnTo>
                    <a:pt x="179" y="1"/>
                  </a:lnTo>
                  <a:close/>
                  <a:moveTo>
                    <a:pt x="10942" y="10757"/>
                  </a:moveTo>
                  <a:lnTo>
                    <a:pt x="10941" y="10758"/>
                  </a:lnTo>
                  <a:lnTo>
                    <a:pt x="10941" y="10758"/>
                  </a:lnTo>
                  <a:lnTo>
                    <a:pt x="10979" y="10796"/>
                  </a:lnTo>
                  <a:lnTo>
                    <a:pt x="10942" y="10757"/>
                  </a:lnTo>
                  <a:close/>
                  <a:moveTo>
                    <a:pt x="215" y="36"/>
                  </a:moveTo>
                  <a:lnTo>
                    <a:pt x="1" y="251"/>
                  </a:lnTo>
                  <a:lnTo>
                    <a:pt x="10724" y="10975"/>
                  </a:lnTo>
                  <a:lnTo>
                    <a:pt x="10941" y="10758"/>
                  </a:lnTo>
                  <a:lnTo>
                    <a:pt x="10941" y="10758"/>
                  </a:lnTo>
                  <a:lnTo>
                    <a:pt x="21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 rot="10800000" flipH="1">
              <a:off x="8655156" y="364420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 rot="10800000" flipH="1">
              <a:off x="7115337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 rot="10800000" flipH="1">
              <a:off x="7099152" y="3733354"/>
              <a:ext cx="19149" cy="21903"/>
            </a:xfrm>
            <a:custGeom>
              <a:avLst/>
              <a:gdLst/>
              <a:ahLst/>
              <a:cxnLst/>
              <a:rect l="l" t="t" r="r" b="b"/>
              <a:pathLst>
                <a:path w="252" h="256" extrusionOk="0">
                  <a:moveTo>
                    <a:pt x="214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1" y="39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 rot="10800000" flipH="1">
              <a:off x="7263361" y="3918076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 rot="10800000" flipH="1">
              <a:off x="7427495" y="410288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7"/>
                  </a:lnTo>
                  <a:lnTo>
                    <a:pt x="33" y="256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 rot="10800000" flipH="1">
              <a:off x="7591173" y="428777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 rot="10800000" flipH="1">
              <a:off x="7755307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 rot="10800000" flipH="1">
              <a:off x="7181219" y="382575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9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 rot="10800000" flipH="1">
              <a:off x="7345428" y="401048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 rot="10800000" flipH="1">
              <a:off x="7345428" y="4010480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 rot="10800000" flipH="1">
              <a:off x="7525672" y="42138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 rot="10800000" flipH="1">
              <a:off x="7509486" y="419528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6"/>
                  </a:lnTo>
                  <a:lnTo>
                    <a:pt x="34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 rot="10800000" flipH="1">
              <a:off x="7673240" y="4380096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 rot="10800000" flipH="1">
              <a:off x="7837450" y="456490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 rot="10800000" flipH="1">
              <a:off x="7837450" y="4564904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 rot="10800000" flipH="1">
              <a:off x="7017161" y="3571561"/>
              <a:ext cx="97115" cy="87956"/>
            </a:xfrm>
            <a:custGeom>
              <a:avLst/>
              <a:gdLst/>
              <a:ahLst/>
              <a:cxnLst/>
              <a:rect l="l" t="t" r="r" b="b"/>
              <a:pathLst>
                <a:path w="1278" h="1028" extrusionOk="0">
                  <a:moveTo>
                    <a:pt x="0" y="179"/>
                  </a:moveTo>
                  <a:lnTo>
                    <a:pt x="38" y="217"/>
                  </a:lnTo>
                  <a:lnTo>
                    <a:pt x="38" y="217"/>
                  </a:lnTo>
                  <a:lnTo>
                    <a:pt x="0" y="179"/>
                  </a:lnTo>
                  <a:close/>
                  <a:moveTo>
                    <a:pt x="250" y="0"/>
                  </a:moveTo>
                  <a:lnTo>
                    <a:pt x="38" y="217"/>
                  </a:lnTo>
                  <a:lnTo>
                    <a:pt x="769" y="947"/>
                  </a:lnTo>
                  <a:cubicBezTo>
                    <a:pt x="938" y="976"/>
                    <a:pt x="1108" y="1000"/>
                    <a:pt x="1278" y="1028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 rot="10800000" flipH="1">
              <a:off x="7033270" y="3659431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 rot="10800000" flipH="1">
              <a:off x="7017161" y="364086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 rot="10800000" flipH="1">
              <a:off x="7933043" y="467869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 rot="10800000" flipH="1">
              <a:off x="8080763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 rot="10800000" flipH="1">
              <a:off x="7998696" y="475296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 rot="10800000" flipH="1">
              <a:off x="7418529" y="4663721"/>
              <a:ext cx="514604" cy="561017"/>
            </a:xfrm>
            <a:custGeom>
              <a:avLst/>
              <a:gdLst/>
              <a:ahLst/>
              <a:cxnLst/>
              <a:rect l="l" t="t" r="r" b="b"/>
              <a:pathLst>
                <a:path w="6772" h="6557" extrusionOk="0">
                  <a:moveTo>
                    <a:pt x="0" y="1"/>
                  </a:moveTo>
                  <a:lnTo>
                    <a:pt x="6555" y="6556"/>
                  </a:lnTo>
                  <a:lnTo>
                    <a:pt x="6772" y="6345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 rot="10800000" flipH="1">
              <a:off x="7916553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 rot="10800000" flipH="1">
              <a:off x="7746720" y="4848530"/>
              <a:ext cx="350542" cy="376207"/>
            </a:xfrm>
            <a:custGeom>
              <a:avLst/>
              <a:gdLst/>
              <a:ahLst/>
              <a:cxnLst/>
              <a:rect l="l" t="t" r="r" b="b"/>
              <a:pathLst>
                <a:path w="4613" h="4397" extrusionOk="0">
                  <a:moveTo>
                    <a:pt x="0" y="1"/>
                  </a:moveTo>
                  <a:lnTo>
                    <a:pt x="4396" y="4397"/>
                  </a:lnTo>
                  <a:lnTo>
                    <a:pt x="4612" y="418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 rot="10800000" flipH="1">
              <a:off x="8080763" y="4845282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 rot="10800000" flipH="1">
              <a:off x="7582587" y="4756125"/>
              <a:ext cx="432611" cy="468612"/>
            </a:xfrm>
            <a:custGeom>
              <a:avLst/>
              <a:gdLst/>
              <a:ahLst/>
              <a:cxnLst/>
              <a:rect l="l" t="t" r="r" b="b"/>
              <a:pathLst>
                <a:path w="5693" h="5477" extrusionOk="0">
                  <a:moveTo>
                    <a:pt x="1" y="1"/>
                  </a:moveTo>
                  <a:lnTo>
                    <a:pt x="5476" y="5476"/>
                  </a:lnTo>
                  <a:lnTo>
                    <a:pt x="5693" y="526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 rot="10800000" flipH="1">
              <a:off x="7998696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 rot="10800000" flipH="1">
              <a:off x="8179319" y="495591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 rot="10800000" flipH="1">
              <a:off x="7910854" y="4940935"/>
              <a:ext cx="268549" cy="283803"/>
            </a:xfrm>
            <a:custGeom>
              <a:avLst/>
              <a:gdLst/>
              <a:ahLst/>
              <a:cxnLst/>
              <a:rect l="l" t="t" r="r" b="b"/>
              <a:pathLst>
                <a:path w="3534" h="3317" extrusionOk="0">
                  <a:moveTo>
                    <a:pt x="1" y="1"/>
                  </a:moveTo>
                  <a:lnTo>
                    <a:pt x="3316" y="3317"/>
                  </a:lnTo>
                  <a:lnTo>
                    <a:pt x="3533" y="310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 rot="10800000" flipH="1">
              <a:off x="8162754" y="493768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8" y="250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 rot="10800000" flipH="1">
              <a:off x="7096340" y="373651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 rot="10800000" flipH="1">
              <a:off x="7588362" y="429094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 rot="10800000" flipH="1">
              <a:off x="7358650" y="40322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 rot="10800000" flipH="1">
              <a:off x="7506675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3" y="37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 rot="10800000" flipH="1">
              <a:off x="7851052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 rot="10800000" flipH="1">
              <a:off x="6281446" y="3739763"/>
              <a:ext cx="833990" cy="936198"/>
            </a:xfrm>
            <a:custGeom>
              <a:avLst/>
              <a:gdLst/>
              <a:ahLst/>
              <a:cxnLst/>
              <a:rect l="l" t="t" r="r" b="b"/>
              <a:pathLst>
                <a:path w="10975" h="10942" extrusionOk="0"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36" y="10725"/>
                  </a:lnTo>
                  <a:lnTo>
                    <a:pt x="10975" y="1076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 rot="10800000" flipH="1">
              <a:off x="6295048" y="4675875"/>
              <a:ext cx="3040" cy="2909"/>
            </a:xfrm>
            <a:custGeom>
              <a:avLst/>
              <a:gdLst/>
              <a:ahLst/>
              <a:cxnLst/>
              <a:rect l="l" t="t" r="r" b="b"/>
              <a:pathLst>
                <a:path w="40" h="34" extrusionOk="0">
                  <a:moveTo>
                    <a:pt x="39" y="3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 rot="10800000" flipH="1">
              <a:off x="7096340" y="373651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 rot="10800000" flipH="1">
              <a:off x="6444364" y="3924571"/>
              <a:ext cx="832318" cy="935770"/>
            </a:xfrm>
            <a:custGeom>
              <a:avLst/>
              <a:gdLst/>
              <a:ahLst/>
              <a:cxnLst/>
              <a:rect l="l" t="t" r="r" b="b"/>
              <a:pathLst>
                <a:path w="10953" h="10937" extrusionOk="0">
                  <a:moveTo>
                    <a:pt x="0" y="196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0" y="196"/>
                  </a:lnTo>
                  <a:close/>
                  <a:moveTo>
                    <a:pt x="234" y="1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10740" y="10936"/>
                  </a:lnTo>
                  <a:lnTo>
                    <a:pt x="10953" y="10720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 rot="10800000" flipH="1">
              <a:off x="7260474" y="3921327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0" y="37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 rot="10800000" flipH="1">
              <a:off x="6609714" y="4109379"/>
              <a:ext cx="831103" cy="935684"/>
            </a:xfrm>
            <a:custGeom>
              <a:avLst/>
              <a:gdLst/>
              <a:ahLst/>
              <a:cxnLst/>
              <a:rect l="l" t="t" r="r" b="b"/>
              <a:pathLst>
                <a:path w="10937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36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 rot="10800000" flipH="1">
              <a:off x="7424608" y="4106135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 rot="10800000" flipH="1">
              <a:off x="6770960" y="4294101"/>
              <a:ext cx="833914" cy="930636"/>
            </a:xfrm>
            <a:custGeom>
              <a:avLst/>
              <a:gdLst/>
              <a:ahLst/>
              <a:cxnLst/>
              <a:rect l="l" t="t" r="r" b="b"/>
              <a:pathLst>
                <a:path w="10974" h="10877" extrusionOk="0">
                  <a:moveTo>
                    <a:pt x="189" y="1"/>
                  </a:moveTo>
                  <a:lnTo>
                    <a:pt x="38" y="152"/>
                  </a:lnTo>
                  <a:lnTo>
                    <a:pt x="1" y="120"/>
                  </a:lnTo>
                  <a:lnTo>
                    <a:pt x="1" y="120"/>
                  </a:lnTo>
                  <a:lnTo>
                    <a:pt x="10758" y="10876"/>
                  </a:lnTo>
                  <a:lnTo>
                    <a:pt x="10974" y="106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 rot="10800000" flipH="1">
              <a:off x="7588362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 rot="10800000" flipH="1">
              <a:off x="7090261" y="4478997"/>
              <a:ext cx="678819" cy="745741"/>
            </a:xfrm>
            <a:custGeom>
              <a:avLst/>
              <a:gdLst/>
              <a:ahLst/>
              <a:cxnLst/>
              <a:rect l="l" t="t" r="r" b="b"/>
              <a:pathLst>
                <a:path w="8933" h="8716" extrusionOk="0">
                  <a:moveTo>
                    <a:pt x="0" y="1"/>
                  </a:moveTo>
                  <a:lnTo>
                    <a:pt x="8715" y="8716"/>
                  </a:lnTo>
                  <a:lnTo>
                    <a:pt x="8932" y="850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 rot="10800000" flipH="1">
              <a:off x="7752495" y="447566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 rot="10800000" flipH="1">
              <a:off x="6363513" y="3832081"/>
              <a:ext cx="831179" cy="935855"/>
            </a:xfrm>
            <a:custGeom>
              <a:avLst/>
              <a:gdLst/>
              <a:ahLst/>
              <a:cxnLst/>
              <a:rect l="l" t="t" r="r" b="b"/>
              <a:pathLst>
                <a:path w="10938" h="10938" extrusionOk="0">
                  <a:moveTo>
                    <a:pt x="218" y="1"/>
                  </a:moveTo>
                  <a:lnTo>
                    <a:pt x="0" y="213"/>
                  </a:lnTo>
                  <a:lnTo>
                    <a:pt x="10724" y="10937"/>
                  </a:lnTo>
                  <a:lnTo>
                    <a:pt x="10937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 rot="10800000" flipH="1">
              <a:off x="7178407" y="3828923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 rot="10800000" flipH="1">
              <a:off x="6524759" y="493452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 rot="10800000" flipH="1">
              <a:off x="6527571" y="4014151"/>
              <a:ext cx="831179" cy="938508"/>
            </a:xfrm>
            <a:custGeom>
              <a:avLst/>
              <a:gdLst/>
              <a:ahLst/>
              <a:cxnLst/>
              <a:rect l="l" t="t" r="r" b="b"/>
              <a:pathLst>
                <a:path w="10938" h="10969" extrusionOk="0">
                  <a:moveTo>
                    <a:pt x="218" y="0"/>
                  </a:moveTo>
                  <a:lnTo>
                    <a:pt x="1" y="212"/>
                  </a:lnTo>
                  <a:lnTo>
                    <a:pt x="10757" y="10968"/>
                  </a:lnTo>
                  <a:lnTo>
                    <a:pt x="10725" y="10936"/>
                  </a:lnTo>
                  <a:lnTo>
                    <a:pt x="10938" y="1071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 rot="10800000" flipH="1">
              <a:off x="7342465" y="401373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 rot="10800000" flipH="1">
              <a:off x="6691781" y="4201697"/>
              <a:ext cx="832926" cy="937224"/>
            </a:xfrm>
            <a:custGeom>
              <a:avLst/>
              <a:gdLst/>
              <a:ahLst/>
              <a:cxnLst/>
              <a:rect l="l" t="t" r="r" b="b"/>
              <a:pathLst>
                <a:path w="10961" h="10954" extrusionOk="0">
                  <a:moveTo>
                    <a:pt x="201" y="0"/>
                  </a:moveTo>
                  <a:lnTo>
                    <a:pt x="217" y="16"/>
                  </a:lnTo>
                  <a:lnTo>
                    <a:pt x="217" y="16"/>
                  </a:lnTo>
                  <a:lnTo>
                    <a:pt x="201" y="0"/>
                  </a:lnTo>
                  <a:close/>
                  <a:moveTo>
                    <a:pt x="217" y="16"/>
                  </a:moveTo>
                  <a:lnTo>
                    <a:pt x="1" y="229"/>
                  </a:lnTo>
                  <a:lnTo>
                    <a:pt x="10724" y="10953"/>
                  </a:lnTo>
                  <a:lnTo>
                    <a:pt x="10936" y="10736"/>
                  </a:lnTo>
                  <a:lnTo>
                    <a:pt x="10961" y="10760"/>
                  </a:lnTo>
                  <a:lnTo>
                    <a:pt x="217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 rot="10800000" flipH="1">
              <a:off x="7506675" y="419853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 rot="10800000" flipH="1">
              <a:off x="6926127" y="4386506"/>
              <a:ext cx="760888" cy="838231"/>
            </a:xfrm>
            <a:custGeom>
              <a:avLst/>
              <a:gdLst/>
              <a:ahLst/>
              <a:cxnLst/>
              <a:rect l="l" t="t" r="r" b="b"/>
              <a:pathLst>
                <a:path w="10013" h="9797" extrusionOk="0">
                  <a:moveTo>
                    <a:pt x="1" y="1"/>
                  </a:moveTo>
                  <a:lnTo>
                    <a:pt x="9795" y="9797"/>
                  </a:lnTo>
                  <a:lnTo>
                    <a:pt x="10013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 rot="10800000" flipH="1">
              <a:off x="7670429" y="4383347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 rot="10800000" flipH="1">
              <a:off x="7254319" y="4571401"/>
              <a:ext cx="596825" cy="653336"/>
            </a:xfrm>
            <a:custGeom>
              <a:avLst/>
              <a:gdLst/>
              <a:ahLst/>
              <a:cxnLst/>
              <a:rect l="l" t="t" r="r" b="b"/>
              <a:pathLst>
                <a:path w="7854" h="7636" extrusionOk="0">
                  <a:moveTo>
                    <a:pt x="1" y="1"/>
                  </a:moveTo>
                  <a:lnTo>
                    <a:pt x="7636" y="7636"/>
                  </a:lnTo>
                  <a:lnTo>
                    <a:pt x="7853" y="7424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 rot="10800000" flipH="1">
              <a:off x="7834486" y="456807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 rot="10800000" flipH="1">
              <a:off x="6278634" y="465722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4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 rot="10800000" flipH="1">
              <a:off x="6459258" y="48602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 rot="10800000" flipH="1">
              <a:off x="6442692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 rot="10800000" flipH="1">
              <a:off x="6360701" y="4749627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 rot="10800000" flipH="1">
              <a:off x="6524759" y="493452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 rot="10800000" flipH="1">
              <a:off x="7014273" y="364420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 rot="10800000" flipH="1">
              <a:off x="5953178" y="3674398"/>
              <a:ext cx="577448" cy="631946"/>
            </a:xfrm>
            <a:custGeom>
              <a:avLst/>
              <a:gdLst/>
              <a:ahLst/>
              <a:cxnLst/>
              <a:rect l="l" t="t" r="r" b="b"/>
              <a:pathLst>
                <a:path w="7599" h="7386" extrusionOk="0">
                  <a:moveTo>
                    <a:pt x="218" y="1"/>
                  </a:moveTo>
                  <a:lnTo>
                    <a:pt x="1" y="217"/>
                  </a:lnTo>
                  <a:lnTo>
                    <a:pt x="7037" y="7253"/>
                  </a:lnTo>
                  <a:cubicBezTo>
                    <a:pt x="7226" y="7301"/>
                    <a:pt x="7409" y="7343"/>
                    <a:pt x="7598" y="7386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 rot="10800000" flipH="1">
              <a:off x="6114425" y="3603382"/>
              <a:ext cx="807850" cy="887771"/>
            </a:xfrm>
            <a:custGeom>
              <a:avLst/>
              <a:gdLst/>
              <a:ahLst/>
              <a:cxnLst/>
              <a:rect l="l" t="t" r="r" b="b"/>
              <a:pathLst>
                <a:path w="10631" h="10376" extrusionOk="0">
                  <a:moveTo>
                    <a:pt x="255" y="0"/>
                  </a:moveTo>
                  <a:lnTo>
                    <a:pt x="39" y="218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0130" y="10310"/>
                  </a:lnTo>
                  <a:cubicBezTo>
                    <a:pt x="10296" y="10334"/>
                    <a:pt x="10461" y="10356"/>
                    <a:pt x="10631" y="10375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 rot="10800000" flipH="1">
              <a:off x="5871111" y="3749007"/>
              <a:ext cx="429419" cy="464933"/>
            </a:xfrm>
            <a:custGeom>
              <a:avLst/>
              <a:gdLst/>
              <a:ahLst/>
              <a:cxnLst/>
              <a:rect l="l" t="t" r="r" b="b"/>
              <a:pathLst>
                <a:path w="5651" h="5434" extrusionOk="0">
                  <a:moveTo>
                    <a:pt x="218" y="1"/>
                  </a:moveTo>
                  <a:lnTo>
                    <a:pt x="1" y="218"/>
                  </a:lnTo>
                  <a:lnTo>
                    <a:pt x="4933" y="5150"/>
                  </a:lnTo>
                  <a:cubicBezTo>
                    <a:pt x="5066" y="5207"/>
                    <a:pt x="5203" y="5263"/>
                    <a:pt x="5335" y="5320"/>
                  </a:cubicBezTo>
                  <a:cubicBezTo>
                    <a:pt x="5438" y="5357"/>
                    <a:pt x="5542" y="5396"/>
                    <a:pt x="5651" y="5433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 rot="10800000" flipH="1">
              <a:off x="6035245" y="3633585"/>
              <a:ext cx="695992" cy="768414"/>
            </a:xfrm>
            <a:custGeom>
              <a:avLst/>
              <a:gdLst/>
              <a:ahLst/>
              <a:cxnLst/>
              <a:rect l="l" t="t" r="r" b="b"/>
              <a:pathLst>
                <a:path w="9159" h="8981" extrusionOk="0">
                  <a:moveTo>
                    <a:pt x="180" y="1"/>
                  </a:moveTo>
                  <a:lnTo>
                    <a:pt x="218" y="39"/>
                  </a:lnTo>
                  <a:lnTo>
                    <a:pt x="0" y="255"/>
                  </a:lnTo>
                  <a:lnTo>
                    <a:pt x="8645" y="8900"/>
                  </a:lnTo>
                  <a:cubicBezTo>
                    <a:pt x="8815" y="8928"/>
                    <a:pt x="8985" y="8957"/>
                    <a:pt x="9159" y="8980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 rot="10800000" flipH="1">
              <a:off x="6199455" y="3647359"/>
              <a:ext cx="831027" cy="939021"/>
            </a:xfrm>
            <a:custGeom>
              <a:avLst/>
              <a:gdLst/>
              <a:ahLst/>
              <a:cxnLst/>
              <a:rect l="l" t="t" r="r" b="b"/>
              <a:pathLst>
                <a:path w="10936" h="10975" extrusionOk="0">
                  <a:moveTo>
                    <a:pt x="179" y="1"/>
                  </a:moveTo>
                  <a:lnTo>
                    <a:pt x="214" y="36"/>
                  </a:lnTo>
                  <a:lnTo>
                    <a:pt x="216" y="33"/>
                  </a:lnTo>
                  <a:lnTo>
                    <a:pt x="179" y="1"/>
                  </a:lnTo>
                  <a:close/>
                  <a:moveTo>
                    <a:pt x="214" y="36"/>
                  </a:moveTo>
                  <a:lnTo>
                    <a:pt x="0" y="251"/>
                  </a:lnTo>
                  <a:lnTo>
                    <a:pt x="10724" y="10975"/>
                  </a:lnTo>
                  <a:lnTo>
                    <a:pt x="10935" y="10757"/>
                  </a:lnTo>
                  <a:lnTo>
                    <a:pt x="21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 rot="10800000" flipH="1">
              <a:off x="7014273" y="364420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 rot="10800000" flipH="1">
              <a:off x="5966856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 rot="10800000" flipH="1">
              <a:off x="5950367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 rot="10800000" flipH="1">
              <a:off x="6130990" y="449106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 rot="10800000" flipH="1">
              <a:off x="6114425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 rot="10800000" flipH="1">
              <a:off x="5868300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 rot="10800000" flipH="1">
              <a:off x="6032434" y="43800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 rot="10800000" flipH="1">
              <a:off x="6032434" y="438009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 rot="10800000" flipH="1">
              <a:off x="6196491" y="456490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 rot="10800000" flipH="1">
              <a:off x="6196491" y="4564904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 rot="10800000" flipH="1">
              <a:off x="6292236" y="46786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 rot="10800000" flipH="1">
              <a:off x="6439881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 rot="10800000" flipH="1">
              <a:off x="6521948" y="493768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 rot="10800000" flipH="1">
              <a:off x="5913133" y="4663722"/>
              <a:ext cx="379190" cy="428228"/>
            </a:xfrm>
            <a:custGeom>
              <a:avLst/>
              <a:gdLst/>
              <a:ahLst/>
              <a:cxnLst/>
              <a:rect l="l" t="t" r="r" b="b"/>
              <a:pathLst>
                <a:path w="4990" h="5005" extrusionOk="0">
                  <a:moveTo>
                    <a:pt x="198" y="0"/>
                  </a:moveTo>
                  <a:cubicBezTo>
                    <a:pt x="132" y="76"/>
                    <a:pt x="66" y="157"/>
                    <a:pt x="0" y="237"/>
                  </a:cubicBezTo>
                  <a:lnTo>
                    <a:pt x="4772" y="5004"/>
                  </a:lnTo>
                  <a:lnTo>
                    <a:pt x="4989" y="4793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 rot="10800000" flipH="1">
              <a:off x="6275671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 rot="10800000" flipH="1">
              <a:off x="6105534" y="4848530"/>
              <a:ext cx="352898" cy="376207"/>
            </a:xfrm>
            <a:custGeom>
              <a:avLst/>
              <a:gdLst/>
              <a:ahLst/>
              <a:cxnLst/>
              <a:rect l="l" t="t" r="r" b="b"/>
              <a:pathLst>
                <a:path w="4644" h="4397" extrusionOk="0">
                  <a:moveTo>
                    <a:pt x="4617" y="4184"/>
                  </a:moveTo>
                  <a:lnTo>
                    <a:pt x="4644" y="4211"/>
                  </a:lnTo>
                  <a:lnTo>
                    <a:pt x="4644" y="4211"/>
                  </a:lnTo>
                  <a:lnTo>
                    <a:pt x="4617" y="4184"/>
                  </a:lnTo>
                  <a:close/>
                  <a:moveTo>
                    <a:pt x="0" y="1"/>
                  </a:moveTo>
                  <a:lnTo>
                    <a:pt x="4401" y="4397"/>
                  </a:lnTo>
                  <a:lnTo>
                    <a:pt x="4617" y="4184"/>
                  </a:lnTo>
                  <a:lnTo>
                    <a:pt x="4617" y="418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 rot="10800000" flipH="1">
              <a:off x="6439881" y="4845282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 rot="10800000" flipH="1">
              <a:off x="5992996" y="4756126"/>
              <a:ext cx="381318" cy="428570"/>
            </a:xfrm>
            <a:custGeom>
              <a:avLst/>
              <a:gdLst/>
              <a:ahLst/>
              <a:cxnLst/>
              <a:rect l="l" t="t" r="r" b="b"/>
              <a:pathLst>
                <a:path w="5018" h="5009" extrusionOk="0">
                  <a:moveTo>
                    <a:pt x="223" y="0"/>
                  </a:moveTo>
                  <a:cubicBezTo>
                    <a:pt x="147" y="66"/>
                    <a:pt x="75" y="142"/>
                    <a:pt x="1" y="207"/>
                  </a:cubicBezTo>
                  <a:lnTo>
                    <a:pt x="4801" y="5008"/>
                  </a:lnTo>
                  <a:lnTo>
                    <a:pt x="5018" y="479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 rot="10800000" flipH="1">
              <a:off x="6357738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 rot="10800000" flipH="1">
              <a:off x="6269592" y="4940935"/>
              <a:ext cx="268853" cy="283803"/>
            </a:xfrm>
            <a:custGeom>
              <a:avLst/>
              <a:gdLst/>
              <a:ahLst/>
              <a:cxnLst/>
              <a:rect l="l" t="t" r="r" b="b"/>
              <a:pathLst>
                <a:path w="3538" h="3317" extrusionOk="0">
                  <a:moveTo>
                    <a:pt x="1" y="1"/>
                  </a:moveTo>
                  <a:lnTo>
                    <a:pt x="3321" y="3317"/>
                  </a:lnTo>
                  <a:lnTo>
                    <a:pt x="3537" y="31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 rot="10800000" flipH="1">
              <a:off x="6521948" y="493768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3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 rot="10800000" flipH="1">
              <a:off x="5947479" y="429094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 rot="10800000" flipH="1">
              <a:off x="6111613" y="4475666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0" y="1"/>
                  </a:moveTo>
                  <a:lnTo>
                    <a:pt x="38" y="39"/>
                  </a:lnTo>
                  <a:lnTo>
                    <a:pt x="3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 rot="10800000" flipH="1">
              <a:off x="6045959" y="440191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39" y="38"/>
                  </a:moveTo>
                  <a:lnTo>
                    <a:pt x="39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 rot="10800000" flipH="1">
              <a:off x="6210169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 rot="10800000" flipH="1">
              <a:off x="5723467" y="4294107"/>
              <a:ext cx="243472" cy="287054"/>
            </a:xfrm>
            <a:custGeom>
              <a:avLst/>
              <a:gdLst/>
              <a:ahLst/>
              <a:cxnLst/>
              <a:rect l="l" t="t" r="r" b="b"/>
              <a:pathLst>
                <a:path w="3204" h="3355" extrusionOk="0">
                  <a:moveTo>
                    <a:pt x="24" y="1"/>
                  </a:moveTo>
                  <a:cubicBezTo>
                    <a:pt x="15" y="138"/>
                    <a:pt x="6" y="275"/>
                    <a:pt x="1" y="412"/>
                  </a:cubicBezTo>
                  <a:lnTo>
                    <a:pt x="2949" y="3354"/>
                  </a:lnTo>
                  <a:lnTo>
                    <a:pt x="3165" y="3137"/>
                  </a:lnTo>
                  <a:lnTo>
                    <a:pt x="3204" y="31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 rot="10800000" flipH="1">
              <a:off x="5947479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 rot="10800000" flipH="1">
              <a:off x="5786613" y="4479000"/>
              <a:ext cx="344463" cy="391009"/>
            </a:xfrm>
            <a:custGeom>
              <a:avLst/>
              <a:gdLst/>
              <a:ahLst/>
              <a:cxnLst/>
              <a:rect l="l" t="t" r="r" b="b"/>
              <a:pathLst>
                <a:path w="4533" h="4570" extrusionOk="0">
                  <a:moveTo>
                    <a:pt x="142" y="1"/>
                  </a:moveTo>
                  <a:cubicBezTo>
                    <a:pt x="94" y="99"/>
                    <a:pt x="42" y="194"/>
                    <a:pt x="0" y="293"/>
                  </a:cubicBezTo>
                  <a:lnTo>
                    <a:pt x="4277" y="4570"/>
                  </a:lnTo>
                  <a:lnTo>
                    <a:pt x="4495" y="4358"/>
                  </a:lnTo>
                  <a:lnTo>
                    <a:pt x="4532" y="43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 rot="10800000" flipH="1">
              <a:off x="6111613" y="447566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 rot="10800000" flipH="1">
              <a:off x="5736385" y="4201704"/>
              <a:ext cx="145597" cy="182072"/>
            </a:xfrm>
            <a:custGeom>
              <a:avLst/>
              <a:gdLst/>
              <a:ahLst/>
              <a:cxnLst/>
              <a:rect l="l" t="t" r="r" b="b"/>
              <a:pathLst>
                <a:path w="1916" h="2128" extrusionOk="0">
                  <a:moveTo>
                    <a:pt x="0" y="0"/>
                  </a:moveTo>
                  <a:lnTo>
                    <a:pt x="6" y="6"/>
                  </a:lnTo>
                  <a:lnTo>
                    <a:pt x="6" y="6"/>
                  </a:ln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6" y="0"/>
                    <a:pt x="0" y="0"/>
                  </a:cubicBezTo>
                  <a:close/>
                  <a:moveTo>
                    <a:pt x="6" y="6"/>
                  </a:moveTo>
                  <a:cubicBezTo>
                    <a:pt x="48" y="204"/>
                    <a:pt x="100" y="397"/>
                    <a:pt x="157" y="584"/>
                  </a:cubicBezTo>
                  <a:lnTo>
                    <a:pt x="1698" y="2127"/>
                  </a:lnTo>
                  <a:lnTo>
                    <a:pt x="1915" y="19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 rot="10800000" flipH="1">
              <a:off x="5865412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 rot="10800000" flipH="1">
              <a:off x="5744288" y="4386510"/>
              <a:ext cx="301756" cy="350710"/>
            </a:xfrm>
            <a:custGeom>
              <a:avLst/>
              <a:gdLst/>
              <a:ahLst/>
              <a:cxnLst/>
              <a:rect l="l" t="t" r="r" b="b"/>
              <a:pathLst>
                <a:path w="3971" h="4099" extrusionOk="0">
                  <a:moveTo>
                    <a:pt x="90" y="0"/>
                  </a:moveTo>
                  <a:cubicBezTo>
                    <a:pt x="57" y="113"/>
                    <a:pt x="29" y="231"/>
                    <a:pt x="1" y="344"/>
                  </a:cubicBezTo>
                  <a:lnTo>
                    <a:pt x="3755" y="4099"/>
                  </a:lnTo>
                  <a:lnTo>
                    <a:pt x="3971" y="388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 rot="10800000" flipH="1">
              <a:off x="6029546" y="438334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 rot="10800000" flipH="1">
              <a:off x="5843908" y="4568066"/>
              <a:ext cx="366348" cy="419415"/>
            </a:xfrm>
            <a:custGeom>
              <a:avLst/>
              <a:gdLst/>
              <a:ahLst/>
              <a:cxnLst/>
              <a:rect l="l" t="t" r="r" b="b"/>
              <a:pathLst>
                <a:path w="4821" h="4902" extrusionOk="0">
                  <a:moveTo>
                    <a:pt x="176" y="1"/>
                  </a:moveTo>
                  <a:cubicBezTo>
                    <a:pt x="113" y="91"/>
                    <a:pt x="57" y="176"/>
                    <a:pt x="0" y="266"/>
                  </a:cubicBezTo>
                  <a:lnTo>
                    <a:pt x="4641" y="4901"/>
                  </a:lnTo>
                  <a:lnTo>
                    <a:pt x="4603" y="4863"/>
                  </a:lnTo>
                  <a:lnTo>
                    <a:pt x="4820" y="4651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 rot="10800000" flipH="1">
              <a:off x="6193680" y="456807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bg>
      <p:bgPr>
        <a:solidFill>
          <a:schemeClr val="accent1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7"/>
          <p:cNvSpPr txBox="1">
            <a:spLocks noGrp="1"/>
          </p:cNvSpPr>
          <p:nvPr>
            <p:ph type="title"/>
          </p:nvPr>
        </p:nvSpPr>
        <p:spPr>
          <a:xfrm>
            <a:off x="914400" y="50591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7"/>
          <p:cNvSpPr txBox="1">
            <a:spLocks noGrp="1"/>
          </p:cNvSpPr>
          <p:nvPr>
            <p:ph type="title" idx="2" hasCustomPrompt="1"/>
          </p:nvPr>
        </p:nvSpPr>
        <p:spPr>
          <a:xfrm>
            <a:off x="2973013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7" name="Google Shape;857;p17"/>
          <p:cNvSpPr txBox="1">
            <a:spLocks noGrp="1"/>
          </p:cNvSpPr>
          <p:nvPr>
            <p:ph type="title" idx="3" hasCustomPrompt="1"/>
          </p:nvPr>
        </p:nvSpPr>
        <p:spPr>
          <a:xfrm>
            <a:off x="1137230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8" name="Google Shape;858;p17"/>
          <p:cNvSpPr txBox="1">
            <a:spLocks noGrp="1"/>
          </p:cNvSpPr>
          <p:nvPr>
            <p:ph type="title" idx="4" hasCustomPrompt="1"/>
          </p:nvPr>
        </p:nvSpPr>
        <p:spPr>
          <a:xfrm>
            <a:off x="6644579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9" name="Google Shape;859;p17"/>
          <p:cNvSpPr txBox="1">
            <a:spLocks noGrp="1"/>
          </p:cNvSpPr>
          <p:nvPr>
            <p:ph type="title" idx="5" hasCustomPrompt="1"/>
          </p:nvPr>
        </p:nvSpPr>
        <p:spPr>
          <a:xfrm>
            <a:off x="4808796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60" name="Google Shape;860;p17"/>
          <p:cNvSpPr txBox="1">
            <a:spLocks noGrp="1"/>
          </p:cNvSpPr>
          <p:nvPr>
            <p:ph type="subTitle" idx="1"/>
          </p:nvPr>
        </p:nvSpPr>
        <p:spPr>
          <a:xfrm>
            <a:off x="1000130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1" name="Google Shape;861;p17"/>
          <p:cNvSpPr txBox="1">
            <a:spLocks noGrp="1"/>
          </p:cNvSpPr>
          <p:nvPr>
            <p:ph type="subTitle" idx="6"/>
          </p:nvPr>
        </p:nvSpPr>
        <p:spPr>
          <a:xfrm>
            <a:off x="2835913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2" name="Google Shape;862;p17"/>
          <p:cNvSpPr txBox="1">
            <a:spLocks noGrp="1"/>
          </p:cNvSpPr>
          <p:nvPr>
            <p:ph type="subTitle" idx="7"/>
          </p:nvPr>
        </p:nvSpPr>
        <p:spPr>
          <a:xfrm>
            <a:off x="4671696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3" name="Google Shape;863;p17"/>
          <p:cNvSpPr txBox="1">
            <a:spLocks noGrp="1"/>
          </p:cNvSpPr>
          <p:nvPr>
            <p:ph type="subTitle" idx="8"/>
          </p:nvPr>
        </p:nvSpPr>
        <p:spPr>
          <a:xfrm>
            <a:off x="6507479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4" name="Google Shape;864;p17"/>
          <p:cNvSpPr txBox="1">
            <a:spLocks noGrp="1"/>
          </p:cNvSpPr>
          <p:nvPr>
            <p:ph type="subTitle" idx="9"/>
          </p:nvPr>
        </p:nvSpPr>
        <p:spPr>
          <a:xfrm>
            <a:off x="1000130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17"/>
          <p:cNvSpPr txBox="1">
            <a:spLocks noGrp="1"/>
          </p:cNvSpPr>
          <p:nvPr>
            <p:ph type="subTitle" idx="13"/>
          </p:nvPr>
        </p:nvSpPr>
        <p:spPr>
          <a:xfrm>
            <a:off x="2835913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6" name="Google Shape;866;p17"/>
          <p:cNvSpPr txBox="1">
            <a:spLocks noGrp="1"/>
          </p:cNvSpPr>
          <p:nvPr>
            <p:ph type="subTitle" idx="14"/>
          </p:nvPr>
        </p:nvSpPr>
        <p:spPr>
          <a:xfrm>
            <a:off x="4671696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7" name="Google Shape;867;p17"/>
          <p:cNvSpPr txBox="1">
            <a:spLocks noGrp="1"/>
          </p:cNvSpPr>
          <p:nvPr>
            <p:ph type="subTitle" idx="15"/>
          </p:nvPr>
        </p:nvSpPr>
        <p:spPr>
          <a:xfrm>
            <a:off x="6507479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868" name="Google Shape;868;p17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869" name="Google Shape;869;p17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17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871" name="Google Shape;871;p17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73" name="Google Shape;8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68650" y="-89276"/>
            <a:ext cx="1964802" cy="150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17"/>
          <p:cNvGrpSpPr/>
          <p:nvPr/>
        </p:nvGrpSpPr>
        <p:grpSpPr>
          <a:xfrm>
            <a:off x="-1028710" y="3387325"/>
            <a:ext cx="2711159" cy="1972460"/>
            <a:chOff x="-1028710" y="3387325"/>
            <a:chExt cx="2711159" cy="1972460"/>
          </a:xfrm>
        </p:grpSpPr>
        <p:sp>
          <p:nvSpPr>
            <p:cNvPr id="875" name="Google Shape;875;p17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7" name="Google Shape;87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8141" y="3387325"/>
              <a:ext cx="1790590" cy="183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BLANK_1_2">
    <p:bg>
      <p:bgPr>
        <a:solidFill>
          <a:srgbClr val="F7F8FC"/>
        </a:solidFill>
        <a:effectLst/>
      </p:bgPr>
    </p:bg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8"/>
          <p:cNvSpPr txBox="1">
            <a:spLocks noGrp="1"/>
          </p:cNvSpPr>
          <p:nvPr>
            <p:ph type="subTitle" idx="1"/>
          </p:nvPr>
        </p:nvSpPr>
        <p:spPr>
          <a:xfrm flipH="1">
            <a:off x="914550" y="3099195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0" name="Google Shape;880;p18"/>
          <p:cNvSpPr txBox="1">
            <a:spLocks noGrp="1"/>
          </p:cNvSpPr>
          <p:nvPr>
            <p:ph type="ctrTitle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1" name="Google Shape;881;p18"/>
          <p:cNvSpPr txBox="1">
            <a:spLocks noGrp="1"/>
          </p:cNvSpPr>
          <p:nvPr>
            <p:ph type="title" idx="2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882" name="Google Shape;882;p18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883" name="Google Shape;883;p18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4" name="Google Shape;884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5" name="Google Shape;885;p18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886" name="Google Shape;886;p18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8" name="Google Shape;888;p18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BLANK_1_1">
    <p:bg>
      <p:bgPr>
        <a:solidFill>
          <a:srgbClr val="F7F8FC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9"/>
          <p:cNvSpPr/>
          <p:nvPr/>
        </p:nvSpPr>
        <p:spPr>
          <a:xfrm rot="-3450524">
            <a:off x="1259292" y="4296611"/>
            <a:ext cx="1028222" cy="1381915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9"/>
          <p:cNvSpPr txBox="1">
            <a:spLocks noGrp="1"/>
          </p:cNvSpPr>
          <p:nvPr>
            <p:ph type="subTitle" idx="1"/>
          </p:nvPr>
        </p:nvSpPr>
        <p:spPr>
          <a:xfrm>
            <a:off x="1256025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2" name="Google Shape;892;p19"/>
          <p:cNvSpPr txBox="1">
            <a:spLocks noGrp="1"/>
          </p:cNvSpPr>
          <p:nvPr>
            <p:ph type="subTitle" idx="2"/>
          </p:nvPr>
        </p:nvSpPr>
        <p:spPr>
          <a:xfrm>
            <a:off x="3504013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3" name="Google Shape;893;p19"/>
          <p:cNvSpPr txBox="1">
            <a:spLocks noGrp="1"/>
          </p:cNvSpPr>
          <p:nvPr>
            <p:ph type="subTitle" idx="3"/>
          </p:nvPr>
        </p:nvSpPr>
        <p:spPr>
          <a:xfrm>
            <a:off x="5752000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4" name="Google Shape;894;p19"/>
          <p:cNvSpPr txBox="1">
            <a:spLocks noGrp="1"/>
          </p:cNvSpPr>
          <p:nvPr>
            <p:ph type="subTitle" idx="4"/>
          </p:nvPr>
        </p:nvSpPr>
        <p:spPr>
          <a:xfrm>
            <a:off x="1409984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5" name="Google Shape;895;p19"/>
          <p:cNvSpPr txBox="1">
            <a:spLocks noGrp="1"/>
          </p:cNvSpPr>
          <p:nvPr>
            <p:ph type="subTitle" idx="5"/>
          </p:nvPr>
        </p:nvSpPr>
        <p:spPr>
          <a:xfrm>
            <a:off x="3674925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6" name="Google Shape;896;p19"/>
          <p:cNvSpPr txBox="1">
            <a:spLocks noGrp="1"/>
          </p:cNvSpPr>
          <p:nvPr>
            <p:ph type="subTitle" idx="6"/>
          </p:nvPr>
        </p:nvSpPr>
        <p:spPr>
          <a:xfrm>
            <a:off x="5927418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7" name="Google Shape;897;p19"/>
          <p:cNvSpPr txBox="1">
            <a:spLocks noGrp="1"/>
          </p:cNvSpPr>
          <p:nvPr>
            <p:ph type="title"/>
          </p:nvPr>
        </p:nvSpPr>
        <p:spPr>
          <a:xfrm>
            <a:off x="910100" y="50007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8" name="Google Shape;898;p19"/>
          <p:cNvSpPr txBox="1">
            <a:spLocks noGrp="1"/>
          </p:cNvSpPr>
          <p:nvPr>
            <p:ph type="subTitle" idx="7"/>
          </p:nvPr>
        </p:nvSpPr>
        <p:spPr>
          <a:xfrm>
            <a:off x="1408793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9" name="Google Shape;899;p19"/>
          <p:cNvSpPr txBox="1">
            <a:spLocks noGrp="1"/>
          </p:cNvSpPr>
          <p:nvPr>
            <p:ph type="subTitle" idx="8"/>
          </p:nvPr>
        </p:nvSpPr>
        <p:spPr>
          <a:xfrm>
            <a:off x="3658844" y="327968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0" name="Google Shape;900;p19"/>
          <p:cNvSpPr txBox="1">
            <a:spLocks noGrp="1"/>
          </p:cNvSpPr>
          <p:nvPr>
            <p:ph type="subTitle" idx="9"/>
          </p:nvPr>
        </p:nvSpPr>
        <p:spPr>
          <a:xfrm>
            <a:off x="5932097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1" name="Google Shape;901;p19"/>
          <p:cNvSpPr/>
          <p:nvPr/>
        </p:nvSpPr>
        <p:spPr>
          <a:xfrm rot="6744193">
            <a:off x="7627797" y="-227159"/>
            <a:ext cx="906848" cy="921703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9"/>
          <p:cNvSpPr/>
          <p:nvPr/>
        </p:nvSpPr>
        <p:spPr>
          <a:xfrm>
            <a:off x="9264337" y="-314100"/>
            <a:ext cx="32063" cy="23513"/>
          </a:xfrm>
          <a:custGeom>
            <a:avLst/>
            <a:gdLst/>
            <a:ahLst/>
            <a:cxnLst/>
            <a:rect l="l" t="t" r="r" b="b"/>
            <a:pathLst>
              <a:path w="600" h="440" extrusionOk="0">
                <a:moveTo>
                  <a:pt x="556" y="0"/>
                </a:moveTo>
                <a:lnTo>
                  <a:pt x="19" y="33"/>
                </a:lnTo>
                <a:cubicBezTo>
                  <a:pt x="5" y="66"/>
                  <a:pt x="1" y="100"/>
                  <a:pt x="1" y="137"/>
                </a:cubicBezTo>
                <a:cubicBezTo>
                  <a:pt x="1" y="302"/>
                  <a:pt x="132" y="439"/>
                  <a:pt x="297" y="439"/>
                </a:cubicBezTo>
                <a:cubicBezTo>
                  <a:pt x="462" y="439"/>
                  <a:pt x="599" y="302"/>
                  <a:pt x="599" y="137"/>
                </a:cubicBezTo>
                <a:cubicBezTo>
                  <a:pt x="599" y="85"/>
                  <a:pt x="580" y="43"/>
                  <a:pt x="556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9"/>
          <p:cNvSpPr/>
          <p:nvPr/>
        </p:nvSpPr>
        <p:spPr>
          <a:xfrm>
            <a:off x="9157730" y="-307581"/>
            <a:ext cx="31795" cy="16993"/>
          </a:xfrm>
          <a:custGeom>
            <a:avLst/>
            <a:gdLst/>
            <a:ahLst/>
            <a:cxnLst/>
            <a:rect l="l" t="t" r="r" b="b"/>
            <a:pathLst>
              <a:path w="595" h="318" extrusionOk="0">
                <a:moveTo>
                  <a:pt x="594" y="0"/>
                </a:moveTo>
                <a:lnTo>
                  <a:pt x="0" y="39"/>
                </a:lnTo>
                <a:cubicBezTo>
                  <a:pt x="15" y="194"/>
                  <a:pt x="142" y="317"/>
                  <a:pt x="298" y="317"/>
                </a:cubicBezTo>
                <a:cubicBezTo>
                  <a:pt x="463" y="317"/>
                  <a:pt x="594" y="180"/>
                  <a:pt x="594" y="15"/>
                </a:cubicBezTo>
                <a:lnTo>
                  <a:pt x="594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9053368" y="-300741"/>
            <a:ext cx="28536" cy="10153"/>
          </a:xfrm>
          <a:custGeom>
            <a:avLst/>
            <a:gdLst/>
            <a:ahLst/>
            <a:cxnLst/>
            <a:rect l="l" t="t" r="r" b="b"/>
            <a:pathLst>
              <a:path w="534" h="190" extrusionOk="0">
                <a:moveTo>
                  <a:pt x="534" y="0"/>
                </a:moveTo>
                <a:lnTo>
                  <a:pt x="1" y="33"/>
                </a:lnTo>
                <a:cubicBezTo>
                  <a:pt x="53" y="122"/>
                  <a:pt x="142" y="189"/>
                  <a:pt x="255" y="189"/>
                </a:cubicBezTo>
                <a:cubicBezTo>
                  <a:pt x="379" y="189"/>
                  <a:pt x="486" y="109"/>
                  <a:pt x="534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9"/>
          <p:cNvSpPr/>
          <p:nvPr/>
        </p:nvSpPr>
        <p:spPr>
          <a:xfrm>
            <a:off x="8953333" y="-293420"/>
            <a:ext cx="15443" cy="2832"/>
          </a:xfrm>
          <a:custGeom>
            <a:avLst/>
            <a:gdLst/>
            <a:ahLst/>
            <a:cxnLst/>
            <a:rect l="l" t="t" r="r" b="b"/>
            <a:pathLst>
              <a:path w="289" h="53" extrusionOk="0">
                <a:moveTo>
                  <a:pt x="288" y="0"/>
                </a:moveTo>
                <a:lnTo>
                  <a:pt x="1" y="18"/>
                </a:lnTo>
                <a:cubicBezTo>
                  <a:pt x="38" y="37"/>
                  <a:pt x="86" y="52"/>
                  <a:pt x="133" y="52"/>
                </a:cubicBezTo>
                <a:cubicBezTo>
                  <a:pt x="190" y="52"/>
                  <a:pt x="246" y="28"/>
                  <a:pt x="288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7611740" y="279588"/>
            <a:ext cx="15871" cy="9405"/>
          </a:xfrm>
          <a:custGeom>
            <a:avLst/>
            <a:gdLst/>
            <a:ahLst/>
            <a:cxnLst/>
            <a:rect l="l" t="t" r="r" b="b"/>
            <a:pathLst>
              <a:path w="297" h="176" extrusionOk="0">
                <a:moveTo>
                  <a:pt x="0" y="1"/>
                </a:moveTo>
                <a:cubicBezTo>
                  <a:pt x="0" y="67"/>
                  <a:pt x="24" y="128"/>
                  <a:pt x="61" y="175"/>
                </a:cubicBezTo>
                <a:cubicBezTo>
                  <a:pt x="142" y="161"/>
                  <a:pt x="216" y="151"/>
                  <a:pt x="297" y="138"/>
                </a:cubicBezTo>
                <a:lnTo>
                  <a:pt x="297" y="1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" name="Google Shape;907;p19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908" name="Google Shape;908;p19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0" name="Google Shape;91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2" name="Google Shape;912;p19"/>
          <p:cNvSpPr/>
          <p:nvPr/>
        </p:nvSpPr>
        <p:spPr>
          <a:xfrm>
            <a:off x="7667903" y="-136207"/>
            <a:ext cx="1600774" cy="1383657"/>
          </a:xfrm>
          <a:custGeom>
            <a:avLst/>
            <a:gdLst/>
            <a:ahLst/>
            <a:cxnLst/>
            <a:rect l="l" t="t" r="r" b="b"/>
            <a:pathLst>
              <a:path w="29956" h="25893" extrusionOk="0">
                <a:moveTo>
                  <a:pt x="1594" y="1"/>
                </a:moveTo>
                <a:cubicBezTo>
                  <a:pt x="501" y="1468"/>
                  <a:pt x="0" y="3372"/>
                  <a:pt x="269" y="5183"/>
                </a:cubicBezTo>
                <a:cubicBezTo>
                  <a:pt x="566" y="7212"/>
                  <a:pt x="1811" y="9079"/>
                  <a:pt x="3570" y="10130"/>
                </a:cubicBezTo>
                <a:cubicBezTo>
                  <a:pt x="7155" y="12276"/>
                  <a:pt x="12261" y="11003"/>
                  <a:pt x="15412" y="13748"/>
                </a:cubicBezTo>
                <a:cubicBezTo>
                  <a:pt x="17755" y="15785"/>
                  <a:pt x="18105" y="19274"/>
                  <a:pt x="19798" y="21873"/>
                </a:cubicBezTo>
                <a:cubicBezTo>
                  <a:pt x="21137" y="23924"/>
                  <a:pt x="23357" y="25377"/>
                  <a:pt x="25773" y="25778"/>
                </a:cubicBezTo>
                <a:cubicBezTo>
                  <a:pt x="26239" y="25855"/>
                  <a:pt x="26710" y="25892"/>
                  <a:pt x="27182" y="25892"/>
                </a:cubicBezTo>
                <a:cubicBezTo>
                  <a:pt x="28121" y="25892"/>
                  <a:pt x="29060" y="25743"/>
                  <a:pt x="29956" y="25456"/>
                </a:cubicBezTo>
                <a:lnTo>
                  <a:pt x="2995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3" name="Google Shape;9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084" y="-349974"/>
            <a:ext cx="2501000" cy="13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BLANK_1_1_1">
    <p:bg>
      <p:bgPr>
        <a:noFill/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0"/>
          <p:cNvSpPr txBox="1">
            <a:spLocks noGrp="1"/>
          </p:cNvSpPr>
          <p:nvPr>
            <p:ph type="subTitle" idx="1"/>
          </p:nvPr>
        </p:nvSpPr>
        <p:spPr>
          <a:xfrm>
            <a:off x="922199" y="3107030"/>
            <a:ext cx="19929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6" name="Google Shape;916;p20"/>
          <p:cNvSpPr txBox="1">
            <a:spLocks noGrp="1"/>
          </p:cNvSpPr>
          <p:nvPr>
            <p:ph type="subTitle" idx="2"/>
          </p:nvPr>
        </p:nvSpPr>
        <p:spPr>
          <a:xfrm>
            <a:off x="3523076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7" name="Google Shape;917;p20"/>
          <p:cNvSpPr txBox="1">
            <a:spLocks noGrp="1"/>
          </p:cNvSpPr>
          <p:nvPr>
            <p:ph type="subTitle" idx="3"/>
          </p:nvPr>
        </p:nvSpPr>
        <p:spPr>
          <a:xfrm>
            <a:off x="6310123" y="3107020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8" name="Google Shape;918;p20"/>
          <p:cNvSpPr txBox="1">
            <a:spLocks noGrp="1"/>
          </p:cNvSpPr>
          <p:nvPr>
            <p:ph type="subTitle" idx="4"/>
          </p:nvPr>
        </p:nvSpPr>
        <p:spPr>
          <a:xfrm>
            <a:off x="4844925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9" name="Google Shape;919;p20"/>
          <p:cNvSpPr txBox="1">
            <a:spLocks noGrp="1"/>
          </p:cNvSpPr>
          <p:nvPr>
            <p:ph type="subTitle" idx="5"/>
          </p:nvPr>
        </p:nvSpPr>
        <p:spPr>
          <a:xfrm>
            <a:off x="922199" y="1715603"/>
            <a:ext cx="1995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0" name="Google Shape;920;p20"/>
          <p:cNvSpPr txBox="1">
            <a:spLocks noGrp="1"/>
          </p:cNvSpPr>
          <p:nvPr>
            <p:ph type="subTitle" idx="6"/>
          </p:nvPr>
        </p:nvSpPr>
        <p:spPr>
          <a:xfrm>
            <a:off x="3523076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1" name="Google Shape;921;p20"/>
          <p:cNvSpPr txBox="1">
            <a:spLocks noGrp="1"/>
          </p:cNvSpPr>
          <p:nvPr>
            <p:ph type="subTitle" idx="7"/>
          </p:nvPr>
        </p:nvSpPr>
        <p:spPr>
          <a:xfrm>
            <a:off x="6303700" y="1715147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2" name="Google Shape;922;p20"/>
          <p:cNvSpPr txBox="1">
            <a:spLocks noGrp="1"/>
          </p:cNvSpPr>
          <p:nvPr>
            <p:ph type="subTitle" idx="8"/>
          </p:nvPr>
        </p:nvSpPr>
        <p:spPr>
          <a:xfrm>
            <a:off x="4844925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3" name="Google Shape;923;p20"/>
          <p:cNvSpPr txBox="1">
            <a:spLocks noGrp="1"/>
          </p:cNvSpPr>
          <p:nvPr>
            <p:ph type="title"/>
          </p:nvPr>
        </p:nvSpPr>
        <p:spPr>
          <a:xfrm>
            <a:off x="922200" y="50380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24" name="Google Shape;924;p20"/>
          <p:cNvGrpSpPr/>
          <p:nvPr/>
        </p:nvGrpSpPr>
        <p:grpSpPr>
          <a:xfrm>
            <a:off x="-594817" y="-1573636"/>
            <a:ext cx="2884246" cy="2884367"/>
            <a:chOff x="-594817" y="-1573636"/>
            <a:chExt cx="2884246" cy="2884367"/>
          </a:xfrm>
        </p:grpSpPr>
        <p:sp>
          <p:nvSpPr>
            <p:cNvPr id="925" name="Google Shape;925;p20"/>
            <p:cNvSpPr/>
            <p:nvPr/>
          </p:nvSpPr>
          <p:spPr>
            <a:xfrm rot="8100000" flipH="1">
              <a:off x="-421266" y="-334077"/>
              <a:ext cx="2456094" cy="84235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 rot="8099926">
              <a:off x="-694128" y="-629532"/>
              <a:ext cx="3082868" cy="996157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 rot="8099926">
              <a:off x="-552377" y="-407678"/>
              <a:ext cx="2180889" cy="574192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8" name="Google Shape;928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52400" y="-197325"/>
              <a:ext cx="2257421" cy="1269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9" name="Google Shape;929;p20"/>
          <p:cNvGrpSpPr/>
          <p:nvPr/>
        </p:nvGrpSpPr>
        <p:grpSpPr>
          <a:xfrm>
            <a:off x="6246325" y="-233706"/>
            <a:ext cx="4250936" cy="1877933"/>
            <a:chOff x="6246325" y="-233706"/>
            <a:chExt cx="4250936" cy="1877933"/>
          </a:xfrm>
        </p:grpSpPr>
        <p:sp>
          <p:nvSpPr>
            <p:cNvPr id="930" name="Google Shape;930;p20"/>
            <p:cNvSpPr/>
            <p:nvPr/>
          </p:nvSpPr>
          <p:spPr>
            <a:xfrm rot="9432704">
              <a:off x="8739252" y="-85362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1" name="Google Shape;93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46325" y="-81300"/>
              <a:ext cx="3067632" cy="1725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20"/>
            <p:cNvSpPr/>
            <p:nvPr/>
          </p:nvSpPr>
          <p:spPr>
            <a:xfrm rot="10800000" flipH="1">
              <a:off x="8203701" y="-109338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0"/>
          <p:cNvGrpSpPr/>
          <p:nvPr/>
        </p:nvGrpSpPr>
        <p:grpSpPr>
          <a:xfrm>
            <a:off x="6310200" y="3498954"/>
            <a:ext cx="3808166" cy="2301773"/>
            <a:chOff x="6310200" y="3498954"/>
            <a:chExt cx="3808166" cy="2301773"/>
          </a:xfrm>
        </p:grpSpPr>
        <p:grpSp>
          <p:nvGrpSpPr>
            <p:cNvPr id="934" name="Google Shape;934;p20"/>
            <p:cNvGrpSpPr/>
            <p:nvPr/>
          </p:nvGrpSpPr>
          <p:grpSpPr>
            <a:xfrm rot="-1268445">
              <a:off x="7164341" y="3985943"/>
              <a:ext cx="2878718" cy="954798"/>
              <a:chOff x="3098100" y="3849750"/>
              <a:chExt cx="940775" cy="270425"/>
            </a:xfrm>
          </p:grpSpPr>
          <p:sp>
            <p:nvSpPr>
              <p:cNvPr id="935" name="Google Shape;935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7" name="Google Shape;937;p20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938" name="Google Shape;938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40" name="Google Shape;94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10200" y="3792375"/>
              <a:ext cx="3570403" cy="2008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1" name="Google Shape;941;p20"/>
          <p:cNvGrpSpPr/>
          <p:nvPr/>
        </p:nvGrpSpPr>
        <p:grpSpPr>
          <a:xfrm>
            <a:off x="-1028710" y="3243250"/>
            <a:ext cx="4364586" cy="2440196"/>
            <a:chOff x="-1028710" y="3243250"/>
            <a:chExt cx="4364586" cy="2440196"/>
          </a:xfrm>
        </p:grpSpPr>
        <p:sp>
          <p:nvSpPr>
            <p:cNvPr id="942" name="Google Shape;942;p20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 rot="3818127">
              <a:off x="-1175654" y="4029628"/>
              <a:ext cx="2293552" cy="867440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4" name="Google Shape;94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35474" y="3276600"/>
              <a:ext cx="3471350" cy="19526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BLANK_1_1_1_1">
    <p:bg>
      <p:bgPr>
        <a:solidFill>
          <a:srgbClr val="F7F8FC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1"/>
          <p:cNvSpPr txBox="1">
            <a:spLocks noGrp="1"/>
          </p:cNvSpPr>
          <p:nvPr>
            <p:ph type="subTitle" idx="1"/>
          </p:nvPr>
        </p:nvSpPr>
        <p:spPr>
          <a:xfrm>
            <a:off x="3962670" y="1391720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7" name="Google Shape;947;p21"/>
          <p:cNvSpPr txBox="1">
            <a:spLocks noGrp="1"/>
          </p:cNvSpPr>
          <p:nvPr>
            <p:ph type="subTitle" idx="2"/>
          </p:nvPr>
        </p:nvSpPr>
        <p:spPr>
          <a:xfrm>
            <a:off x="3954583" y="2161448"/>
            <a:ext cx="2986500" cy="42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48" name="Google Shape;948;p21"/>
          <p:cNvSpPr txBox="1">
            <a:spLocks noGrp="1"/>
          </p:cNvSpPr>
          <p:nvPr>
            <p:ph type="subTitle" idx="3"/>
          </p:nvPr>
        </p:nvSpPr>
        <p:spPr>
          <a:xfrm>
            <a:off x="2467426" y="3118946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9" name="Google Shape;949;p21"/>
          <p:cNvSpPr txBox="1">
            <a:spLocks noGrp="1"/>
          </p:cNvSpPr>
          <p:nvPr>
            <p:ph type="subTitle" idx="4"/>
          </p:nvPr>
        </p:nvSpPr>
        <p:spPr>
          <a:xfrm>
            <a:off x="2467426" y="3887876"/>
            <a:ext cx="2986500" cy="37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50" name="Google Shape;950;p21"/>
          <p:cNvSpPr txBox="1">
            <a:spLocks noGrp="1"/>
          </p:cNvSpPr>
          <p:nvPr>
            <p:ph type="title"/>
          </p:nvPr>
        </p:nvSpPr>
        <p:spPr>
          <a:xfrm>
            <a:off x="914400" y="55182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1" name="Google Shape;951;p21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952" name="Google Shape;952;p21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953" name="Google Shape;953;p21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1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1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56" name="Google Shape;956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BLANK_1_1_1_1_1">
    <p:bg>
      <p:bgPr>
        <a:solidFill>
          <a:srgbClr val="F7F8FC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2"/>
          <p:cNvSpPr txBox="1">
            <a:spLocks noGrp="1"/>
          </p:cNvSpPr>
          <p:nvPr>
            <p:ph type="title"/>
          </p:nvPr>
        </p:nvSpPr>
        <p:spPr>
          <a:xfrm>
            <a:off x="922200" y="432516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22"/>
          <p:cNvSpPr txBox="1">
            <a:spLocks noGrp="1"/>
          </p:cNvSpPr>
          <p:nvPr>
            <p:ph type="subTitle" idx="1"/>
          </p:nvPr>
        </p:nvSpPr>
        <p:spPr>
          <a:xfrm>
            <a:off x="4758372" y="3001221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1" name="Google Shape;961;p22"/>
          <p:cNvSpPr txBox="1">
            <a:spLocks noGrp="1"/>
          </p:cNvSpPr>
          <p:nvPr>
            <p:ph type="subTitle" idx="2"/>
          </p:nvPr>
        </p:nvSpPr>
        <p:spPr>
          <a:xfrm>
            <a:off x="2559249" y="2538821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62" name="Google Shape;962;p22"/>
          <p:cNvSpPr txBox="1">
            <a:spLocks noGrp="1"/>
          </p:cNvSpPr>
          <p:nvPr>
            <p:ph type="subTitle" idx="3"/>
          </p:nvPr>
        </p:nvSpPr>
        <p:spPr>
          <a:xfrm>
            <a:off x="2273064" y="3001226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22"/>
          <p:cNvSpPr txBox="1">
            <a:spLocks noGrp="1"/>
          </p:cNvSpPr>
          <p:nvPr>
            <p:ph type="subTitle" idx="4"/>
          </p:nvPr>
        </p:nvSpPr>
        <p:spPr>
          <a:xfrm>
            <a:off x="4767476" y="2540105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grpSp>
        <p:nvGrpSpPr>
          <p:cNvPr id="964" name="Google Shape;964;p22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965" name="Google Shape;965;p22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2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2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9" name="Google Shape;969;p22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970" name="Google Shape;970;p22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73" name="Google Shape;973;p22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22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5" name="Google Shape;975;p22"/>
          <p:cNvGrpSpPr/>
          <p:nvPr/>
        </p:nvGrpSpPr>
        <p:grpSpPr>
          <a:xfrm>
            <a:off x="-1462108" y="-365290"/>
            <a:ext cx="4517256" cy="5656448"/>
            <a:chOff x="-1462108" y="-365290"/>
            <a:chExt cx="4517256" cy="5656448"/>
          </a:xfrm>
        </p:grpSpPr>
        <p:grpSp>
          <p:nvGrpSpPr>
            <p:cNvPr id="976" name="Google Shape;976;p22"/>
            <p:cNvGrpSpPr/>
            <p:nvPr/>
          </p:nvGrpSpPr>
          <p:grpSpPr>
            <a:xfrm rot="-373102" flipH="1">
              <a:off x="-1189137" y="-165666"/>
              <a:ext cx="3971313" cy="5257200"/>
              <a:chOff x="3268325" y="3013975"/>
              <a:chExt cx="1443800" cy="1106200"/>
            </a:xfrm>
          </p:grpSpPr>
          <p:sp>
            <p:nvSpPr>
              <p:cNvPr id="977" name="Google Shape;977;p22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83" name="Google Shape;98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22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3"/>
          <p:cNvSpPr txBox="1">
            <a:spLocks noGrp="1"/>
          </p:cNvSpPr>
          <p:nvPr>
            <p:ph type="subTitle" idx="1"/>
          </p:nvPr>
        </p:nvSpPr>
        <p:spPr>
          <a:xfrm>
            <a:off x="914400" y="1865868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7" name="Google Shape;987;p23"/>
          <p:cNvSpPr txBox="1">
            <a:spLocks noGrp="1"/>
          </p:cNvSpPr>
          <p:nvPr>
            <p:ph type="subTitle" idx="2"/>
          </p:nvPr>
        </p:nvSpPr>
        <p:spPr>
          <a:xfrm>
            <a:off x="914400" y="2859300"/>
            <a:ext cx="3651600" cy="3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8" name="Google Shape;988;p23"/>
          <p:cNvSpPr txBox="1">
            <a:spLocks noGrp="1"/>
          </p:cNvSpPr>
          <p:nvPr>
            <p:ph type="subTitle" idx="3"/>
          </p:nvPr>
        </p:nvSpPr>
        <p:spPr>
          <a:xfrm>
            <a:off x="914400" y="3853135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9" name="Google Shape;989;p23"/>
          <p:cNvSpPr txBox="1">
            <a:spLocks noGrp="1"/>
          </p:cNvSpPr>
          <p:nvPr>
            <p:ph type="title" hasCustomPrompt="1"/>
          </p:nvPr>
        </p:nvSpPr>
        <p:spPr>
          <a:xfrm>
            <a:off x="914400" y="137373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0" name="Google Shape;990;p23"/>
          <p:cNvSpPr txBox="1">
            <a:spLocks noGrp="1"/>
          </p:cNvSpPr>
          <p:nvPr>
            <p:ph type="title" idx="4" hasCustomPrompt="1"/>
          </p:nvPr>
        </p:nvSpPr>
        <p:spPr>
          <a:xfrm>
            <a:off x="914400" y="237321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3"/>
          <p:cNvSpPr txBox="1">
            <a:spLocks noGrp="1"/>
          </p:cNvSpPr>
          <p:nvPr>
            <p:ph type="title" idx="5" hasCustomPrompt="1"/>
          </p:nvPr>
        </p:nvSpPr>
        <p:spPr>
          <a:xfrm>
            <a:off x="914400" y="3362033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taatliches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t>xx%</a:t>
            </a:r>
          </a:p>
        </p:txBody>
      </p:sp>
      <p:sp>
        <p:nvSpPr>
          <p:cNvPr id="992" name="Google Shape;992;p23"/>
          <p:cNvSpPr txBox="1">
            <a:spLocks noGrp="1"/>
          </p:cNvSpPr>
          <p:nvPr>
            <p:ph type="title" idx="6"/>
          </p:nvPr>
        </p:nvSpPr>
        <p:spPr>
          <a:xfrm>
            <a:off x="868325" y="548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23"/>
          <p:cNvSpPr/>
          <p:nvPr/>
        </p:nvSpPr>
        <p:spPr>
          <a:xfrm>
            <a:off x="6411464" y="4341794"/>
            <a:ext cx="2814673" cy="858022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-2" y="-118694"/>
            <a:ext cx="2668237" cy="406084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3"/>
          <p:cNvSpPr/>
          <p:nvPr/>
        </p:nvSpPr>
        <p:spPr>
          <a:xfrm>
            <a:off x="-1" y="-118700"/>
            <a:ext cx="1946477" cy="876726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6" name="Google Shape;99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21700" y="3608350"/>
            <a:ext cx="2865178" cy="161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23"/>
          <p:cNvPicPr preferRelativeResize="0"/>
          <p:nvPr/>
        </p:nvPicPr>
        <p:blipFill rotWithShape="1">
          <a:blip r:embed="rId3">
            <a:alphaModFix/>
          </a:blip>
          <a:srcRect t="63228" b="29"/>
          <a:stretch/>
        </p:blipFill>
        <p:spPr>
          <a:xfrm>
            <a:off x="-179200" y="-295274"/>
            <a:ext cx="1211950" cy="76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1">
    <p:bg>
      <p:bgPr>
        <a:solidFill>
          <a:srgbClr val="F7F8FC"/>
        </a:solidFill>
        <a:effectLst/>
      </p:bgPr>
    </p:bg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4"/>
          <p:cNvSpPr txBox="1">
            <a:spLocks noGrp="1"/>
          </p:cNvSpPr>
          <p:nvPr>
            <p:ph type="subTitle" idx="1"/>
          </p:nvPr>
        </p:nvSpPr>
        <p:spPr>
          <a:xfrm>
            <a:off x="1194409" y="356293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0" name="Google Shape;1000;p24"/>
          <p:cNvSpPr txBox="1">
            <a:spLocks noGrp="1"/>
          </p:cNvSpPr>
          <p:nvPr>
            <p:ph type="subTitle" idx="2"/>
          </p:nvPr>
        </p:nvSpPr>
        <p:spPr>
          <a:xfrm>
            <a:off x="3527793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1" name="Google Shape;1001;p24"/>
          <p:cNvSpPr txBox="1">
            <a:spLocks noGrp="1"/>
          </p:cNvSpPr>
          <p:nvPr>
            <p:ph type="subTitle" idx="3"/>
          </p:nvPr>
        </p:nvSpPr>
        <p:spPr>
          <a:xfrm>
            <a:off x="5868937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2" name="Google Shape;1002;p24"/>
          <p:cNvSpPr txBox="1">
            <a:spLocks noGrp="1"/>
          </p:cNvSpPr>
          <p:nvPr>
            <p:ph type="subTitle" idx="4"/>
          </p:nvPr>
        </p:nvSpPr>
        <p:spPr>
          <a:xfrm>
            <a:off x="1331509" y="3226185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3" name="Google Shape;1003;p24"/>
          <p:cNvSpPr txBox="1">
            <a:spLocks noGrp="1"/>
          </p:cNvSpPr>
          <p:nvPr>
            <p:ph type="subTitle" idx="5"/>
          </p:nvPr>
        </p:nvSpPr>
        <p:spPr>
          <a:xfrm>
            <a:off x="3664893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4" name="Google Shape;1004;p24"/>
          <p:cNvSpPr txBox="1">
            <a:spLocks noGrp="1"/>
          </p:cNvSpPr>
          <p:nvPr>
            <p:ph type="subTitle" idx="6"/>
          </p:nvPr>
        </p:nvSpPr>
        <p:spPr>
          <a:xfrm>
            <a:off x="6006037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5" name="Google Shape;1005;p24"/>
          <p:cNvSpPr txBox="1">
            <a:spLocks noGrp="1"/>
          </p:cNvSpPr>
          <p:nvPr>
            <p:ph type="subTitle" idx="7"/>
          </p:nvPr>
        </p:nvSpPr>
        <p:spPr>
          <a:xfrm>
            <a:off x="1194409" y="207555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6" name="Google Shape;1006;p24"/>
          <p:cNvSpPr txBox="1">
            <a:spLocks noGrp="1"/>
          </p:cNvSpPr>
          <p:nvPr>
            <p:ph type="subTitle" idx="8"/>
          </p:nvPr>
        </p:nvSpPr>
        <p:spPr>
          <a:xfrm>
            <a:off x="3527793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7" name="Google Shape;1007;p24"/>
          <p:cNvSpPr txBox="1">
            <a:spLocks noGrp="1"/>
          </p:cNvSpPr>
          <p:nvPr>
            <p:ph type="subTitle" idx="9"/>
          </p:nvPr>
        </p:nvSpPr>
        <p:spPr>
          <a:xfrm>
            <a:off x="5868937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8" name="Google Shape;1008;p24"/>
          <p:cNvSpPr txBox="1">
            <a:spLocks noGrp="1"/>
          </p:cNvSpPr>
          <p:nvPr>
            <p:ph type="subTitle" idx="13"/>
          </p:nvPr>
        </p:nvSpPr>
        <p:spPr>
          <a:xfrm>
            <a:off x="3664893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9" name="Google Shape;1009;p24"/>
          <p:cNvSpPr txBox="1">
            <a:spLocks noGrp="1"/>
          </p:cNvSpPr>
          <p:nvPr>
            <p:ph type="subTitle" idx="14"/>
          </p:nvPr>
        </p:nvSpPr>
        <p:spPr>
          <a:xfrm>
            <a:off x="6006037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10" name="Google Shape;1010;p24"/>
          <p:cNvSpPr txBox="1">
            <a:spLocks noGrp="1"/>
          </p:cNvSpPr>
          <p:nvPr>
            <p:ph type="title"/>
          </p:nvPr>
        </p:nvSpPr>
        <p:spPr>
          <a:xfrm>
            <a:off x="914316" y="55056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24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2" name="Google Shape;1012;p24"/>
          <p:cNvGrpSpPr/>
          <p:nvPr/>
        </p:nvGrpSpPr>
        <p:grpSpPr>
          <a:xfrm>
            <a:off x="7970121" y="-679169"/>
            <a:ext cx="2287929" cy="3725209"/>
            <a:chOff x="7970121" y="-679169"/>
            <a:chExt cx="2287929" cy="3725209"/>
          </a:xfrm>
        </p:grpSpPr>
        <p:sp>
          <p:nvSpPr>
            <p:cNvPr id="1013" name="Google Shape;1013;p24"/>
            <p:cNvSpPr/>
            <p:nvPr/>
          </p:nvSpPr>
          <p:spPr>
            <a:xfrm>
              <a:off x="8141194" y="779020"/>
              <a:ext cx="114841" cy="114841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573" y="1"/>
                  </a:moveTo>
                  <a:cubicBezTo>
                    <a:pt x="258" y="1"/>
                    <a:pt x="1" y="255"/>
                    <a:pt x="1" y="573"/>
                  </a:cubicBezTo>
                  <a:cubicBezTo>
                    <a:pt x="1" y="887"/>
                    <a:pt x="258" y="1145"/>
                    <a:pt x="573" y="1145"/>
                  </a:cubicBezTo>
                  <a:cubicBezTo>
                    <a:pt x="891" y="1145"/>
                    <a:pt x="1145" y="887"/>
                    <a:pt x="1145" y="573"/>
                  </a:cubicBezTo>
                  <a:cubicBezTo>
                    <a:pt x="1145" y="255"/>
                    <a:pt x="891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7985073" y="1238086"/>
              <a:ext cx="2272976" cy="1807954"/>
            </a:xfrm>
            <a:custGeom>
              <a:avLst/>
              <a:gdLst/>
              <a:ahLst/>
              <a:cxnLst/>
              <a:rect l="l" t="t" r="r" b="b"/>
              <a:pathLst>
                <a:path w="10725" h="8531" extrusionOk="0">
                  <a:moveTo>
                    <a:pt x="5102" y="1"/>
                  </a:moveTo>
                  <a:cubicBezTo>
                    <a:pt x="3336" y="1"/>
                    <a:pt x="1519" y="586"/>
                    <a:pt x="924" y="1918"/>
                  </a:cubicBezTo>
                  <a:cubicBezTo>
                    <a:pt x="1" y="3975"/>
                    <a:pt x="3175" y="5526"/>
                    <a:pt x="4529" y="7329"/>
                  </a:cubicBezTo>
                  <a:cubicBezTo>
                    <a:pt x="5175" y="8186"/>
                    <a:pt x="5888" y="8530"/>
                    <a:pt x="6584" y="8530"/>
                  </a:cubicBezTo>
                  <a:cubicBezTo>
                    <a:pt x="7921" y="8530"/>
                    <a:pt x="9196" y="7249"/>
                    <a:pt x="9801" y="5895"/>
                  </a:cubicBezTo>
                  <a:cubicBezTo>
                    <a:pt x="10725" y="3837"/>
                    <a:pt x="9801" y="1422"/>
                    <a:pt x="7744" y="502"/>
                  </a:cubicBezTo>
                  <a:cubicBezTo>
                    <a:pt x="7018" y="175"/>
                    <a:pt x="6068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5" name="Google Shape;1015;p24"/>
            <p:cNvGrpSpPr/>
            <p:nvPr/>
          </p:nvGrpSpPr>
          <p:grpSpPr>
            <a:xfrm rot="5400000">
              <a:off x="8433777" y="-1142825"/>
              <a:ext cx="1291147" cy="2218459"/>
              <a:chOff x="4895725" y="2485200"/>
              <a:chExt cx="464525" cy="744050"/>
            </a:xfrm>
          </p:grpSpPr>
          <p:sp>
            <p:nvSpPr>
              <p:cNvPr id="1016" name="Google Shape;1016;p24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4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4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4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4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4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4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4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4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4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4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4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4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4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4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4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4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4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4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5" name="Google Shape;1045;p24"/>
          <p:cNvGrpSpPr/>
          <p:nvPr/>
        </p:nvGrpSpPr>
        <p:grpSpPr>
          <a:xfrm>
            <a:off x="-475512" y="3461619"/>
            <a:ext cx="1967899" cy="1878339"/>
            <a:chOff x="-475512" y="3461619"/>
            <a:chExt cx="1967899" cy="1878339"/>
          </a:xfrm>
        </p:grpSpPr>
        <p:sp>
          <p:nvSpPr>
            <p:cNvPr id="1046" name="Google Shape;1046;p24"/>
            <p:cNvSpPr/>
            <p:nvPr/>
          </p:nvSpPr>
          <p:spPr>
            <a:xfrm rot="4590804">
              <a:off x="-440975" y="4203758"/>
              <a:ext cx="971589" cy="837154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-272122" y="4502808"/>
              <a:ext cx="971581" cy="837150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8" name="Google Shape;1048;p24"/>
            <p:cNvGrpSpPr/>
            <p:nvPr/>
          </p:nvGrpSpPr>
          <p:grpSpPr>
            <a:xfrm rot="-5400000">
              <a:off x="-294075" y="3483559"/>
              <a:ext cx="1808401" cy="1764522"/>
              <a:chOff x="2024475" y="4433550"/>
              <a:chExt cx="623350" cy="608225"/>
            </a:xfrm>
          </p:grpSpPr>
          <p:sp>
            <p:nvSpPr>
              <p:cNvPr id="1049" name="Google Shape;1049;p24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4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4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4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4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4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4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4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4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4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4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4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4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4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4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4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4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4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4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4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4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4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4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4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4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4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4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4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4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4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4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4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4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4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4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4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4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4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4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4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4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4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4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4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4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4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4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4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4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4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4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4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4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4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4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4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4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4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4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4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4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24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24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4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4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4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4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4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4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4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0" name="Google Shape;1320;p24"/>
          <p:cNvSpPr txBox="1">
            <a:spLocks noGrp="1"/>
          </p:cNvSpPr>
          <p:nvPr>
            <p:ph type="subTitle" idx="15"/>
          </p:nvPr>
        </p:nvSpPr>
        <p:spPr>
          <a:xfrm>
            <a:off x="1331509" y="175686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accent1"/>
        </a:solidFill>
        <a:effectLst/>
      </p:bgPr>
    </p:bg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5"/>
          <p:cNvSpPr txBox="1">
            <a:spLocks noGrp="1"/>
          </p:cNvSpPr>
          <p:nvPr>
            <p:ph type="ctrTitle"/>
          </p:nvPr>
        </p:nvSpPr>
        <p:spPr>
          <a:xfrm>
            <a:off x="914400" y="1126912"/>
            <a:ext cx="365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23" name="Google Shape;1323;p25"/>
          <p:cNvSpPr txBox="1">
            <a:spLocks noGrp="1"/>
          </p:cNvSpPr>
          <p:nvPr>
            <p:ph type="subTitle" idx="1"/>
          </p:nvPr>
        </p:nvSpPr>
        <p:spPr>
          <a:xfrm>
            <a:off x="914400" y="2608180"/>
            <a:ext cx="36516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324" name="Google Shape;1324;p25"/>
          <p:cNvSpPr txBox="1"/>
          <p:nvPr/>
        </p:nvSpPr>
        <p:spPr>
          <a:xfrm>
            <a:off x="888381" y="3681550"/>
            <a:ext cx="34395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5" name="Google Shape;1325;p25"/>
          <p:cNvSpPr/>
          <p:nvPr/>
        </p:nvSpPr>
        <p:spPr>
          <a:xfrm rot="10800000" flipH="1">
            <a:off x="4366399" y="335155"/>
            <a:ext cx="3758237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25"/>
          <p:cNvSpPr/>
          <p:nvPr/>
        </p:nvSpPr>
        <p:spPr>
          <a:xfrm rot="10800000" flipH="1">
            <a:off x="4323086" y="4314893"/>
            <a:ext cx="2068144" cy="844477"/>
          </a:xfrm>
          <a:custGeom>
            <a:avLst/>
            <a:gdLst/>
            <a:ahLst/>
            <a:cxnLst/>
            <a:rect l="l" t="t" r="r" b="b"/>
            <a:pathLst>
              <a:path w="27216" h="9870" extrusionOk="0">
                <a:moveTo>
                  <a:pt x="501" y="1"/>
                </a:moveTo>
                <a:cubicBezTo>
                  <a:pt x="1" y="2713"/>
                  <a:pt x="44" y="5500"/>
                  <a:pt x="571" y="8202"/>
                </a:cubicBezTo>
                <a:cubicBezTo>
                  <a:pt x="2179" y="8014"/>
                  <a:pt x="3726" y="7481"/>
                  <a:pt x="5065" y="6523"/>
                </a:cubicBezTo>
                <a:cubicBezTo>
                  <a:pt x="7127" y="5052"/>
                  <a:pt x="8871" y="2608"/>
                  <a:pt x="11387" y="2608"/>
                </a:cubicBezTo>
                <a:cubicBezTo>
                  <a:pt x="11421" y="2608"/>
                  <a:pt x="11454" y="2609"/>
                  <a:pt x="11488" y="2610"/>
                </a:cubicBezTo>
                <a:cubicBezTo>
                  <a:pt x="13516" y="2661"/>
                  <a:pt x="15082" y="4345"/>
                  <a:pt x="16313" y="5957"/>
                </a:cubicBezTo>
                <a:cubicBezTo>
                  <a:pt x="17548" y="7566"/>
                  <a:pt x="18888" y="9357"/>
                  <a:pt x="20869" y="9782"/>
                </a:cubicBezTo>
                <a:cubicBezTo>
                  <a:pt x="21144" y="9841"/>
                  <a:pt x="21419" y="9869"/>
                  <a:pt x="21690" y="9869"/>
                </a:cubicBezTo>
                <a:cubicBezTo>
                  <a:pt x="24152" y="9869"/>
                  <a:pt x="26358" y="7540"/>
                  <a:pt x="26872" y="5033"/>
                </a:cubicBezTo>
                <a:cubicBezTo>
                  <a:pt x="27216" y="3363"/>
                  <a:pt x="27022" y="1670"/>
                  <a:pt x="266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25"/>
          <p:cNvSpPr/>
          <p:nvPr/>
        </p:nvSpPr>
        <p:spPr>
          <a:xfrm rot="10800000" flipH="1">
            <a:off x="3363131" y="-81230"/>
            <a:ext cx="2800232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25"/>
          <p:cNvSpPr/>
          <p:nvPr/>
        </p:nvSpPr>
        <p:spPr>
          <a:xfrm rot="10800000" flipH="1">
            <a:off x="7314957" y="222473"/>
            <a:ext cx="1969585" cy="4936898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25"/>
          <p:cNvSpPr/>
          <p:nvPr/>
        </p:nvSpPr>
        <p:spPr>
          <a:xfrm rot="10800000" flipH="1">
            <a:off x="2493374" y="-81232"/>
            <a:ext cx="3958471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25"/>
          <p:cNvSpPr/>
          <p:nvPr/>
        </p:nvSpPr>
        <p:spPr>
          <a:xfrm rot="10800000" flipH="1">
            <a:off x="3363131" y="-81227"/>
            <a:ext cx="2800232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25"/>
          <p:cNvSpPr/>
          <p:nvPr/>
        </p:nvSpPr>
        <p:spPr>
          <a:xfrm rot="10800000" flipH="1">
            <a:off x="6530534" y="703175"/>
            <a:ext cx="1115229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2" name="Google Shape;13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400" y="2457450"/>
            <a:ext cx="5587997" cy="314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374" y="-152400"/>
            <a:ext cx="4467226" cy="25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accent2"/>
        </a:solidFill>
        <a:effectLst/>
      </p:bgPr>
    </p:bg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26"/>
          <p:cNvPicPr preferRelativeResize="0"/>
          <p:nvPr/>
        </p:nvPicPr>
        <p:blipFill rotWithShape="1">
          <a:blip r:embed="rId2">
            <a:alphaModFix/>
          </a:blip>
          <a:srcRect l="30159" r="11269"/>
          <a:stretch/>
        </p:blipFill>
        <p:spPr>
          <a:xfrm>
            <a:off x="6989200" y="-504825"/>
            <a:ext cx="2419373" cy="232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26"/>
          <p:cNvSpPr txBox="1">
            <a:spLocks noGrp="1"/>
          </p:cNvSpPr>
          <p:nvPr>
            <p:ph type="title"/>
          </p:nvPr>
        </p:nvSpPr>
        <p:spPr>
          <a:xfrm>
            <a:off x="1606114" y="1182607"/>
            <a:ext cx="5943600" cy="32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7" name="Google Shape;1337;p26"/>
          <p:cNvSpPr/>
          <p:nvPr/>
        </p:nvSpPr>
        <p:spPr>
          <a:xfrm rot="-1367296">
            <a:off x="-275194" y="4012351"/>
            <a:ext cx="1004493" cy="118337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26"/>
          <p:cNvSpPr/>
          <p:nvPr/>
        </p:nvSpPr>
        <p:spPr>
          <a:xfrm flipH="1">
            <a:off x="-1028710" y="44331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26"/>
          <p:cNvSpPr/>
          <p:nvPr/>
        </p:nvSpPr>
        <p:spPr>
          <a:xfrm rot="-6757373">
            <a:off x="-455518" y="312304"/>
            <a:ext cx="1004486" cy="118336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6"/>
          <p:cNvSpPr/>
          <p:nvPr/>
        </p:nvSpPr>
        <p:spPr>
          <a:xfrm rot="-9377702">
            <a:off x="-262311" y="-637304"/>
            <a:ext cx="2150190" cy="2278942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26"/>
          <p:cNvSpPr/>
          <p:nvPr/>
        </p:nvSpPr>
        <p:spPr>
          <a:xfrm rot="-3371401">
            <a:off x="8078731" y="-548232"/>
            <a:ext cx="1004487" cy="1183374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26"/>
          <p:cNvSpPr/>
          <p:nvPr/>
        </p:nvSpPr>
        <p:spPr>
          <a:xfrm rot="-4335824">
            <a:off x="7567586" y="-1492275"/>
            <a:ext cx="2150167" cy="2278960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26"/>
          <p:cNvSpPr/>
          <p:nvPr/>
        </p:nvSpPr>
        <p:spPr>
          <a:xfrm flipH="1">
            <a:off x="6993440" y="42908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6529813" y="4336457"/>
            <a:ext cx="2878771" cy="827501"/>
          </a:xfrm>
          <a:custGeom>
            <a:avLst/>
            <a:gdLst/>
            <a:ahLst/>
            <a:cxnLst/>
            <a:rect l="l" t="t" r="r" b="b"/>
            <a:pathLst>
              <a:path w="37631" h="10817" extrusionOk="0">
                <a:moveTo>
                  <a:pt x="7277" y="4167"/>
                </a:moveTo>
                <a:cubicBezTo>
                  <a:pt x="5403" y="4167"/>
                  <a:pt x="3533" y="4862"/>
                  <a:pt x="2187" y="6115"/>
                </a:cubicBezTo>
                <a:cubicBezTo>
                  <a:pt x="876" y="7338"/>
                  <a:pt x="99" y="9059"/>
                  <a:pt x="0" y="10817"/>
                </a:cubicBezTo>
                <a:lnTo>
                  <a:pt x="8269" y="10817"/>
                </a:lnTo>
                <a:cubicBezTo>
                  <a:pt x="8783" y="8742"/>
                  <a:pt x="9811" y="6796"/>
                  <a:pt x="11222" y="5189"/>
                </a:cubicBezTo>
                <a:cubicBezTo>
                  <a:pt x="10476" y="4848"/>
                  <a:pt x="9716" y="4535"/>
                  <a:pt x="8912" y="4351"/>
                </a:cubicBezTo>
                <a:cubicBezTo>
                  <a:pt x="8377" y="4228"/>
                  <a:pt x="7825" y="4167"/>
                  <a:pt x="7277" y="4167"/>
                </a:cubicBezTo>
                <a:close/>
                <a:moveTo>
                  <a:pt x="32561" y="0"/>
                </a:moveTo>
                <a:cubicBezTo>
                  <a:pt x="31471" y="0"/>
                  <a:pt x="30337" y="351"/>
                  <a:pt x="29342" y="815"/>
                </a:cubicBezTo>
                <a:cubicBezTo>
                  <a:pt x="27159" y="1829"/>
                  <a:pt x="25264" y="3326"/>
                  <a:pt x="23220" y="4582"/>
                </a:cubicBezTo>
                <a:cubicBezTo>
                  <a:pt x="23813" y="5383"/>
                  <a:pt x="24433" y="6146"/>
                  <a:pt x="25285" y="6633"/>
                </a:cubicBezTo>
                <a:cubicBezTo>
                  <a:pt x="26818" y="7508"/>
                  <a:pt x="28705" y="7271"/>
                  <a:pt x="30470" y="7345"/>
                </a:cubicBezTo>
                <a:cubicBezTo>
                  <a:pt x="32231" y="7420"/>
                  <a:pt x="34275" y="8101"/>
                  <a:pt x="34766" y="9798"/>
                </a:cubicBezTo>
                <a:cubicBezTo>
                  <a:pt x="34861" y="10128"/>
                  <a:pt x="34885" y="10472"/>
                  <a:pt x="34888" y="10817"/>
                </a:cubicBezTo>
                <a:lnTo>
                  <a:pt x="37481" y="10817"/>
                </a:lnTo>
                <a:cubicBezTo>
                  <a:pt x="37631" y="8285"/>
                  <a:pt x="37559" y="5747"/>
                  <a:pt x="36690" y="3373"/>
                </a:cubicBezTo>
                <a:cubicBezTo>
                  <a:pt x="36272" y="2228"/>
                  <a:pt x="35613" y="1087"/>
                  <a:pt x="34524" y="477"/>
                </a:cubicBezTo>
                <a:cubicBezTo>
                  <a:pt x="33917" y="140"/>
                  <a:pt x="33250" y="0"/>
                  <a:pt x="32561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26"/>
          <p:cNvSpPr/>
          <p:nvPr/>
        </p:nvSpPr>
        <p:spPr>
          <a:xfrm>
            <a:off x="7162315" y="4686980"/>
            <a:ext cx="2036507" cy="476978"/>
          </a:xfrm>
          <a:custGeom>
            <a:avLst/>
            <a:gdLst/>
            <a:ahLst/>
            <a:cxnLst/>
            <a:rect l="l" t="t" r="r" b="b"/>
            <a:pathLst>
              <a:path w="26621" h="6235" extrusionOk="0">
                <a:moveTo>
                  <a:pt x="14952" y="0"/>
                </a:moveTo>
                <a:cubicBezTo>
                  <a:pt x="14762" y="120"/>
                  <a:pt x="14570" y="232"/>
                  <a:pt x="14380" y="344"/>
                </a:cubicBezTo>
                <a:cubicBezTo>
                  <a:pt x="12537" y="1421"/>
                  <a:pt x="10425" y="2266"/>
                  <a:pt x="8299" y="2266"/>
                </a:cubicBezTo>
                <a:cubicBezTo>
                  <a:pt x="7812" y="2266"/>
                  <a:pt x="7321" y="2222"/>
                  <a:pt x="6834" y="2126"/>
                </a:cubicBezTo>
                <a:cubicBezTo>
                  <a:pt x="5465" y="1854"/>
                  <a:pt x="4224" y="1186"/>
                  <a:pt x="2954" y="607"/>
                </a:cubicBezTo>
                <a:cubicBezTo>
                  <a:pt x="1543" y="2214"/>
                  <a:pt x="515" y="4160"/>
                  <a:pt x="1" y="6235"/>
                </a:cubicBezTo>
                <a:lnTo>
                  <a:pt x="26620" y="6235"/>
                </a:lnTo>
                <a:cubicBezTo>
                  <a:pt x="26617" y="5890"/>
                  <a:pt x="26593" y="5546"/>
                  <a:pt x="26498" y="5216"/>
                </a:cubicBezTo>
                <a:cubicBezTo>
                  <a:pt x="26007" y="3519"/>
                  <a:pt x="23963" y="2838"/>
                  <a:pt x="22202" y="2763"/>
                </a:cubicBezTo>
                <a:cubicBezTo>
                  <a:pt x="20437" y="2689"/>
                  <a:pt x="18550" y="2926"/>
                  <a:pt x="17017" y="2051"/>
                </a:cubicBezTo>
                <a:cubicBezTo>
                  <a:pt x="16165" y="1564"/>
                  <a:pt x="15545" y="801"/>
                  <a:pt x="14952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6" name="Google Shape;13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3400" y="-483400"/>
            <a:ext cx="3105101" cy="17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26"/>
          <p:cNvPicPr preferRelativeResize="0"/>
          <p:nvPr/>
        </p:nvPicPr>
        <p:blipFill rotWithShape="1">
          <a:blip r:embed="rId4">
            <a:alphaModFix/>
          </a:blip>
          <a:srcRect r="46635"/>
          <a:stretch/>
        </p:blipFill>
        <p:spPr>
          <a:xfrm>
            <a:off x="-237075" y="3105150"/>
            <a:ext cx="2132554" cy="224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5924" y="4475325"/>
            <a:ext cx="1594272" cy="89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">
          <p15:clr>
            <a:srgbClr val="FA7B17"/>
          </p15:clr>
        </p15:guide>
        <p15:guide id="2" orient="horz" pos="2982">
          <p15:clr>
            <a:srgbClr val="FA7B17"/>
          </p15:clr>
        </p15:guide>
        <p15:guide id="3" pos="288">
          <p15:clr>
            <a:srgbClr val="FA7B17"/>
          </p15:clr>
        </p15:guide>
        <p15:guide id="4" pos="4554">
          <p15:clr>
            <a:srgbClr val="FA7B17"/>
          </p15:clr>
        </p15:guide>
        <p15:guide id="5" pos="5226">
          <p15:clr>
            <a:srgbClr val="FA7B17"/>
          </p15:clr>
        </p15:guide>
        <p15:guide id="6" pos="1421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_1">
    <p:bg>
      <p:bgPr>
        <a:solidFill>
          <a:srgbClr val="F7F8FC"/>
        </a:solidFill>
        <a:effectLst/>
      </p:bgPr>
    </p:bg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7"/>
          <p:cNvSpPr txBox="1">
            <a:spLocks noGrp="1"/>
          </p:cNvSpPr>
          <p:nvPr>
            <p:ph type="title"/>
          </p:nvPr>
        </p:nvSpPr>
        <p:spPr>
          <a:xfrm>
            <a:off x="899550" y="503388"/>
            <a:ext cx="734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1" name="Google Shape;1351;p27"/>
          <p:cNvSpPr txBox="1">
            <a:spLocks noGrp="1"/>
          </p:cNvSpPr>
          <p:nvPr>
            <p:ph type="body" idx="1"/>
          </p:nvPr>
        </p:nvSpPr>
        <p:spPr>
          <a:xfrm>
            <a:off x="720663" y="1832800"/>
            <a:ext cx="3851400" cy="26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04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1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352" name="Google Shape;1352;p27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353" name="Google Shape;1353;p27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6" name="Google Shape;1356;p27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357" name="Google Shape;1357;p27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358" name="Google Shape;1358;p27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7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7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1" name="Google Shape;1361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2" name="Google Shape;136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3_2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28"/>
          <p:cNvSpPr txBox="1">
            <a:spLocks noGrp="1"/>
          </p:cNvSpPr>
          <p:nvPr>
            <p:ph type="title"/>
          </p:nvPr>
        </p:nvSpPr>
        <p:spPr>
          <a:xfrm>
            <a:off x="914400" y="49970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65" name="Google Shape;1365;p28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366" name="Google Shape;1366;p28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8"/>
          <p:cNvGrpSpPr/>
          <p:nvPr/>
        </p:nvGrpSpPr>
        <p:grpSpPr>
          <a:xfrm>
            <a:off x="5345050" y="-1560054"/>
            <a:ext cx="4971049" cy="3954101"/>
            <a:chOff x="5345050" y="-1560054"/>
            <a:chExt cx="4971049" cy="3954101"/>
          </a:xfrm>
        </p:grpSpPr>
        <p:sp>
          <p:nvSpPr>
            <p:cNvPr id="1370" name="Google Shape;1370;p28"/>
            <p:cNvSpPr/>
            <p:nvPr/>
          </p:nvSpPr>
          <p:spPr>
            <a:xfrm rot="7712825">
              <a:off x="7528643" y="-1441460"/>
              <a:ext cx="1662997" cy="2821926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 rot="10617885">
              <a:off x="8579541" y="-469927"/>
              <a:ext cx="1662996" cy="282192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2" name="Google Shape;1372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345050" y="-72575"/>
              <a:ext cx="4074470" cy="229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3" name="Google Shape;1373;p28"/>
          <p:cNvGrpSpPr/>
          <p:nvPr/>
        </p:nvGrpSpPr>
        <p:grpSpPr>
          <a:xfrm>
            <a:off x="-601612" y="3343275"/>
            <a:ext cx="3894259" cy="3108268"/>
            <a:chOff x="-601612" y="3343275"/>
            <a:chExt cx="3894259" cy="3108268"/>
          </a:xfrm>
        </p:grpSpPr>
        <p:sp>
          <p:nvSpPr>
            <p:cNvPr id="1374" name="Google Shape;1374;p28"/>
            <p:cNvSpPr/>
            <p:nvPr/>
          </p:nvSpPr>
          <p:spPr>
            <a:xfrm rot="10800000" flipH="1">
              <a:off x="-350341" y="4191700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 rot="6129409">
              <a:off x="121333" y="3930606"/>
              <a:ext cx="1662990" cy="282194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6" name="Google Shape;1376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82800" y="3343275"/>
              <a:ext cx="3375446" cy="1898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_1_2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9"/>
          <p:cNvSpPr txBox="1">
            <a:spLocks noGrp="1"/>
          </p:cNvSpPr>
          <p:nvPr>
            <p:ph type="title"/>
          </p:nvPr>
        </p:nvSpPr>
        <p:spPr>
          <a:xfrm>
            <a:off x="914400" y="50446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9" name="Google Shape;1379;p29"/>
          <p:cNvGrpSpPr/>
          <p:nvPr/>
        </p:nvGrpSpPr>
        <p:grpSpPr>
          <a:xfrm>
            <a:off x="6820200" y="-775628"/>
            <a:ext cx="2733576" cy="1948491"/>
            <a:chOff x="6820200" y="-775628"/>
            <a:chExt cx="2733576" cy="1948491"/>
          </a:xfrm>
        </p:grpSpPr>
        <p:pic>
          <p:nvPicPr>
            <p:cNvPr id="1380" name="Google Shape;138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20200" y="-775628"/>
              <a:ext cx="2733576" cy="1537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29"/>
            <p:cNvGrpSpPr/>
            <p:nvPr/>
          </p:nvGrpSpPr>
          <p:grpSpPr>
            <a:xfrm>
              <a:off x="7971350" y="-76206"/>
              <a:ext cx="1248849" cy="1249070"/>
              <a:chOff x="4566375" y="4123125"/>
              <a:chExt cx="565525" cy="565625"/>
            </a:xfrm>
          </p:grpSpPr>
          <p:sp>
            <p:nvSpPr>
              <p:cNvPr id="1382" name="Google Shape;1382;p29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6" name="Google Shape;1386;p29"/>
          <p:cNvGrpSpPr/>
          <p:nvPr/>
        </p:nvGrpSpPr>
        <p:grpSpPr>
          <a:xfrm>
            <a:off x="-124850" y="3209925"/>
            <a:ext cx="2622160" cy="2514600"/>
            <a:chOff x="-124850" y="3209925"/>
            <a:chExt cx="2622160" cy="2514600"/>
          </a:xfrm>
        </p:grpSpPr>
        <p:grpSp>
          <p:nvGrpSpPr>
            <p:cNvPr id="1387" name="Google Shape;1387;p29"/>
            <p:cNvGrpSpPr/>
            <p:nvPr/>
          </p:nvGrpSpPr>
          <p:grpSpPr>
            <a:xfrm rot="5400000">
              <a:off x="380886" y="3067041"/>
              <a:ext cx="1659337" cy="2573510"/>
              <a:chOff x="5827590" y="0"/>
              <a:chExt cx="3316410" cy="5143508"/>
            </a:xfrm>
          </p:grpSpPr>
          <p:sp>
            <p:nvSpPr>
              <p:cNvPr id="1388" name="Google Shape;1388;p29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1" name="Google Shape;139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1130338" y="4215413"/>
              <a:ext cx="2514600" cy="5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3_1_1_1"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0"/>
          <p:cNvSpPr txBox="1">
            <a:spLocks noGrp="1"/>
          </p:cNvSpPr>
          <p:nvPr>
            <p:ph type="title"/>
          </p:nvPr>
        </p:nvSpPr>
        <p:spPr>
          <a:xfrm>
            <a:off x="914400" y="51179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94" name="Google Shape;1394;p30"/>
          <p:cNvGrpSpPr/>
          <p:nvPr/>
        </p:nvGrpSpPr>
        <p:grpSpPr>
          <a:xfrm>
            <a:off x="6391275" y="-678989"/>
            <a:ext cx="3190877" cy="2248692"/>
            <a:chOff x="6391275" y="-678989"/>
            <a:chExt cx="3190877" cy="2248692"/>
          </a:xfrm>
        </p:grpSpPr>
        <p:sp>
          <p:nvSpPr>
            <p:cNvPr id="1395" name="Google Shape;1395;p30"/>
            <p:cNvSpPr/>
            <p:nvPr/>
          </p:nvSpPr>
          <p:spPr>
            <a:xfrm rot="9432676">
              <a:off x="7552803" y="-428059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734153" y="-22515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97" name="Google Shape;1397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91275" y="-22514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8" name="Google Shape;1398;p30"/>
          <p:cNvGrpSpPr/>
          <p:nvPr/>
        </p:nvGrpSpPr>
        <p:grpSpPr>
          <a:xfrm>
            <a:off x="-895800" y="3667189"/>
            <a:ext cx="3610425" cy="1978317"/>
            <a:chOff x="-895800" y="3667189"/>
            <a:chExt cx="3610425" cy="1978317"/>
          </a:xfrm>
        </p:grpSpPr>
        <p:sp>
          <p:nvSpPr>
            <p:cNvPr id="1399" name="Google Shape;1399;p30"/>
            <p:cNvSpPr/>
            <p:nvPr/>
          </p:nvSpPr>
          <p:spPr>
            <a:xfrm rot="9097042">
              <a:off x="-663141" y="3964503"/>
              <a:ext cx="1600810" cy="1383689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 rot="10800000">
              <a:off x="-205900" y="4116925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1" name="Google Shape;1401;p30"/>
            <p:cNvPicPr preferRelativeResize="0"/>
            <p:nvPr/>
          </p:nvPicPr>
          <p:blipFill rotWithShape="1">
            <a:blip r:embed="rId3">
              <a:alphaModFix/>
            </a:blip>
            <a:srcRect r="19309"/>
            <a:stretch/>
          </p:blipFill>
          <p:spPr>
            <a:xfrm flipH="1">
              <a:off x="-205897" y="3864925"/>
              <a:ext cx="2920522" cy="1383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2_1">
    <p:bg>
      <p:bgPr>
        <a:solidFill>
          <a:srgbClr val="F7F8FC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1"/>
          <p:cNvSpPr txBox="1">
            <a:spLocks noGrp="1"/>
          </p:cNvSpPr>
          <p:nvPr>
            <p:ph type="title"/>
          </p:nvPr>
        </p:nvSpPr>
        <p:spPr>
          <a:xfrm>
            <a:off x="914400" y="506399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31"/>
          <p:cNvSpPr txBox="1">
            <a:spLocks noGrp="1"/>
          </p:cNvSpPr>
          <p:nvPr>
            <p:ph type="subTitle" idx="1"/>
          </p:nvPr>
        </p:nvSpPr>
        <p:spPr>
          <a:xfrm>
            <a:off x="2278575" y="2250767"/>
            <a:ext cx="9762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5" name="Google Shape;1405;p31"/>
          <p:cNvSpPr txBox="1">
            <a:spLocks noGrp="1"/>
          </p:cNvSpPr>
          <p:nvPr>
            <p:ph type="subTitle" idx="2"/>
          </p:nvPr>
        </p:nvSpPr>
        <p:spPr>
          <a:xfrm>
            <a:off x="4606500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6" name="Google Shape;1406;p31"/>
          <p:cNvSpPr txBox="1">
            <a:spLocks noGrp="1"/>
          </p:cNvSpPr>
          <p:nvPr>
            <p:ph type="subTitle" idx="3"/>
          </p:nvPr>
        </p:nvSpPr>
        <p:spPr>
          <a:xfrm>
            <a:off x="7238755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7" name="Google Shape;1407;p31"/>
          <p:cNvSpPr txBox="1">
            <a:spLocks noGrp="1"/>
          </p:cNvSpPr>
          <p:nvPr>
            <p:ph type="subTitle" idx="4"/>
          </p:nvPr>
        </p:nvSpPr>
        <p:spPr>
          <a:xfrm>
            <a:off x="1235357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8" name="Google Shape;1408;p31"/>
          <p:cNvSpPr txBox="1">
            <a:spLocks noGrp="1"/>
          </p:cNvSpPr>
          <p:nvPr>
            <p:ph type="subTitle" idx="5"/>
          </p:nvPr>
        </p:nvSpPr>
        <p:spPr>
          <a:xfrm>
            <a:off x="3661898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9" name="Google Shape;1409;p31"/>
          <p:cNvSpPr txBox="1">
            <a:spLocks noGrp="1"/>
          </p:cNvSpPr>
          <p:nvPr>
            <p:ph type="subTitle" idx="6"/>
          </p:nvPr>
        </p:nvSpPr>
        <p:spPr>
          <a:xfrm>
            <a:off x="6088439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10" name="Google Shape;1410;p31"/>
          <p:cNvSpPr txBox="1">
            <a:spLocks noGrp="1"/>
          </p:cNvSpPr>
          <p:nvPr>
            <p:ph type="subTitle" idx="7"/>
          </p:nvPr>
        </p:nvSpPr>
        <p:spPr>
          <a:xfrm>
            <a:off x="1326857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1" name="Google Shape;1411;p31"/>
          <p:cNvSpPr txBox="1">
            <a:spLocks noGrp="1"/>
          </p:cNvSpPr>
          <p:nvPr>
            <p:ph type="subTitle" idx="8"/>
          </p:nvPr>
        </p:nvSpPr>
        <p:spPr>
          <a:xfrm>
            <a:off x="3753398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2" name="Google Shape;1412;p31"/>
          <p:cNvSpPr txBox="1">
            <a:spLocks noGrp="1"/>
          </p:cNvSpPr>
          <p:nvPr>
            <p:ph type="subTitle" idx="9"/>
          </p:nvPr>
        </p:nvSpPr>
        <p:spPr>
          <a:xfrm>
            <a:off x="6179939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13" name="Google Shape;1413;p31"/>
          <p:cNvGrpSpPr/>
          <p:nvPr/>
        </p:nvGrpSpPr>
        <p:grpSpPr>
          <a:xfrm>
            <a:off x="6130725" y="-876298"/>
            <a:ext cx="4393354" cy="2471251"/>
            <a:chOff x="6130725" y="-876298"/>
            <a:chExt cx="4393354" cy="2471251"/>
          </a:xfrm>
        </p:grpSpPr>
        <p:grpSp>
          <p:nvGrpSpPr>
            <p:cNvPr id="1414" name="Google Shape;1414;p31"/>
            <p:cNvGrpSpPr/>
            <p:nvPr/>
          </p:nvGrpSpPr>
          <p:grpSpPr>
            <a:xfrm rot="-5400000">
              <a:off x="7712133" y="-113876"/>
              <a:ext cx="1317976" cy="1546047"/>
              <a:chOff x="5361850" y="4911470"/>
              <a:chExt cx="349800" cy="408780"/>
            </a:xfrm>
          </p:grpSpPr>
          <p:sp>
            <p:nvSpPr>
              <p:cNvPr id="1415" name="Google Shape;1415;p31"/>
              <p:cNvSpPr/>
              <p:nvPr/>
            </p:nvSpPr>
            <p:spPr>
              <a:xfrm>
                <a:off x="5361850" y="4931975"/>
                <a:ext cx="349800" cy="388275"/>
              </a:xfrm>
              <a:custGeom>
                <a:avLst/>
                <a:gdLst/>
                <a:ahLst/>
                <a:cxnLst/>
                <a:rect l="l" t="t" r="r" b="b"/>
                <a:pathLst>
                  <a:path w="13992" h="15531" extrusionOk="0">
                    <a:moveTo>
                      <a:pt x="10225" y="0"/>
                    </a:moveTo>
                    <a:cubicBezTo>
                      <a:pt x="7827" y="0"/>
                      <a:pt x="4994" y="1281"/>
                      <a:pt x="2395" y="5342"/>
                    </a:cubicBezTo>
                    <a:cubicBezTo>
                      <a:pt x="0" y="9089"/>
                      <a:pt x="1881" y="13115"/>
                      <a:pt x="4984" y="15531"/>
                    </a:cubicBezTo>
                    <a:lnTo>
                      <a:pt x="13992" y="15531"/>
                    </a:lnTo>
                    <a:lnTo>
                      <a:pt x="13992" y="1100"/>
                    </a:lnTo>
                    <a:cubicBezTo>
                      <a:pt x="13003" y="482"/>
                      <a:pt x="11696" y="0"/>
                      <a:pt x="102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509608" y="4911470"/>
                <a:ext cx="94200" cy="64975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599" extrusionOk="0">
                    <a:moveTo>
                      <a:pt x="1869" y="1"/>
                    </a:moveTo>
                    <a:cubicBezTo>
                      <a:pt x="1535" y="1"/>
                      <a:pt x="1173" y="108"/>
                      <a:pt x="805" y="368"/>
                    </a:cubicBezTo>
                    <a:cubicBezTo>
                      <a:pt x="805" y="368"/>
                      <a:pt x="1" y="981"/>
                      <a:pt x="433" y="1918"/>
                    </a:cubicBezTo>
                    <a:cubicBezTo>
                      <a:pt x="645" y="2376"/>
                      <a:pt x="1278" y="2599"/>
                      <a:pt x="1916" y="2599"/>
                    </a:cubicBezTo>
                    <a:cubicBezTo>
                      <a:pt x="2582" y="2599"/>
                      <a:pt x="3253" y="2356"/>
                      <a:pt x="3459" y="1887"/>
                    </a:cubicBezTo>
                    <a:cubicBezTo>
                      <a:pt x="3768" y="1180"/>
                      <a:pt x="2974" y="1"/>
                      <a:pt x="18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7" name="Google Shape;1417;p31"/>
            <p:cNvSpPr/>
            <p:nvPr/>
          </p:nvSpPr>
          <p:spPr>
            <a:xfrm rot="-5400000" flipH="1">
              <a:off x="7684384" y="-520131"/>
              <a:ext cx="1080761" cy="2022672"/>
            </a:xfrm>
            <a:custGeom>
              <a:avLst/>
              <a:gdLst/>
              <a:ahLst/>
              <a:cxnLst/>
              <a:rect l="l" t="t" r="r" b="b"/>
              <a:pathLst>
                <a:path w="10796" h="20205" extrusionOk="0">
                  <a:moveTo>
                    <a:pt x="1011" y="0"/>
                  </a:moveTo>
                  <a:cubicBezTo>
                    <a:pt x="612" y="0"/>
                    <a:pt x="252" y="113"/>
                    <a:pt x="0" y="221"/>
                  </a:cubicBezTo>
                  <a:lnTo>
                    <a:pt x="0" y="20205"/>
                  </a:lnTo>
                  <a:lnTo>
                    <a:pt x="10557" y="20205"/>
                  </a:lnTo>
                  <a:cubicBezTo>
                    <a:pt x="10796" y="15023"/>
                    <a:pt x="5999" y="14475"/>
                    <a:pt x="4037" y="13947"/>
                  </a:cubicBezTo>
                  <a:cubicBezTo>
                    <a:pt x="1983" y="13398"/>
                    <a:pt x="1683" y="10993"/>
                    <a:pt x="2283" y="8537"/>
                  </a:cubicBezTo>
                  <a:cubicBezTo>
                    <a:pt x="2885" y="6085"/>
                    <a:pt x="4088" y="3478"/>
                    <a:pt x="2885" y="1267"/>
                  </a:cubicBezTo>
                  <a:cubicBezTo>
                    <a:pt x="2344" y="274"/>
                    <a:pt x="1632" y="0"/>
                    <a:pt x="1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18" name="Google Shape;1418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30725" y="-876298"/>
              <a:ext cx="4393354" cy="247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9" name="Google Shape;1419;p31"/>
          <p:cNvGrpSpPr/>
          <p:nvPr/>
        </p:nvGrpSpPr>
        <p:grpSpPr>
          <a:xfrm>
            <a:off x="-262476" y="3425575"/>
            <a:ext cx="3392746" cy="1908425"/>
            <a:chOff x="-262476" y="3425575"/>
            <a:chExt cx="3392746" cy="1908425"/>
          </a:xfrm>
        </p:grpSpPr>
        <p:grpSp>
          <p:nvGrpSpPr>
            <p:cNvPr id="1420" name="Google Shape;1420;p31"/>
            <p:cNvGrpSpPr/>
            <p:nvPr/>
          </p:nvGrpSpPr>
          <p:grpSpPr>
            <a:xfrm rot="10800000">
              <a:off x="-146133" y="3463523"/>
              <a:ext cx="1807022" cy="1717916"/>
              <a:chOff x="4566375" y="4123125"/>
              <a:chExt cx="565525" cy="565625"/>
            </a:xfrm>
          </p:grpSpPr>
          <p:sp>
            <p:nvSpPr>
              <p:cNvPr id="1421" name="Google Shape;1421;p31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25" name="Google Shape;14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62476" y="3425575"/>
              <a:ext cx="3392746" cy="190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_1">
    <p:bg>
      <p:bgPr>
        <a:solidFill>
          <a:srgbClr val="F7F8FC"/>
        </a:solidFill>
        <a:effectLst/>
      </p:bgPr>
    </p:bg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32"/>
          <p:cNvSpPr txBox="1">
            <a:spLocks noGrp="1"/>
          </p:cNvSpPr>
          <p:nvPr>
            <p:ph type="title"/>
          </p:nvPr>
        </p:nvSpPr>
        <p:spPr>
          <a:xfrm>
            <a:off x="914400" y="50248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8" name="Google Shape;1428;p32"/>
          <p:cNvSpPr/>
          <p:nvPr/>
        </p:nvSpPr>
        <p:spPr>
          <a:xfrm rot="9432608">
            <a:off x="7960777" y="-398872"/>
            <a:ext cx="938669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32"/>
          <p:cNvSpPr/>
          <p:nvPr/>
        </p:nvSpPr>
        <p:spPr>
          <a:xfrm rot="9432653">
            <a:off x="7848993" y="-97641"/>
            <a:ext cx="2075495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0" name="Google Shape;1430;p32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1431" name="Google Shape;1431;p32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2" name="Google Shape;1432;p32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1433" name="Google Shape;1433;p3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5" name="Google Shape;1435;p32"/>
          <p:cNvGrpSpPr/>
          <p:nvPr/>
        </p:nvGrpSpPr>
        <p:grpSpPr>
          <a:xfrm>
            <a:off x="-1028710" y="3879719"/>
            <a:ext cx="2293560" cy="1480066"/>
            <a:chOff x="-1028710" y="3879719"/>
            <a:chExt cx="2293560" cy="1480066"/>
          </a:xfrm>
        </p:grpSpPr>
        <p:sp>
          <p:nvSpPr>
            <p:cNvPr id="1436" name="Google Shape;1436;p32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8" name="Google Shape;1438;p32"/>
          <p:cNvSpPr txBox="1">
            <a:spLocks noGrp="1"/>
          </p:cNvSpPr>
          <p:nvPr>
            <p:ph type="title" idx="2" hasCustomPrompt="1"/>
          </p:nvPr>
        </p:nvSpPr>
        <p:spPr>
          <a:xfrm>
            <a:off x="2700408" y="1638393"/>
            <a:ext cx="188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 idx="3" hasCustomPrompt="1"/>
          </p:nvPr>
        </p:nvSpPr>
        <p:spPr>
          <a:xfrm>
            <a:off x="922135" y="1638393"/>
            <a:ext cx="17769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0" name="Google Shape;1440;p32"/>
          <p:cNvSpPr txBox="1">
            <a:spLocks noGrp="1"/>
          </p:cNvSpPr>
          <p:nvPr>
            <p:ph type="title" idx="4" hasCustomPrompt="1"/>
          </p:nvPr>
        </p:nvSpPr>
        <p:spPr>
          <a:xfrm>
            <a:off x="6441309" y="1638394"/>
            <a:ext cx="179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1" name="Google Shape;1441;p32"/>
          <p:cNvSpPr txBox="1">
            <a:spLocks noGrp="1"/>
          </p:cNvSpPr>
          <p:nvPr>
            <p:ph type="title" idx="5" hasCustomPrompt="1"/>
          </p:nvPr>
        </p:nvSpPr>
        <p:spPr>
          <a:xfrm>
            <a:off x="4575208" y="1638393"/>
            <a:ext cx="184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2" name="Google Shape;1442;p32"/>
          <p:cNvSpPr txBox="1">
            <a:spLocks noGrp="1"/>
          </p:cNvSpPr>
          <p:nvPr>
            <p:ph type="subTitle" idx="1"/>
          </p:nvPr>
        </p:nvSpPr>
        <p:spPr>
          <a:xfrm>
            <a:off x="896185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3" name="Google Shape;1443;p32"/>
          <p:cNvSpPr txBox="1">
            <a:spLocks noGrp="1"/>
          </p:cNvSpPr>
          <p:nvPr>
            <p:ph type="subTitle" idx="6"/>
          </p:nvPr>
        </p:nvSpPr>
        <p:spPr>
          <a:xfrm>
            <a:off x="273960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4" name="Google Shape;1444;p32"/>
          <p:cNvSpPr txBox="1">
            <a:spLocks noGrp="1"/>
          </p:cNvSpPr>
          <p:nvPr>
            <p:ph type="subTitle" idx="7"/>
          </p:nvPr>
        </p:nvSpPr>
        <p:spPr>
          <a:xfrm>
            <a:off x="4583034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5" name="Google Shape;1445;p32"/>
          <p:cNvSpPr txBox="1">
            <a:spLocks noGrp="1"/>
          </p:cNvSpPr>
          <p:nvPr>
            <p:ph type="subTitle" idx="8"/>
          </p:nvPr>
        </p:nvSpPr>
        <p:spPr>
          <a:xfrm>
            <a:off x="642645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6" name="Google Shape;1446;p32"/>
          <p:cNvSpPr txBox="1">
            <a:spLocks noGrp="1"/>
          </p:cNvSpPr>
          <p:nvPr>
            <p:ph type="subTitle" idx="9"/>
          </p:nvPr>
        </p:nvSpPr>
        <p:spPr>
          <a:xfrm>
            <a:off x="941935" y="2910668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7" name="Google Shape;1447;p32"/>
          <p:cNvSpPr txBox="1">
            <a:spLocks noGrp="1"/>
          </p:cNvSpPr>
          <p:nvPr>
            <p:ph type="subTitle" idx="13"/>
          </p:nvPr>
        </p:nvSpPr>
        <p:spPr>
          <a:xfrm>
            <a:off x="278535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8" name="Google Shape;1448;p32"/>
          <p:cNvSpPr txBox="1">
            <a:spLocks noGrp="1"/>
          </p:cNvSpPr>
          <p:nvPr>
            <p:ph type="subTitle" idx="14"/>
          </p:nvPr>
        </p:nvSpPr>
        <p:spPr>
          <a:xfrm>
            <a:off x="4628784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9" name="Google Shape;1449;p32"/>
          <p:cNvSpPr txBox="1">
            <a:spLocks noGrp="1"/>
          </p:cNvSpPr>
          <p:nvPr>
            <p:ph type="subTitle" idx="15"/>
          </p:nvPr>
        </p:nvSpPr>
        <p:spPr>
          <a:xfrm>
            <a:off x="647220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pic>
        <p:nvPicPr>
          <p:cNvPr id="1450" name="Google Shape;145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1050" y="-317876"/>
            <a:ext cx="1964802" cy="15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2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>
            <a:spLocks noGrp="1"/>
          </p:cNvSpPr>
          <p:nvPr>
            <p:ph type="title"/>
          </p:nvPr>
        </p:nvSpPr>
        <p:spPr>
          <a:xfrm>
            <a:off x="4579962" y="1665460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3" name="Google Shape;1453;p33"/>
          <p:cNvSpPr txBox="1">
            <a:spLocks noGrp="1"/>
          </p:cNvSpPr>
          <p:nvPr>
            <p:ph type="subTitle" idx="1"/>
          </p:nvPr>
        </p:nvSpPr>
        <p:spPr>
          <a:xfrm>
            <a:off x="4572000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4" name="Google Shape;1454;p33"/>
          <p:cNvGrpSpPr/>
          <p:nvPr/>
        </p:nvGrpSpPr>
        <p:grpSpPr>
          <a:xfrm>
            <a:off x="6912145" y="4433249"/>
            <a:ext cx="4477807" cy="839588"/>
            <a:chOff x="3098100" y="3849750"/>
            <a:chExt cx="940775" cy="270425"/>
          </a:xfrm>
        </p:grpSpPr>
        <p:sp>
          <p:nvSpPr>
            <p:cNvPr id="1455" name="Google Shape;1455;p33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3"/>
          <p:cNvGrpSpPr/>
          <p:nvPr/>
        </p:nvGrpSpPr>
        <p:grpSpPr>
          <a:xfrm>
            <a:off x="-731964" y="-152400"/>
            <a:ext cx="4770701" cy="5600699"/>
            <a:chOff x="-731964" y="-152400"/>
            <a:chExt cx="4770701" cy="5600699"/>
          </a:xfrm>
        </p:grpSpPr>
        <p:sp>
          <p:nvSpPr>
            <p:cNvPr id="1459" name="Google Shape;1459;p33"/>
            <p:cNvSpPr/>
            <p:nvPr/>
          </p:nvSpPr>
          <p:spPr>
            <a:xfrm rot="10800000">
              <a:off x="-731964" y="433244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 rot="10800000">
              <a:off x="-729152" y="433569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1" name="Google Shape;1461;p33"/>
            <p:cNvGrpSpPr/>
            <p:nvPr/>
          </p:nvGrpSpPr>
          <p:grpSpPr>
            <a:xfrm flipH="1">
              <a:off x="-597508" y="-49993"/>
              <a:ext cx="4636245" cy="5256773"/>
              <a:chOff x="3268325" y="3013975"/>
              <a:chExt cx="1443800" cy="1106200"/>
            </a:xfrm>
          </p:grpSpPr>
          <p:sp>
            <p:nvSpPr>
              <p:cNvPr id="1462" name="Google Shape;1462;p33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3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3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3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3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3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8" name="Google Shape;1468;p33"/>
            <p:cNvPicPr preferRelativeResize="0"/>
            <p:nvPr/>
          </p:nvPicPr>
          <p:blipFill rotWithShape="1">
            <a:blip r:embed="rId2">
              <a:alphaModFix/>
            </a:blip>
            <a:srcRect r="41660"/>
            <a:stretch/>
          </p:blipFill>
          <p:spPr>
            <a:xfrm>
              <a:off x="-627150" y="-152400"/>
              <a:ext cx="2884579" cy="278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33"/>
            <p:cNvPicPr preferRelativeResize="0"/>
            <p:nvPr/>
          </p:nvPicPr>
          <p:blipFill rotWithShape="1">
            <a:blip r:embed="rId3">
              <a:alphaModFix/>
            </a:blip>
            <a:srcRect l="49480"/>
            <a:stretch/>
          </p:blipFill>
          <p:spPr>
            <a:xfrm>
              <a:off x="-587773" y="3690950"/>
              <a:ext cx="1578374" cy="1757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_COLUMN_TEXT_2_1_1"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4"/>
          <p:cNvSpPr txBox="1">
            <a:spLocks noGrp="1"/>
          </p:cNvSpPr>
          <p:nvPr>
            <p:ph type="title"/>
          </p:nvPr>
        </p:nvSpPr>
        <p:spPr>
          <a:xfrm>
            <a:off x="909458" y="1664014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2" name="Google Shape;1472;p34"/>
          <p:cNvSpPr txBox="1">
            <a:spLocks noGrp="1"/>
          </p:cNvSpPr>
          <p:nvPr>
            <p:ph type="subTitle" idx="1"/>
          </p:nvPr>
        </p:nvSpPr>
        <p:spPr>
          <a:xfrm>
            <a:off x="909138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73" name="Google Shape;1473;p34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74" name="Google Shape;1474;p34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7" name="Google Shape;1477;p34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78" name="Google Shape;1478;p34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479" name="Google Shape;1479;p34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82" name="Google Shape;1482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_ONLY_1">
    <p:bg>
      <p:bgPr>
        <a:noFill/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5"/>
          <p:cNvSpPr/>
          <p:nvPr/>
        </p:nvSpPr>
        <p:spPr>
          <a:xfrm>
            <a:off x="0" y="-94075"/>
            <a:ext cx="5010300" cy="528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35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87" name="Google Shape;1487;p35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88" name="Google Shape;1488;p35"/>
          <p:cNvGrpSpPr/>
          <p:nvPr/>
        </p:nvGrpSpPr>
        <p:grpSpPr>
          <a:xfrm>
            <a:off x="-665807" y="3431744"/>
            <a:ext cx="2280393" cy="2280580"/>
            <a:chOff x="-665807" y="3431744"/>
            <a:chExt cx="2280393" cy="2280580"/>
          </a:xfrm>
        </p:grpSpPr>
        <p:sp>
          <p:nvSpPr>
            <p:cNvPr id="1489" name="Google Shape;1489;p35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0" name="Google Shape;1490;p35"/>
            <p:cNvGrpSpPr/>
            <p:nvPr/>
          </p:nvGrpSpPr>
          <p:grpSpPr>
            <a:xfrm rot="-5400000">
              <a:off x="-171875" y="3453684"/>
              <a:ext cx="1808401" cy="1764522"/>
              <a:chOff x="2024475" y="4433550"/>
              <a:chExt cx="623350" cy="608225"/>
            </a:xfrm>
          </p:grpSpPr>
          <p:sp>
            <p:nvSpPr>
              <p:cNvPr id="1491" name="Google Shape;1491;p35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5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5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5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5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5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5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5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5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5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5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5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5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5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5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5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5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5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5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5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5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5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5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5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5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5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5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5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5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5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5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5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5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5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5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5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5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5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5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5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5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5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5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5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5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5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5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5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5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5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5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5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5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5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5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5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5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5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5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5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5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5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5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5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5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5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5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5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5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5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5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5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5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5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5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5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5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5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5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5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5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5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5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5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5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5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5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5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5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5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5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5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5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5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5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5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5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5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5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5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5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5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5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5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5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5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5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5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5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5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5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5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5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5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5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5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5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5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5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5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5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5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5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5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5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5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5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5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5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5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5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5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5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5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5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5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5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5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5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5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5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5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5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5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5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5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5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5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5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5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5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5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5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5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5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5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5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5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5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5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5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5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5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5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5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5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5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5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5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5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5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5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5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5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5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5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5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5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5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5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5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2" name="Google Shape;1762;p35"/>
          <p:cNvSpPr/>
          <p:nvPr/>
        </p:nvSpPr>
        <p:spPr>
          <a:xfrm rot="-4421961">
            <a:off x="2756334" y="1581448"/>
            <a:ext cx="5541644" cy="273578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3" name="Google Shape;1763;p35"/>
          <p:cNvGrpSpPr/>
          <p:nvPr/>
        </p:nvGrpSpPr>
        <p:grpSpPr>
          <a:xfrm>
            <a:off x="6539446" y="-344139"/>
            <a:ext cx="2878067" cy="5824284"/>
            <a:chOff x="5883539" y="-344156"/>
            <a:chExt cx="3534407" cy="5824284"/>
          </a:xfrm>
        </p:grpSpPr>
        <p:sp>
          <p:nvSpPr>
            <p:cNvPr id="1764" name="Google Shape;1764;p35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9" name="Google Shape;1769;p35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1770" name="Google Shape;1770;p35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5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5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5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5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5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5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5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5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5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5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5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5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5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5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5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9" name="Google Shape;1799;p35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800" name="Google Shape;1800;p35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7F8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3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05" name="Google Shape;1805;p3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6.png"/><Relationship Id="rId11" Type="http://schemas.openxmlformats.org/officeDocument/2006/relationships/image" Target="../media/image52.png"/><Relationship Id="rId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2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1.png"/><Relationship Id="rId5" Type="http://schemas.openxmlformats.org/officeDocument/2006/relationships/image" Target="../media/image43.png"/><Relationship Id="rId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1.png"/><Relationship Id="rId5" Type="http://schemas.openxmlformats.org/officeDocument/2006/relationships/image" Target="../media/image62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371600"/>
            <a:ext cx="365760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Fredoka"/>
              </a:rPr>
              <a:t>SCANVAS</a:t>
            </a:r>
          </a:p>
        </p:txBody>
      </p:sp>
      <p:pic>
        <p:nvPicPr>
          <p:cNvPr id="3" name="Picture 2" descr="Scanva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13232"/>
            <a:ext cx="561290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2140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7C3AED"/>
                </a:solidFill>
                <a:latin typeface="Fredoka"/>
              </a:rPr>
              <a:t>Where Children’s Creativity Comes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44368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033"/>
                </a:solidFill>
                <a:latin typeface="Varela Round"/>
              </a:rPr>
              <a:t>Children’s paper drawings become interactive characters in the browser, starting in Indonesia.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13632"/>
            <a:ext cx="21635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For children aged 3–10</a:t>
            </a:r>
          </a:p>
        </p:txBody>
      </p:sp>
      <p:pic>
        <p:nvPicPr>
          <p:cNvPr id="7" name="Picture 6" descr="palett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65752"/>
            <a:ext cx="170078" cy="170078"/>
          </a:xfrm>
          <a:prstGeom prst="rect">
            <a:avLst/>
          </a:prstGeom>
        </p:spPr>
      </p:pic>
      <p:pic>
        <p:nvPicPr>
          <p:cNvPr id="8" name="Picture 7" descr="Child-colored Scanvas whale she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0"/>
            <a:ext cx="2514600" cy="2471030"/>
          </a:xfrm>
          <a:prstGeom prst="rect">
            <a:avLst/>
          </a:prstGeom>
        </p:spPr>
      </p:pic>
      <p:pic>
        <p:nvPicPr>
          <p:cNvPr id="9" name="Picture 8" descr="The same whale scanned and alive in Scanv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81328"/>
            <a:ext cx="4069080" cy="249693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41648" y="3108960"/>
            <a:ext cx="1655064" cy="1627632"/>
          </a:xfrm>
          <a:prstGeom prst="roundRect">
            <a:avLst>
              <a:gd name="adj" fmla="val 955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QR code to scanvas.i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32" y="3227832"/>
            <a:ext cx="1453896" cy="14538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41648" y="4809744"/>
            <a:ext cx="1655064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 u="sng">
                <a:solidFill>
                  <a:srgbClr val="2563EB"/>
                </a:solidFill>
                <a:latin typeface="Fredoka"/>
                <a:hlinkClick r:id="rId8"/>
              </a:rPr>
              <a:t>scanvas.id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5783" y="4206240"/>
            <a:ext cx="1426464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15783" y="4224528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172033"/>
                </a:solidFill>
                <a:latin typeface="Fredoka SemiBold"/>
              </a:rPr>
              <a:t>Scanvas Co-Founders</a:t>
            </a:r>
          </a:p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Haikal H. · Salsabila 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17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Pre-Seed Pitch · Antler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Creativity Often Stops at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Children love drawing and coloring, but once the page is finished, the moment ends. Many screen-based activities are designed around watching and swiping rather than creating.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01952"/>
            <a:ext cx="393192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ild coloring a Scanvas 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84831"/>
            <a:ext cx="1417320" cy="12330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9152" y="212140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On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2" y="2505456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Creative and hands-on, but it ends when the page is done.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584448"/>
            <a:ext cx="79552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9" name="Picture 8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484" y="3671315"/>
            <a:ext cx="137160" cy="137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764792" y="3584448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Finished</a:t>
            </a:r>
          </a:p>
        </p:txBody>
      </p:sp>
      <p:pic>
        <p:nvPicPr>
          <p:cNvPr id="11" name="Picture 10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915" y="3671315"/>
            <a:ext cx="137160" cy="137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935224" y="3584448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901952"/>
            <a:ext cx="393192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64607" y="2084831"/>
            <a:ext cx="1417320" cy="1234440"/>
          </a:xfrm>
          <a:prstGeom prst="roundRect">
            <a:avLst>
              <a:gd name="adj" fmla="val 962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76088" y="2203704"/>
            <a:ext cx="594360" cy="100584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onitor-play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2523744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3952" y="212140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On screens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05456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Engaging, but children mostly watch instead of make.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4607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pic>
        <p:nvPicPr>
          <p:cNvPr id="20" name="Picture 19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59" y="3671315"/>
            <a:ext cx="137160" cy="1371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01868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Swipe</a:t>
            </a:r>
          </a:p>
        </p:txBody>
      </p:sp>
      <p:pic>
        <p:nvPicPr>
          <p:cNvPr id="22" name="Picture 21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3671315"/>
            <a:ext cx="137160" cy="1371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739128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Fredoka"/>
              </a:rPr>
              <a:t>What if a child’s own drawing became the starting point of play and learning?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Solution: Paper Comes Alive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Children color a printed sheet, scan it through the website, and watch their own artwork become an animated character with sound, motion, and short educational content.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95430"/>
            <a:ext cx="1335024" cy="130468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13232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Kids color a Scanvas paper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2221991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95728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548" y="1984248"/>
            <a:ext cx="775959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22576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Snap or upload a photo in the browser</a:t>
            </a:r>
          </a:p>
        </p:txBody>
      </p:sp>
      <p:sp>
        <p:nvSpPr>
          <p:cNvPr id="15" name="Chevron 14"/>
          <p:cNvSpPr/>
          <p:nvPr/>
        </p:nvSpPr>
        <p:spPr>
          <a:xfrm>
            <a:off x="3831336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05072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2367290"/>
            <a:ext cx="1335024" cy="760963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3931920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Come Alive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 artwork comes alive in seconds</a:t>
            </a:r>
          </a:p>
        </p:txBody>
      </p:sp>
      <p:sp>
        <p:nvSpPr>
          <p:cNvPr id="21" name="Chevron 20"/>
          <p:cNvSpPr/>
          <p:nvPr/>
        </p:nvSpPr>
        <p:spPr>
          <a:xfrm>
            <a:off x="5440680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14416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Explore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236" y="1984248"/>
            <a:ext cx="775959" cy="152704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5541264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It swims inside a living world</a:t>
            </a:r>
          </a:p>
        </p:txBody>
      </p:sp>
      <p:sp>
        <p:nvSpPr>
          <p:cNvPr id="27" name="Chevron 26"/>
          <p:cNvSpPr/>
          <p:nvPr/>
        </p:nvSpPr>
        <p:spPr>
          <a:xfrm>
            <a:off x="7050024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223760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Learn ste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2338162"/>
            <a:ext cx="1335024" cy="819219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150608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A short story, sounds, and facts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804672"/>
            <a:ext cx="3383280" cy="7772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Already Live.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No App Required.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36977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15803D"/>
                </a:solidFill>
                <a:latin typeface="Fredoka SemiBold"/>
              </a:rPr>
              <a:t>LIVE TODAY · scanvas.id</a:t>
            </a:r>
          </a:p>
        </p:txBody>
      </p:sp>
      <p:pic>
        <p:nvPicPr>
          <p:cNvPr id="4" name="Picture 3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3600"/>
            <a:ext cx="170078" cy="17007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an-lin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" y="1893539"/>
            <a:ext cx="199704" cy="199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739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Physical </a:t>
            </a:r>
            <a:r>
              <a:rPr sz="10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050" b="0" i="0">
                <a:solidFill>
                  <a:srgbClr val="172033"/>
                </a:solidFill>
                <a:latin typeface="Fredoka SemiBold"/>
              </a:rPr>
              <a:t>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Paper coloring + photo/upload processing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1" y="2442179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32257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Interactive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Ocean &amp; Vehicle worlds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" y="2990819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287121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Personalized animation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9067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The child’s own artwork comes alive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1" y="3539459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1560" y="341985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Learning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393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Object sounds + short stories and facts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995927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alette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11" y="4088099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" y="396849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Digital trial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18795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Try the experience before buying paper</a:t>
            </a:r>
          </a:p>
        </p:txBody>
      </p:sp>
      <p:pic>
        <p:nvPicPr>
          <p:cNvPr id="25" name="Picture 24" descr="Landing p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0" y="182880"/>
            <a:ext cx="1486868" cy="2926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23360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Landing page</a:t>
            </a:r>
          </a:p>
        </p:txBody>
      </p:sp>
      <p:pic>
        <p:nvPicPr>
          <p:cNvPr id="27" name="Picture 26" descr="Scan / uploa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6128" y="182880"/>
            <a:ext cx="1486868" cy="2926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96128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Scan / upload</a:t>
            </a:r>
          </a:p>
        </p:txBody>
      </p:sp>
      <p:pic>
        <p:nvPicPr>
          <p:cNvPr id="29" name="Picture 28" descr="Alive in the worl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8896" y="182880"/>
            <a:ext cx="1486868" cy="2926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68896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Alive in the world</a:t>
            </a:r>
          </a:p>
        </p:txBody>
      </p:sp>
      <p:pic>
        <p:nvPicPr>
          <p:cNvPr id="31" name="Picture 30" descr="Vehicle worl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9080" y="3310128"/>
            <a:ext cx="2286000" cy="140277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297680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Vehicle world</a:t>
            </a:r>
          </a:p>
        </p:txBody>
      </p:sp>
      <p:pic>
        <p:nvPicPr>
          <p:cNvPr id="33" name="Picture 32" descr="Story &amp; soun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8232" y="3310128"/>
            <a:ext cx="2286000" cy="140277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656832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Story &amp; sound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603504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Their Creation. Their Character.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Unlike generic videos or static worksheets, Scanvas makes the child’s own colored artwork the center of the digital experience.</a:t>
            </a:r>
          </a:p>
        </p:txBody>
      </p:sp>
      <p:pic>
        <p:nvPicPr>
          <p:cNvPr id="4" name="Picture 3" descr="Before: whale colored on pa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55648"/>
            <a:ext cx="2286000" cy="22463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828800"/>
            <a:ext cx="1503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Before: on paper</a:t>
            </a:r>
          </a:p>
        </p:txBody>
      </p:sp>
      <p:sp>
        <p:nvSpPr>
          <p:cNvPr id="6" name="Oval 5"/>
          <p:cNvSpPr/>
          <p:nvPr/>
        </p:nvSpPr>
        <p:spPr>
          <a:xfrm>
            <a:off x="3310128" y="2615184"/>
            <a:ext cx="658368" cy="658368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and-sparkles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779776"/>
            <a:ext cx="329184" cy="329184"/>
          </a:xfrm>
          <a:prstGeom prst="rect">
            <a:avLst/>
          </a:prstGeom>
        </p:spPr>
      </p:pic>
      <p:pic>
        <p:nvPicPr>
          <p:cNvPr id="8" name="Picture 7" descr="After: the same whale scanned and alive in Scanv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627632"/>
            <a:ext cx="4343400" cy="26652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09160" y="1993392"/>
            <a:ext cx="2017521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Fredoka SemiBold"/>
              </a:rPr>
              <a:t>After: alive in Scanvas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15968"/>
            <a:ext cx="13419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Movement</a:t>
            </a:r>
          </a:p>
        </p:txBody>
      </p:sp>
      <p:pic>
        <p:nvPicPr>
          <p:cNvPr id="11" name="Picture 10" descr="mov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392411"/>
            <a:ext cx="249448" cy="2494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146604" y="4315968"/>
            <a:ext cx="10828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Sound</a:t>
            </a:r>
          </a:p>
        </p:txBody>
      </p:sp>
      <p:pic>
        <p:nvPicPr>
          <p:cNvPr id="13" name="Picture 12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6332" y="4392411"/>
            <a:ext cx="249448" cy="2494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375761" y="4315968"/>
            <a:ext cx="18600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Learning Facts</a:t>
            </a:r>
          </a:p>
        </p:txBody>
      </p:sp>
      <p:pic>
        <p:nvPicPr>
          <p:cNvPr id="15" name="Picture 14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5489" y="4392411"/>
            <a:ext cx="249448" cy="2494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658368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Product &amp; Technology Edge</a:t>
            </a:r>
          </a:p>
        </p:txBody>
      </p:sp>
      <p:sp>
        <p:nvSpPr>
          <p:cNvPr id="3" name="Oval 2"/>
          <p:cNvSpPr/>
          <p:nvPr/>
        </p:nvSpPr>
        <p:spPr>
          <a:xfrm>
            <a:off x="3337560" y="1325880"/>
            <a:ext cx="2468880" cy="246888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he scanned whale swimming in the Ocean world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24128"/>
            <a:ext cx="1835352" cy="3611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Computer-Vision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Four printed markers guide perspective correction, cropping, and masking of the photo.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6188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Personalized Animation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extracted artwork, not a stock character, is animated in the world.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8696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Code-Linked Sheets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Each printed sheet carries a unique access code tied to its template.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6188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Reusable Content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New worlds are new sheet templates plus world assets on the same pipeline, so content scales without rebuilding the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6583680" cy="8686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Market: Start With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a Clear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Start where we already pilot, scale through schools, then expand across Southeast Asia.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45919"/>
            <a:ext cx="2926080" cy="292608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920239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5B21B6"/>
                </a:solidFill>
                <a:latin typeface="Fredoka"/>
              </a:rPr>
              <a:t>EXPAND</a:t>
            </a:r>
          </a:p>
        </p:txBody>
      </p:sp>
      <p:sp>
        <p:nvSpPr>
          <p:cNvPr id="6" name="Oval 5"/>
          <p:cNvSpPr/>
          <p:nvPr/>
        </p:nvSpPr>
        <p:spPr>
          <a:xfrm>
            <a:off x="1165860" y="2606040"/>
            <a:ext cx="1965960" cy="1965960"/>
          </a:xfrm>
          <a:prstGeom prst="ellipse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825496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5B21B6"/>
                </a:solidFill>
                <a:latin typeface="Fredoka"/>
              </a:rPr>
              <a:t>SCALE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3566160"/>
            <a:ext cx="1005840" cy="10058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3895344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Fredoka"/>
              </a:rPr>
              <a:t>WEDGE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645920"/>
            <a:ext cx="4617720" cy="877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33087" y="1773936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Fredoka SemiBold"/>
              </a:rPr>
              <a:t>WEDGE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849" y="1755648"/>
            <a:ext cx="355320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72033"/>
                </a:solidFill>
                <a:latin typeface="Fredoka"/>
              </a:rPr>
              <a:t>Indonesia initial wedge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066544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TK/PAUD, TPA, children activity providers, and families with kids 3–10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7" y="2267712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Where we already pilot: 30 children in our first TPA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633472"/>
            <a:ext cx="4617720" cy="877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33087" y="2761488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5849" y="2743200"/>
            <a:ext cx="355320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72033"/>
                </a:solidFill>
                <a:latin typeface="Fredoka"/>
              </a:rPr>
              <a:t>Indonesia schools &amp;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3054096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Schools and event organizers running creative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3255264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Distribution through Scanvas Studio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621024"/>
            <a:ext cx="4617720" cy="877824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33087" y="3749039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0620" y="3730752"/>
            <a:ext cx="348843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72033"/>
                </a:solidFill>
                <a:latin typeface="Fredoka"/>
              </a:rPr>
              <a:t>Southeast Asia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4041648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Family learning and creative-play market across the region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4242816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New worlds and languages on the same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694944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Demand </a:t>
            </a:r>
            <a:r>
              <a:rPr sz="28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2800" b="1" i="0">
                <a:solidFill>
                  <a:srgbClr val="172033"/>
                </a:solidFill>
                <a:latin typeface="Fredoka"/>
              </a:rPr>
              <a:t> Distribution </a:t>
            </a:r>
            <a:r>
              <a:rPr sz="28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2800" b="1" i="0">
                <a:solidFill>
                  <a:srgbClr val="172033"/>
                </a:solidFill>
                <a:latin typeface="Fredoka"/>
              </a:rPr>
              <a:t> Retention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amil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2523744" cy="12618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" y="1545336"/>
            <a:ext cx="1171194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AVAILABLE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B2C · VALIDATES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Creative packs let us validate family demand directly.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Revenue model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Per-pack purchase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hools &amp; Eve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17320"/>
            <a:ext cx="2523744" cy="12618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529584" y="1545336"/>
            <a:ext cx="1235964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Fredoka SemiBold"/>
              </a:rPr>
              <a:t>IN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B2B · SCALABLE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Schools &amp;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Scanvas Studio runs sessions for many children at once: bulk processing, shared screens.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Model under validation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Per session / per participant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earning Conte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1417320"/>
            <a:ext cx="2523744" cy="126187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9631" y="1545336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RETENTION · LIFETIME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Learning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New worlds and learning activities bring children back again.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Potential model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Subscriptions and content add-ons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5669280" cy="8686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Traction &amp;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Next 9 Months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520440" cy="3310128"/>
          </a:xfrm>
          <a:prstGeom prst="roundRect">
            <a:avLst>
              <a:gd name="adj" fmla="val 497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4996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Early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810512"/>
            <a:ext cx="3127248" cy="2468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2300" tIns="0" bIns="0" rtlCol="0" anchor="ctr">
            <a:noAutofit/>
          </a:bodyPr>
          <a:lstStyle/>
          <a:p>
            <a:pPr algn="l"/>
            <a:r>
              <a:rPr sz="750" b="0" i="0">
                <a:solidFill>
                  <a:srgbClr val="15803D"/>
                </a:solidFill>
                <a:latin typeface="Fredoka SemiBold"/>
              </a:rPr>
              <a:t>Live product · 2 worlds · scan-to-animation working</a:t>
            </a:r>
          </a:p>
        </p:txBody>
      </p:sp>
      <p:pic>
        <p:nvPicPr>
          <p:cNvPr id="6" name="Picture 5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857420"/>
            <a:ext cx="153070" cy="1530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32688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children in first TPA 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1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93391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real-world pilot (TPA)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54096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54096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5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improvements from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05409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Fredoka SemiBold"/>
              </a:rPr>
              <a:t>Built </a:t>
            </a:r>
            <a:r>
              <a:rPr sz="9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50" b="0" i="0">
                <a:solidFill>
                  <a:srgbClr val="172033"/>
                </a:solidFill>
                <a:latin typeface="Fredoka SemiBold"/>
              </a:rPr>
              <a:t> tested </a:t>
            </a:r>
            <a:r>
              <a:rPr sz="9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50" b="0" i="0">
                <a:solidFill>
                  <a:srgbClr val="172033"/>
                </a:solidFill>
                <a:latin typeface="Fredoka SemiBold"/>
              </a:rPr>
              <a:t> learned </a:t>
            </a:r>
            <a:r>
              <a:rPr sz="9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50" b="0" i="0">
                <a:solidFill>
                  <a:srgbClr val="172033"/>
                </a:solidFill>
                <a:latin typeface="Fredoka SemiBold"/>
              </a:rPr>
              <a:t> shipped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3284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31012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Larger world for more creations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358902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357073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Digital trial before purchase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3849624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83133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Bulk drawing uploads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110228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409194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Learning space after play (Next stage)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4370832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43525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More worlds, e.g. a land version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783080"/>
            <a:ext cx="36576" cy="2286000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53712" y="16002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1417320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9240" y="152704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MONTH 1–3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170992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Prove Demand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002536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Turn the TPA pilot into paid sessions with more schools and TPA/PAUD.</a:t>
            </a:r>
          </a:p>
        </p:txBody>
      </p:sp>
      <p:sp>
        <p:nvSpPr>
          <p:cNvPr id="33" name="Oval 32"/>
          <p:cNvSpPr/>
          <p:nvPr/>
        </p:nvSpPr>
        <p:spPr>
          <a:xfrm>
            <a:off x="4553712" y="2715768"/>
            <a:ext cx="438912" cy="438912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66360" y="2532888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264261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MONTH 4–6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82549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Prove Distribution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118104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Studio and bulk uploads for repeatable school and event sessions.</a:t>
            </a:r>
          </a:p>
        </p:txBody>
      </p:sp>
      <p:sp>
        <p:nvSpPr>
          <p:cNvPr id="38" name="Oval 37"/>
          <p:cNvSpPr/>
          <p:nvPr/>
        </p:nvSpPr>
        <p:spPr>
          <a:xfrm>
            <a:off x="4553712" y="3831336"/>
            <a:ext cx="438912" cy="43891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5B21B6"/>
                </a:solidFill>
                <a:latin typeface="Fredoka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6360" y="3648456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49240" y="375818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MONTH 7–9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394106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Seed-Ready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233672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Learning layer live; repeat-usage and revenue data for a seed round.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8640" y="384048"/>
            <a:ext cx="5486400" cy="8686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Vision: From Magic Moment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to Learning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Today, Scanvas uses the child’s creation to trigger curiosity and discovery. Next, we build structured learning and a growing library of worlds.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34640"/>
            <a:ext cx="2514600" cy="1691640"/>
          </a:xfrm>
          <a:prstGeom prst="roundRect">
            <a:avLst>
              <a:gd name="adj" fmla="val 9729"/>
            </a:avLst>
          </a:prstGeom>
          <a:solidFill>
            <a:srgbClr val="7C3AED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2542032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and-sparkle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70" y="2678094"/>
            <a:ext cx="294802" cy="2948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12544" y="2999232"/>
            <a:ext cx="12964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15803D"/>
                </a:solidFill>
                <a:latin typeface="Fredoka SemiBold"/>
              </a:rPr>
              <a:t>CURRENT ·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364992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Fredoka"/>
              </a:rPr>
              <a:t>Color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1150" b="1" i="0">
                <a:solidFill>
                  <a:srgbClr val="FFFFFF"/>
                </a:solidFill>
                <a:latin typeface="Fredoka"/>
              </a:rPr>
              <a:t> Scan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1150" b="1" i="0">
                <a:solidFill>
                  <a:srgbClr val="FFFFFF"/>
                </a:solidFill>
                <a:latin typeface="Fredoka"/>
              </a:rPr>
              <a:t> Alive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785615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DE9FE"/>
                </a:solidFill>
                <a:latin typeface="Varela Round"/>
              </a:rPr>
              <a:t>Today’s magical coloring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240280"/>
            <a:ext cx="2514600" cy="2286000"/>
          </a:xfrm>
          <a:prstGeom prst="roundRect">
            <a:avLst>
              <a:gd name="adj" fmla="val 719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30168" y="194767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book-open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230" y="2083734"/>
            <a:ext cx="294802" cy="29480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155184" y="2404872"/>
            <a:ext cx="605536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Fredoka SemiBold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770632"/>
            <a:ext cx="214884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21B6"/>
                </a:solidFill>
                <a:latin typeface="Fredoka"/>
              </a:rPr>
              <a:t>Create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Explore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Story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502152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An interactive learning layer with stories, guided questions, and simple quizzes.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1645920"/>
            <a:ext cx="2514600" cy="288036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281927" y="135331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graduation-cap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990" y="1489374"/>
            <a:ext cx="294802" cy="29480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68768" y="1810512"/>
            <a:ext cx="7437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7" y="2176272"/>
            <a:ext cx="214884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21B6"/>
                </a:solidFill>
                <a:latin typeface="Fredoka"/>
              </a:rPr>
              <a:t>Learn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Practice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Create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Bring It Alive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7" y="2907792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Digital drawing classes and a content library of worlds, from Indonesia to the region.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8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8046720" cy="548640"/>
          </a:xfrm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The Team Behind Scanvas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9319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aikal Hilm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" y="1203350"/>
            <a:ext cx="1261872" cy="1344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134416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Fredoka"/>
              </a:rPr>
              <a:t>Haikal Hilmi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6642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  <a:latin typeface="Fredoka SemiBold"/>
              </a:rPr>
              <a:t>CEO &amp; Co-Founder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9385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Technical founder · product &amp; company strategy · partnerships · built the core technology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39319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alsabila Khoirunnis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541" y="1220724"/>
            <a:ext cx="1158544" cy="1307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134416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Fredoka"/>
              </a:rPr>
              <a:t>Salsabila Khoirunnisa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6642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  <a:latin typeface="Fredoka SemiBold"/>
              </a:rPr>
              <a:t>CMO &amp; Co-Founder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9385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Brand · marketing · customer discovery · community · go-to-market</a:t>
            </a:r>
          </a:p>
        </p:txBody>
      </p:sp>
      <p:pic>
        <p:nvPicPr>
          <p:cNvPr id="13" name="Picture 12" descr="quote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52928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" y="278892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72033"/>
                </a:solidFill>
                <a:latin typeface="Fredoka SemiBold"/>
              </a:rPr>
              <a:t>A technical CEO who built the core product, and a CMO who brings it to families and schools.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80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  <a:latin typeface="Fredoka"/>
              </a:rPr>
              <a:t>We shipped the live product and ran our first pilot.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2245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canvas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270248"/>
            <a:ext cx="362123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72768" y="422452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72033"/>
                </a:solidFill>
                <a:latin typeface="Fredoka SemiBold"/>
              </a:rPr>
              <a:t>scanvas.id</a:t>
            </a:r>
          </a:p>
        </p:txBody>
      </p:sp>
      <p:sp>
        <p:nvSpPr>
          <p:cNvPr id="19" name="Oval 18"/>
          <p:cNvSpPr/>
          <p:nvPr/>
        </p:nvSpPr>
        <p:spPr>
          <a:xfrm>
            <a:off x="2788920" y="4425696"/>
            <a:ext cx="54864" cy="54864"/>
          </a:xfrm>
          <a:prstGeom prst="ellipse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422452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Pre-Seed Pitch · Antler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54864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886200" cy="3401568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7C3AED"/>
                </a:solidFill>
                <a:latin typeface="Fredoka SemiBold"/>
              </a:rPr>
              <a:t>Seeking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9344"/>
            <a:ext cx="3429000" cy="603504"/>
          </a:xfrm>
          <a:prstGeom prst="roundRect">
            <a:avLst>
              <a:gd name="adj" fmla="val 18181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Antler pre-seed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To make a live, piloted product repeatable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7004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172033"/>
                </a:solidFill>
                <a:latin typeface="Fredoka"/>
              </a:rPr>
              <a:t>Where it goes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99232"/>
            <a:ext cx="292608" cy="29260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an-lin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" y="3069457"/>
            <a:ext cx="152156" cy="1521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1288" y="299923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Product &amp; scan reliability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383279"/>
            <a:ext cx="292608" cy="29260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hool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5" y="3453505"/>
            <a:ext cx="152156" cy="1521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1288" y="3383279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Go-to-market: schools, TPA,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767328"/>
            <a:ext cx="292608" cy="29260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book-open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65" y="3837553"/>
            <a:ext cx="152156" cy="1521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61288" y="376732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Learning layer &amp; new worlds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151376"/>
            <a:ext cx="292608" cy="29260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user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" y="4221601"/>
            <a:ext cx="152156" cy="1521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61288" y="415137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Team to ship faster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188720"/>
            <a:ext cx="3931920" cy="3401568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13533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What this unlocks in 9 months</a:t>
            </a:r>
          </a:p>
        </p:txBody>
      </p:sp>
      <p:sp>
        <p:nvSpPr>
          <p:cNvPr id="23" name="Oval 22"/>
          <p:cNvSpPr/>
          <p:nvPr/>
        </p:nvSpPr>
        <p:spPr>
          <a:xfrm>
            <a:off x="4892040" y="178308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1746504"/>
            <a:ext cx="30632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Paid sessions with more schools and TPA/PAUD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23134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2276856"/>
            <a:ext cx="30632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Families buying packs repeatedly</a:t>
            </a:r>
          </a:p>
        </p:txBody>
      </p:sp>
      <p:sp>
        <p:nvSpPr>
          <p:cNvPr id="27" name="Oval 26"/>
          <p:cNvSpPr/>
          <p:nvPr/>
        </p:nvSpPr>
        <p:spPr>
          <a:xfrm>
            <a:off x="4892040" y="284378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2807208"/>
            <a:ext cx="30632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Scanvas Studio for sessions live</a:t>
            </a:r>
          </a:p>
        </p:txBody>
      </p:sp>
      <p:sp>
        <p:nvSpPr>
          <p:cNvPr id="29" name="Oval 28"/>
          <p:cNvSpPr/>
          <p:nvPr/>
        </p:nvSpPr>
        <p:spPr>
          <a:xfrm>
            <a:off x="4892040" y="3374135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6672" y="3337559"/>
            <a:ext cx="30632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Learning layer (Next stage) launched</a:t>
            </a:r>
          </a:p>
        </p:txBody>
      </p:sp>
      <p:sp>
        <p:nvSpPr>
          <p:cNvPr id="31" name="Oval 30"/>
          <p:cNvSpPr/>
          <p:nvPr/>
        </p:nvSpPr>
        <p:spPr>
          <a:xfrm>
            <a:off x="4892040" y="3904487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6672" y="3867911"/>
            <a:ext cx="30632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Seed round with repeat-usage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663440"/>
            <a:ext cx="749807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Why Antler: prove traction fast in the Jakarta residency, then scale from Indonesia to the region.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sia Pitch Deck by Slidesgo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1241</Words>
  <Application>Microsoft Office PowerPoint</Application>
  <PresentationFormat>On-screen Show (16:9)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8" baseType="lpstr">
      <vt:lpstr>Arial</vt:lpstr>
      <vt:lpstr>Fredoka</vt:lpstr>
      <vt:lpstr>Staatliches</vt:lpstr>
      <vt:lpstr>Lato</vt:lpstr>
      <vt:lpstr>Segoe UI</vt:lpstr>
      <vt:lpstr>Varela Round</vt:lpstr>
      <vt:lpstr>Proxima Nova Semibold</vt:lpstr>
      <vt:lpstr>Proxima Nova</vt:lpstr>
      <vt:lpstr>Roboto Condensed Light</vt:lpstr>
      <vt:lpstr>Montserrat ExtraBold</vt:lpstr>
      <vt:lpstr>Montserrat</vt:lpstr>
      <vt:lpstr>Montserrat Black</vt:lpstr>
      <vt:lpstr>Josefin Slab SemiBold</vt:lpstr>
      <vt:lpstr>Fredoka SemiBold</vt:lpstr>
      <vt:lpstr>Freesia Pitch Deck by Slidesgo</vt:lpstr>
      <vt:lpstr>Slidesgo Final Pages</vt:lpstr>
      <vt:lpstr>SCANVAS</vt:lpstr>
      <vt:lpstr>Creativity Often Stops at the Paper</vt:lpstr>
      <vt:lpstr>Solution: Paper Comes Alive</vt:lpstr>
      <vt:lpstr>Already Live. No App Required.</vt:lpstr>
      <vt:lpstr>Their Creation. Their Character.</vt:lpstr>
      <vt:lpstr>Product &amp; Technology Edge</vt:lpstr>
      <vt:lpstr>Market: Start With a Clear Wedge</vt:lpstr>
      <vt:lpstr>Demand → Distribution → Retention</vt:lpstr>
      <vt:lpstr>Traction &amp; Next 9 Months</vt:lpstr>
      <vt:lpstr>Vision: From Magic Moment to Learning Platform</vt:lpstr>
      <vt:lpstr>The Team Behind Scanvas</vt:lpstr>
      <vt:lpstr>The 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Haikal Hilmi</cp:lastModifiedBy>
  <cp:revision>1</cp:revision>
  <dcterms:modified xsi:type="dcterms:W3CDTF">2026-09-14T11:02:48Z</dcterms:modified>
</cp:coreProperties>
</file>