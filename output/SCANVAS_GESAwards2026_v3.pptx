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Fredoka" pitchFamily="2" charset="-79"/>
      <p:bold r:id="rId16"/>
    </p:embeddedFont>
    <p:embeddedFont>
      <p:font typeface="Fredoka SemiBold" pitchFamily="2" charset="-79"/>
      <p:bold r:id="rId17"/>
    </p:embeddedFont>
    <p:embeddedFont>
      <p:font typeface="Josefin Slab SemiBold" pitchFamily="2" charset="0"/>
      <p:bold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itchFamily="2" charset="0"/>
      <p:regular r:id="rId23"/>
      <p:bold r:id="rId24"/>
      <p:italic r:id="rId25"/>
      <p:boldItalic r:id="rId26"/>
    </p:embeddedFont>
    <p:embeddedFont>
      <p:font typeface="Montserrat Black" pitchFamily="2" charset="0"/>
      <p:bold r:id="rId27"/>
      <p:boldItalic r:id="rId28"/>
    </p:embeddedFont>
    <p:embeddedFont>
      <p:font typeface="Montserrat ExtraBold" pitchFamily="2" charset="0"/>
      <p:bold r:id="rId29"/>
      <p:boldItalic r:id="rId30"/>
    </p:embeddedFont>
    <p:embeddedFont>
      <p:font typeface="Proxima Nova" panose="020B0604020202020204" charset="0"/>
      <p:regular r:id="rId31"/>
      <p:bold r:id="rId32"/>
      <p:italic r:id="rId33"/>
      <p:boldItalic r:id="rId34"/>
    </p:embeddedFont>
    <p:embeddedFont>
      <p:font typeface="Proxima Nova Semibold" panose="020B0604020202020204" charset="0"/>
      <p:regular r:id="rId35"/>
      <p:bold r:id="rId36"/>
      <p:boldItalic r:id="rId37"/>
    </p:embeddedFont>
    <p:embeddedFont>
      <p:font typeface="Roboto Condensed Light" panose="02000000000000000000" pitchFamily="2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  <p:embeddedFont>
      <p:font typeface="Staatliches" pitchFamily="2" charset="0"/>
      <p:regular r:id="rId46"/>
    </p:embeddedFont>
    <p:embeddedFont>
      <p:font typeface="Varela Round" pitchFamily="2" charset="-79"/>
      <p:regular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turns a child’s own coloring sheet into an interactive experience: color on paper, scan in the browser, and the artwork comes alive.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Paper creativity is hands-on but ends at the page. Screens are engaging but mostly passive. Scanvas connects the two.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our design philosophy, not a research claim: create first, make it personal, explore through interaction, keep access simple.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simple loop: Color, Scan, Come Alive, Explore, Learn. Everything runs in the browser.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emotional core: the child is not watching a character, they are watching their own creation.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Scanvas can grow: one scan-to-animation engine, reused across many learning worlds.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Engagement engine exists today; structured learning comes next. Only the first step is live.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future product: guided drawing classes that end with the child’s creation entering a Scanvas world.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Families buy packs today. School and event pricing is being validated with the pilot before we commit to numbers.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real-world pilot: 30 participants at one TPA (Taman Pendidikan Anak-anak). The pilot surfaced five product improvements; two are shipped (larger world, digital trial) and three are in progress.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Salsabila leads business, partnerships, customer discovery and go-to-market; Haikal leads product, engineering and the computer-vision pipeline. Close on the vision: children as creators.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1.png"/><Relationship Id="rId11" Type="http://schemas.openxmlformats.org/officeDocument/2006/relationships/image" Target="../media/image58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2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43.png"/><Relationship Id="rId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0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A creative learning platform that transforms children’s drawings into interactive digital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3" y="4206240"/>
            <a:ext cx="1426464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15783" y="4224528"/>
            <a:ext cx="1316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Salsabila Khoirunnisa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CEO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GESAwards 2026 · Female Founders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Creativity Often Stops at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love drawing and coloring, but once the paper is finished, the learning moment often ends. Many screen-based activities are designed around watching and swiping rather than creating.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84831"/>
            <a:ext cx="1417320" cy="1233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91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Creative and hands-on, but it ends when the page is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584448"/>
            <a:ext cx="795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9" name="Picture 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3671315"/>
            <a:ext cx="137160" cy="137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4792" y="35844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15" y="3671315"/>
            <a:ext cx="137160" cy="137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358444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64607" y="2084831"/>
            <a:ext cx="1417320" cy="1234440"/>
          </a:xfrm>
          <a:prstGeom prst="roundRect">
            <a:avLst>
              <a:gd name="adj" fmla="val 96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76088" y="2203704"/>
            <a:ext cx="594360" cy="100584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523744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mostly watch instead of make.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7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20" name="Picture 19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59" y="3671315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0186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2" name="Picture 21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671315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73912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Fredoka"/>
              </a:rPr>
              <a:t>What if children’s own creations became the starting point of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1078992"/>
            <a:ext cx="434340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Learning Should Start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With Creating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18288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Scanvas is built around a simple idea: children should use digital technology to create, explore, and discover, not only consume.</a:t>
            </a:r>
          </a:p>
        </p:txBody>
      </p:sp>
      <p:sp>
        <p:nvSpPr>
          <p:cNvPr id="4" name="Oval 3"/>
          <p:cNvSpPr/>
          <p:nvPr/>
        </p:nvSpPr>
        <p:spPr>
          <a:xfrm>
            <a:off x="4343400" y="250545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71" y="2597627"/>
            <a:ext cx="199704" cy="199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4608" y="247802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Create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97480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Start with the child’s own imagination.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3017520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ser-round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571" y="3109691"/>
            <a:ext cx="199704" cy="199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64608" y="299008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Make it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320954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Their own artwork becomes the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3529584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571" y="3621755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4608" y="350215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Explore through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72160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Movement, sound, stories, and facts extend the activity.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4041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571" y="4133819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64608" y="4014216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Keep access simple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423367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Open it in a browser, with no app installation required.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1078992"/>
            <a:ext cx="3328415" cy="33284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1463040"/>
            <a:ext cx="2560320" cy="2560320"/>
          </a:xfrm>
          <a:prstGeom prst="ellipse">
            <a:avLst/>
          </a:prstGeom>
          <a:noFill/>
          <a:ln w="285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8100000">
            <a:off x="2962609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3500000">
            <a:off x="2962609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18900000">
            <a:off x="1152190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152190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246888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Learn by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making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4772" y="128016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</a:p>
        </p:txBody>
      </p:sp>
      <p:pic>
        <p:nvPicPr>
          <p:cNvPr id="28" name="Picture 27" descr="palett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1349654"/>
            <a:ext cx="226771" cy="22677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846070" y="2560320"/>
            <a:ext cx="11658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Explore</a:t>
            </a:r>
          </a:p>
        </p:txBody>
      </p:sp>
      <p:pic>
        <p:nvPicPr>
          <p:cNvPr id="30" name="Picture 2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798" y="2629814"/>
            <a:ext cx="226771" cy="22677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527048" y="384048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Discover</a:t>
            </a:r>
          </a:p>
        </p:txBody>
      </p:sp>
      <p:pic>
        <p:nvPicPr>
          <p:cNvPr id="32" name="Picture 31" descr="lightbulb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6776" y="3909974"/>
            <a:ext cx="226771" cy="22677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33172" y="2478024"/>
            <a:ext cx="1271016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23402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  <a:br/>
            <a:r>
              <a:rPr sz="900" b="0" i="0">
                <a:solidFill>
                  <a:srgbClr val="172033"/>
                </a:solidFill>
                <a:latin typeface="Fredoka SemiBold"/>
              </a:rPr>
              <a:t>Again</a:t>
            </a:r>
          </a:p>
        </p:txBody>
      </p:sp>
      <p:pic>
        <p:nvPicPr>
          <p:cNvPr id="34" name="Picture 33" descr="repeat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2578790"/>
            <a:ext cx="328818" cy="328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From Paper to Interactive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color a physical sheet, scan it through the website, and watch their own artwork become an animated character with sound, motion, and educational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Kids color a Scanvas paper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Snap or upload a photo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comes alive in seconds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It swims inside a living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earn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 short story, sounds, and 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Already Live.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No App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Paper coloring + photo/upload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44217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32257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&amp; Vehicle worlds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99081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87121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067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comes alive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53945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41985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Learning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 sounds + short stories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408809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9684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879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paper</a:t>
            </a:r>
          </a:p>
        </p:txBody>
      </p:sp>
      <p:pic>
        <p:nvPicPr>
          <p:cNvPr id="25" name="Picture 24" descr="Landing p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27" name="Picture 26" descr="Scan / uplo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29" name="Picture 28" descr="Alive in the worl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1" name="Picture 30" descr="Vehicl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3" name="Picture 32" descr="Story &amp; sou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0350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Their Creation. Their Character.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Unlike generic videos or static worksheets, Scanvas makes the child’s own colored artwork the center of the digital experience.</a:t>
            </a:r>
          </a:p>
        </p:txBody>
      </p:sp>
      <p:pic>
        <p:nvPicPr>
          <p:cNvPr id="4" name="Picture 3" descr="Before: whale colored on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2286000" cy="22463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828800"/>
            <a:ext cx="1503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Before: on paper</a:t>
            </a:r>
          </a:p>
        </p:txBody>
      </p:sp>
      <p:sp>
        <p:nvSpPr>
          <p:cNvPr id="6" name="Oval 5"/>
          <p:cNvSpPr/>
          <p:nvPr/>
        </p:nvSpPr>
        <p:spPr>
          <a:xfrm>
            <a:off x="3310128" y="2615184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nd-sparkle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79776"/>
            <a:ext cx="329184" cy="329184"/>
          </a:xfrm>
          <a:prstGeom prst="rect">
            <a:avLst/>
          </a:prstGeom>
        </p:spPr>
      </p:pic>
      <p:pic>
        <p:nvPicPr>
          <p:cNvPr id="8" name="Picture 7" descr="After: the same whale scanned and alive in Scanv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27632"/>
            <a:ext cx="4343400" cy="26652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93392"/>
            <a:ext cx="2017521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Fredoka SemiBold"/>
              </a:rPr>
              <a:t>After: alive in Scanvas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3419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Movement</a:t>
            </a:r>
          </a:p>
        </p:txBody>
      </p:sp>
      <p:pic>
        <p:nvPicPr>
          <p:cNvPr id="11" name="Picture 10" descr="mov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392411"/>
            <a:ext cx="249448" cy="249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146604" y="4315968"/>
            <a:ext cx="10828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pic>
        <p:nvPicPr>
          <p:cNvPr id="13" name="Picture 12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332" y="4392411"/>
            <a:ext cx="249448" cy="2494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75761" y="4315968"/>
            <a:ext cx="18600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Learning Facts</a:t>
            </a:r>
          </a:p>
        </p:txBody>
      </p:sp>
      <p:pic>
        <p:nvPicPr>
          <p:cNvPr id="15" name="Picture 14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489" y="4392411"/>
            <a:ext cx="249448" cy="249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658368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One Engine, Many Learning Experiences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Physical-Digital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Children start with real paper and their own hands.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scanned artwork, not a stock character, enters the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Low-Friction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Browser-based, with no mandatory app installation.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Learning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same processing and interactive-world system can support animals, vehicles, nature, creative classes, and future themes.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84048"/>
            <a:ext cx="548640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From Magic Moment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to Learning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Today, Scanvas uses the child’s creation to trigger curiosity and discovery. Next, we are building structured learning activities around that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2514600" cy="1691640"/>
          </a:xfrm>
          <a:prstGeom prst="roundRect">
            <a:avLst>
              <a:gd name="adj" fmla="val 9729"/>
            </a:avLst>
          </a:prstGeom>
          <a:solidFill>
            <a:srgbClr val="7C3AE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254203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and-sparkle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70" y="2678094"/>
            <a:ext cx="294802" cy="2948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12544" y="2999232"/>
            <a:ext cx="1296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CURRENT ·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6499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Fredoka"/>
              </a:rPr>
              <a:t>Color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Scan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785615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DE9FE"/>
                </a:solidFill>
                <a:latin typeface="Varela Round"/>
              </a:rPr>
              <a:t>Today’s magical coloring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240280"/>
            <a:ext cx="2514600" cy="2286000"/>
          </a:xfrm>
          <a:prstGeom prst="roundRect">
            <a:avLst>
              <a:gd name="adj" fmla="val 719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19476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ook-open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230" y="2083734"/>
            <a:ext cx="294802" cy="29480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55184" y="2404872"/>
            <a:ext cx="605536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Fredoka SemiBol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77063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Explore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Story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50215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An interactive learning layer with stories, guided questions, and simple quizzes.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1645920"/>
            <a:ext cx="2514600" cy="28803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81927" y="13533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raduation-ca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990" y="1489374"/>
            <a:ext cx="294802" cy="29480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68768" y="1810512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7" y="217627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Learn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Practice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Bring It 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90779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Digital drawing and coloring classes: learn step-by-step, practice digitally, and bring the creation into Scanvas worlds.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420624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Learn by Creating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8729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 ROADMAP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Guided drawing classes that end inside a Scanvas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Example lesson  </a:t>
            </a:r>
            <a:r>
              <a:rPr sz="1050" b="0" i="0">
                <a:solidFill>
                  <a:srgbClr val="7C3AED"/>
                </a:solidFill>
                <a:latin typeface="Fredoka SemiBold"/>
              </a:rPr>
              <a:t>Ocean Artist: Let’s Draw a Whale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Learn the basic shape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Draw step-by-step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Practice digitally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Color and personalize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Bring it alive</a:t>
            </a:r>
          </a:p>
        </p:txBody>
      </p:sp>
      <p:sp>
        <p:nvSpPr>
          <p:cNvPr id="16" name="Oval 15"/>
          <p:cNvSpPr/>
          <p:nvPr/>
        </p:nvSpPr>
        <p:spPr>
          <a:xfrm>
            <a:off x="265176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Discover whale sounds, habitat, and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Core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13632"/>
            <a:ext cx="6746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Learn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23" y="3982212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406144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Practice</a:t>
            </a:r>
          </a:p>
        </p:txBody>
      </p:sp>
      <p:pic>
        <p:nvPicPr>
          <p:cNvPr id="22" name="Picture 21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92" y="3982212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470912" y="3913632"/>
            <a:ext cx="74371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24" name="Picture 23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484" y="3982212"/>
            <a:ext cx="137160" cy="1371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397504" y="3913632"/>
            <a:ext cx="102006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428" y="3982212"/>
            <a:ext cx="137160" cy="1371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600448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Discover</a:t>
            </a:r>
          </a:p>
        </p:txBody>
      </p:sp>
      <p:pic>
        <p:nvPicPr>
          <p:cNvPr id="28" name="Picture 27" descr="Concept mockup of a Scanvas Creative Class lesson on a tab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9494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One Platform, Multiple Paths to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amil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523744" cy="12618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" y="1545336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Physical creative packs combining coloring sheets with the Scanvas digital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hools &amp; Ev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17320"/>
            <a:ext cx="2523744" cy="12618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529584" y="1545336"/>
            <a:ext cx="1235964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Schools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Scanvas Studio for organized sessions, participant management, bulk processing, and shared experiences.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 under validation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 session / per participant / usage-based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igital Lear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417320"/>
            <a:ext cx="2523744" cy="12618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9631" y="1545336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 + 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Digital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Creative classes, learning worlds, content packs, and additional learning modules.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Potential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Subscriptions and content add-ons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566928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Early Validation </a:t>
            </a:r>
            <a:r>
              <a:rPr sz="24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Scalable Learning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20440" cy="3310128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996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Early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10512"/>
            <a:ext cx="3127248" cy="2468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2300" tIns="0" bIns="0" rtlCol="0" anchor="ctr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Fredoka SemiBold"/>
              </a:rPr>
              <a:t>Live product · 2 worlds · scan-to-animation working</a:t>
            </a:r>
          </a:p>
        </p:txBody>
      </p:sp>
      <p:pic>
        <p:nvPicPr>
          <p:cNvPr id="6" name="Picture 5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57420"/>
            <a:ext cx="153070" cy="153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2688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pilot participants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1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1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real-world pilot (TPA)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5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improvements from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540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Fredoka SemiBold"/>
              </a:rPr>
              <a:t>Feedback already changed the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3101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Larger world for more creations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5890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5707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384962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8313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drawing uploads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022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0919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Learning space after play (Next stage)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370832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3525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More worlds, e.g. a land 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783080"/>
            <a:ext cx="36576" cy="228600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1417320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152704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Validate the Magic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002536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Improve scan reliability; grow from 1 TPA pilot to more families and schools.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2715768"/>
            <a:ext cx="438912" cy="43891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2532888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6426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82549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Build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18104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quizzes, guided creative lessons, teacher and session tools.</a:t>
            </a:r>
          </a:p>
        </p:txBody>
      </p:sp>
      <p:sp>
        <p:nvSpPr>
          <p:cNvPr id="38" name="Oval 37"/>
          <p:cNvSpPr/>
          <p:nvPr/>
        </p:nvSpPr>
        <p:spPr>
          <a:xfrm>
            <a:off x="4553712" y="3831336"/>
            <a:ext cx="438912" cy="43891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5B21B6"/>
                </a:solidFill>
                <a:latin typeface="Fredok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648456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9240" y="375818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Scale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233672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Content library, Scanvas Studio, school partnerships, new learning worlds.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8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548640"/>
          </a:xfrm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The Team Behind Scanvas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alsabila Khoirunnis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" y="1220724"/>
            <a:ext cx="1158544" cy="1307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Business · partnerships · customer discovery · go-to-market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aikal Hilm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203350"/>
            <a:ext cx="1261872" cy="1344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CTO &amp; Co-Founder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Product · engineering · computer vision · interactive platform</a:t>
            </a:r>
          </a:p>
        </p:txBody>
      </p:sp>
      <p:pic>
        <p:nvPicPr>
          <p:cNvPr id="13" name="Picture 12" descr="quote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5292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278892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72033"/>
                </a:solidFill>
                <a:latin typeface="Fredoka SemiBold"/>
              </a:rPr>
              <a:t>We want children to use technology not only to consume, but to imagine, create, and learn.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  <a:latin typeface="Fredoka"/>
              </a:rPr>
              <a:t>Scanvas — From imagination to interactive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24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anva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270248"/>
            <a:ext cx="362123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2768" y="42245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scanvas.id</a:t>
            </a:r>
          </a:p>
        </p:txBody>
      </p:sp>
      <p:sp>
        <p:nvSpPr>
          <p:cNvPr id="19" name="Oval 18"/>
          <p:cNvSpPr/>
          <p:nvPr/>
        </p:nvSpPr>
        <p:spPr>
          <a:xfrm>
            <a:off x="2788920" y="4425696"/>
            <a:ext cx="54864" cy="54864"/>
          </a:xfrm>
          <a:prstGeom prst="ellipse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42245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GESAwards 2026 · Female Founders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Arial</vt:lpstr>
      <vt:lpstr>Segoe UI</vt:lpstr>
      <vt:lpstr>Montserrat</vt:lpstr>
      <vt:lpstr>Proxima Nova Semibold</vt:lpstr>
      <vt:lpstr>Varela Round</vt:lpstr>
      <vt:lpstr>Montserrat Black</vt:lpstr>
      <vt:lpstr>Fredoka</vt:lpstr>
      <vt:lpstr>Montserrat ExtraBold</vt:lpstr>
      <vt:lpstr>Staatliches</vt:lpstr>
      <vt:lpstr>Fredoka SemiBold</vt:lpstr>
      <vt:lpstr>Roboto Condensed Light</vt:lpstr>
      <vt:lpstr>Josefin Slab SemiBold</vt:lpstr>
      <vt:lpstr>Proxima Nova</vt:lpstr>
      <vt:lpstr>Lato</vt:lpstr>
      <vt:lpstr>Freesia Pitch Deck by Slidesgo</vt:lpstr>
      <vt:lpstr>Slidesgo Final Pages</vt:lpstr>
      <vt:lpstr>SCANVAS</vt:lpstr>
      <vt:lpstr>Creativity Often Stops at the Paper</vt:lpstr>
      <vt:lpstr>Learning Should Start With Creating</vt:lpstr>
      <vt:lpstr>From Paper to Interactive Learning</vt:lpstr>
      <vt:lpstr>Already Live. No App Required.</vt:lpstr>
      <vt:lpstr>Their Creation. Their Character.</vt:lpstr>
      <vt:lpstr>One Engine, Many Learning Experiences</vt:lpstr>
      <vt:lpstr>From Magic Moment to Learning Platform</vt:lpstr>
      <vt:lpstr>Learn by Creating</vt:lpstr>
      <vt:lpstr>One Platform, Multiple Paths to Scale</vt:lpstr>
      <vt:lpstr>Early Validation → Scalable Learning Worlds</vt:lpstr>
      <vt:lpstr>The Team Behind Scanvas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2026-09-14T06:10:58Z</dcterms:modified>
</cp:coreProperties>
</file>