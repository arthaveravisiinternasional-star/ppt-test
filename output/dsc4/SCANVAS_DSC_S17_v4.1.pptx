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4"/>
    <p:sldMasterId id="2147483684" r:id="rId5"/>
  </p:sldMasterIdLst>
  <p:notesMasterIdLst>
    <p:notesMasterId r:id="rId6"/>
  </p:notesMasterIdLst>
  <p:sldIdLst>
    <p:sldId id="256" r:id="rId47"/>
    <p:sldId id="257" r:id="rId48"/>
    <p:sldId id="258" r:id="rId49"/>
    <p:sldId id="259" r:id="rId50"/>
    <p:sldId id="260" r:id="rId51"/>
    <p:sldId id="261" r:id="rId52"/>
    <p:sldId id="262" r:id="rId53"/>
    <p:sldId id="263" r:id="rId54"/>
    <p:sldId id="264" r:id="rId55"/>
    <p:sldId id="265" r:id="rId56"/>
    <p:sldId id="266" r:id="rId46"/>
    <p:sldId id="267" r:id="rId45"/>
    <p:sldId id="268" r:id="rId44"/>
    <p:sldId id="269" r:id="rId43"/>
    <p:sldId id="270" r:id="rId42"/>
    <p:sldId id="271" r:id="rId41"/>
    <p:sldId id="272" r:id="rId40"/>
    <p:sldId id="273" r:id="rId39"/>
    <p:sldId id="274" r:id="rId38"/>
  </p:sldIdLst>
  <p:sldSz cy="5143500" cx="9144000"/>
  <p:notesSz cx="6858000" cy="9144000"/>
  <p:embeddedFontLst>
    <p:embeddedFont>
      <p:font typeface="Proxima Nova"/>
      <p:regular r:id="rId57"/>
      <p:bold r:id="rId58"/>
      <p:italic r:id="rId59"/>
      <p:boldItalic r:id="rId60"/>
    </p:embeddedFont>
    <p:embeddedFont>
      <p:font typeface="Staatliches"/>
      <p:regular r:id="rId61"/>
    </p:embeddedFont>
    <p:embeddedFont>
      <p:font typeface="Roboto Medium"/>
      <p:regular r:id="rId62"/>
      <p:bold r:id="rId63"/>
      <p:italic r:id="rId64"/>
      <p:boldItalic r:id="rId65"/>
    </p:embeddedFont>
    <p:embeddedFont>
      <p:font typeface="Roboto Condensed"/>
      <p:regular r:id="rId66"/>
      <p:bold r:id="rId67"/>
      <p:italic r:id="rId68"/>
      <p:boldItalic r:id="rId69"/>
    </p:embeddedFont>
    <p:embeddedFont>
      <p:font typeface="Roboto Condensed Light"/>
      <p:regular r:id="rId70"/>
      <p:bold r:id="rId71"/>
      <p:italic r:id="rId72"/>
      <p:boldItalic r:id="rId73"/>
    </p:embeddedFont>
    <p:embeddedFont>
      <p:font typeface="Lato Black"/>
      <p:bold r:id="rId74"/>
      <p:boldItalic r:id="rId75"/>
    </p:embeddedFont>
    <p:embeddedFont>
      <p:font typeface="Proxima Nova Semibold"/>
      <p:regular r:id="rId76"/>
      <p:bold r:id="rId77"/>
      <p:boldItalic r:id="rId78"/>
    </p:embeddedFont>
    <p:embeddedFont>
      <p:font typeface="Roboto"/>
      <p:regular r:id="rId79"/>
      <p:bold r:id="rId80"/>
      <p:italic r:id="rId81"/>
      <p:boldItalic r:id="rId82"/>
    </p:embeddedFont>
    <p:embeddedFont>
      <p:font typeface="Amatic SC"/>
      <p:regular r:id="rId83"/>
      <p:bold r:id="rId84"/>
    </p:embeddedFont>
    <p:embeddedFont>
      <p:font typeface="Lato"/>
      <p:regular r:id="rId85"/>
      <p:bold r:id="rId86"/>
      <p:italic r:id="rId87"/>
      <p:boldItalic r:id="rId88"/>
    </p:embeddedFont>
    <p:embeddedFont>
      <p:font typeface="Montserrat Black"/>
      <p:bold r:id="rId89"/>
      <p:boldItalic r:id="rId90"/>
    </p:embeddedFont>
    <p:embeddedFont>
      <p:font typeface="Montserrat"/>
      <p:regular r:id="rId91"/>
      <p:bold r:id="rId92"/>
      <p:italic r:id="rId93"/>
      <p:boldItalic r:id="rId94"/>
    </p:embeddedFont>
    <p:embeddedFont>
      <p:font typeface="Montserrat ExtraBold"/>
      <p:bold r:id="rId95"/>
      <p:boldItalic r:id="rId9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70CE18-CB0B-400C-8185-28348DB99452}">
  <a:tblStyle styleId="{AE70CE18-CB0B-400C-8185-28348DB9945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38" Type="http://schemas.openxmlformats.org/officeDocument/2006/relationships/slide" Target="slides/slide19.xml"/><Relationship Id="rId39" Type="http://schemas.openxmlformats.org/officeDocument/2006/relationships/slide" Target="slides/slide18.xml"/><Relationship Id="rId40" Type="http://schemas.openxmlformats.org/officeDocument/2006/relationships/slide" Target="slides/slide17.xml"/><Relationship Id="rId41" Type="http://schemas.openxmlformats.org/officeDocument/2006/relationships/slide" Target="slides/slide16.xml"/><Relationship Id="rId42" Type="http://schemas.openxmlformats.org/officeDocument/2006/relationships/slide" Target="slides/slide15.xml"/><Relationship Id="rId43" Type="http://schemas.openxmlformats.org/officeDocument/2006/relationships/slide" Target="slides/slide14.xml"/><Relationship Id="rId44" Type="http://schemas.openxmlformats.org/officeDocument/2006/relationships/slide" Target="slides/slide13.xml"/><Relationship Id="rId45" Type="http://schemas.openxmlformats.org/officeDocument/2006/relationships/slide" Target="slides/slide12.xml"/><Relationship Id="rId46" Type="http://schemas.openxmlformats.org/officeDocument/2006/relationships/slide" Target="slides/slide11.xml"/><Relationship Id="rId47" Type="http://schemas.openxmlformats.org/officeDocument/2006/relationships/slide" Target="slides/slide1.xml"/><Relationship Id="rId48" Type="http://schemas.openxmlformats.org/officeDocument/2006/relationships/slide" Target="slides/slide2.xml"/><Relationship Id="rId49" Type="http://schemas.openxmlformats.org/officeDocument/2006/relationships/slide" Target="slides/slide3.xml"/><Relationship Id="rId50" Type="http://schemas.openxmlformats.org/officeDocument/2006/relationships/slide" Target="slides/slide4.xml"/><Relationship Id="rId51" Type="http://schemas.openxmlformats.org/officeDocument/2006/relationships/slide" Target="slides/slide5.xml"/><Relationship Id="rId52" Type="http://schemas.openxmlformats.org/officeDocument/2006/relationships/slide" Target="slides/slide6.xml"/><Relationship Id="rId53" Type="http://schemas.openxmlformats.org/officeDocument/2006/relationships/slide" Target="slides/slide7.xml"/><Relationship Id="rId54" Type="http://schemas.openxmlformats.org/officeDocument/2006/relationships/slide" Target="slides/slide8.xml"/><Relationship Id="rId55" Type="http://schemas.openxmlformats.org/officeDocument/2006/relationships/slide" Target="slides/slide9.xml"/><Relationship Id="rId56" Type="http://schemas.openxmlformats.org/officeDocument/2006/relationships/slide" Target="slides/slide10.xml"/><Relationship Id="rId57" Type="http://schemas.openxmlformats.org/officeDocument/2006/relationships/font" Target="fonts/ProximaNova-regular.fntdata"/><Relationship Id="rId58" Type="http://schemas.openxmlformats.org/officeDocument/2006/relationships/font" Target="fonts/ProximaNova-bold.fntdata"/><Relationship Id="rId59" Type="http://schemas.openxmlformats.org/officeDocument/2006/relationships/font" Target="fonts/ProximaNova-italic.fntdata"/><Relationship Id="rId60" Type="http://schemas.openxmlformats.org/officeDocument/2006/relationships/font" Target="fonts/ProximaNova-boldItalic.fntdata"/><Relationship Id="rId61" Type="http://schemas.openxmlformats.org/officeDocument/2006/relationships/font" Target="fonts/Staatliches-regular.fntdata"/><Relationship Id="rId62" Type="http://schemas.openxmlformats.org/officeDocument/2006/relationships/font" Target="fonts/RobotoMedium-regular.fntdata"/><Relationship Id="rId63" Type="http://schemas.openxmlformats.org/officeDocument/2006/relationships/font" Target="fonts/RobotoMedium-bold.fntdata"/><Relationship Id="rId64" Type="http://schemas.openxmlformats.org/officeDocument/2006/relationships/font" Target="fonts/RobotoMedium-italic.fntdata"/><Relationship Id="rId65" Type="http://schemas.openxmlformats.org/officeDocument/2006/relationships/font" Target="fonts/RobotoMedium-boldItalic.fntdata"/><Relationship Id="rId66" Type="http://schemas.openxmlformats.org/officeDocument/2006/relationships/font" Target="fonts/RobotoCondensed-regular.fntdata"/><Relationship Id="rId67" Type="http://schemas.openxmlformats.org/officeDocument/2006/relationships/font" Target="fonts/RobotoCondensed-bold.fntdata"/><Relationship Id="rId68" Type="http://schemas.openxmlformats.org/officeDocument/2006/relationships/font" Target="fonts/RobotoCondensed-italic.fntdata"/><Relationship Id="rId69" Type="http://schemas.openxmlformats.org/officeDocument/2006/relationships/font" Target="fonts/RobotoCondensed-boldItalic.fntdata"/><Relationship Id="rId70" Type="http://schemas.openxmlformats.org/officeDocument/2006/relationships/font" Target="fonts/RobotoCondensedLight-regular.fntdata"/><Relationship Id="rId71" Type="http://schemas.openxmlformats.org/officeDocument/2006/relationships/font" Target="fonts/RobotoCondensedLight-bold.fntdata"/><Relationship Id="rId72" Type="http://schemas.openxmlformats.org/officeDocument/2006/relationships/font" Target="fonts/RobotoCondensedLight-italic.fntdata"/><Relationship Id="rId73" Type="http://schemas.openxmlformats.org/officeDocument/2006/relationships/font" Target="fonts/RobotoCondensedLight-boldItalic.fntdata"/><Relationship Id="rId74" Type="http://schemas.openxmlformats.org/officeDocument/2006/relationships/font" Target="fonts/LatoBlack-bold.fntdata"/><Relationship Id="rId75" Type="http://schemas.openxmlformats.org/officeDocument/2006/relationships/font" Target="fonts/LatoBlack-boldItalic.fntdata"/><Relationship Id="rId76" Type="http://schemas.openxmlformats.org/officeDocument/2006/relationships/font" Target="fonts/ProximaNovaSemibold-regular.fntdata"/><Relationship Id="rId77" Type="http://schemas.openxmlformats.org/officeDocument/2006/relationships/font" Target="fonts/ProximaNovaSemibold-bold.fntdata"/><Relationship Id="rId78" Type="http://schemas.openxmlformats.org/officeDocument/2006/relationships/font" Target="fonts/ProximaNovaSemibold-boldItalic.fntdata"/><Relationship Id="rId79" Type="http://schemas.openxmlformats.org/officeDocument/2006/relationships/font" Target="fonts/Roboto-regular.fntdata"/><Relationship Id="rId80" Type="http://schemas.openxmlformats.org/officeDocument/2006/relationships/font" Target="fonts/Roboto-bold.fntdata"/><Relationship Id="rId81" Type="http://schemas.openxmlformats.org/officeDocument/2006/relationships/font" Target="fonts/Roboto-italic.fntdata"/><Relationship Id="rId82" Type="http://schemas.openxmlformats.org/officeDocument/2006/relationships/font" Target="fonts/Roboto-boldItalic.fntdata"/><Relationship Id="rId83" Type="http://schemas.openxmlformats.org/officeDocument/2006/relationships/font" Target="fonts/AmaticSC-regular.fntdata"/><Relationship Id="rId84" Type="http://schemas.openxmlformats.org/officeDocument/2006/relationships/font" Target="fonts/AmaticSC-bold.fntdata"/><Relationship Id="rId85" Type="http://schemas.openxmlformats.org/officeDocument/2006/relationships/font" Target="fonts/Lato-regular.fntdata"/><Relationship Id="rId86" Type="http://schemas.openxmlformats.org/officeDocument/2006/relationships/font" Target="fonts/Lato-bold.fntdata"/><Relationship Id="rId87" Type="http://schemas.openxmlformats.org/officeDocument/2006/relationships/font" Target="fonts/Lato-italic.fntdata"/><Relationship Id="rId88" Type="http://schemas.openxmlformats.org/officeDocument/2006/relationships/font" Target="fonts/Lato-boldItalic.fntdata"/><Relationship Id="rId89" Type="http://schemas.openxmlformats.org/officeDocument/2006/relationships/font" Target="fonts/MontserratBlack-bold.fntdata"/><Relationship Id="rId90" Type="http://schemas.openxmlformats.org/officeDocument/2006/relationships/font" Target="fonts/MontserratBlack-boldItalic.fntdata"/><Relationship Id="rId91" Type="http://schemas.openxmlformats.org/officeDocument/2006/relationships/font" Target="fonts/Montserrat-regular.fntdata"/><Relationship Id="rId92" Type="http://schemas.openxmlformats.org/officeDocument/2006/relationships/font" Target="fonts/Montserrat-bold.fntdata"/><Relationship Id="rId93" Type="http://schemas.openxmlformats.org/officeDocument/2006/relationships/font" Target="fonts/Montserrat-italic.fntdata"/><Relationship Id="rId94" Type="http://schemas.openxmlformats.org/officeDocument/2006/relationships/font" Target="fonts/Montserrat-boldItalic.fntdata"/><Relationship Id="rId95" Type="http://schemas.openxmlformats.org/officeDocument/2006/relationships/font" Target="fonts/MontserratExtraBold-bold.fntdata"/><Relationship Id="rId96" Type="http://schemas.openxmlformats.org/officeDocument/2006/relationships/font" Target="fonts/MontserratExtra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Scanvas: children color a sheet, photograph it in the browser, and their own drawing comes alive.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Live today with two worlds and a public digital trial; one 30-child pilot done. Pre-revenue. Our commercial focus is B2B first, with B2C packs as direct sales and demand validation.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Families: creativity stops at the paper; screens are passive. Institutions: we are validating whether schools and organizers struggle to run engaging creative sessions for whole groups. This second problem is a hypothesis from our pilot conversations, not a measured finding.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Color, Scan, Come Alive, Explore, Learn. The unique part: the character is the child’s own drawing.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size by institutions and geography instead of TAM/SAM/SOM. DIY first, then Central Java, then Indonesia. The realistic 12-month target: about 40 paying institutions (48 sessions / 1.2 with 20% rebooking), about 0.6% of DIY units, plus 600 family packs. This is the base case, not a forecast we have proven.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do not claim to be first: color, scan, alive is a proven behavior. Competitors lead on content library, brand, and reach; we lead on browser access, shared worlds, and an affordable institutional session format for Indonesian schools.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streams, each with an honest status. Packs are offered at Rp49K but have no proven conversion yet. Managed sessions are offered from Rp1M for up to 30 children and are being validated. Studio is in development; per-drawing pricing is only a test assumption. Learning content starts with a 3-lesson pilot; we do not build a full LMS before that pilot shows repeat use. Projections use packs and managed sessions only.</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pilot at a TPA with 30 children; they were not paying customers. Feedback produced five product changes: two shipped (larger world, digital trial), three in progress. Pre-revenue.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B2B is the priority: demo, pilot, paid session, then repeat booking. B2C validates demand directly: trial, first pack, repeat purchase. We measure each step.</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do not claim measured learning outcomes yet. These indicators start with the Ocean Artist lesson pilot and the next school sessions.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Same model as before. Base case means about 50 packs and 4 sessions a month. Year-1 net result is minus Rp104.6M (base) or minus Rp131.3M (conservative). We do not show a year-end cash balance here because the Rp200M is not secured yet; spending follows the funding we actually have and the validation results. Grant money is financing, never revenue.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Rp200M is the total 12-month capital plan, not a Rp200M grant request. DSC support is requested as a contribution, within the program’s funding limits. Other financing is not counted until it is confirmed, and spending is phased by funding availability and validation results.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Haikal built the scan-to-animation technology and leads the company; Salsabila leads branding, customer discovery, partnerships, and go-to-market.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stage is gated by the one before. More worlds stay on the roadmap but come after retention is proven. Targets equal the base case on slides 11 and 12.</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thing to remember: the child’s own drawing becomes the learning experience. Why now: the product works and has been piloted; the next 12 months decide whether it brings children and schools back.</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Defensibility: ArUco-marker detection, perspective warp, crop and mask, then browser animation.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Single-year ages are not published in this table, so ages 3-10 are a proportional estimate.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Illustrative cash at month 12 = Rp200M + customer revenue − direct costs − operating expenses, only if the full Rp200M is secured upfront.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Indirect analogues not in the main matrix: Osmo (hardware) and Octaland 4D+ (AR coloring book app).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2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2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2.png"/><Relationship Id="rId4" Type="http://schemas.openxmlformats.org/officeDocument/2006/relationships/image" Target="../media/image14.png"/><Relationship Id="rId5" Type="http://schemas.openxmlformats.org/officeDocument/2006/relationships/image" Target="../media/image3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34.png"/><Relationship Id="rId4" Type="http://schemas.openxmlformats.org/officeDocument/2006/relationships/image" Target="../media/image38.png"/><Relationship Id="rId5" Type="http://schemas.openxmlformats.org/officeDocument/2006/relationships/image" Target="../media/image4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23.png"/><Relationship Id="rId6" Type="http://schemas.openxmlformats.org/officeDocument/2006/relationships/image" Target="../media/image4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61.png"/><Relationship Id="rId4" Type="http://schemas.openxmlformats.org/officeDocument/2006/relationships/image" Target="../media/image26.png"/><Relationship Id="rId5" Type="http://schemas.openxmlformats.org/officeDocument/2006/relationships/image" Target="../media/image4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6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3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4.png"/><Relationship Id="rId3" Type="http://schemas.openxmlformats.org/officeDocument/2006/relationships/image" Target="../media/image7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9.png"/><Relationship Id="rId3" Type="http://schemas.openxmlformats.org/officeDocument/2006/relationships/image" Target="../media/image8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3.png"/><Relationship Id="rId3" Type="http://schemas.openxmlformats.org/officeDocument/2006/relationships/image" Target="../media/image8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911200" y="1538065"/>
            <a:ext cx="4724400" cy="2054400"/>
          </a:xfrm>
          <a:prstGeom prst="rect">
            <a:avLst/>
          </a:prstGeom>
        </p:spPr>
        <p:txBody>
          <a:bodyPr anchorCtr="0" anchor="ctr" bIns="91425" lIns="91425" spcFirstLastPara="1" rIns="91425" wrap="square" tIns="91425">
            <a:noAutofit/>
          </a:bodyPr>
          <a:lstStyle>
            <a:lvl1pPr lvl="0" rtl="0">
              <a:spcBef>
                <a:spcPts val="0"/>
              </a:spcBef>
              <a:spcAft>
                <a:spcPts val="0"/>
              </a:spcAft>
              <a:buSzPts val="5200"/>
              <a:buFont typeface="Staatliches"/>
              <a:buNone/>
              <a:defRPr sz="6000">
                <a:latin typeface="Montserrat Black"/>
                <a:ea typeface="Montserrat Black"/>
                <a:cs typeface="Montserrat Black"/>
                <a:sym typeface="Montserrat Black"/>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911200" y="3592475"/>
            <a:ext cx="3660900" cy="849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Font typeface="Roboto Condensed Light"/>
              <a:buNone/>
              <a:defRPr sz="1400">
                <a:latin typeface="Lato"/>
                <a:ea typeface="Lato"/>
                <a:cs typeface="Lato"/>
                <a:sym typeface="Lato"/>
              </a:defRPr>
            </a:lvl1pPr>
            <a:lvl2pPr lvl="1"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9pPr>
          </a:lstStyle>
          <a:p/>
        </p:txBody>
      </p:sp>
      <p:sp>
        <p:nvSpPr>
          <p:cNvPr id="11" name="Google Shape;11;p2"/>
          <p:cNvSpPr/>
          <p:nvPr/>
        </p:nvSpPr>
        <p:spPr>
          <a:xfrm>
            <a:off x="3084563" y="-26078"/>
            <a:ext cx="1156796" cy="706496"/>
          </a:xfrm>
          <a:custGeom>
            <a:rect b="b" l="l" r="r" t="t"/>
            <a:pathLst>
              <a:path extrusionOk="0" h="8282" w="15223">
                <a:moveTo>
                  <a:pt x="0" y="1"/>
                </a:moveTo>
                <a:cubicBezTo>
                  <a:pt x="1891" y="2425"/>
                  <a:pt x="4014" y="4641"/>
                  <a:pt x="6636" y="6221"/>
                </a:cubicBezTo>
                <a:cubicBezTo>
                  <a:pt x="8786" y="7515"/>
                  <a:pt x="11353" y="8281"/>
                  <a:pt x="13851" y="8281"/>
                </a:cubicBezTo>
                <a:cubicBezTo>
                  <a:pt x="14312" y="8281"/>
                  <a:pt x="14770" y="8255"/>
                  <a:pt x="15223" y="8202"/>
                </a:cubicBezTo>
                <a:cubicBezTo>
                  <a:pt x="14696" y="5500"/>
                  <a:pt x="14653" y="2713"/>
                  <a:pt x="151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2368225" y="-152400"/>
            <a:ext cx="7167450" cy="5371458"/>
            <a:chOff x="2368225" y="-152400"/>
            <a:chExt cx="7167450" cy="5371458"/>
          </a:xfrm>
        </p:grpSpPr>
        <p:sp>
          <p:nvSpPr>
            <p:cNvPr id="13" name="Google Shape;13;p2"/>
            <p:cNvSpPr/>
            <p:nvPr/>
          </p:nvSpPr>
          <p:spPr>
            <a:xfrm>
              <a:off x="4241250" y="-26078"/>
              <a:ext cx="3758237" cy="4809837"/>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rgbClr val="8E2E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197937" y="-26078"/>
              <a:ext cx="2068144" cy="841960"/>
            </a:xfrm>
            <a:custGeom>
              <a:rect b="b" l="l" r="r" t="t"/>
              <a:pathLst>
                <a:path extrusionOk="0" h="9870" w="27216">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3237982" y="4078545"/>
              <a:ext cx="2800232" cy="1120311"/>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189808" y="-26078"/>
              <a:ext cx="1969585" cy="4922184"/>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010248" y="4297263"/>
              <a:ext cx="2149149" cy="901589"/>
            </a:xfrm>
            <a:custGeom>
              <a:rect b="b" l="l" r="r" t="t"/>
              <a:pathLst>
                <a:path extrusionOk="0" h="10569" w="28282">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2368225" y="3921502"/>
              <a:ext cx="3958471" cy="1277357"/>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3237982" y="4462581"/>
              <a:ext cx="2800232" cy="736267"/>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6405385" y="3019590"/>
              <a:ext cx="1115229" cy="1397211"/>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 name="Google Shape;21;p2"/>
            <p:cNvPicPr preferRelativeResize="0"/>
            <p:nvPr/>
          </p:nvPicPr>
          <p:blipFill>
            <a:blip r:embed="rId2">
              <a:alphaModFix/>
            </a:blip>
            <a:stretch>
              <a:fillRect/>
            </a:stretch>
          </p:blipFill>
          <p:spPr>
            <a:xfrm>
              <a:off x="4425943" y="3882258"/>
              <a:ext cx="4791070" cy="1336800"/>
            </a:xfrm>
            <a:prstGeom prst="rect">
              <a:avLst/>
            </a:prstGeom>
            <a:noFill/>
            <a:ln>
              <a:noFill/>
            </a:ln>
          </p:spPr>
        </p:pic>
        <p:pic>
          <p:nvPicPr>
            <p:cNvPr id="22" name="Google Shape;22;p2"/>
            <p:cNvPicPr preferRelativeResize="0"/>
            <p:nvPr/>
          </p:nvPicPr>
          <p:blipFill>
            <a:blip r:embed="rId3">
              <a:alphaModFix/>
            </a:blip>
            <a:stretch>
              <a:fillRect/>
            </a:stretch>
          </p:blipFill>
          <p:spPr>
            <a:xfrm>
              <a:off x="5556525" y="-152400"/>
              <a:ext cx="3979150" cy="3422482"/>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2743200" y="804025"/>
            <a:ext cx="3642000" cy="3629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 name="Google Shape;25;p3"/>
          <p:cNvSpPr/>
          <p:nvPr/>
        </p:nvSpPr>
        <p:spPr>
          <a:xfrm>
            <a:off x="0" y="-76200"/>
            <a:ext cx="2668237" cy="114584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0" y="-76200"/>
            <a:ext cx="4572074" cy="247402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5861375" y="4178175"/>
            <a:ext cx="3351600" cy="1021698"/>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 name="Google Shape;28;p3"/>
          <p:cNvGrpSpPr/>
          <p:nvPr/>
        </p:nvGrpSpPr>
        <p:grpSpPr>
          <a:xfrm>
            <a:off x="6290393" y="4651784"/>
            <a:ext cx="3005329" cy="548185"/>
            <a:chOff x="6290110" y="4651689"/>
            <a:chExt cx="2765556" cy="548185"/>
          </a:xfrm>
        </p:grpSpPr>
        <p:sp>
          <p:nvSpPr>
            <p:cNvPr id="29" name="Google Shape;29;p3"/>
            <p:cNvSpPr/>
            <p:nvPr/>
          </p:nvSpPr>
          <p:spPr>
            <a:xfrm>
              <a:off x="8707752" y="4709513"/>
              <a:ext cx="347912" cy="331809"/>
            </a:xfrm>
            <a:custGeom>
              <a:rect b="b" l="l" r="r" t="t"/>
              <a:pathLst>
                <a:path extrusionOk="0" h="4648" w="4597">
                  <a:moveTo>
                    <a:pt x="263" y="1"/>
                  </a:moveTo>
                  <a:cubicBezTo>
                    <a:pt x="175" y="18"/>
                    <a:pt x="89" y="31"/>
                    <a:pt x="1" y="52"/>
                  </a:cubicBezTo>
                  <a:lnTo>
                    <a:pt x="4249" y="4300"/>
                  </a:lnTo>
                  <a:lnTo>
                    <a:pt x="4276" y="4328"/>
                  </a:lnTo>
                  <a:lnTo>
                    <a:pt x="4596" y="4647"/>
                  </a:lnTo>
                  <a:lnTo>
                    <a:pt x="4596" y="4334"/>
                  </a:lnTo>
                  <a:lnTo>
                    <a:pt x="4460" y="4198"/>
                  </a:lnTo>
                  <a:lnTo>
                    <a:pt x="4433" y="4171"/>
                  </a:lnTo>
                  <a:lnTo>
                    <a:pt x="263"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8536031" y="4766481"/>
              <a:ext cx="475286" cy="433394"/>
            </a:xfrm>
            <a:custGeom>
              <a:rect b="b" l="l" r="r" t="t"/>
              <a:pathLst>
                <a:path extrusionOk="0" h="6071" w="6280">
                  <a:moveTo>
                    <a:pt x="209" y="0"/>
                  </a:moveTo>
                  <a:cubicBezTo>
                    <a:pt x="141" y="34"/>
                    <a:pt x="69" y="68"/>
                    <a:pt x="1" y="102"/>
                  </a:cubicBezTo>
                  <a:lnTo>
                    <a:pt x="4958" y="5063"/>
                  </a:lnTo>
                  <a:lnTo>
                    <a:pt x="4985" y="5090"/>
                  </a:lnTo>
                  <a:lnTo>
                    <a:pt x="5012" y="5117"/>
                  </a:lnTo>
                  <a:lnTo>
                    <a:pt x="5966" y="6071"/>
                  </a:lnTo>
                  <a:lnTo>
                    <a:pt x="6279" y="6071"/>
                  </a:lnTo>
                  <a:lnTo>
                    <a:pt x="5169" y="4961"/>
                  </a:lnTo>
                  <a:lnTo>
                    <a:pt x="5142" y="4933"/>
                  </a:lnTo>
                  <a:lnTo>
                    <a:pt x="5114" y="4906"/>
                  </a:lnTo>
                  <a:lnTo>
                    <a:pt x="209"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8458457" y="4804173"/>
              <a:ext cx="434493" cy="395487"/>
            </a:xfrm>
            <a:custGeom>
              <a:rect b="b" l="l" r="r" t="t"/>
              <a:pathLst>
                <a:path extrusionOk="0" h="5540" w="5741">
                  <a:moveTo>
                    <a:pt x="202" y="0"/>
                  </a:moveTo>
                  <a:cubicBezTo>
                    <a:pt x="137" y="38"/>
                    <a:pt x="68" y="75"/>
                    <a:pt x="1" y="112"/>
                  </a:cubicBezTo>
                  <a:lnTo>
                    <a:pt x="5202" y="5315"/>
                  </a:lnTo>
                  <a:lnTo>
                    <a:pt x="5230" y="5342"/>
                  </a:lnTo>
                  <a:lnTo>
                    <a:pt x="5257" y="5369"/>
                  </a:lnTo>
                  <a:lnTo>
                    <a:pt x="5427" y="5536"/>
                  </a:lnTo>
                  <a:lnTo>
                    <a:pt x="5741" y="5540"/>
                  </a:lnTo>
                  <a:lnTo>
                    <a:pt x="5414" y="5213"/>
                  </a:lnTo>
                  <a:lnTo>
                    <a:pt x="5386" y="5185"/>
                  </a:lnTo>
                  <a:lnTo>
                    <a:pt x="5359" y="5158"/>
                  </a:lnTo>
                  <a:lnTo>
                    <a:pt x="202"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8617767" y="4733856"/>
              <a:ext cx="437899" cy="418902"/>
            </a:xfrm>
            <a:custGeom>
              <a:rect b="b" l="l" r="r" t="t"/>
              <a:pathLst>
                <a:path extrusionOk="0" h="5868" w="5786">
                  <a:moveTo>
                    <a:pt x="229" y="1"/>
                  </a:moveTo>
                  <a:cubicBezTo>
                    <a:pt x="154" y="28"/>
                    <a:pt x="76" y="52"/>
                    <a:pt x="1" y="83"/>
                  </a:cubicBezTo>
                  <a:lnTo>
                    <a:pt x="4658" y="4739"/>
                  </a:lnTo>
                  <a:lnTo>
                    <a:pt x="4685" y="4767"/>
                  </a:lnTo>
                  <a:lnTo>
                    <a:pt x="4712" y="4794"/>
                  </a:lnTo>
                  <a:lnTo>
                    <a:pt x="5785" y="5867"/>
                  </a:lnTo>
                  <a:lnTo>
                    <a:pt x="5785" y="5553"/>
                  </a:lnTo>
                  <a:lnTo>
                    <a:pt x="4869" y="4637"/>
                  </a:lnTo>
                  <a:lnTo>
                    <a:pt x="4842" y="4610"/>
                  </a:lnTo>
                  <a:lnTo>
                    <a:pt x="4814" y="4583"/>
                  </a:lnTo>
                  <a:lnTo>
                    <a:pt x="22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8950916" y="4719793"/>
              <a:ext cx="104745" cy="98800"/>
            </a:xfrm>
            <a:custGeom>
              <a:rect b="b" l="l" r="r" t="t"/>
              <a:pathLst>
                <a:path extrusionOk="0" h="1384" w="1384">
                  <a:moveTo>
                    <a:pt x="0" y="0"/>
                  </a:moveTo>
                  <a:lnTo>
                    <a:pt x="1383" y="1383"/>
                  </a:lnTo>
                  <a:lnTo>
                    <a:pt x="1383" y="1073"/>
                  </a:lnTo>
                  <a:lnTo>
                    <a:pt x="525" y="211"/>
                  </a:lnTo>
                  <a:cubicBezTo>
                    <a:pt x="358" y="129"/>
                    <a:pt x="181" y="61"/>
                    <a:pt x="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8812949" y="4700947"/>
              <a:ext cx="242714" cy="229011"/>
            </a:xfrm>
            <a:custGeom>
              <a:rect b="b" l="l" r="r" t="t"/>
              <a:pathLst>
                <a:path extrusionOk="0" h="3208" w="3207">
                  <a:moveTo>
                    <a:pt x="93" y="0"/>
                  </a:moveTo>
                  <a:cubicBezTo>
                    <a:pt x="62" y="0"/>
                    <a:pt x="32" y="1"/>
                    <a:pt x="1" y="2"/>
                  </a:cubicBezTo>
                  <a:lnTo>
                    <a:pt x="3206" y="3207"/>
                  </a:lnTo>
                  <a:lnTo>
                    <a:pt x="3206" y="2894"/>
                  </a:lnTo>
                  <a:lnTo>
                    <a:pt x="318" y="5"/>
                  </a:lnTo>
                  <a:cubicBezTo>
                    <a:pt x="243" y="3"/>
                    <a:pt x="168" y="0"/>
                    <a:pt x="93"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8050308" y="4980501"/>
              <a:ext cx="250433" cy="217161"/>
            </a:xfrm>
            <a:custGeom>
              <a:rect b="b" l="l" r="r" t="t"/>
              <a:pathLst>
                <a:path extrusionOk="0" h="3042" w="3309">
                  <a:moveTo>
                    <a:pt x="263" y="0"/>
                  </a:moveTo>
                  <a:cubicBezTo>
                    <a:pt x="175" y="17"/>
                    <a:pt x="89" y="34"/>
                    <a:pt x="1" y="48"/>
                  </a:cubicBezTo>
                  <a:lnTo>
                    <a:pt x="2996" y="3042"/>
                  </a:lnTo>
                  <a:lnTo>
                    <a:pt x="3309" y="3042"/>
                  </a:lnTo>
                  <a:lnTo>
                    <a:pt x="26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8228689" y="4922320"/>
              <a:ext cx="308709" cy="276127"/>
            </a:xfrm>
            <a:custGeom>
              <a:rect b="b" l="l" r="r" t="t"/>
              <a:pathLst>
                <a:path extrusionOk="0" h="3868" w="4079">
                  <a:moveTo>
                    <a:pt x="213" y="1"/>
                  </a:moveTo>
                  <a:cubicBezTo>
                    <a:pt x="141" y="34"/>
                    <a:pt x="73" y="66"/>
                    <a:pt x="1" y="100"/>
                  </a:cubicBezTo>
                  <a:lnTo>
                    <a:pt x="3769" y="3867"/>
                  </a:lnTo>
                  <a:lnTo>
                    <a:pt x="4079" y="3867"/>
                  </a:lnTo>
                  <a:lnTo>
                    <a:pt x="213"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8383154" y="4844222"/>
              <a:ext cx="391203" cy="354939"/>
            </a:xfrm>
            <a:custGeom>
              <a:rect b="b" l="l" r="r" t="t"/>
              <a:pathLst>
                <a:path extrusionOk="0" h="4972" w="5169">
                  <a:moveTo>
                    <a:pt x="198" y="1"/>
                  </a:moveTo>
                  <a:cubicBezTo>
                    <a:pt x="134" y="39"/>
                    <a:pt x="65" y="76"/>
                    <a:pt x="1" y="114"/>
                  </a:cubicBezTo>
                  <a:lnTo>
                    <a:pt x="4855" y="4971"/>
                  </a:lnTo>
                  <a:lnTo>
                    <a:pt x="5169" y="4971"/>
                  </a:lnTo>
                  <a:lnTo>
                    <a:pt x="19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7938905" y="4990209"/>
              <a:ext cx="243244" cy="207238"/>
            </a:xfrm>
            <a:custGeom>
              <a:rect b="b" l="l" r="r" t="t"/>
              <a:pathLst>
                <a:path extrusionOk="0" h="2903" w="3214">
                  <a:moveTo>
                    <a:pt x="1" y="0"/>
                  </a:moveTo>
                  <a:lnTo>
                    <a:pt x="2900" y="2899"/>
                  </a:lnTo>
                  <a:lnTo>
                    <a:pt x="3213" y="2903"/>
                  </a:lnTo>
                  <a:lnTo>
                    <a:pt x="325" y="14"/>
                  </a:lnTo>
                  <a:cubicBezTo>
                    <a:pt x="216" y="11"/>
                    <a:pt x="106" y="7"/>
                    <a:pt x="1"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8144153" y="4955372"/>
              <a:ext cx="274879" cy="242860"/>
            </a:xfrm>
            <a:custGeom>
              <a:rect b="b" l="l" r="r" t="t"/>
              <a:pathLst>
                <a:path extrusionOk="0" h="3402" w="3632">
                  <a:moveTo>
                    <a:pt x="232" y="1"/>
                  </a:moveTo>
                  <a:cubicBezTo>
                    <a:pt x="154" y="29"/>
                    <a:pt x="79" y="55"/>
                    <a:pt x="1" y="79"/>
                  </a:cubicBezTo>
                  <a:lnTo>
                    <a:pt x="3319" y="3398"/>
                  </a:lnTo>
                  <a:lnTo>
                    <a:pt x="3632" y="3401"/>
                  </a:lnTo>
                  <a:lnTo>
                    <a:pt x="23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8307322" y="4884413"/>
              <a:ext cx="348745" cy="314462"/>
            </a:xfrm>
            <a:custGeom>
              <a:rect b="b" l="l" r="r" t="t"/>
              <a:pathLst>
                <a:path extrusionOk="0" h="4405" w="4608">
                  <a:moveTo>
                    <a:pt x="202" y="0"/>
                  </a:moveTo>
                  <a:cubicBezTo>
                    <a:pt x="134" y="38"/>
                    <a:pt x="66" y="72"/>
                    <a:pt x="1" y="109"/>
                  </a:cubicBezTo>
                  <a:lnTo>
                    <a:pt x="4293" y="4402"/>
                  </a:lnTo>
                  <a:lnTo>
                    <a:pt x="4607" y="4405"/>
                  </a:lnTo>
                  <a:lnTo>
                    <a:pt x="202"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772103" y="4944236"/>
              <a:ext cx="291756" cy="252712"/>
            </a:xfrm>
            <a:custGeom>
              <a:rect b="b" l="l" r="r" t="t"/>
              <a:pathLst>
                <a:path extrusionOk="0" h="3540" w="3855">
                  <a:moveTo>
                    <a:pt x="1" y="1"/>
                  </a:moveTo>
                  <a:lnTo>
                    <a:pt x="1013" y="1012"/>
                  </a:lnTo>
                  <a:lnTo>
                    <a:pt x="1040" y="1040"/>
                  </a:lnTo>
                  <a:lnTo>
                    <a:pt x="1067" y="1067"/>
                  </a:lnTo>
                  <a:lnTo>
                    <a:pt x="3540" y="3540"/>
                  </a:lnTo>
                  <a:lnTo>
                    <a:pt x="3854" y="3540"/>
                  </a:lnTo>
                  <a:lnTo>
                    <a:pt x="1224" y="910"/>
                  </a:lnTo>
                  <a:lnTo>
                    <a:pt x="1197" y="883"/>
                  </a:lnTo>
                  <a:lnTo>
                    <a:pt x="1169" y="856"/>
                  </a:lnTo>
                  <a:lnTo>
                    <a:pt x="576" y="266"/>
                  </a:lnTo>
                  <a:cubicBezTo>
                    <a:pt x="382" y="188"/>
                    <a:pt x="188" y="95"/>
                    <a:pt x="1"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7409362" y="4713440"/>
              <a:ext cx="535832" cy="483293"/>
            </a:xfrm>
            <a:custGeom>
              <a:rect b="b" l="l" r="r" t="t"/>
              <a:pathLst>
                <a:path extrusionOk="0" h="6770" w="7080">
                  <a:moveTo>
                    <a:pt x="1" y="1"/>
                  </a:moveTo>
                  <a:lnTo>
                    <a:pt x="5026" y="5025"/>
                  </a:lnTo>
                  <a:lnTo>
                    <a:pt x="5053" y="5053"/>
                  </a:lnTo>
                  <a:lnTo>
                    <a:pt x="5080" y="5080"/>
                  </a:lnTo>
                  <a:lnTo>
                    <a:pt x="6767" y="6770"/>
                  </a:lnTo>
                  <a:lnTo>
                    <a:pt x="7080" y="6770"/>
                  </a:lnTo>
                  <a:lnTo>
                    <a:pt x="5237" y="4923"/>
                  </a:lnTo>
                  <a:lnTo>
                    <a:pt x="5210" y="4896"/>
                  </a:lnTo>
                  <a:lnTo>
                    <a:pt x="5182" y="4869"/>
                  </a:lnTo>
                  <a:lnTo>
                    <a:pt x="726" y="413"/>
                  </a:lnTo>
                  <a:cubicBezTo>
                    <a:pt x="495" y="270"/>
                    <a:pt x="256" y="130"/>
                    <a:pt x="11" y="4"/>
                  </a:cubicBezTo>
                  <a:cubicBezTo>
                    <a:pt x="7" y="4"/>
                    <a:pt x="4" y="1"/>
                    <a:pt x="1"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7235068" y="4660399"/>
              <a:ext cx="591837" cy="535835"/>
            </a:xfrm>
            <a:custGeom>
              <a:rect b="b" l="l" r="r" t="t"/>
              <a:pathLst>
                <a:path extrusionOk="0" h="7506" w="7820">
                  <a:moveTo>
                    <a:pt x="1" y="1"/>
                  </a:moveTo>
                  <a:lnTo>
                    <a:pt x="6548" y="6549"/>
                  </a:lnTo>
                  <a:lnTo>
                    <a:pt x="6576" y="6576"/>
                  </a:lnTo>
                  <a:lnTo>
                    <a:pt x="7505" y="7505"/>
                  </a:lnTo>
                  <a:lnTo>
                    <a:pt x="7819" y="7505"/>
                  </a:lnTo>
                  <a:lnTo>
                    <a:pt x="6760" y="6447"/>
                  </a:lnTo>
                  <a:lnTo>
                    <a:pt x="6732" y="6419"/>
                  </a:lnTo>
                  <a:lnTo>
                    <a:pt x="389" y="76"/>
                  </a:lnTo>
                  <a:cubicBezTo>
                    <a:pt x="260" y="49"/>
                    <a:pt x="130" y="21"/>
                    <a:pt x="1"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7107999" y="4651689"/>
              <a:ext cx="600541" cy="544330"/>
            </a:xfrm>
            <a:custGeom>
              <a:rect b="b" l="l" r="r" t="t"/>
              <a:pathLst>
                <a:path extrusionOk="0" h="7625" w="7935">
                  <a:moveTo>
                    <a:pt x="156" y="1"/>
                  </a:moveTo>
                  <a:cubicBezTo>
                    <a:pt x="103" y="1"/>
                    <a:pt x="51" y="2"/>
                    <a:pt x="0" y="3"/>
                  </a:cubicBezTo>
                  <a:lnTo>
                    <a:pt x="7447" y="7451"/>
                  </a:lnTo>
                  <a:lnTo>
                    <a:pt x="7475" y="7478"/>
                  </a:lnTo>
                  <a:lnTo>
                    <a:pt x="7502" y="7505"/>
                  </a:lnTo>
                  <a:lnTo>
                    <a:pt x="7621" y="7624"/>
                  </a:lnTo>
                  <a:lnTo>
                    <a:pt x="7934" y="7624"/>
                  </a:lnTo>
                  <a:lnTo>
                    <a:pt x="7659" y="7349"/>
                  </a:lnTo>
                  <a:lnTo>
                    <a:pt x="7631" y="7321"/>
                  </a:lnTo>
                  <a:lnTo>
                    <a:pt x="7604" y="7294"/>
                  </a:lnTo>
                  <a:lnTo>
                    <a:pt x="313" y="3"/>
                  </a:lnTo>
                  <a:cubicBezTo>
                    <a:pt x="261" y="2"/>
                    <a:pt x="208" y="1"/>
                    <a:pt x="156"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6522452" y="4869065"/>
              <a:ext cx="356919" cy="324528"/>
            </a:xfrm>
            <a:custGeom>
              <a:rect b="b" l="l" r="r" t="t"/>
              <a:pathLst>
                <a:path extrusionOk="0" h="4546" w="4716">
                  <a:moveTo>
                    <a:pt x="171" y="0"/>
                  </a:moveTo>
                  <a:cubicBezTo>
                    <a:pt x="113" y="49"/>
                    <a:pt x="58" y="96"/>
                    <a:pt x="0" y="140"/>
                  </a:cubicBezTo>
                  <a:lnTo>
                    <a:pt x="1926" y="2065"/>
                  </a:lnTo>
                  <a:lnTo>
                    <a:pt x="1953" y="2093"/>
                  </a:lnTo>
                  <a:lnTo>
                    <a:pt x="1980" y="2120"/>
                  </a:lnTo>
                  <a:lnTo>
                    <a:pt x="4402" y="4541"/>
                  </a:lnTo>
                  <a:lnTo>
                    <a:pt x="4715" y="4546"/>
                  </a:lnTo>
                  <a:lnTo>
                    <a:pt x="4715" y="4546"/>
                  </a:lnTo>
                  <a:lnTo>
                    <a:pt x="2133" y="1963"/>
                  </a:lnTo>
                  <a:lnTo>
                    <a:pt x="2106" y="1936"/>
                  </a:lnTo>
                  <a:lnTo>
                    <a:pt x="2079" y="1909"/>
                  </a:lnTo>
                  <a:lnTo>
                    <a:pt x="17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658527" y="4776403"/>
              <a:ext cx="457728" cy="417902"/>
            </a:xfrm>
            <a:custGeom>
              <a:rect b="b" l="l" r="r" t="t"/>
              <a:pathLst>
                <a:path extrusionOk="0" h="5854" w="6048">
                  <a:moveTo>
                    <a:pt x="196" y="1"/>
                  </a:moveTo>
                  <a:cubicBezTo>
                    <a:pt x="131" y="39"/>
                    <a:pt x="66" y="79"/>
                    <a:pt x="1" y="116"/>
                  </a:cubicBezTo>
                  <a:lnTo>
                    <a:pt x="1688" y="1803"/>
                  </a:lnTo>
                  <a:lnTo>
                    <a:pt x="1715" y="1830"/>
                  </a:lnTo>
                  <a:lnTo>
                    <a:pt x="1742" y="1858"/>
                  </a:lnTo>
                  <a:lnTo>
                    <a:pt x="5735" y="5850"/>
                  </a:lnTo>
                  <a:lnTo>
                    <a:pt x="6048" y="5853"/>
                  </a:lnTo>
                  <a:lnTo>
                    <a:pt x="1868" y="1674"/>
                  </a:lnTo>
                  <a:lnTo>
                    <a:pt x="196"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6814582" y="4703231"/>
              <a:ext cx="538405" cy="491788"/>
            </a:xfrm>
            <a:custGeom>
              <a:rect b="b" l="l" r="r" t="t"/>
              <a:pathLst>
                <a:path extrusionOk="0" h="6889" w="7114">
                  <a:moveTo>
                    <a:pt x="225" y="1"/>
                  </a:moveTo>
                  <a:cubicBezTo>
                    <a:pt x="151" y="28"/>
                    <a:pt x="75" y="55"/>
                    <a:pt x="0" y="82"/>
                  </a:cubicBezTo>
                  <a:lnTo>
                    <a:pt x="1209" y="1295"/>
                  </a:lnTo>
                  <a:lnTo>
                    <a:pt x="6800" y="6885"/>
                  </a:lnTo>
                  <a:lnTo>
                    <a:pt x="7113" y="6889"/>
                  </a:lnTo>
                  <a:lnTo>
                    <a:pt x="1393" y="1166"/>
                  </a:lnTo>
                  <a:lnTo>
                    <a:pt x="1366" y="1138"/>
                  </a:lnTo>
                  <a:lnTo>
                    <a:pt x="1339" y="1111"/>
                  </a:lnTo>
                  <a:lnTo>
                    <a:pt x="22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6999699" y="4657971"/>
              <a:ext cx="590172" cy="537548"/>
            </a:xfrm>
            <a:custGeom>
              <a:rect b="b" l="l" r="r" t="t"/>
              <a:pathLst>
                <a:path extrusionOk="0" h="7530" w="7798">
                  <a:moveTo>
                    <a:pt x="269" y="1"/>
                  </a:moveTo>
                  <a:cubicBezTo>
                    <a:pt x="181" y="14"/>
                    <a:pt x="89" y="28"/>
                    <a:pt x="0" y="42"/>
                  </a:cubicBezTo>
                  <a:lnTo>
                    <a:pt x="296" y="341"/>
                  </a:lnTo>
                  <a:lnTo>
                    <a:pt x="324" y="369"/>
                  </a:lnTo>
                  <a:lnTo>
                    <a:pt x="351" y="396"/>
                  </a:lnTo>
                  <a:lnTo>
                    <a:pt x="7485" y="7530"/>
                  </a:lnTo>
                  <a:lnTo>
                    <a:pt x="7798" y="7530"/>
                  </a:lnTo>
                  <a:lnTo>
                    <a:pt x="508" y="239"/>
                  </a:lnTo>
                  <a:lnTo>
                    <a:pt x="480" y="212"/>
                  </a:lnTo>
                  <a:lnTo>
                    <a:pt x="26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6588446" y="4820664"/>
              <a:ext cx="409291" cy="373142"/>
            </a:xfrm>
            <a:custGeom>
              <a:rect b="b" l="l" r="r" t="t"/>
              <a:pathLst>
                <a:path extrusionOk="0" h="5227" w="5408">
                  <a:moveTo>
                    <a:pt x="181" y="1"/>
                  </a:moveTo>
                  <a:cubicBezTo>
                    <a:pt x="120" y="45"/>
                    <a:pt x="59" y="86"/>
                    <a:pt x="1" y="130"/>
                  </a:cubicBezTo>
                  <a:lnTo>
                    <a:pt x="1834" y="1963"/>
                  </a:lnTo>
                  <a:lnTo>
                    <a:pt x="1861" y="1990"/>
                  </a:lnTo>
                  <a:lnTo>
                    <a:pt x="1888" y="2018"/>
                  </a:lnTo>
                  <a:lnTo>
                    <a:pt x="5093" y="5227"/>
                  </a:lnTo>
                  <a:lnTo>
                    <a:pt x="5407" y="5227"/>
                  </a:lnTo>
                  <a:lnTo>
                    <a:pt x="2041" y="1861"/>
                  </a:lnTo>
                  <a:lnTo>
                    <a:pt x="2014" y="1834"/>
                  </a:lnTo>
                  <a:lnTo>
                    <a:pt x="1987" y="1806"/>
                  </a:lnTo>
                  <a:lnTo>
                    <a:pt x="18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6733603" y="4736783"/>
              <a:ext cx="501094" cy="457737"/>
            </a:xfrm>
            <a:custGeom>
              <a:rect b="b" l="l" r="r" t="t"/>
              <a:pathLst>
                <a:path extrusionOk="0" h="6412" w="6621">
                  <a:moveTo>
                    <a:pt x="208" y="1"/>
                  </a:moveTo>
                  <a:cubicBezTo>
                    <a:pt x="141" y="34"/>
                    <a:pt x="69" y="69"/>
                    <a:pt x="1" y="103"/>
                  </a:cubicBezTo>
                  <a:lnTo>
                    <a:pt x="1476" y="1578"/>
                  </a:lnTo>
                  <a:lnTo>
                    <a:pt x="1503" y="1605"/>
                  </a:lnTo>
                  <a:lnTo>
                    <a:pt x="1527" y="1632"/>
                  </a:lnTo>
                  <a:lnTo>
                    <a:pt x="6306" y="6412"/>
                  </a:lnTo>
                  <a:lnTo>
                    <a:pt x="6620" y="6412"/>
                  </a:lnTo>
                  <a:lnTo>
                    <a:pt x="1683" y="1476"/>
                  </a:lnTo>
                  <a:lnTo>
                    <a:pt x="1656" y="1448"/>
                  </a:lnTo>
                  <a:lnTo>
                    <a:pt x="1629" y="1421"/>
                  </a:lnTo>
                  <a:lnTo>
                    <a:pt x="20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6902751" y="4676461"/>
              <a:ext cx="568830" cy="518844"/>
            </a:xfrm>
            <a:custGeom>
              <a:rect b="b" l="l" r="r" t="t"/>
              <a:pathLst>
                <a:path extrusionOk="0" h="7268" w="7516">
                  <a:moveTo>
                    <a:pt x="246" y="0"/>
                  </a:moveTo>
                  <a:cubicBezTo>
                    <a:pt x="164" y="21"/>
                    <a:pt x="82" y="41"/>
                    <a:pt x="0" y="65"/>
                  </a:cubicBezTo>
                  <a:lnTo>
                    <a:pt x="797" y="862"/>
                  </a:lnTo>
                  <a:lnTo>
                    <a:pt x="825" y="890"/>
                  </a:lnTo>
                  <a:lnTo>
                    <a:pt x="852" y="917"/>
                  </a:lnTo>
                  <a:lnTo>
                    <a:pt x="7203" y="7267"/>
                  </a:lnTo>
                  <a:lnTo>
                    <a:pt x="7516" y="7267"/>
                  </a:lnTo>
                  <a:lnTo>
                    <a:pt x="1009" y="760"/>
                  </a:lnTo>
                  <a:lnTo>
                    <a:pt x="981" y="733"/>
                  </a:lnTo>
                  <a:lnTo>
                    <a:pt x="954" y="706"/>
                  </a:lnTo>
                  <a:lnTo>
                    <a:pt x="246"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6401059" y="4975789"/>
              <a:ext cx="241351" cy="217018"/>
            </a:xfrm>
            <a:custGeom>
              <a:rect b="b" l="l" r="r" t="t"/>
              <a:pathLst>
                <a:path extrusionOk="0" h="3040" w="3189">
                  <a:moveTo>
                    <a:pt x="153" y="1"/>
                  </a:moveTo>
                  <a:cubicBezTo>
                    <a:pt x="102" y="56"/>
                    <a:pt x="51" y="107"/>
                    <a:pt x="0" y="161"/>
                  </a:cubicBezTo>
                  <a:lnTo>
                    <a:pt x="1969" y="2131"/>
                  </a:lnTo>
                  <a:lnTo>
                    <a:pt x="1997" y="2158"/>
                  </a:lnTo>
                  <a:lnTo>
                    <a:pt x="2876" y="3037"/>
                  </a:lnTo>
                  <a:lnTo>
                    <a:pt x="3189" y="3040"/>
                  </a:lnTo>
                  <a:lnTo>
                    <a:pt x="2177" y="2029"/>
                  </a:lnTo>
                  <a:lnTo>
                    <a:pt x="2150" y="2001"/>
                  </a:lnTo>
                  <a:lnTo>
                    <a:pt x="153"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6344525" y="5033470"/>
              <a:ext cx="179519" cy="158909"/>
            </a:xfrm>
            <a:custGeom>
              <a:rect b="b" l="l" r="r" t="t"/>
              <a:pathLst>
                <a:path extrusionOk="0" h="2226" w="2372">
                  <a:moveTo>
                    <a:pt x="144" y="1"/>
                  </a:moveTo>
                  <a:cubicBezTo>
                    <a:pt x="96" y="55"/>
                    <a:pt x="49" y="113"/>
                    <a:pt x="1" y="167"/>
                  </a:cubicBezTo>
                  <a:lnTo>
                    <a:pt x="1936" y="2103"/>
                  </a:lnTo>
                  <a:lnTo>
                    <a:pt x="1963" y="2130"/>
                  </a:lnTo>
                  <a:lnTo>
                    <a:pt x="1991" y="2157"/>
                  </a:lnTo>
                  <a:lnTo>
                    <a:pt x="2059" y="2225"/>
                  </a:lnTo>
                  <a:lnTo>
                    <a:pt x="2372" y="2225"/>
                  </a:lnTo>
                  <a:lnTo>
                    <a:pt x="2144" y="2001"/>
                  </a:lnTo>
                  <a:lnTo>
                    <a:pt x="2117" y="1973"/>
                  </a:lnTo>
                  <a:lnTo>
                    <a:pt x="2093" y="1946"/>
                  </a:lnTo>
                  <a:lnTo>
                    <a:pt x="14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6460090" y="4920892"/>
              <a:ext cx="300687" cy="272201"/>
            </a:xfrm>
            <a:custGeom>
              <a:rect b="b" l="l" r="r" t="t"/>
              <a:pathLst>
                <a:path extrusionOk="0" h="3813" w="3973">
                  <a:moveTo>
                    <a:pt x="164" y="1"/>
                  </a:moveTo>
                  <a:cubicBezTo>
                    <a:pt x="109" y="51"/>
                    <a:pt x="55" y="103"/>
                    <a:pt x="0" y="153"/>
                  </a:cubicBezTo>
                  <a:lnTo>
                    <a:pt x="1969" y="2119"/>
                  </a:lnTo>
                  <a:lnTo>
                    <a:pt x="1997" y="2147"/>
                  </a:lnTo>
                  <a:lnTo>
                    <a:pt x="2024" y="2174"/>
                  </a:lnTo>
                  <a:lnTo>
                    <a:pt x="3659" y="3812"/>
                  </a:lnTo>
                  <a:lnTo>
                    <a:pt x="3972" y="3812"/>
                  </a:lnTo>
                  <a:lnTo>
                    <a:pt x="2177" y="2017"/>
                  </a:lnTo>
                  <a:lnTo>
                    <a:pt x="2150" y="1990"/>
                  </a:lnTo>
                  <a:lnTo>
                    <a:pt x="2123" y="1963"/>
                  </a:lnTo>
                  <a:lnTo>
                    <a:pt x="16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6290110" y="5093293"/>
              <a:ext cx="115416" cy="98872"/>
            </a:xfrm>
            <a:custGeom>
              <a:rect b="b" l="l" r="r" t="t"/>
              <a:pathLst>
                <a:path extrusionOk="0" h="1385" w="1525">
                  <a:moveTo>
                    <a:pt x="144" y="1"/>
                  </a:moveTo>
                  <a:cubicBezTo>
                    <a:pt x="97" y="59"/>
                    <a:pt x="49" y="117"/>
                    <a:pt x="1" y="174"/>
                  </a:cubicBezTo>
                  <a:lnTo>
                    <a:pt x="1210" y="1380"/>
                  </a:lnTo>
                  <a:lnTo>
                    <a:pt x="1524" y="1384"/>
                  </a:lnTo>
                  <a:lnTo>
                    <a:pt x="14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 name="Google Shape;56;p3"/>
          <p:cNvGrpSpPr/>
          <p:nvPr/>
        </p:nvGrpSpPr>
        <p:grpSpPr>
          <a:xfrm>
            <a:off x="-40223" y="-142013"/>
            <a:ext cx="1291147" cy="2218459"/>
            <a:chOff x="4895725" y="2485200"/>
            <a:chExt cx="464525" cy="744050"/>
          </a:xfrm>
        </p:grpSpPr>
        <p:sp>
          <p:nvSpPr>
            <p:cNvPr id="57" name="Google Shape;57;p3"/>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7F8FC"/>
        </a:solidFill>
      </p:bgPr>
    </p:bg>
    <p:spTree>
      <p:nvGrpSpPr>
        <p:cNvPr id="86" name="Shape 86"/>
        <p:cNvGrpSpPr/>
        <p:nvPr/>
      </p:nvGrpSpPr>
      <p:grpSpPr>
        <a:xfrm>
          <a:off x="0" y="0"/>
          <a:ext cx="0" cy="0"/>
          <a:chOff x="0" y="0"/>
          <a:chExt cx="0" cy="0"/>
        </a:xfrm>
      </p:grpSpPr>
      <p:sp>
        <p:nvSpPr>
          <p:cNvPr id="87" name="Google Shape;87;p4"/>
          <p:cNvSpPr txBox="1"/>
          <p:nvPr>
            <p:ph type="title"/>
          </p:nvPr>
        </p:nvSpPr>
        <p:spPr>
          <a:xfrm>
            <a:off x="912058" y="504275"/>
            <a:ext cx="7315200" cy="54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solidFill>
                  <a:schemeClr val="accent3"/>
                </a:solidFill>
                <a:latin typeface="Montserrat Black"/>
                <a:ea typeface="Montserrat Black"/>
                <a:cs typeface="Montserrat Black"/>
                <a:sym typeface="Montserrat Black"/>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 name="Google Shape;88;p4"/>
          <p:cNvSpPr txBox="1"/>
          <p:nvPr>
            <p:ph idx="1" type="body"/>
          </p:nvPr>
        </p:nvSpPr>
        <p:spPr>
          <a:xfrm>
            <a:off x="914400" y="1281475"/>
            <a:ext cx="7299900" cy="314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FFFFFF"/>
              </a:buClr>
              <a:buSzPts val="1200"/>
              <a:buAutoNum type="arabicPeriod"/>
              <a:defRPr sz="1200"/>
            </a:lvl1pPr>
            <a:lvl2pPr indent="-304800" lvl="1" marL="914400" rtl="0">
              <a:spcBef>
                <a:spcPts val="1600"/>
              </a:spcBef>
              <a:spcAft>
                <a:spcPts val="0"/>
              </a:spcAft>
              <a:buClr>
                <a:srgbClr val="FFFFFF"/>
              </a:buClr>
              <a:buSzPts val="1200"/>
              <a:buAutoNum type="alphaLcPeriod"/>
              <a:defRPr/>
            </a:lvl2pPr>
            <a:lvl3pPr indent="-304800" lvl="2" marL="1371600" rtl="0">
              <a:spcBef>
                <a:spcPts val="1600"/>
              </a:spcBef>
              <a:spcAft>
                <a:spcPts val="0"/>
              </a:spcAft>
              <a:buClr>
                <a:srgbClr val="FFFFFF"/>
              </a:buClr>
              <a:buSzPts val="1200"/>
              <a:buAutoNum type="romanLcPeriod"/>
              <a:defRPr/>
            </a:lvl3pPr>
            <a:lvl4pPr indent="-304800" lvl="3" marL="1828800" rtl="0">
              <a:spcBef>
                <a:spcPts val="1600"/>
              </a:spcBef>
              <a:spcAft>
                <a:spcPts val="0"/>
              </a:spcAft>
              <a:buClr>
                <a:srgbClr val="FFFFFF"/>
              </a:buClr>
              <a:buSzPts val="1200"/>
              <a:buAutoNum type="arabicPeriod"/>
              <a:defRPr/>
            </a:lvl4pPr>
            <a:lvl5pPr indent="-304800" lvl="4" marL="2286000" rtl="0">
              <a:spcBef>
                <a:spcPts val="1600"/>
              </a:spcBef>
              <a:spcAft>
                <a:spcPts val="0"/>
              </a:spcAft>
              <a:buClr>
                <a:srgbClr val="FFFFFF"/>
              </a:buClr>
              <a:buSzPts val="1200"/>
              <a:buAutoNum type="alphaLcPeriod"/>
              <a:defRPr/>
            </a:lvl5pPr>
            <a:lvl6pPr indent="-304800" lvl="5" marL="2743200" rtl="0">
              <a:spcBef>
                <a:spcPts val="1600"/>
              </a:spcBef>
              <a:spcAft>
                <a:spcPts val="0"/>
              </a:spcAft>
              <a:buClr>
                <a:srgbClr val="FFFFFF"/>
              </a:buClr>
              <a:buSzPts val="1200"/>
              <a:buAutoNum type="romanLcPeriod"/>
              <a:defRPr/>
            </a:lvl6pPr>
            <a:lvl7pPr indent="-304800" lvl="6" marL="3200400" rtl="0">
              <a:spcBef>
                <a:spcPts val="1600"/>
              </a:spcBef>
              <a:spcAft>
                <a:spcPts val="0"/>
              </a:spcAft>
              <a:buClr>
                <a:srgbClr val="FFFFFF"/>
              </a:buClr>
              <a:buSzPts val="1200"/>
              <a:buAutoNum type="arabicPeriod"/>
              <a:defRPr/>
            </a:lvl7pPr>
            <a:lvl8pPr indent="-304800" lvl="7" marL="3657600" rtl="0">
              <a:spcBef>
                <a:spcPts val="1600"/>
              </a:spcBef>
              <a:spcAft>
                <a:spcPts val="0"/>
              </a:spcAft>
              <a:buClr>
                <a:srgbClr val="FFFFFF"/>
              </a:buClr>
              <a:buSzPts val="1200"/>
              <a:buAutoNum type="alphaLcPeriod"/>
              <a:defRPr/>
            </a:lvl8pPr>
            <a:lvl9pPr indent="-304800" lvl="8" marL="4114800" rtl="0">
              <a:spcBef>
                <a:spcPts val="1600"/>
              </a:spcBef>
              <a:spcAft>
                <a:spcPts val="1600"/>
              </a:spcAft>
              <a:buClr>
                <a:srgbClr val="FFFFFF"/>
              </a:buClr>
              <a:buSzPts val="1200"/>
              <a:buAutoNum type="romanLcPeriod"/>
              <a:defRPr/>
            </a:lvl9pPr>
          </a:lstStyle>
          <a:p/>
        </p:txBody>
      </p:sp>
      <p:sp>
        <p:nvSpPr>
          <p:cNvPr id="89" name="Google Shape;89;p4"/>
          <p:cNvSpPr/>
          <p:nvPr/>
        </p:nvSpPr>
        <p:spPr>
          <a:xfrm>
            <a:off x="3640916" y="4939133"/>
            <a:ext cx="3036" cy="2077"/>
          </a:xfrm>
          <a:custGeom>
            <a:rect b="b" l="l" r="r" t="t"/>
            <a:pathLst>
              <a:path extrusionOk="0" h="39" w="39">
                <a:moveTo>
                  <a:pt x="39" y="38"/>
                </a:moveTo>
                <a:lnTo>
                  <a:pt x="39" y="38"/>
                </a:lnTo>
                <a:lnTo>
                  <a:pt x="1" y="1"/>
                </a:lnTo>
                <a:lnTo>
                  <a:pt x="1" y="1"/>
                </a:ln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 name="Google Shape;90;p4"/>
          <p:cNvGrpSpPr/>
          <p:nvPr/>
        </p:nvGrpSpPr>
        <p:grpSpPr>
          <a:xfrm>
            <a:off x="6843884" y="-426174"/>
            <a:ext cx="2501000" cy="1673624"/>
            <a:chOff x="6843884" y="-426174"/>
            <a:chExt cx="2501000" cy="1673624"/>
          </a:xfrm>
        </p:grpSpPr>
        <p:sp>
          <p:nvSpPr>
            <p:cNvPr id="91" name="Google Shape;91;p4"/>
            <p:cNvSpPr/>
            <p:nvPr/>
          </p:nvSpPr>
          <p:spPr>
            <a:xfrm>
              <a:off x="7667903" y="-136207"/>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 name="Google Shape;92;p4"/>
            <p:cNvPicPr preferRelativeResize="0"/>
            <p:nvPr/>
          </p:nvPicPr>
          <p:blipFill>
            <a:blip r:embed="rId2">
              <a:alphaModFix/>
            </a:blip>
            <a:stretch>
              <a:fillRect/>
            </a:stretch>
          </p:blipFill>
          <p:spPr>
            <a:xfrm>
              <a:off x="6843884" y="-426174"/>
              <a:ext cx="2501000" cy="1383650"/>
            </a:xfrm>
            <a:prstGeom prst="rect">
              <a:avLst/>
            </a:prstGeom>
            <a:noFill/>
            <a:ln>
              <a:noFill/>
            </a:ln>
          </p:spPr>
        </p:pic>
      </p:grpSp>
      <p:grpSp>
        <p:nvGrpSpPr>
          <p:cNvPr id="93" name="Google Shape;93;p4"/>
          <p:cNvGrpSpPr/>
          <p:nvPr/>
        </p:nvGrpSpPr>
        <p:grpSpPr>
          <a:xfrm>
            <a:off x="-65294" y="2635223"/>
            <a:ext cx="4507248" cy="2851689"/>
            <a:chOff x="-65294" y="2635223"/>
            <a:chExt cx="4507248" cy="2851689"/>
          </a:xfrm>
        </p:grpSpPr>
        <p:sp>
          <p:nvSpPr>
            <p:cNvPr id="94" name="Google Shape;94;p4"/>
            <p:cNvSpPr/>
            <p:nvPr/>
          </p:nvSpPr>
          <p:spPr>
            <a:xfrm>
              <a:off x="-37819" y="3229639"/>
              <a:ext cx="642083" cy="720261"/>
            </a:xfrm>
            <a:custGeom>
              <a:rect b="b" l="l" r="r" t="t"/>
              <a:pathLst>
                <a:path extrusionOk="0" h="13525" w="8249">
                  <a:moveTo>
                    <a:pt x="1" y="1"/>
                  </a:moveTo>
                  <a:lnTo>
                    <a:pt x="1" y="13149"/>
                  </a:lnTo>
                  <a:cubicBezTo>
                    <a:pt x="904" y="13390"/>
                    <a:pt x="1832" y="13525"/>
                    <a:pt x="2764" y="13525"/>
                  </a:cubicBezTo>
                  <a:cubicBezTo>
                    <a:pt x="2962" y="13525"/>
                    <a:pt x="3161" y="13519"/>
                    <a:pt x="3359" y="13506"/>
                  </a:cubicBezTo>
                  <a:cubicBezTo>
                    <a:pt x="4938" y="13408"/>
                    <a:pt x="6513" y="12870"/>
                    <a:pt x="7795" y="11950"/>
                  </a:cubicBezTo>
                  <a:cubicBezTo>
                    <a:pt x="8032" y="10960"/>
                    <a:pt x="8211" y="9965"/>
                    <a:pt x="8220" y="8961"/>
                  </a:cubicBezTo>
                  <a:cubicBezTo>
                    <a:pt x="8248" y="6263"/>
                    <a:pt x="6970" y="3580"/>
                    <a:pt x="4858" y="1896"/>
                  </a:cubicBezTo>
                  <a:cubicBezTo>
                    <a:pt x="3476" y="797"/>
                    <a:pt x="1760" y="147"/>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37819" y="3866020"/>
              <a:ext cx="2675357" cy="1620893"/>
            </a:xfrm>
            <a:custGeom>
              <a:rect b="b" l="l" r="r" t="t"/>
              <a:pathLst>
                <a:path extrusionOk="0" h="30437" w="34371">
                  <a:moveTo>
                    <a:pt x="7795" y="0"/>
                  </a:moveTo>
                  <a:lnTo>
                    <a:pt x="7795" y="0"/>
                  </a:lnTo>
                  <a:cubicBezTo>
                    <a:pt x="6513" y="920"/>
                    <a:pt x="4938" y="1458"/>
                    <a:pt x="3359" y="1556"/>
                  </a:cubicBezTo>
                  <a:cubicBezTo>
                    <a:pt x="3161" y="1569"/>
                    <a:pt x="2962" y="1575"/>
                    <a:pt x="2764" y="1575"/>
                  </a:cubicBezTo>
                  <a:cubicBezTo>
                    <a:pt x="1832" y="1575"/>
                    <a:pt x="904" y="1440"/>
                    <a:pt x="1" y="1199"/>
                  </a:cubicBezTo>
                  <a:lnTo>
                    <a:pt x="1" y="30437"/>
                  </a:lnTo>
                  <a:lnTo>
                    <a:pt x="33058" y="30437"/>
                  </a:lnTo>
                  <a:cubicBezTo>
                    <a:pt x="33441" y="29682"/>
                    <a:pt x="33737" y="28895"/>
                    <a:pt x="33874" y="28051"/>
                  </a:cubicBezTo>
                  <a:cubicBezTo>
                    <a:pt x="34370" y="24967"/>
                    <a:pt x="32507" y="21872"/>
                    <a:pt x="29965" y="20052"/>
                  </a:cubicBezTo>
                  <a:cubicBezTo>
                    <a:pt x="27419" y="18237"/>
                    <a:pt x="24297" y="17464"/>
                    <a:pt x="21231" y="16836"/>
                  </a:cubicBezTo>
                  <a:cubicBezTo>
                    <a:pt x="18166" y="16209"/>
                    <a:pt x="15030" y="15681"/>
                    <a:pt x="12248" y="14252"/>
                  </a:cubicBezTo>
                  <a:cubicBezTo>
                    <a:pt x="9465" y="12828"/>
                    <a:pt x="7037" y="10305"/>
                    <a:pt x="6622" y="7206"/>
                  </a:cubicBezTo>
                  <a:cubicBezTo>
                    <a:pt x="6296" y="4777"/>
                    <a:pt x="7216" y="2405"/>
                    <a:pt x="77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 name="Google Shape;96;p4"/>
            <p:cNvPicPr preferRelativeResize="0"/>
            <p:nvPr/>
          </p:nvPicPr>
          <p:blipFill>
            <a:blip r:embed="rId3">
              <a:alphaModFix/>
            </a:blip>
            <a:stretch>
              <a:fillRect/>
            </a:stretch>
          </p:blipFill>
          <p:spPr>
            <a:xfrm>
              <a:off x="-65294" y="2635223"/>
              <a:ext cx="429975" cy="1259569"/>
            </a:xfrm>
            <a:prstGeom prst="rect">
              <a:avLst/>
            </a:prstGeom>
            <a:noFill/>
            <a:ln>
              <a:noFill/>
            </a:ln>
          </p:spPr>
        </p:pic>
        <p:pic>
          <p:nvPicPr>
            <p:cNvPr id="97" name="Google Shape;97;p4"/>
            <p:cNvPicPr preferRelativeResize="0"/>
            <p:nvPr/>
          </p:nvPicPr>
          <p:blipFill>
            <a:blip r:embed="rId4">
              <a:alphaModFix/>
            </a:blip>
            <a:stretch>
              <a:fillRect/>
            </a:stretch>
          </p:blipFill>
          <p:spPr>
            <a:xfrm>
              <a:off x="1716277" y="4757905"/>
              <a:ext cx="2725678" cy="431892"/>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8" name="Shape 98"/>
        <p:cNvGrpSpPr/>
        <p:nvPr/>
      </p:nvGrpSpPr>
      <p:grpSpPr>
        <a:xfrm>
          <a:off x="0" y="0"/>
          <a:ext cx="0" cy="0"/>
          <a:chOff x="0" y="0"/>
          <a:chExt cx="0" cy="0"/>
        </a:xfrm>
      </p:grpSpPr>
      <p:sp>
        <p:nvSpPr>
          <p:cNvPr id="99" name="Google Shape;99;p5"/>
          <p:cNvSpPr txBox="1"/>
          <p:nvPr>
            <p:ph type="ctrTitle"/>
          </p:nvPr>
        </p:nvSpPr>
        <p:spPr>
          <a:xfrm>
            <a:off x="6430548" y="2628993"/>
            <a:ext cx="1371600" cy="274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accent3"/>
              </a:buClr>
              <a:buSzPts val="1800"/>
              <a:buNone/>
              <a:defRPr sz="1800">
                <a:solidFill>
                  <a:schemeClr val="accent3"/>
                </a:solidFill>
              </a:defRPr>
            </a:lvl1pPr>
            <a:lvl2pPr lvl="1" rtl="0" algn="ctr">
              <a:spcBef>
                <a:spcPts val="0"/>
              </a:spcBef>
              <a:spcAft>
                <a:spcPts val="0"/>
              </a:spcAft>
              <a:buClr>
                <a:schemeClr val="accent3"/>
              </a:buClr>
              <a:buSzPts val="1800"/>
              <a:buNone/>
              <a:defRPr sz="1800">
                <a:solidFill>
                  <a:schemeClr val="accent3"/>
                </a:solidFill>
              </a:defRPr>
            </a:lvl2pPr>
            <a:lvl3pPr lvl="2" rtl="0" algn="ctr">
              <a:spcBef>
                <a:spcPts val="0"/>
              </a:spcBef>
              <a:spcAft>
                <a:spcPts val="0"/>
              </a:spcAft>
              <a:buClr>
                <a:schemeClr val="accent3"/>
              </a:buClr>
              <a:buSzPts val="1800"/>
              <a:buNone/>
              <a:defRPr sz="1800">
                <a:solidFill>
                  <a:schemeClr val="accent3"/>
                </a:solidFill>
              </a:defRPr>
            </a:lvl3pPr>
            <a:lvl4pPr lvl="3" rtl="0" algn="ctr">
              <a:spcBef>
                <a:spcPts val="0"/>
              </a:spcBef>
              <a:spcAft>
                <a:spcPts val="0"/>
              </a:spcAft>
              <a:buClr>
                <a:schemeClr val="accent3"/>
              </a:buClr>
              <a:buSzPts val="1800"/>
              <a:buNone/>
              <a:defRPr sz="1800">
                <a:solidFill>
                  <a:schemeClr val="accent3"/>
                </a:solidFill>
              </a:defRPr>
            </a:lvl4pPr>
            <a:lvl5pPr lvl="4" rtl="0" algn="ctr">
              <a:spcBef>
                <a:spcPts val="0"/>
              </a:spcBef>
              <a:spcAft>
                <a:spcPts val="0"/>
              </a:spcAft>
              <a:buClr>
                <a:schemeClr val="accent3"/>
              </a:buClr>
              <a:buSzPts val="1800"/>
              <a:buNone/>
              <a:defRPr sz="1800">
                <a:solidFill>
                  <a:schemeClr val="accent3"/>
                </a:solidFill>
              </a:defRPr>
            </a:lvl5pPr>
            <a:lvl6pPr lvl="5" rtl="0" algn="ctr">
              <a:spcBef>
                <a:spcPts val="0"/>
              </a:spcBef>
              <a:spcAft>
                <a:spcPts val="0"/>
              </a:spcAft>
              <a:buClr>
                <a:schemeClr val="accent3"/>
              </a:buClr>
              <a:buSzPts val="1800"/>
              <a:buNone/>
              <a:defRPr sz="1800">
                <a:solidFill>
                  <a:schemeClr val="accent3"/>
                </a:solidFill>
              </a:defRPr>
            </a:lvl6pPr>
            <a:lvl7pPr lvl="6" rtl="0" algn="ctr">
              <a:spcBef>
                <a:spcPts val="0"/>
              </a:spcBef>
              <a:spcAft>
                <a:spcPts val="0"/>
              </a:spcAft>
              <a:buClr>
                <a:schemeClr val="accent3"/>
              </a:buClr>
              <a:buSzPts val="1800"/>
              <a:buNone/>
              <a:defRPr sz="1800">
                <a:solidFill>
                  <a:schemeClr val="accent3"/>
                </a:solidFill>
              </a:defRPr>
            </a:lvl7pPr>
            <a:lvl8pPr lvl="7" rtl="0" algn="ctr">
              <a:spcBef>
                <a:spcPts val="0"/>
              </a:spcBef>
              <a:spcAft>
                <a:spcPts val="0"/>
              </a:spcAft>
              <a:buClr>
                <a:schemeClr val="accent3"/>
              </a:buClr>
              <a:buSzPts val="1800"/>
              <a:buNone/>
              <a:defRPr sz="1800">
                <a:solidFill>
                  <a:schemeClr val="accent3"/>
                </a:solidFill>
              </a:defRPr>
            </a:lvl8pPr>
            <a:lvl9pPr lvl="8" rtl="0" algn="ctr">
              <a:spcBef>
                <a:spcPts val="0"/>
              </a:spcBef>
              <a:spcAft>
                <a:spcPts val="0"/>
              </a:spcAft>
              <a:buClr>
                <a:schemeClr val="accent3"/>
              </a:buClr>
              <a:buSzPts val="1800"/>
              <a:buNone/>
              <a:defRPr sz="1800">
                <a:solidFill>
                  <a:schemeClr val="accent3"/>
                </a:solidFill>
              </a:defRPr>
            </a:lvl9pPr>
          </a:lstStyle>
          <a:p/>
        </p:txBody>
      </p:sp>
      <p:sp>
        <p:nvSpPr>
          <p:cNvPr id="100" name="Google Shape;100;p5"/>
          <p:cNvSpPr txBox="1"/>
          <p:nvPr>
            <p:ph idx="1" type="subTitle"/>
          </p:nvPr>
        </p:nvSpPr>
        <p:spPr>
          <a:xfrm>
            <a:off x="5042950" y="3122523"/>
            <a:ext cx="2743200" cy="1146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20124D"/>
              </a:buClr>
              <a:buSzPts val="1200"/>
              <a:buFont typeface="Roboto Condensed Light"/>
              <a:buNone/>
              <a:defRPr/>
            </a:lvl1pPr>
            <a:lvl2pPr lvl="1"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9pPr>
          </a:lstStyle>
          <a:p/>
        </p:txBody>
      </p:sp>
      <p:sp>
        <p:nvSpPr>
          <p:cNvPr id="101" name="Google Shape;101;p5"/>
          <p:cNvSpPr txBox="1"/>
          <p:nvPr>
            <p:ph idx="2" type="title"/>
          </p:nvPr>
        </p:nvSpPr>
        <p:spPr>
          <a:xfrm>
            <a:off x="914238" y="507144"/>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2" name="Google Shape;102;p5"/>
          <p:cNvSpPr txBox="1"/>
          <p:nvPr>
            <p:ph idx="3" type="ctrTitle"/>
          </p:nvPr>
        </p:nvSpPr>
        <p:spPr>
          <a:xfrm>
            <a:off x="1221943" y="2628993"/>
            <a:ext cx="1371600" cy="274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rgbClr val="20124D"/>
              </a:buClr>
              <a:buSzPts val="1800"/>
              <a:buNone/>
              <a:defRPr sz="1800">
                <a:solidFill>
                  <a:schemeClr val="accent3"/>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3" name="Google Shape;103;p5"/>
          <p:cNvSpPr txBox="1"/>
          <p:nvPr>
            <p:ph idx="4" type="subTitle"/>
          </p:nvPr>
        </p:nvSpPr>
        <p:spPr>
          <a:xfrm>
            <a:off x="1359900" y="3118599"/>
            <a:ext cx="2743200" cy="1146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20124D"/>
              </a:buClr>
              <a:buSzPts val="1200"/>
              <a:buFont typeface="Roboto Condensed Light"/>
              <a:buNone/>
              <a:defRPr/>
            </a:lvl1pPr>
            <a:lvl2pPr lvl="1" rtl="0" algn="ctr">
              <a:lnSpc>
                <a:spcPct val="100000"/>
              </a:lnSpc>
              <a:spcBef>
                <a:spcPts val="1600"/>
              </a:spcBef>
              <a:spcAft>
                <a:spcPts val="0"/>
              </a:spcAft>
              <a:buSzPts val="1200"/>
              <a:buFont typeface="Roboto Condensed Light"/>
              <a:buNone/>
              <a:defRPr sz="12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9pPr>
          </a:lstStyle>
          <a:p/>
        </p:txBody>
      </p:sp>
      <p:grpSp>
        <p:nvGrpSpPr>
          <p:cNvPr id="104" name="Google Shape;104;p5"/>
          <p:cNvGrpSpPr/>
          <p:nvPr/>
        </p:nvGrpSpPr>
        <p:grpSpPr>
          <a:xfrm>
            <a:off x="-720095" y="3263904"/>
            <a:ext cx="3539492" cy="2951122"/>
            <a:chOff x="-720095" y="3263904"/>
            <a:chExt cx="3539492" cy="2951122"/>
          </a:xfrm>
        </p:grpSpPr>
        <p:sp>
          <p:nvSpPr>
            <p:cNvPr id="105" name="Google Shape;105;p5"/>
            <p:cNvSpPr/>
            <p:nvPr/>
          </p:nvSpPr>
          <p:spPr>
            <a:xfrm flipH="1" rot="-4042627">
              <a:off x="-482993" y="3745959"/>
              <a:ext cx="1004486" cy="118336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flipH="1" rot="-1422298">
              <a:off x="-289786" y="3599993"/>
              <a:ext cx="2150190" cy="2278942"/>
            </a:xfrm>
            <a:custGeom>
              <a:rect b="b" l="l" r="r" t="t"/>
              <a:pathLst>
                <a:path extrusionOk="0" h="44554" w="37180">
                  <a:moveTo>
                    <a:pt x="27786" y="0"/>
                  </a:moveTo>
                  <a:cubicBezTo>
                    <a:pt x="24969" y="3347"/>
                    <a:pt x="24958" y="8209"/>
                    <a:pt x="23557" y="12382"/>
                  </a:cubicBezTo>
                  <a:cubicBezTo>
                    <a:pt x="21980" y="17084"/>
                    <a:pt x="18515" y="21019"/>
                    <a:pt x="14327" y="23676"/>
                  </a:cubicBezTo>
                  <a:cubicBezTo>
                    <a:pt x="10400" y="26173"/>
                    <a:pt x="5653" y="27775"/>
                    <a:pt x="2944" y="31561"/>
                  </a:cubicBezTo>
                  <a:cubicBezTo>
                    <a:pt x="1949" y="32947"/>
                    <a:pt x="1294" y="34553"/>
                    <a:pt x="798" y="36188"/>
                  </a:cubicBezTo>
                  <a:cubicBezTo>
                    <a:pt x="336" y="37712"/>
                    <a:pt x="0" y="39289"/>
                    <a:pt x="38" y="40880"/>
                  </a:cubicBezTo>
                  <a:cubicBezTo>
                    <a:pt x="71" y="42154"/>
                    <a:pt x="347" y="43387"/>
                    <a:pt x="817" y="44553"/>
                  </a:cubicBezTo>
                  <a:lnTo>
                    <a:pt x="37179" y="44553"/>
                  </a:lnTo>
                  <a:lnTo>
                    <a:pt x="3717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5"/>
            <p:cNvPicPr preferRelativeResize="0"/>
            <p:nvPr/>
          </p:nvPicPr>
          <p:blipFill>
            <a:blip r:embed="rId2">
              <a:alphaModFix/>
            </a:blip>
            <a:stretch>
              <a:fillRect/>
            </a:stretch>
          </p:blipFill>
          <p:spPr>
            <a:xfrm>
              <a:off x="-408555" y="4129802"/>
              <a:ext cx="3227952" cy="1815723"/>
            </a:xfrm>
            <a:prstGeom prst="rect">
              <a:avLst/>
            </a:prstGeom>
            <a:noFill/>
            <a:ln>
              <a:noFill/>
            </a:ln>
          </p:spPr>
        </p:pic>
      </p:grpSp>
      <p:grpSp>
        <p:nvGrpSpPr>
          <p:cNvPr id="108" name="Google Shape;108;p5"/>
          <p:cNvGrpSpPr/>
          <p:nvPr/>
        </p:nvGrpSpPr>
        <p:grpSpPr>
          <a:xfrm>
            <a:off x="6779002" y="-295280"/>
            <a:ext cx="3020946" cy="1248196"/>
            <a:chOff x="6779002" y="-295280"/>
            <a:chExt cx="3020946" cy="1248196"/>
          </a:xfrm>
        </p:grpSpPr>
        <p:sp>
          <p:nvSpPr>
            <p:cNvPr id="109" name="Google Shape;109;p5"/>
            <p:cNvSpPr/>
            <p:nvPr/>
          </p:nvSpPr>
          <p:spPr>
            <a:xfrm rot="-10552813">
              <a:off x="7265370" y="25277"/>
              <a:ext cx="2293577" cy="846344"/>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5"/>
            <p:cNvGrpSpPr/>
            <p:nvPr/>
          </p:nvGrpSpPr>
          <p:grpSpPr>
            <a:xfrm flipH="1" rot="-10552854">
              <a:off x="6807262" y="-79993"/>
              <a:ext cx="2878776" cy="890349"/>
              <a:chOff x="3098100" y="3849750"/>
              <a:chExt cx="940775" cy="270425"/>
            </a:xfrm>
          </p:grpSpPr>
          <p:sp>
            <p:nvSpPr>
              <p:cNvPr id="111" name="Google Shape;111;p5"/>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3" name="Google Shape;113;p5"/>
            <p:cNvPicPr preferRelativeResize="0"/>
            <p:nvPr/>
          </p:nvPicPr>
          <p:blipFill rotWithShape="1">
            <a:blip r:embed="rId2">
              <a:alphaModFix/>
            </a:blip>
            <a:srcRect b="0" l="0" r="67147" t="0"/>
            <a:stretch/>
          </p:blipFill>
          <p:spPr>
            <a:xfrm rot="-5400000">
              <a:off x="8361850" y="-672905"/>
              <a:ext cx="1060474" cy="1815723"/>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6"/>
          <p:cNvSpPr txBox="1"/>
          <p:nvPr>
            <p:ph type="title"/>
          </p:nvPr>
        </p:nvSpPr>
        <p:spPr>
          <a:xfrm>
            <a:off x="914400" y="505472"/>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6" name="Google Shape;116;p6"/>
          <p:cNvGrpSpPr/>
          <p:nvPr/>
        </p:nvGrpSpPr>
        <p:grpSpPr>
          <a:xfrm>
            <a:off x="-65294" y="2635223"/>
            <a:ext cx="4507248" cy="2851719"/>
            <a:chOff x="-65294" y="2635223"/>
            <a:chExt cx="4507248" cy="2851719"/>
          </a:xfrm>
        </p:grpSpPr>
        <p:sp>
          <p:nvSpPr>
            <p:cNvPr id="117" name="Google Shape;117;p6"/>
            <p:cNvSpPr/>
            <p:nvPr/>
          </p:nvSpPr>
          <p:spPr>
            <a:xfrm>
              <a:off x="-37819" y="3229639"/>
              <a:ext cx="642082" cy="720274"/>
            </a:xfrm>
            <a:custGeom>
              <a:rect b="b" l="l" r="r" t="t"/>
              <a:pathLst>
                <a:path extrusionOk="0" h="13525" w="8249">
                  <a:moveTo>
                    <a:pt x="1" y="1"/>
                  </a:moveTo>
                  <a:lnTo>
                    <a:pt x="1" y="13149"/>
                  </a:lnTo>
                  <a:cubicBezTo>
                    <a:pt x="904" y="13390"/>
                    <a:pt x="1832" y="13525"/>
                    <a:pt x="2764" y="13525"/>
                  </a:cubicBezTo>
                  <a:cubicBezTo>
                    <a:pt x="2962" y="13525"/>
                    <a:pt x="3161" y="13519"/>
                    <a:pt x="3359" y="13506"/>
                  </a:cubicBezTo>
                  <a:cubicBezTo>
                    <a:pt x="4938" y="13408"/>
                    <a:pt x="6513" y="12870"/>
                    <a:pt x="7795" y="11950"/>
                  </a:cubicBezTo>
                  <a:cubicBezTo>
                    <a:pt x="8032" y="10960"/>
                    <a:pt x="8211" y="9965"/>
                    <a:pt x="8220" y="8961"/>
                  </a:cubicBezTo>
                  <a:cubicBezTo>
                    <a:pt x="8248" y="6263"/>
                    <a:pt x="6970" y="3580"/>
                    <a:pt x="4858" y="1896"/>
                  </a:cubicBezTo>
                  <a:cubicBezTo>
                    <a:pt x="3476" y="797"/>
                    <a:pt x="1760" y="147"/>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37819" y="3866020"/>
              <a:ext cx="2675353" cy="1620922"/>
            </a:xfrm>
            <a:custGeom>
              <a:rect b="b" l="l" r="r" t="t"/>
              <a:pathLst>
                <a:path extrusionOk="0" h="30437" w="34371">
                  <a:moveTo>
                    <a:pt x="7795" y="0"/>
                  </a:moveTo>
                  <a:lnTo>
                    <a:pt x="7795" y="0"/>
                  </a:lnTo>
                  <a:cubicBezTo>
                    <a:pt x="6513" y="920"/>
                    <a:pt x="4938" y="1458"/>
                    <a:pt x="3359" y="1556"/>
                  </a:cubicBezTo>
                  <a:cubicBezTo>
                    <a:pt x="3161" y="1569"/>
                    <a:pt x="2962" y="1575"/>
                    <a:pt x="2764" y="1575"/>
                  </a:cubicBezTo>
                  <a:cubicBezTo>
                    <a:pt x="1832" y="1575"/>
                    <a:pt x="904" y="1440"/>
                    <a:pt x="1" y="1199"/>
                  </a:cubicBezTo>
                  <a:lnTo>
                    <a:pt x="1" y="30437"/>
                  </a:lnTo>
                  <a:lnTo>
                    <a:pt x="33058" y="30437"/>
                  </a:lnTo>
                  <a:cubicBezTo>
                    <a:pt x="33441" y="29682"/>
                    <a:pt x="33737" y="28895"/>
                    <a:pt x="33874" y="28051"/>
                  </a:cubicBezTo>
                  <a:cubicBezTo>
                    <a:pt x="34370" y="24967"/>
                    <a:pt x="32507" y="21872"/>
                    <a:pt x="29965" y="20052"/>
                  </a:cubicBezTo>
                  <a:cubicBezTo>
                    <a:pt x="27419" y="18237"/>
                    <a:pt x="24297" y="17464"/>
                    <a:pt x="21231" y="16836"/>
                  </a:cubicBezTo>
                  <a:cubicBezTo>
                    <a:pt x="18166" y="16209"/>
                    <a:pt x="15030" y="15681"/>
                    <a:pt x="12248" y="14252"/>
                  </a:cubicBezTo>
                  <a:cubicBezTo>
                    <a:pt x="9465" y="12828"/>
                    <a:pt x="7037" y="10305"/>
                    <a:pt x="6622" y="7206"/>
                  </a:cubicBezTo>
                  <a:cubicBezTo>
                    <a:pt x="6296" y="4777"/>
                    <a:pt x="7216" y="2405"/>
                    <a:pt x="77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6"/>
            <p:cNvPicPr preferRelativeResize="0"/>
            <p:nvPr/>
          </p:nvPicPr>
          <p:blipFill>
            <a:blip r:embed="rId2">
              <a:alphaModFix/>
            </a:blip>
            <a:stretch>
              <a:fillRect/>
            </a:stretch>
          </p:blipFill>
          <p:spPr>
            <a:xfrm>
              <a:off x="-65294" y="2635223"/>
              <a:ext cx="429975" cy="1259569"/>
            </a:xfrm>
            <a:prstGeom prst="rect">
              <a:avLst/>
            </a:prstGeom>
            <a:noFill/>
            <a:ln>
              <a:noFill/>
            </a:ln>
          </p:spPr>
        </p:pic>
        <p:pic>
          <p:nvPicPr>
            <p:cNvPr id="120" name="Google Shape;120;p6"/>
            <p:cNvPicPr preferRelativeResize="0"/>
            <p:nvPr/>
          </p:nvPicPr>
          <p:blipFill>
            <a:blip r:embed="rId3">
              <a:alphaModFix/>
            </a:blip>
            <a:stretch>
              <a:fillRect/>
            </a:stretch>
          </p:blipFill>
          <p:spPr>
            <a:xfrm>
              <a:off x="1716277" y="4757905"/>
              <a:ext cx="2725678" cy="431892"/>
            </a:xfrm>
            <a:prstGeom prst="rect">
              <a:avLst/>
            </a:prstGeom>
            <a:noFill/>
            <a:ln>
              <a:noFill/>
            </a:ln>
          </p:spPr>
        </p:pic>
      </p:grpSp>
      <p:grpSp>
        <p:nvGrpSpPr>
          <p:cNvPr id="121" name="Google Shape;121;p6"/>
          <p:cNvGrpSpPr/>
          <p:nvPr/>
        </p:nvGrpSpPr>
        <p:grpSpPr>
          <a:xfrm>
            <a:off x="6920084" y="-349974"/>
            <a:ext cx="2501000" cy="1597424"/>
            <a:chOff x="6920084" y="-349974"/>
            <a:chExt cx="2501000" cy="1597424"/>
          </a:xfrm>
        </p:grpSpPr>
        <p:sp>
          <p:nvSpPr>
            <p:cNvPr id="122" name="Google Shape;122;p6"/>
            <p:cNvSpPr/>
            <p:nvPr/>
          </p:nvSpPr>
          <p:spPr>
            <a:xfrm>
              <a:off x="7667903" y="-136207"/>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6"/>
            <p:cNvPicPr preferRelativeResize="0"/>
            <p:nvPr/>
          </p:nvPicPr>
          <p:blipFill>
            <a:blip r:embed="rId4">
              <a:alphaModFix/>
            </a:blip>
            <a:stretch>
              <a:fillRect/>
            </a:stretch>
          </p:blipFill>
          <p:spPr>
            <a:xfrm>
              <a:off x="6920084" y="-349974"/>
              <a:ext cx="2501000" cy="138365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7"/>
          <p:cNvSpPr txBox="1"/>
          <p:nvPr>
            <p:ph type="title"/>
          </p:nvPr>
        </p:nvSpPr>
        <p:spPr>
          <a:xfrm>
            <a:off x="4572000" y="1697008"/>
            <a:ext cx="3660900" cy="883800"/>
          </a:xfrm>
          <a:prstGeom prst="rect">
            <a:avLst/>
          </a:prstGeom>
        </p:spPr>
        <p:txBody>
          <a:bodyPr anchorCtr="0" anchor="b" bIns="91425" lIns="91425" spcFirstLastPara="1" rIns="91425" wrap="square" tIns="91425">
            <a:noAutofit/>
          </a:bodyPr>
          <a:lstStyle>
            <a:lvl1pPr lvl="0" algn="r">
              <a:spcBef>
                <a:spcPts val="0"/>
              </a:spcBef>
              <a:spcAft>
                <a:spcPts val="0"/>
              </a:spcAft>
              <a:buSzPts val="2400"/>
              <a:buNone/>
              <a:defRPr>
                <a:latin typeface="Montserrat ExtraBold"/>
                <a:ea typeface="Montserrat ExtraBold"/>
                <a:cs typeface="Montserrat ExtraBold"/>
                <a:sym typeface="Montserrat ExtraBold"/>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6" name="Google Shape;126;p7"/>
          <p:cNvSpPr txBox="1"/>
          <p:nvPr>
            <p:ph idx="1" type="subTitle"/>
          </p:nvPr>
        </p:nvSpPr>
        <p:spPr>
          <a:xfrm>
            <a:off x="4573650" y="2589965"/>
            <a:ext cx="3657600" cy="1861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atin typeface="Lato"/>
                <a:ea typeface="Lato"/>
                <a:cs typeface="Lato"/>
                <a:sym typeface="Lato"/>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grpSp>
        <p:nvGrpSpPr>
          <p:cNvPr id="127" name="Google Shape;127;p7"/>
          <p:cNvGrpSpPr/>
          <p:nvPr/>
        </p:nvGrpSpPr>
        <p:grpSpPr>
          <a:xfrm>
            <a:off x="-1204808" y="-74100"/>
            <a:ext cx="7231283" cy="5464048"/>
            <a:chOff x="-1204808" y="-74100"/>
            <a:chExt cx="7231283" cy="5464048"/>
          </a:xfrm>
        </p:grpSpPr>
        <p:sp>
          <p:nvSpPr>
            <p:cNvPr id="128" name="Google Shape;128;p7"/>
            <p:cNvSpPr/>
            <p:nvPr/>
          </p:nvSpPr>
          <p:spPr>
            <a:xfrm rot="10800000">
              <a:off x="4153341" y="4476950"/>
              <a:ext cx="1156796" cy="708608"/>
            </a:xfrm>
            <a:custGeom>
              <a:rect b="b" l="l" r="r" t="t"/>
              <a:pathLst>
                <a:path extrusionOk="0" h="8282" w="15223">
                  <a:moveTo>
                    <a:pt x="0" y="1"/>
                  </a:moveTo>
                  <a:cubicBezTo>
                    <a:pt x="1891" y="2425"/>
                    <a:pt x="4014" y="4641"/>
                    <a:pt x="6636" y="6221"/>
                  </a:cubicBezTo>
                  <a:cubicBezTo>
                    <a:pt x="8786" y="7515"/>
                    <a:pt x="11353" y="8281"/>
                    <a:pt x="13851" y="8281"/>
                  </a:cubicBezTo>
                  <a:cubicBezTo>
                    <a:pt x="14312" y="8281"/>
                    <a:pt x="14770" y="8255"/>
                    <a:pt x="15223" y="8202"/>
                  </a:cubicBezTo>
                  <a:cubicBezTo>
                    <a:pt x="14696" y="5500"/>
                    <a:pt x="14653" y="2713"/>
                    <a:pt x="151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rot="10800000">
              <a:off x="395212" y="361343"/>
              <a:ext cx="3758237" cy="4824215"/>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rot="10800000">
              <a:off x="2128619" y="4341080"/>
              <a:ext cx="2068144" cy="844477"/>
            </a:xfrm>
            <a:custGeom>
              <a:rect b="b" l="l" r="r" t="t"/>
              <a:pathLst>
                <a:path extrusionOk="0" h="9870" w="27216">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rot="10800000">
              <a:off x="2356486" y="-55043"/>
              <a:ext cx="2800232" cy="1123659"/>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rot="10800000">
              <a:off x="-764693" y="248660"/>
              <a:ext cx="1969585" cy="4936898"/>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rot="10800000">
              <a:off x="2068004" y="-55044"/>
              <a:ext cx="3958471" cy="1281175"/>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rot="10800000">
              <a:off x="2356486" y="-55039"/>
              <a:ext cx="2800232" cy="738468"/>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rot="10800000">
              <a:off x="874085" y="729362"/>
              <a:ext cx="1115229"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rot="10800000">
              <a:off x="-764698" y="-55041"/>
              <a:ext cx="2149149" cy="904284"/>
            </a:xfrm>
            <a:custGeom>
              <a:rect b="b" l="l" r="r" t="t"/>
              <a:pathLst>
                <a:path extrusionOk="0" h="10569" w="28282">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7" name="Google Shape;137;p7"/>
            <p:cNvPicPr preferRelativeResize="0"/>
            <p:nvPr/>
          </p:nvPicPr>
          <p:blipFill>
            <a:blip r:embed="rId2">
              <a:alphaModFix/>
            </a:blip>
            <a:stretch>
              <a:fillRect/>
            </a:stretch>
          </p:blipFill>
          <p:spPr>
            <a:xfrm>
              <a:off x="-1204808" y="1697000"/>
              <a:ext cx="4162461" cy="3692948"/>
            </a:xfrm>
            <a:prstGeom prst="rect">
              <a:avLst/>
            </a:prstGeom>
            <a:noFill/>
            <a:ln>
              <a:noFill/>
            </a:ln>
          </p:spPr>
        </p:pic>
        <p:pic>
          <p:nvPicPr>
            <p:cNvPr id="138" name="Google Shape;138;p7"/>
            <p:cNvPicPr preferRelativeResize="0"/>
            <p:nvPr/>
          </p:nvPicPr>
          <p:blipFill>
            <a:blip r:embed="rId3">
              <a:alphaModFix/>
            </a:blip>
            <a:stretch>
              <a:fillRect/>
            </a:stretch>
          </p:blipFill>
          <p:spPr>
            <a:xfrm>
              <a:off x="-1068798" y="-74100"/>
              <a:ext cx="4575068" cy="1281176"/>
            </a:xfrm>
            <a:prstGeom prst="rect">
              <a:avLst/>
            </a:prstGeom>
            <a:noFill/>
            <a:ln>
              <a:noFill/>
            </a:ln>
          </p:spPr>
        </p:pic>
      </p:grpSp>
    </p:spTree>
  </p:cSld>
  <p:clrMapOvr>
    <a:masterClrMapping/>
  </p:clrMapOvr>
  <p:extLst>
    <p:ext uri="{DCECCB84-F9BA-43D5-87BE-67443E8EF086}">
      <p15:sldGuideLst>
        <p15:guide id="1" orient="horz" pos="748">
          <p15:clr>
            <a:srgbClr val="FA7B17"/>
          </p15:clr>
        </p15:guide>
        <p15:guide id="2" pos="2206">
          <p15:clr>
            <a:srgbClr val="FA7B17"/>
          </p15:clr>
        </p15:guide>
        <p15:guide id="3" pos="1765">
          <p15:clr>
            <a:srgbClr val="FA7B17"/>
          </p15:clr>
        </p15:guide>
        <p15:guide id="4" orient="horz" pos="1250">
          <p15:clr>
            <a:srgbClr val="FA7B17"/>
          </p15:clr>
        </p15:guide>
        <p15:guide id="5">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bg>
      <p:bgPr>
        <a:solidFill>
          <a:schemeClr val="accent1"/>
        </a:solidFill>
      </p:bgPr>
    </p:bg>
    <p:spTree>
      <p:nvGrpSpPr>
        <p:cNvPr id="139" name="Shape 139"/>
        <p:cNvGrpSpPr/>
        <p:nvPr/>
      </p:nvGrpSpPr>
      <p:grpSpPr>
        <a:xfrm>
          <a:off x="0" y="0"/>
          <a:ext cx="0" cy="0"/>
          <a:chOff x="0" y="0"/>
          <a:chExt cx="0" cy="0"/>
        </a:xfrm>
      </p:grpSpPr>
      <p:sp>
        <p:nvSpPr>
          <p:cNvPr id="140" name="Google Shape;140;p8"/>
          <p:cNvSpPr txBox="1"/>
          <p:nvPr>
            <p:ph type="ctrTitle"/>
          </p:nvPr>
        </p:nvSpPr>
        <p:spPr>
          <a:xfrm>
            <a:off x="914400" y="3284873"/>
            <a:ext cx="3651600" cy="531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Font typeface="Staatliches"/>
              <a:buNone/>
              <a:defRPr sz="1800">
                <a:solidFill>
                  <a:schemeClr val="accent3"/>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1" name="Google Shape;141;p8"/>
          <p:cNvSpPr txBox="1"/>
          <p:nvPr>
            <p:ph idx="1" type="subTitle"/>
          </p:nvPr>
        </p:nvSpPr>
        <p:spPr>
          <a:xfrm>
            <a:off x="914400" y="965610"/>
            <a:ext cx="3651600" cy="2313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800"/>
              <a:buFont typeface="Roboto Condensed Light"/>
              <a:buNone/>
              <a:defRPr sz="2400">
                <a:solidFill>
                  <a:srgbClr val="FFFFFF"/>
                </a:solidFill>
              </a:defRPr>
            </a:lvl1pPr>
            <a:lvl2pPr lvl="1"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9pPr>
          </a:lstStyle>
          <a:p/>
        </p:txBody>
      </p:sp>
      <p:grpSp>
        <p:nvGrpSpPr>
          <p:cNvPr id="142" name="Google Shape;142;p8"/>
          <p:cNvGrpSpPr/>
          <p:nvPr/>
        </p:nvGrpSpPr>
        <p:grpSpPr>
          <a:xfrm>
            <a:off x="2493374" y="-81232"/>
            <a:ext cx="6955431" cy="5329506"/>
            <a:chOff x="2493374" y="-81232"/>
            <a:chExt cx="6955431" cy="5329506"/>
          </a:xfrm>
        </p:grpSpPr>
        <p:sp>
          <p:nvSpPr>
            <p:cNvPr id="143" name="Google Shape;143;p8"/>
            <p:cNvSpPr/>
            <p:nvPr/>
          </p:nvSpPr>
          <p:spPr>
            <a:xfrm flipH="1" rot="10800000">
              <a:off x="4366399" y="335155"/>
              <a:ext cx="3758237" cy="4824215"/>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flipH="1" rot="10800000">
              <a:off x="4323086" y="4314893"/>
              <a:ext cx="2068144" cy="844477"/>
            </a:xfrm>
            <a:custGeom>
              <a:rect b="b" l="l" r="r" t="t"/>
              <a:pathLst>
                <a:path extrusionOk="0" h="9870" w="27216">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flipH="1" rot="10800000">
              <a:off x="3363131" y="-81230"/>
              <a:ext cx="2800232" cy="1123659"/>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flipH="1" rot="10800000">
              <a:off x="7314957" y="222473"/>
              <a:ext cx="1969585" cy="4936898"/>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flipH="1" rot="10800000">
              <a:off x="7135398" y="-81228"/>
              <a:ext cx="2149149" cy="904284"/>
            </a:xfrm>
            <a:custGeom>
              <a:rect b="b" l="l" r="r" t="t"/>
              <a:pathLst>
                <a:path extrusionOk="0" h="10569" w="28282">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 name="Google Shape;148;p8"/>
            <p:cNvGrpSpPr/>
            <p:nvPr/>
          </p:nvGrpSpPr>
          <p:grpSpPr>
            <a:xfrm>
              <a:off x="2493374" y="-81232"/>
              <a:ext cx="3958471" cy="1281175"/>
              <a:chOff x="2493374" y="-81232"/>
              <a:chExt cx="3958471" cy="1281175"/>
            </a:xfrm>
          </p:grpSpPr>
          <p:sp>
            <p:nvSpPr>
              <p:cNvPr id="149" name="Google Shape;149;p8"/>
              <p:cNvSpPr/>
              <p:nvPr/>
            </p:nvSpPr>
            <p:spPr>
              <a:xfrm flipH="1" rot="10800000">
                <a:off x="2493374" y="-81232"/>
                <a:ext cx="3958471" cy="1281175"/>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flipH="1" rot="10800000">
                <a:off x="3363131" y="-81227"/>
                <a:ext cx="2800232" cy="738468"/>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 name="Google Shape;151;p8"/>
            <p:cNvSpPr/>
            <p:nvPr/>
          </p:nvSpPr>
          <p:spPr>
            <a:xfrm flipH="1" rot="10800000">
              <a:off x="6530534" y="703175"/>
              <a:ext cx="1115229"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2" name="Google Shape;152;p8"/>
            <p:cNvPicPr preferRelativeResize="0"/>
            <p:nvPr/>
          </p:nvPicPr>
          <p:blipFill>
            <a:blip r:embed="rId2">
              <a:alphaModFix/>
            </a:blip>
            <a:stretch>
              <a:fillRect/>
            </a:stretch>
          </p:blipFill>
          <p:spPr>
            <a:xfrm>
              <a:off x="4551674" y="-76200"/>
              <a:ext cx="4820928" cy="2711761"/>
            </a:xfrm>
            <a:prstGeom prst="rect">
              <a:avLst/>
            </a:prstGeom>
            <a:noFill/>
            <a:ln>
              <a:noFill/>
            </a:ln>
          </p:spPr>
        </p:pic>
        <p:pic>
          <p:nvPicPr>
            <p:cNvPr id="153" name="Google Shape;153;p8"/>
            <p:cNvPicPr preferRelativeResize="0"/>
            <p:nvPr/>
          </p:nvPicPr>
          <p:blipFill rotWithShape="1">
            <a:blip r:embed="rId3">
              <a:alphaModFix/>
            </a:blip>
            <a:srcRect b="10800" l="29508" r="0" t="-10800"/>
            <a:stretch/>
          </p:blipFill>
          <p:spPr>
            <a:xfrm>
              <a:off x="5033275" y="1724850"/>
              <a:ext cx="4415530" cy="3523424"/>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rgbClr val="F7F8FC"/>
        </a:solidFill>
      </p:bgPr>
    </p:bg>
    <p:spTree>
      <p:nvGrpSpPr>
        <p:cNvPr id="154" name="Shape 154"/>
        <p:cNvGrpSpPr/>
        <p:nvPr/>
      </p:nvGrpSpPr>
      <p:grpSpPr>
        <a:xfrm>
          <a:off x="0" y="0"/>
          <a:ext cx="0" cy="0"/>
          <a:chOff x="0" y="0"/>
          <a:chExt cx="0" cy="0"/>
        </a:xfrm>
      </p:grpSpPr>
      <p:sp>
        <p:nvSpPr>
          <p:cNvPr id="155" name="Google Shape;155;p9"/>
          <p:cNvSpPr txBox="1"/>
          <p:nvPr>
            <p:ph idx="1" type="subTitle"/>
          </p:nvPr>
        </p:nvSpPr>
        <p:spPr>
          <a:xfrm flipH="1">
            <a:off x="2894200" y="3121150"/>
            <a:ext cx="3525600" cy="34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sz="1400">
                <a:solidFill>
                  <a:srgbClr val="FFFFFF"/>
                </a:solidFill>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156" name="Google Shape;156;p9"/>
          <p:cNvSpPr txBox="1"/>
          <p:nvPr>
            <p:ph type="ctrTitle"/>
          </p:nvPr>
        </p:nvSpPr>
        <p:spPr>
          <a:xfrm flipH="1">
            <a:off x="668300" y="2732350"/>
            <a:ext cx="7977300" cy="388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2400"/>
              <a:buNone/>
              <a:defRPr>
                <a:solidFill>
                  <a:srgbClr val="FFFFFF"/>
                </a:solidFill>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157" name="Google Shape;157;p9"/>
          <p:cNvSpPr txBox="1"/>
          <p:nvPr>
            <p:ph idx="2" type="subTitle"/>
          </p:nvPr>
        </p:nvSpPr>
        <p:spPr>
          <a:xfrm flipH="1">
            <a:off x="914550" y="3108302"/>
            <a:ext cx="7299900" cy="38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sz="1400">
                <a:solidFill>
                  <a:schemeClr val="accent3"/>
                </a:solidFill>
                <a:latin typeface="Lato"/>
                <a:ea typeface="Lato"/>
                <a:cs typeface="Lato"/>
                <a:sym typeface="Lato"/>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158" name="Google Shape;158;p9"/>
          <p:cNvSpPr txBox="1"/>
          <p:nvPr>
            <p:ph idx="3" type="ctrTitle"/>
          </p:nvPr>
        </p:nvSpPr>
        <p:spPr>
          <a:xfrm flipH="1">
            <a:off x="914250" y="2579950"/>
            <a:ext cx="7299900" cy="506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2400"/>
              <a:buNone/>
              <a:defRPr>
                <a:solidFill>
                  <a:schemeClr val="accent3"/>
                </a:solidFill>
                <a:latin typeface="Montserrat ExtraBold"/>
                <a:ea typeface="Montserrat ExtraBold"/>
                <a:cs typeface="Montserrat ExtraBold"/>
                <a:sym typeface="Montserrat ExtraBold"/>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159" name="Google Shape;159;p9"/>
          <p:cNvSpPr txBox="1"/>
          <p:nvPr>
            <p:ph hasCustomPrompt="1" idx="4" type="title"/>
          </p:nvPr>
        </p:nvSpPr>
        <p:spPr>
          <a:xfrm>
            <a:off x="2691300" y="1948575"/>
            <a:ext cx="3734100" cy="623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160" name="Google Shape;160;p9"/>
          <p:cNvSpPr/>
          <p:nvPr/>
        </p:nvSpPr>
        <p:spPr>
          <a:xfrm>
            <a:off x="0" y="-76200"/>
            <a:ext cx="2668237" cy="114584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0" y="-76200"/>
            <a:ext cx="4572074" cy="247402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 name="Google Shape;162;p9"/>
          <p:cNvGrpSpPr/>
          <p:nvPr/>
        </p:nvGrpSpPr>
        <p:grpSpPr>
          <a:xfrm>
            <a:off x="-40223" y="-142013"/>
            <a:ext cx="1291147" cy="2218459"/>
            <a:chOff x="4895725" y="2485200"/>
            <a:chExt cx="464525" cy="744050"/>
          </a:xfrm>
        </p:grpSpPr>
        <p:sp>
          <p:nvSpPr>
            <p:cNvPr id="163" name="Google Shape;163;p9"/>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 name="Google Shape;192;p9"/>
          <p:cNvSpPr/>
          <p:nvPr/>
        </p:nvSpPr>
        <p:spPr>
          <a:xfrm>
            <a:off x="5861375" y="4178175"/>
            <a:ext cx="3351600" cy="1021698"/>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 name="Google Shape;193;p9"/>
          <p:cNvGrpSpPr/>
          <p:nvPr/>
        </p:nvGrpSpPr>
        <p:grpSpPr>
          <a:xfrm>
            <a:off x="6290393" y="4651784"/>
            <a:ext cx="3005329" cy="548185"/>
            <a:chOff x="6290110" y="4651689"/>
            <a:chExt cx="2765556" cy="548185"/>
          </a:xfrm>
        </p:grpSpPr>
        <p:sp>
          <p:nvSpPr>
            <p:cNvPr id="194" name="Google Shape;194;p9"/>
            <p:cNvSpPr/>
            <p:nvPr/>
          </p:nvSpPr>
          <p:spPr>
            <a:xfrm>
              <a:off x="8707752" y="4709513"/>
              <a:ext cx="347912" cy="331809"/>
            </a:xfrm>
            <a:custGeom>
              <a:rect b="b" l="l" r="r" t="t"/>
              <a:pathLst>
                <a:path extrusionOk="0" h="4648" w="4597">
                  <a:moveTo>
                    <a:pt x="263" y="1"/>
                  </a:moveTo>
                  <a:cubicBezTo>
                    <a:pt x="175" y="18"/>
                    <a:pt x="89" y="31"/>
                    <a:pt x="1" y="52"/>
                  </a:cubicBezTo>
                  <a:lnTo>
                    <a:pt x="4249" y="4300"/>
                  </a:lnTo>
                  <a:lnTo>
                    <a:pt x="4276" y="4328"/>
                  </a:lnTo>
                  <a:lnTo>
                    <a:pt x="4596" y="4647"/>
                  </a:lnTo>
                  <a:lnTo>
                    <a:pt x="4596" y="4334"/>
                  </a:lnTo>
                  <a:lnTo>
                    <a:pt x="4460" y="4198"/>
                  </a:lnTo>
                  <a:lnTo>
                    <a:pt x="4433" y="4171"/>
                  </a:lnTo>
                  <a:lnTo>
                    <a:pt x="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8536031" y="4766481"/>
              <a:ext cx="475286" cy="433394"/>
            </a:xfrm>
            <a:custGeom>
              <a:rect b="b" l="l" r="r" t="t"/>
              <a:pathLst>
                <a:path extrusionOk="0" h="6071" w="6280">
                  <a:moveTo>
                    <a:pt x="209" y="0"/>
                  </a:moveTo>
                  <a:cubicBezTo>
                    <a:pt x="141" y="34"/>
                    <a:pt x="69" y="68"/>
                    <a:pt x="1" y="102"/>
                  </a:cubicBezTo>
                  <a:lnTo>
                    <a:pt x="4958" y="5063"/>
                  </a:lnTo>
                  <a:lnTo>
                    <a:pt x="4985" y="5090"/>
                  </a:lnTo>
                  <a:lnTo>
                    <a:pt x="5012" y="5117"/>
                  </a:lnTo>
                  <a:lnTo>
                    <a:pt x="5966" y="6071"/>
                  </a:lnTo>
                  <a:lnTo>
                    <a:pt x="6279" y="6071"/>
                  </a:lnTo>
                  <a:lnTo>
                    <a:pt x="5169" y="4961"/>
                  </a:lnTo>
                  <a:lnTo>
                    <a:pt x="5142" y="4933"/>
                  </a:lnTo>
                  <a:lnTo>
                    <a:pt x="5114" y="4906"/>
                  </a:lnTo>
                  <a:lnTo>
                    <a:pt x="2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8458457" y="4804173"/>
              <a:ext cx="434493" cy="395487"/>
            </a:xfrm>
            <a:custGeom>
              <a:rect b="b" l="l" r="r" t="t"/>
              <a:pathLst>
                <a:path extrusionOk="0" h="5540" w="5741">
                  <a:moveTo>
                    <a:pt x="202" y="0"/>
                  </a:moveTo>
                  <a:cubicBezTo>
                    <a:pt x="137" y="38"/>
                    <a:pt x="68" y="75"/>
                    <a:pt x="1" y="112"/>
                  </a:cubicBezTo>
                  <a:lnTo>
                    <a:pt x="5202" y="5315"/>
                  </a:lnTo>
                  <a:lnTo>
                    <a:pt x="5230" y="5342"/>
                  </a:lnTo>
                  <a:lnTo>
                    <a:pt x="5257" y="5369"/>
                  </a:lnTo>
                  <a:lnTo>
                    <a:pt x="5427" y="5536"/>
                  </a:lnTo>
                  <a:lnTo>
                    <a:pt x="5741" y="5540"/>
                  </a:lnTo>
                  <a:lnTo>
                    <a:pt x="5414" y="5213"/>
                  </a:lnTo>
                  <a:lnTo>
                    <a:pt x="5386" y="5185"/>
                  </a:lnTo>
                  <a:lnTo>
                    <a:pt x="5359" y="5158"/>
                  </a:lnTo>
                  <a:lnTo>
                    <a:pt x="2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8617767" y="4733856"/>
              <a:ext cx="437899" cy="418902"/>
            </a:xfrm>
            <a:custGeom>
              <a:rect b="b" l="l" r="r" t="t"/>
              <a:pathLst>
                <a:path extrusionOk="0" h="5868" w="5786">
                  <a:moveTo>
                    <a:pt x="229" y="1"/>
                  </a:moveTo>
                  <a:cubicBezTo>
                    <a:pt x="154" y="28"/>
                    <a:pt x="76" y="52"/>
                    <a:pt x="1" y="83"/>
                  </a:cubicBezTo>
                  <a:lnTo>
                    <a:pt x="4658" y="4739"/>
                  </a:lnTo>
                  <a:lnTo>
                    <a:pt x="4685" y="4767"/>
                  </a:lnTo>
                  <a:lnTo>
                    <a:pt x="4712" y="4794"/>
                  </a:lnTo>
                  <a:lnTo>
                    <a:pt x="5785" y="5867"/>
                  </a:lnTo>
                  <a:lnTo>
                    <a:pt x="5785" y="5553"/>
                  </a:lnTo>
                  <a:lnTo>
                    <a:pt x="4869" y="4637"/>
                  </a:lnTo>
                  <a:lnTo>
                    <a:pt x="4842" y="4610"/>
                  </a:lnTo>
                  <a:lnTo>
                    <a:pt x="4814" y="4583"/>
                  </a:lnTo>
                  <a:lnTo>
                    <a:pt x="2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8950916" y="4719793"/>
              <a:ext cx="104745" cy="98800"/>
            </a:xfrm>
            <a:custGeom>
              <a:rect b="b" l="l" r="r" t="t"/>
              <a:pathLst>
                <a:path extrusionOk="0" h="1384" w="1384">
                  <a:moveTo>
                    <a:pt x="0" y="0"/>
                  </a:moveTo>
                  <a:lnTo>
                    <a:pt x="1383" y="1383"/>
                  </a:lnTo>
                  <a:lnTo>
                    <a:pt x="1383" y="1073"/>
                  </a:lnTo>
                  <a:lnTo>
                    <a:pt x="525" y="211"/>
                  </a:lnTo>
                  <a:cubicBezTo>
                    <a:pt x="358" y="129"/>
                    <a:pt x="181" y="61"/>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8812949" y="4700947"/>
              <a:ext cx="242714" cy="229011"/>
            </a:xfrm>
            <a:custGeom>
              <a:rect b="b" l="l" r="r" t="t"/>
              <a:pathLst>
                <a:path extrusionOk="0" h="3208" w="3207">
                  <a:moveTo>
                    <a:pt x="93" y="0"/>
                  </a:moveTo>
                  <a:cubicBezTo>
                    <a:pt x="62" y="0"/>
                    <a:pt x="32" y="1"/>
                    <a:pt x="1" y="2"/>
                  </a:cubicBezTo>
                  <a:lnTo>
                    <a:pt x="3206" y="3207"/>
                  </a:lnTo>
                  <a:lnTo>
                    <a:pt x="3206" y="2894"/>
                  </a:lnTo>
                  <a:lnTo>
                    <a:pt x="318" y="5"/>
                  </a:lnTo>
                  <a:cubicBezTo>
                    <a:pt x="243" y="3"/>
                    <a:pt x="168" y="0"/>
                    <a:pt x="9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8050308" y="4980501"/>
              <a:ext cx="250433" cy="217161"/>
            </a:xfrm>
            <a:custGeom>
              <a:rect b="b" l="l" r="r" t="t"/>
              <a:pathLst>
                <a:path extrusionOk="0" h="3042" w="3309">
                  <a:moveTo>
                    <a:pt x="263" y="0"/>
                  </a:moveTo>
                  <a:cubicBezTo>
                    <a:pt x="175" y="17"/>
                    <a:pt x="89" y="34"/>
                    <a:pt x="1" y="48"/>
                  </a:cubicBezTo>
                  <a:lnTo>
                    <a:pt x="2996" y="3042"/>
                  </a:lnTo>
                  <a:lnTo>
                    <a:pt x="3309" y="3042"/>
                  </a:lnTo>
                  <a:lnTo>
                    <a:pt x="26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8228689" y="4922320"/>
              <a:ext cx="308709" cy="276127"/>
            </a:xfrm>
            <a:custGeom>
              <a:rect b="b" l="l" r="r" t="t"/>
              <a:pathLst>
                <a:path extrusionOk="0" h="3868" w="4079">
                  <a:moveTo>
                    <a:pt x="213" y="1"/>
                  </a:moveTo>
                  <a:cubicBezTo>
                    <a:pt x="141" y="34"/>
                    <a:pt x="73" y="66"/>
                    <a:pt x="1" y="100"/>
                  </a:cubicBezTo>
                  <a:lnTo>
                    <a:pt x="3769" y="3867"/>
                  </a:lnTo>
                  <a:lnTo>
                    <a:pt x="4079" y="3867"/>
                  </a:lnTo>
                  <a:lnTo>
                    <a:pt x="2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8383154" y="4844222"/>
              <a:ext cx="391203" cy="354939"/>
            </a:xfrm>
            <a:custGeom>
              <a:rect b="b" l="l" r="r" t="t"/>
              <a:pathLst>
                <a:path extrusionOk="0" h="4972" w="5169">
                  <a:moveTo>
                    <a:pt x="198" y="1"/>
                  </a:moveTo>
                  <a:cubicBezTo>
                    <a:pt x="134" y="39"/>
                    <a:pt x="65" y="76"/>
                    <a:pt x="1" y="114"/>
                  </a:cubicBezTo>
                  <a:lnTo>
                    <a:pt x="4855" y="4971"/>
                  </a:lnTo>
                  <a:lnTo>
                    <a:pt x="5169" y="4971"/>
                  </a:lnTo>
                  <a:lnTo>
                    <a:pt x="1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7938905" y="4990209"/>
              <a:ext cx="243244" cy="207238"/>
            </a:xfrm>
            <a:custGeom>
              <a:rect b="b" l="l" r="r" t="t"/>
              <a:pathLst>
                <a:path extrusionOk="0" h="2903" w="3214">
                  <a:moveTo>
                    <a:pt x="1" y="0"/>
                  </a:moveTo>
                  <a:lnTo>
                    <a:pt x="2900" y="2899"/>
                  </a:lnTo>
                  <a:lnTo>
                    <a:pt x="3213" y="2903"/>
                  </a:lnTo>
                  <a:lnTo>
                    <a:pt x="325" y="14"/>
                  </a:lnTo>
                  <a:cubicBezTo>
                    <a:pt x="216" y="11"/>
                    <a:pt x="106" y="7"/>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8144153" y="4955372"/>
              <a:ext cx="274879" cy="242860"/>
            </a:xfrm>
            <a:custGeom>
              <a:rect b="b" l="l" r="r" t="t"/>
              <a:pathLst>
                <a:path extrusionOk="0" h="3402" w="3632">
                  <a:moveTo>
                    <a:pt x="232" y="1"/>
                  </a:moveTo>
                  <a:cubicBezTo>
                    <a:pt x="154" y="29"/>
                    <a:pt x="79" y="55"/>
                    <a:pt x="1" y="79"/>
                  </a:cubicBezTo>
                  <a:lnTo>
                    <a:pt x="3319" y="3398"/>
                  </a:lnTo>
                  <a:lnTo>
                    <a:pt x="3632" y="3401"/>
                  </a:lnTo>
                  <a:lnTo>
                    <a:pt x="23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8307322" y="4884413"/>
              <a:ext cx="348745" cy="314462"/>
            </a:xfrm>
            <a:custGeom>
              <a:rect b="b" l="l" r="r" t="t"/>
              <a:pathLst>
                <a:path extrusionOk="0" h="4405" w="4608">
                  <a:moveTo>
                    <a:pt x="202" y="0"/>
                  </a:moveTo>
                  <a:cubicBezTo>
                    <a:pt x="134" y="38"/>
                    <a:pt x="66" y="72"/>
                    <a:pt x="1" y="109"/>
                  </a:cubicBezTo>
                  <a:lnTo>
                    <a:pt x="4293" y="4402"/>
                  </a:lnTo>
                  <a:lnTo>
                    <a:pt x="4607" y="4405"/>
                  </a:lnTo>
                  <a:lnTo>
                    <a:pt x="2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7772103" y="4944236"/>
              <a:ext cx="291756" cy="252712"/>
            </a:xfrm>
            <a:custGeom>
              <a:rect b="b" l="l" r="r" t="t"/>
              <a:pathLst>
                <a:path extrusionOk="0" h="3540" w="3855">
                  <a:moveTo>
                    <a:pt x="1" y="1"/>
                  </a:moveTo>
                  <a:lnTo>
                    <a:pt x="1013" y="1012"/>
                  </a:lnTo>
                  <a:lnTo>
                    <a:pt x="1040" y="1040"/>
                  </a:lnTo>
                  <a:lnTo>
                    <a:pt x="1067" y="1067"/>
                  </a:lnTo>
                  <a:lnTo>
                    <a:pt x="3540" y="3540"/>
                  </a:lnTo>
                  <a:lnTo>
                    <a:pt x="3854" y="3540"/>
                  </a:lnTo>
                  <a:lnTo>
                    <a:pt x="1224" y="910"/>
                  </a:lnTo>
                  <a:lnTo>
                    <a:pt x="1197" y="883"/>
                  </a:lnTo>
                  <a:lnTo>
                    <a:pt x="1169" y="856"/>
                  </a:lnTo>
                  <a:lnTo>
                    <a:pt x="576" y="266"/>
                  </a:lnTo>
                  <a:cubicBezTo>
                    <a:pt x="382" y="188"/>
                    <a:pt x="188" y="95"/>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7409362" y="4713440"/>
              <a:ext cx="535832" cy="483293"/>
            </a:xfrm>
            <a:custGeom>
              <a:rect b="b" l="l" r="r" t="t"/>
              <a:pathLst>
                <a:path extrusionOk="0" h="6770" w="7080">
                  <a:moveTo>
                    <a:pt x="1" y="1"/>
                  </a:moveTo>
                  <a:lnTo>
                    <a:pt x="5026" y="5025"/>
                  </a:lnTo>
                  <a:lnTo>
                    <a:pt x="5053" y="5053"/>
                  </a:lnTo>
                  <a:lnTo>
                    <a:pt x="5080" y="5080"/>
                  </a:lnTo>
                  <a:lnTo>
                    <a:pt x="6767" y="6770"/>
                  </a:lnTo>
                  <a:lnTo>
                    <a:pt x="7080" y="6770"/>
                  </a:lnTo>
                  <a:lnTo>
                    <a:pt x="5237" y="4923"/>
                  </a:lnTo>
                  <a:lnTo>
                    <a:pt x="5210" y="4896"/>
                  </a:lnTo>
                  <a:lnTo>
                    <a:pt x="5182" y="4869"/>
                  </a:lnTo>
                  <a:lnTo>
                    <a:pt x="726" y="413"/>
                  </a:lnTo>
                  <a:cubicBezTo>
                    <a:pt x="495" y="270"/>
                    <a:pt x="256" y="130"/>
                    <a:pt x="11" y="4"/>
                  </a:cubicBezTo>
                  <a:cubicBezTo>
                    <a:pt x="7" y="4"/>
                    <a:pt x="4"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7235068" y="4660399"/>
              <a:ext cx="591837" cy="535835"/>
            </a:xfrm>
            <a:custGeom>
              <a:rect b="b" l="l" r="r" t="t"/>
              <a:pathLst>
                <a:path extrusionOk="0" h="7506" w="7820">
                  <a:moveTo>
                    <a:pt x="1" y="1"/>
                  </a:moveTo>
                  <a:lnTo>
                    <a:pt x="6548" y="6549"/>
                  </a:lnTo>
                  <a:lnTo>
                    <a:pt x="6576" y="6576"/>
                  </a:lnTo>
                  <a:lnTo>
                    <a:pt x="7505" y="7505"/>
                  </a:lnTo>
                  <a:lnTo>
                    <a:pt x="7819" y="7505"/>
                  </a:lnTo>
                  <a:lnTo>
                    <a:pt x="6760" y="6447"/>
                  </a:lnTo>
                  <a:lnTo>
                    <a:pt x="6732" y="6419"/>
                  </a:lnTo>
                  <a:lnTo>
                    <a:pt x="389" y="76"/>
                  </a:lnTo>
                  <a:cubicBezTo>
                    <a:pt x="260" y="49"/>
                    <a:pt x="130" y="2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7107999" y="4651689"/>
              <a:ext cx="600541" cy="544330"/>
            </a:xfrm>
            <a:custGeom>
              <a:rect b="b" l="l" r="r" t="t"/>
              <a:pathLst>
                <a:path extrusionOk="0" h="7625" w="7935">
                  <a:moveTo>
                    <a:pt x="156" y="1"/>
                  </a:moveTo>
                  <a:cubicBezTo>
                    <a:pt x="103" y="1"/>
                    <a:pt x="51" y="2"/>
                    <a:pt x="0" y="3"/>
                  </a:cubicBezTo>
                  <a:lnTo>
                    <a:pt x="7447" y="7451"/>
                  </a:lnTo>
                  <a:lnTo>
                    <a:pt x="7475" y="7478"/>
                  </a:lnTo>
                  <a:lnTo>
                    <a:pt x="7502" y="7505"/>
                  </a:lnTo>
                  <a:lnTo>
                    <a:pt x="7621" y="7624"/>
                  </a:lnTo>
                  <a:lnTo>
                    <a:pt x="7934" y="7624"/>
                  </a:lnTo>
                  <a:lnTo>
                    <a:pt x="7659" y="7349"/>
                  </a:lnTo>
                  <a:lnTo>
                    <a:pt x="7631" y="7321"/>
                  </a:lnTo>
                  <a:lnTo>
                    <a:pt x="7604" y="7294"/>
                  </a:lnTo>
                  <a:lnTo>
                    <a:pt x="313" y="3"/>
                  </a:lnTo>
                  <a:cubicBezTo>
                    <a:pt x="261" y="2"/>
                    <a:pt x="208" y="1"/>
                    <a:pt x="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6522452" y="4869065"/>
              <a:ext cx="356919" cy="324528"/>
            </a:xfrm>
            <a:custGeom>
              <a:rect b="b" l="l" r="r" t="t"/>
              <a:pathLst>
                <a:path extrusionOk="0" h="4546" w="4716">
                  <a:moveTo>
                    <a:pt x="171" y="0"/>
                  </a:moveTo>
                  <a:cubicBezTo>
                    <a:pt x="113" y="49"/>
                    <a:pt x="58" y="96"/>
                    <a:pt x="0" y="140"/>
                  </a:cubicBezTo>
                  <a:lnTo>
                    <a:pt x="1926" y="2065"/>
                  </a:lnTo>
                  <a:lnTo>
                    <a:pt x="1953" y="2093"/>
                  </a:lnTo>
                  <a:lnTo>
                    <a:pt x="1980" y="2120"/>
                  </a:lnTo>
                  <a:lnTo>
                    <a:pt x="4402" y="4541"/>
                  </a:lnTo>
                  <a:lnTo>
                    <a:pt x="4715" y="4546"/>
                  </a:lnTo>
                  <a:lnTo>
                    <a:pt x="4715" y="4546"/>
                  </a:lnTo>
                  <a:lnTo>
                    <a:pt x="2133" y="1963"/>
                  </a:lnTo>
                  <a:lnTo>
                    <a:pt x="2106" y="1936"/>
                  </a:lnTo>
                  <a:lnTo>
                    <a:pt x="2079" y="1909"/>
                  </a:lnTo>
                  <a:lnTo>
                    <a:pt x="17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6658527" y="4776403"/>
              <a:ext cx="457728" cy="417902"/>
            </a:xfrm>
            <a:custGeom>
              <a:rect b="b" l="l" r="r" t="t"/>
              <a:pathLst>
                <a:path extrusionOk="0" h="5854" w="6048">
                  <a:moveTo>
                    <a:pt x="196" y="1"/>
                  </a:moveTo>
                  <a:cubicBezTo>
                    <a:pt x="131" y="39"/>
                    <a:pt x="66" y="79"/>
                    <a:pt x="1" y="116"/>
                  </a:cubicBezTo>
                  <a:lnTo>
                    <a:pt x="1688" y="1803"/>
                  </a:lnTo>
                  <a:lnTo>
                    <a:pt x="1715" y="1830"/>
                  </a:lnTo>
                  <a:lnTo>
                    <a:pt x="1742" y="1858"/>
                  </a:lnTo>
                  <a:lnTo>
                    <a:pt x="5735" y="5850"/>
                  </a:lnTo>
                  <a:lnTo>
                    <a:pt x="6048" y="5853"/>
                  </a:lnTo>
                  <a:lnTo>
                    <a:pt x="1868" y="1674"/>
                  </a:lnTo>
                  <a:lnTo>
                    <a:pt x="19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6814582" y="4703231"/>
              <a:ext cx="538405" cy="491788"/>
            </a:xfrm>
            <a:custGeom>
              <a:rect b="b" l="l" r="r" t="t"/>
              <a:pathLst>
                <a:path extrusionOk="0" h="6889" w="7114">
                  <a:moveTo>
                    <a:pt x="225" y="1"/>
                  </a:moveTo>
                  <a:cubicBezTo>
                    <a:pt x="151" y="28"/>
                    <a:pt x="75" y="55"/>
                    <a:pt x="0" y="82"/>
                  </a:cubicBezTo>
                  <a:lnTo>
                    <a:pt x="1209" y="1295"/>
                  </a:lnTo>
                  <a:lnTo>
                    <a:pt x="6800" y="6885"/>
                  </a:lnTo>
                  <a:lnTo>
                    <a:pt x="7113" y="6889"/>
                  </a:lnTo>
                  <a:lnTo>
                    <a:pt x="1393" y="1166"/>
                  </a:lnTo>
                  <a:lnTo>
                    <a:pt x="1366" y="1138"/>
                  </a:lnTo>
                  <a:lnTo>
                    <a:pt x="1339" y="1111"/>
                  </a:lnTo>
                  <a:lnTo>
                    <a:pt x="2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6999699" y="4657971"/>
              <a:ext cx="590172" cy="537548"/>
            </a:xfrm>
            <a:custGeom>
              <a:rect b="b" l="l" r="r" t="t"/>
              <a:pathLst>
                <a:path extrusionOk="0" h="7530" w="7798">
                  <a:moveTo>
                    <a:pt x="269" y="1"/>
                  </a:moveTo>
                  <a:cubicBezTo>
                    <a:pt x="181" y="14"/>
                    <a:pt x="89" y="28"/>
                    <a:pt x="0" y="42"/>
                  </a:cubicBezTo>
                  <a:lnTo>
                    <a:pt x="296" y="341"/>
                  </a:lnTo>
                  <a:lnTo>
                    <a:pt x="324" y="369"/>
                  </a:lnTo>
                  <a:lnTo>
                    <a:pt x="351" y="396"/>
                  </a:lnTo>
                  <a:lnTo>
                    <a:pt x="7485" y="7530"/>
                  </a:lnTo>
                  <a:lnTo>
                    <a:pt x="7798" y="7530"/>
                  </a:lnTo>
                  <a:lnTo>
                    <a:pt x="508" y="239"/>
                  </a:lnTo>
                  <a:lnTo>
                    <a:pt x="480" y="212"/>
                  </a:lnTo>
                  <a:lnTo>
                    <a:pt x="26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a:off x="6588446" y="4820664"/>
              <a:ext cx="409291" cy="373142"/>
            </a:xfrm>
            <a:custGeom>
              <a:rect b="b" l="l" r="r" t="t"/>
              <a:pathLst>
                <a:path extrusionOk="0" h="5227" w="5408">
                  <a:moveTo>
                    <a:pt x="181" y="1"/>
                  </a:moveTo>
                  <a:cubicBezTo>
                    <a:pt x="120" y="45"/>
                    <a:pt x="59" y="86"/>
                    <a:pt x="1" y="130"/>
                  </a:cubicBezTo>
                  <a:lnTo>
                    <a:pt x="1834" y="1963"/>
                  </a:lnTo>
                  <a:lnTo>
                    <a:pt x="1861" y="1990"/>
                  </a:lnTo>
                  <a:lnTo>
                    <a:pt x="1888" y="2018"/>
                  </a:lnTo>
                  <a:lnTo>
                    <a:pt x="5093" y="5227"/>
                  </a:lnTo>
                  <a:lnTo>
                    <a:pt x="5407" y="5227"/>
                  </a:lnTo>
                  <a:lnTo>
                    <a:pt x="2041" y="1861"/>
                  </a:lnTo>
                  <a:lnTo>
                    <a:pt x="2014" y="1834"/>
                  </a:lnTo>
                  <a:lnTo>
                    <a:pt x="1987" y="1806"/>
                  </a:lnTo>
                  <a:lnTo>
                    <a:pt x="18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6733603" y="4736783"/>
              <a:ext cx="501094" cy="457737"/>
            </a:xfrm>
            <a:custGeom>
              <a:rect b="b" l="l" r="r" t="t"/>
              <a:pathLst>
                <a:path extrusionOk="0" h="6412" w="6621">
                  <a:moveTo>
                    <a:pt x="208" y="1"/>
                  </a:moveTo>
                  <a:cubicBezTo>
                    <a:pt x="141" y="34"/>
                    <a:pt x="69" y="69"/>
                    <a:pt x="1" y="103"/>
                  </a:cubicBezTo>
                  <a:lnTo>
                    <a:pt x="1476" y="1578"/>
                  </a:lnTo>
                  <a:lnTo>
                    <a:pt x="1503" y="1605"/>
                  </a:lnTo>
                  <a:lnTo>
                    <a:pt x="1527" y="1632"/>
                  </a:lnTo>
                  <a:lnTo>
                    <a:pt x="6306" y="6412"/>
                  </a:lnTo>
                  <a:lnTo>
                    <a:pt x="6620" y="6412"/>
                  </a:lnTo>
                  <a:lnTo>
                    <a:pt x="1683" y="1476"/>
                  </a:lnTo>
                  <a:lnTo>
                    <a:pt x="1656" y="1448"/>
                  </a:lnTo>
                  <a:lnTo>
                    <a:pt x="1629" y="1421"/>
                  </a:lnTo>
                  <a:lnTo>
                    <a:pt x="2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902751" y="4676461"/>
              <a:ext cx="568830" cy="518844"/>
            </a:xfrm>
            <a:custGeom>
              <a:rect b="b" l="l" r="r" t="t"/>
              <a:pathLst>
                <a:path extrusionOk="0" h="7268" w="7516">
                  <a:moveTo>
                    <a:pt x="246" y="0"/>
                  </a:moveTo>
                  <a:cubicBezTo>
                    <a:pt x="164" y="21"/>
                    <a:pt x="82" y="41"/>
                    <a:pt x="0" y="65"/>
                  </a:cubicBezTo>
                  <a:lnTo>
                    <a:pt x="797" y="862"/>
                  </a:lnTo>
                  <a:lnTo>
                    <a:pt x="825" y="890"/>
                  </a:lnTo>
                  <a:lnTo>
                    <a:pt x="852" y="917"/>
                  </a:lnTo>
                  <a:lnTo>
                    <a:pt x="7203" y="7267"/>
                  </a:lnTo>
                  <a:lnTo>
                    <a:pt x="7516" y="7267"/>
                  </a:lnTo>
                  <a:lnTo>
                    <a:pt x="1009" y="760"/>
                  </a:lnTo>
                  <a:lnTo>
                    <a:pt x="981" y="733"/>
                  </a:lnTo>
                  <a:lnTo>
                    <a:pt x="954" y="706"/>
                  </a:lnTo>
                  <a:lnTo>
                    <a:pt x="2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6401059" y="4975789"/>
              <a:ext cx="241351" cy="217018"/>
            </a:xfrm>
            <a:custGeom>
              <a:rect b="b" l="l" r="r" t="t"/>
              <a:pathLst>
                <a:path extrusionOk="0" h="3040" w="3189">
                  <a:moveTo>
                    <a:pt x="153" y="1"/>
                  </a:moveTo>
                  <a:cubicBezTo>
                    <a:pt x="102" y="56"/>
                    <a:pt x="51" y="107"/>
                    <a:pt x="0" y="161"/>
                  </a:cubicBezTo>
                  <a:lnTo>
                    <a:pt x="1969" y="2131"/>
                  </a:lnTo>
                  <a:lnTo>
                    <a:pt x="1997" y="2158"/>
                  </a:lnTo>
                  <a:lnTo>
                    <a:pt x="2876" y="3037"/>
                  </a:lnTo>
                  <a:lnTo>
                    <a:pt x="3189" y="3040"/>
                  </a:lnTo>
                  <a:lnTo>
                    <a:pt x="2177" y="2029"/>
                  </a:lnTo>
                  <a:lnTo>
                    <a:pt x="2150" y="2001"/>
                  </a:lnTo>
                  <a:lnTo>
                    <a:pt x="15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6344525" y="5033470"/>
              <a:ext cx="179519" cy="158909"/>
            </a:xfrm>
            <a:custGeom>
              <a:rect b="b" l="l" r="r" t="t"/>
              <a:pathLst>
                <a:path extrusionOk="0" h="2226" w="2372">
                  <a:moveTo>
                    <a:pt x="144" y="1"/>
                  </a:moveTo>
                  <a:cubicBezTo>
                    <a:pt x="96" y="55"/>
                    <a:pt x="49" y="113"/>
                    <a:pt x="1" y="167"/>
                  </a:cubicBezTo>
                  <a:lnTo>
                    <a:pt x="1936" y="2103"/>
                  </a:lnTo>
                  <a:lnTo>
                    <a:pt x="1963" y="2130"/>
                  </a:lnTo>
                  <a:lnTo>
                    <a:pt x="1991" y="2157"/>
                  </a:lnTo>
                  <a:lnTo>
                    <a:pt x="2059" y="2225"/>
                  </a:lnTo>
                  <a:lnTo>
                    <a:pt x="2372" y="2225"/>
                  </a:lnTo>
                  <a:lnTo>
                    <a:pt x="2144" y="2001"/>
                  </a:lnTo>
                  <a:lnTo>
                    <a:pt x="2117" y="1973"/>
                  </a:lnTo>
                  <a:lnTo>
                    <a:pt x="2093" y="1946"/>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6460090" y="4920892"/>
              <a:ext cx="300687" cy="272201"/>
            </a:xfrm>
            <a:custGeom>
              <a:rect b="b" l="l" r="r" t="t"/>
              <a:pathLst>
                <a:path extrusionOk="0" h="3813" w="3973">
                  <a:moveTo>
                    <a:pt x="164" y="1"/>
                  </a:moveTo>
                  <a:cubicBezTo>
                    <a:pt x="109" y="51"/>
                    <a:pt x="55" y="103"/>
                    <a:pt x="0" y="153"/>
                  </a:cubicBezTo>
                  <a:lnTo>
                    <a:pt x="1969" y="2119"/>
                  </a:lnTo>
                  <a:lnTo>
                    <a:pt x="1997" y="2147"/>
                  </a:lnTo>
                  <a:lnTo>
                    <a:pt x="2024" y="2174"/>
                  </a:lnTo>
                  <a:lnTo>
                    <a:pt x="3659" y="3812"/>
                  </a:lnTo>
                  <a:lnTo>
                    <a:pt x="3972" y="3812"/>
                  </a:lnTo>
                  <a:lnTo>
                    <a:pt x="2177" y="2017"/>
                  </a:lnTo>
                  <a:lnTo>
                    <a:pt x="2150" y="1990"/>
                  </a:lnTo>
                  <a:lnTo>
                    <a:pt x="2123" y="1963"/>
                  </a:lnTo>
                  <a:lnTo>
                    <a:pt x="16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6290110" y="5093293"/>
              <a:ext cx="115416" cy="98872"/>
            </a:xfrm>
            <a:custGeom>
              <a:rect b="b" l="l" r="r" t="t"/>
              <a:pathLst>
                <a:path extrusionOk="0" h="1385" w="1525">
                  <a:moveTo>
                    <a:pt x="144" y="1"/>
                  </a:moveTo>
                  <a:cubicBezTo>
                    <a:pt x="97" y="59"/>
                    <a:pt x="49" y="117"/>
                    <a:pt x="1" y="174"/>
                  </a:cubicBezTo>
                  <a:lnTo>
                    <a:pt x="1210" y="1380"/>
                  </a:lnTo>
                  <a:lnTo>
                    <a:pt x="1524" y="1384"/>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221" name="Shape 221"/>
        <p:cNvGrpSpPr/>
        <p:nvPr/>
      </p:nvGrpSpPr>
      <p:grpSpPr>
        <a:xfrm>
          <a:off x="0" y="0"/>
          <a:ext cx="0" cy="0"/>
          <a:chOff x="0" y="0"/>
          <a:chExt cx="0" cy="0"/>
        </a:xfrm>
      </p:grpSpPr>
      <p:grpSp>
        <p:nvGrpSpPr>
          <p:cNvPr id="222" name="Google Shape;222;p10"/>
          <p:cNvGrpSpPr/>
          <p:nvPr/>
        </p:nvGrpSpPr>
        <p:grpSpPr>
          <a:xfrm>
            <a:off x="2288000" y="-49525"/>
            <a:ext cx="5329733" cy="6118420"/>
            <a:chOff x="2288000" y="-49525"/>
            <a:chExt cx="5329733" cy="6118420"/>
          </a:xfrm>
        </p:grpSpPr>
        <p:sp>
          <p:nvSpPr>
            <p:cNvPr id="223" name="Google Shape;223;p10"/>
            <p:cNvSpPr/>
            <p:nvPr/>
          </p:nvSpPr>
          <p:spPr>
            <a:xfrm rot="-4421961">
              <a:off x="2777637" y="1686086"/>
              <a:ext cx="5541644" cy="2691324"/>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2288000" y="-49525"/>
              <a:ext cx="2743200" cy="564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10"/>
          <p:cNvSpPr txBox="1"/>
          <p:nvPr>
            <p:ph type="title"/>
          </p:nvPr>
        </p:nvSpPr>
        <p:spPr>
          <a:xfrm>
            <a:off x="914400" y="989590"/>
            <a:ext cx="2743200" cy="159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26" name="Google Shape;226;p10"/>
          <p:cNvSpPr txBox="1"/>
          <p:nvPr>
            <p:ph idx="1" type="subTitle"/>
          </p:nvPr>
        </p:nvSpPr>
        <p:spPr>
          <a:xfrm>
            <a:off x="914400" y="2602412"/>
            <a:ext cx="3657600" cy="186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None/>
              <a:defRPr>
                <a:solidFill>
                  <a:srgbClr val="FFFFFF"/>
                </a:solidFill>
              </a:defRPr>
            </a:lvl1pPr>
            <a:lvl2pPr lvl="1">
              <a:lnSpc>
                <a:spcPct val="100000"/>
              </a:lnSpc>
              <a:spcBef>
                <a:spcPts val="1600"/>
              </a:spcBef>
              <a:spcAft>
                <a:spcPts val="0"/>
              </a:spcAft>
              <a:buNone/>
              <a:defRPr>
                <a:solidFill>
                  <a:srgbClr val="FFFFFF"/>
                </a:solidFill>
              </a:defRPr>
            </a:lvl2pPr>
            <a:lvl3pPr lvl="2">
              <a:lnSpc>
                <a:spcPct val="100000"/>
              </a:lnSpc>
              <a:spcBef>
                <a:spcPts val="1600"/>
              </a:spcBef>
              <a:spcAft>
                <a:spcPts val="0"/>
              </a:spcAft>
              <a:buNone/>
              <a:defRPr>
                <a:solidFill>
                  <a:srgbClr val="FFFFFF"/>
                </a:solidFill>
              </a:defRPr>
            </a:lvl3pPr>
            <a:lvl4pPr lvl="3">
              <a:lnSpc>
                <a:spcPct val="100000"/>
              </a:lnSpc>
              <a:spcBef>
                <a:spcPts val="1600"/>
              </a:spcBef>
              <a:spcAft>
                <a:spcPts val="0"/>
              </a:spcAft>
              <a:buNone/>
              <a:defRPr>
                <a:solidFill>
                  <a:srgbClr val="FFFFFF"/>
                </a:solidFill>
              </a:defRPr>
            </a:lvl4pPr>
            <a:lvl5pPr lvl="4">
              <a:lnSpc>
                <a:spcPct val="100000"/>
              </a:lnSpc>
              <a:spcBef>
                <a:spcPts val="1600"/>
              </a:spcBef>
              <a:spcAft>
                <a:spcPts val="0"/>
              </a:spcAft>
              <a:buNone/>
              <a:defRPr>
                <a:solidFill>
                  <a:srgbClr val="FFFFFF"/>
                </a:solidFill>
              </a:defRPr>
            </a:lvl5pPr>
            <a:lvl6pPr lvl="5">
              <a:lnSpc>
                <a:spcPct val="100000"/>
              </a:lnSpc>
              <a:spcBef>
                <a:spcPts val="1600"/>
              </a:spcBef>
              <a:spcAft>
                <a:spcPts val="0"/>
              </a:spcAft>
              <a:buNone/>
              <a:defRPr>
                <a:solidFill>
                  <a:srgbClr val="FFFFFF"/>
                </a:solidFill>
              </a:defRPr>
            </a:lvl6pPr>
            <a:lvl7pPr lvl="6">
              <a:lnSpc>
                <a:spcPct val="100000"/>
              </a:lnSpc>
              <a:spcBef>
                <a:spcPts val="1600"/>
              </a:spcBef>
              <a:spcAft>
                <a:spcPts val="0"/>
              </a:spcAft>
              <a:buNone/>
              <a:defRPr>
                <a:solidFill>
                  <a:srgbClr val="FFFFFF"/>
                </a:solidFill>
              </a:defRPr>
            </a:lvl7pPr>
            <a:lvl8pPr lvl="7">
              <a:lnSpc>
                <a:spcPct val="100000"/>
              </a:lnSpc>
              <a:spcBef>
                <a:spcPts val="1600"/>
              </a:spcBef>
              <a:spcAft>
                <a:spcPts val="0"/>
              </a:spcAft>
              <a:buNone/>
              <a:defRPr>
                <a:solidFill>
                  <a:srgbClr val="FFFFFF"/>
                </a:solidFill>
              </a:defRPr>
            </a:lvl8pPr>
            <a:lvl9pPr lvl="8">
              <a:lnSpc>
                <a:spcPct val="100000"/>
              </a:lnSpc>
              <a:spcBef>
                <a:spcPts val="1600"/>
              </a:spcBef>
              <a:spcAft>
                <a:spcPts val="1600"/>
              </a:spcAft>
              <a:buNone/>
              <a:defRPr>
                <a:solidFill>
                  <a:srgbClr val="FFFFFF"/>
                </a:solidFill>
              </a:defRPr>
            </a:lvl9pPr>
          </a:lstStyle>
          <a:p/>
        </p:txBody>
      </p:sp>
      <p:grpSp>
        <p:nvGrpSpPr>
          <p:cNvPr id="227" name="Google Shape;227;p10"/>
          <p:cNvGrpSpPr/>
          <p:nvPr/>
        </p:nvGrpSpPr>
        <p:grpSpPr>
          <a:xfrm>
            <a:off x="4340695" y="4859500"/>
            <a:ext cx="2740195" cy="411348"/>
            <a:chOff x="3731103" y="4808559"/>
            <a:chExt cx="2740195" cy="335138"/>
          </a:xfrm>
        </p:grpSpPr>
        <p:sp>
          <p:nvSpPr>
            <p:cNvPr id="228" name="Google Shape;228;p10"/>
            <p:cNvSpPr/>
            <p:nvPr/>
          </p:nvSpPr>
          <p:spPr>
            <a:xfrm>
              <a:off x="4333158" y="4849734"/>
              <a:ext cx="1938475" cy="293962"/>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3731103" y="4808559"/>
              <a:ext cx="2740195" cy="335138"/>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4333158" y="4950520"/>
              <a:ext cx="1938475" cy="193176"/>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 name="Google Shape;231;p10"/>
          <p:cNvGrpSpPr/>
          <p:nvPr/>
        </p:nvGrpSpPr>
        <p:grpSpPr>
          <a:xfrm>
            <a:off x="-665807" y="3431750"/>
            <a:ext cx="3632735" cy="2280574"/>
            <a:chOff x="-665807" y="3431750"/>
            <a:chExt cx="3632735" cy="2280574"/>
          </a:xfrm>
        </p:grpSpPr>
        <p:sp>
          <p:nvSpPr>
            <p:cNvPr id="232" name="Google Shape;232;p10"/>
            <p:cNvSpPr/>
            <p:nvPr/>
          </p:nvSpPr>
          <p:spPr>
            <a:xfrm flipH="1" rot="6847533">
              <a:off x="-356027" y="4216323"/>
              <a:ext cx="1115230" cy="1401371"/>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3" name="Google Shape;233;p10"/>
            <p:cNvPicPr preferRelativeResize="0"/>
            <p:nvPr/>
          </p:nvPicPr>
          <p:blipFill>
            <a:blip r:embed="rId2">
              <a:alphaModFix/>
            </a:blip>
            <a:stretch>
              <a:fillRect/>
            </a:stretch>
          </p:blipFill>
          <p:spPr>
            <a:xfrm>
              <a:off x="-221174" y="3431750"/>
              <a:ext cx="3188102" cy="1793302"/>
            </a:xfrm>
            <a:prstGeom prst="rect">
              <a:avLst/>
            </a:prstGeom>
            <a:noFill/>
            <a:ln>
              <a:noFill/>
            </a:ln>
          </p:spPr>
        </p:pic>
      </p:grpSp>
      <p:grpSp>
        <p:nvGrpSpPr>
          <p:cNvPr id="234" name="Google Shape;234;p10"/>
          <p:cNvGrpSpPr/>
          <p:nvPr/>
        </p:nvGrpSpPr>
        <p:grpSpPr>
          <a:xfrm>
            <a:off x="5536150" y="-152400"/>
            <a:ext cx="3785654" cy="5632544"/>
            <a:chOff x="5536150" y="-152400"/>
            <a:chExt cx="3785654" cy="5632544"/>
          </a:xfrm>
        </p:grpSpPr>
        <p:sp>
          <p:nvSpPr>
            <p:cNvPr id="235" name="Google Shape;235;p10"/>
            <p:cNvSpPr/>
            <p:nvPr/>
          </p:nvSpPr>
          <p:spPr>
            <a:xfrm rot="5400000">
              <a:off x="7067275" y="992343"/>
              <a:ext cx="3234092" cy="1126340"/>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
            <p:cNvSpPr/>
            <p:nvPr/>
          </p:nvSpPr>
          <p:spPr>
            <a:xfrm rot="5400000">
              <a:off x="5122630" y="1355283"/>
              <a:ext cx="5541677" cy="270804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rot="5400000">
              <a:off x="8312443" y="3758806"/>
              <a:ext cx="789976" cy="367355"/>
            </a:xfrm>
            <a:custGeom>
              <a:rect b="b" l="l" r="r" t="t"/>
              <a:pathLst>
                <a:path extrusionOk="0" h="5660" w="9871">
                  <a:moveTo>
                    <a:pt x="9870" y="1"/>
                  </a:moveTo>
                  <a:cubicBezTo>
                    <a:pt x="6399" y="706"/>
                    <a:pt x="3053" y="2008"/>
                    <a:pt x="1" y="3807"/>
                  </a:cubicBezTo>
                  <a:cubicBezTo>
                    <a:pt x="621" y="4185"/>
                    <a:pt x="1258" y="4535"/>
                    <a:pt x="1922" y="4845"/>
                  </a:cubicBezTo>
                  <a:cubicBezTo>
                    <a:pt x="2913" y="5309"/>
                    <a:pt x="4048" y="5660"/>
                    <a:pt x="5141" y="5660"/>
                  </a:cubicBezTo>
                  <a:cubicBezTo>
                    <a:pt x="5826" y="5660"/>
                    <a:pt x="6498" y="5520"/>
                    <a:pt x="7103" y="5180"/>
                  </a:cubicBezTo>
                  <a:cubicBezTo>
                    <a:pt x="8194" y="4570"/>
                    <a:pt x="8848" y="3432"/>
                    <a:pt x="9267" y="2287"/>
                  </a:cubicBezTo>
                  <a:cubicBezTo>
                    <a:pt x="9543" y="1538"/>
                    <a:pt x="9737" y="774"/>
                    <a:pt x="98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rot="5400000">
              <a:off x="8117401" y="2029636"/>
              <a:ext cx="1785149" cy="431675"/>
            </a:xfrm>
            <a:custGeom>
              <a:rect b="b" l="l" r="r" t="t"/>
              <a:pathLst>
                <a:path extrusionOk="0" h="6651" w="22306">
                  <a:moveTo>
                    <a:pt x="1" y="0"/>
                  </a:moveTo>
                  <a:cubicBezTo>
                    <a:pt x="97" y="1758"/>
                    <a:pt x="877" y="3479"/>
                    <a:pt x="2185" y="4702"/>
                  </a:cubicBezTo>
                  <a:cubicBezTo>
                    <a:pt x="3531" y="5952"/>
                    <a:pt x="5405" y="6650"/>
                    <a:pt x="7274" y="6650"/>
                  </a:cubicBezTo>
                  <a:cubicBezTo>
                    <a:pt x="7350" y="6650"/>
                    <a:pt x="7425" y="6647"/>
                    <a:pt x="7496" y="6647"/>
                  </a:cubicBezTo>
                  <a:cubicBezTo>
                    <a:pt x="8947" y="5873"/>
                    <a:pt x="10491" y="5332"/>
                    <a:pt x="12115" y="5209"/>
                  </a:cubicBezTo>
                  <a:cubicBezTo>
                    <a:pt x="13083" y="4756"/>
                    <a:pt x="14054" y="4317"/>
                    <a:pt x="15103" y="4109"/>
                  </a:cubicBezTo>
                  <a:cubicBezTo>
                    <a:pt x="15587" y="4010"/>
                    <a:pt x="16078" y="3966"/>
                    <a:pt x="16565" y="3966"/>
                  </a:cubicBezTo>
                  <a:cubicBezTo>
                    <a:pt x="17849" y="3966"/>
                    <a:pt x="19130" y="4276"/>
                    <a:pt x="20346" y="4756"/>
                  </a:cubicBezTo>
                  <a:cubicBezTo>
                    <a:pt x="21586" y="3986"/>
                    <a:pt x="22305" y="2511"/>
                    <a:pt x="22305" y="1060"/>
                  </a:cubicBezTo>
                  <a:cubicBezTo>
                    <a:pt x="22305" y="702"/>
                    <a:pt x="22260" y="345"/>
                    <a:pt x="221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rot="5400000">
              <a:off x="7731024" y="2865742"/>
              <a:ext cx="2407783" cy="581797"/>
            </a:xfrm>
            <a:custGeom>
              <a:rect b="b" l="l" r="r" t="t"/>
              <a:pathLst>
                <a:path extrusionOk="0" h="8964" w="30086">
                  <a:moveTo>
                    <a:pt x="4620" y="5209"/>
                  </a:moveTo>
                  <a:lnTo>
                    <a:pt x="4620" y="5209"/>
                  </a:lnTo>
                  <a:cubicBezTo>
                    <a:pt x="2996" y="5332"/>
                    <a:pt x="1452" y="5873"/>
                    <a:pt x="1" y="6647"/>
                  </a:cubicBezTo>
                  <a:cubicBezTo>
                    <a:pt x="478" y="6630"/>
                    <a:pt x="955" y="6572"/>
                    <a:pt x="1418" y="6466"/>
                  </a:cubicBezTo>
                  <a:cubicBezTo>
                    <a:pt x="2539" y="6208"/>
                    <a:pt x="3578" y="5700"/>
                    <a:pt x="4620" y="5209"/>
                  </a:cubicBezTo>
                  <a:close/>
                  <a:moveTo>
                    <a:pt x="14677" y="0"/>
                  </a:moveTo>
                  <a:cubicBezTo>
                    <a:pt x="14765" y="345"/>
                    <a:pt x="14810" y="702"/>
                    <a:pt x="14810" y="1060"/>
                  </a:cubicBezTo>
                  <a:cubicBezTo>
                    <a:pt x="14810" y="2511"/>
                    <a:pt x="14091" y="3986"/>
                    <a:pt x="12851" y="4756"/>
                  </a:cubicBezTo>
                  <a:cubicBezTo>
                    <a:pt x="13652" y="5073"/>
                    <a:pt x="14422" y="5465"/>
                    <a:pt x="15154" y="5890"/>
                  </a:cubicBezTo>
                  <a:cubicBezTo>
                    <a:pt x="16789" y="6845"/>
                    <a:pt x="18309" y="7986"/>
                    <a:pt x="19927" y="8964"/>
                  </a:cubicBezTo>
                  <a:cubicBezTo>
                    <a:pt x="22979" y="7165"/>
                    <a:pt x="26325" y="5863"/>
                    <a:pt x="29796" y="5158"/>
                  </a:cubicBezTo>
                  <a:cubicBezTo>
                    <a:pt x="30086" y="3472"/>
                    <a:pt x="30086" y="1735"/>
                    <a:pt x="29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10"/>
            <p:cNvPicPr preferRelativeResize="0"/>
            <p:nvPr/>
          </p:nvPicPr>
          <p:blipFill>
            <a:blip r:embed="rId3">
              <a:alphaModFix/>
            </a:blip>
            <a:stretch>
              <a:fillRect/>
            </a:stretch>
          </p:blipFill>
          <p:spPr>
            <a:xfrm>
              <a:off x="5536150" y="-152400"/>
              <a:ext cx="3785654" cy="2129425"/>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41" name="Shape 241"/>
        <p:cNvGrpSpPr/>
        <p:nvPr/>
      </p:nvGrpSpPr>
      <p:grpSpPr>
        <a:xfrm>
          <a:off x="0" y="0"/>
          <a:ext cx="0" cy="0"/>
          <a:chOff x="0" y="0"/>
          <a:chExt cx="0" cy="0"/>
        </a:xfrm>
      </p:grpSpPr>
      <p:sp>
        <p:nvSpPr>
          <p:cNvPr id="242" name="Google Shape;242;p11"/>
          <p:cNvSpPr/>
          <p:nvPr/>
        </p:nvSpPr>
        <p:spPr>
          <a:xfrm>
            <a:off x="8141194" y="779020"/>
            <a:ext cx="114841" cy="114841"/>
          </a:xfrm>
          <a:custGeom>
            <a:rect b="b" l="l" r="r" t="t"/>
            <a:pathLst>
              <a:path extrusionOk="0" h="1145" w="1145">
                <a:moveTo>
                  <a:pt x="573" y="1"/>
                </a:moveTo>
                <a:cubicBezTo>
                  <a:pt x="258" y="1"/>
                  <a:pt x="1" y="255"/>
                  <a:pt x="1" y="573"/>
                </a:cubicBezTo>
                <a:cubicBezTo>
                  <a:pt x="1" y="887"/>
                  <a:pt x="258" y="1145"/>
                  <a:pt x="573" y="1145"/>
                </a:cubicBezTo>
                <a:cubicBezTo>
                  <a:pt x="891" y="1145"/>
                  <a:pt x="1145" y="887"/>
                  <a:pt x="1145" y="573"/>
                </a:cubicBezTo>
                <a:cubicBezTo>
                  <a:pt x="1145" y="255"/>
                  <a:pt x="891"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4496394" y="27193"/>
            <a:ext cx="114841" cy="114841"/>
          </a:xfrm>
          <a:custGeom>
            <a:rect b="b" l="l" r="r" t="t"/>
            <a:pathLst>
              <a:path extrusionOk="0" h="1145" w="1145">
                <a:moveTo>
                  <a:pt x="572" y="0"/>
                </a:moveTo>
                <a:cubicBezTo>
                  <a:pt x="258" y="0"/>
                  <a:pt x="1" y="258"/>
                  <a:pt x="1" y="573"/>
                </a:cubicBezTo>
                <a:cubicBezTo>
                  <a:pt x="1" y="891"/>
                  <a:pt x="258" y="1144"/>
                  <a:pt x="572" y="1144"/>
                </a:cubicBezTo>
                <a:cubicBezTo>
                  <a:pt x="890" y="1144"/>
                  <a:pt x="1145" y="891"/>
                  <a:pt x="1145" y="573"/>
                </a:cubicBezTo>
                <a:cubicBezTo>
                  <a:pt x="1145" y="258"/>
                  <a:pt x="890" y="0"/>
                  <a:pt x="5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7913720" y="478129"/>
            <a:ext cx="94380" cy="86557"/>
          </a:xfrm>
          <a:custGeom>
            <a:rect b="b" l="l" r="r" t="t"/>
            <a:pathLst>
              <a:path extrusionOk="0" h="863" w="941">
                <a:moveTo>
                  <a:pt x="469" y="1"/>
                </a:moveTo>
                <a:cubicBezTo>
                  <a:pt x="272" y="1"/>
                  <a:pt x="91" y="141"/>
                  <a:pt x="48" y="341"/>
                </a:cubicBezTo>
                <a:cubicBezTo>
                  <a:pt x="1" y="576"/>
                  <a:pt x="148" y="803"/>
                  <a:pt x="379" y="853"/>
                </a:cubicBezTo>
                <a:cubicBezTo>
                  <a:pt x="409" y="860"/>
                  <a:pt x="439" y="863"/>
                  <a:pt x="469" y="863"/>
                </a:cubicBezTo>
                <a:cubicBezTo>
                  <a:pt x="669" y="863"/>
                  <a:pt x="847" y="723"/>
                  <a:pt x="891" y="522"/>
                </a:cubicBezTo>
                <a:cubicBezTo>
                  <a:pt x="941" y="288"/>
                  <a:pt x="791" y="60"/>
                  <a:pt x="559" y="10"/>
                </a:cubicBezTo>
                <a:cubicBezTo>
                  <a:pt x="529" y="4"/>
                  <a:pt x="499" y="1"/>
                  <a:pt x="4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1207835" y="45487"/>
            <a:ext cx="6923436" cy="4730331"/>
          </a:xfrm>
          <a:custGeom>
            <a:rect b="b" l="l" r="r" t="t"/>
            <a:pathLst>
              <a:path extrusionOk="0" h="47163" w="69029">
                <a:moveTo>
                  <a:pt x="49721" y="1"/>
                </a:moveTo>
                <a:cubicBezTo>
                  <a:pt x="45687" y="1"/>
                  <a:pt x="41583" y="1235"/>
                  <a:pt x="37957" y="3081"/>
                </a:cubicBezTo>
                <a:cubicBezTo>
                  <a:pt x="34762" y="4714"/>
                  <a:pt x="31698" y="6871"/>
                  <a:pt x="28119" y="7346"/>
                </a:cubicBezTo>
                <a:cubicBezTo>
                  <a:pt x="27557" y="7420"/>
                  <a:pt x="26998" y="7453"/>
                  <a:pt x="26440" y="7453"/>
                </a:cubicBezTo>
                <a:cubicBezTo>
                  <a:pt x="24560" y="7453"/>
                  <a:pt x="22694" y="7106"/>
                  <a:pt x="20823" y="6922"/>
                </a:cubicBezTo>
                <a:cubicBezTo>
                  <a:pt x="19960" y="6838"/>
                  <a:pt x="19084" y="6794"/>
                  <a:pt x="18201" y="6794"/>
                </a:cubicBezTo>
                <a:cubicBezTo>
                  <a:pt x="13150" y="6797"/>
                  <a:pt x="7908" y="8210"/>
                  <a:pt x="4382" y="11548"/>
                </a:cubicBezTo>
                <a:cubicBezTo>
                  <a:pt x="1720" y="14063"/>
                  <a:pt x="285" y="17468"/>
                  <a:pt x="121" y="20803"/>
                </a:cubicBezTo>
                <a:cubicBezTo>
                  <a:pt x="1" y="23245"/>
                  <a:pt x="466" y="25911"/>
                  <a:pt x="1583" y="28092"/>
                </a:cubicBezTo>
                <a:cubicBezTo>
                  <a:pt x="2837" y="30540"/>
                  <a:pt x="5858" y="32608"/>
                  <a:pt x="4924" y="35354"/>
                </a:cubicBezTo>
                <a:cubicBezTo>
                  <a:pt x="4915" y="35388"/>
                  <a:pt x="4901" y="35425"/>
                  <a:pt x="4891" y="35458"/>
                </a:cubicBezTo>
                <a:cubicBezTo>
                  <a:pt x="3731" y="38967"/>
                  <a:pt x="6417" y="42422"/>
                  <a:pt x="9909" y="42422"/>
                </a:cubicBezTo>
                <a:cubicBezTo>
                  <a:pt x="10257" y="42422"/>
                  <a:pt x="10615" y="42386"/>
                  <a:pt x="10979" y="42315"/>
                </a:cubicBezTo>
                <a:cubicBezTo>
                  <a:pt x="13826" y="41744"/>
                  <a:pt x="16716" y="41459"/>
                  <a:pt x="19599" y="41459"/>
                </a:cubicBezTo>
                <a:cubicBezTo>
                  <a:pt x="23289" y="41459"/>
                  <a:pt x="26972" y="41924"/>
                  <a:pt x="30564" y="42851"/>
                </a:cubicBezTo>
                <a:lnTo>
                  <a:pt x="46758" y="47035"/>
                </a:lnTo>
                <a:cubicBezTo>
                  <a:pt x="47584" y="47118"/>
                  <a:pt x="48410" y="47163"/>
                  <a:pt x="49236" y="47163"/>
                </a:cubicBezTo>
                <a:cubicBezTo>
                  <a:pt x="55512" y="47163"/>
                  <a:pt x="61579" y="44700"/>
                  <a:pt x="66095" y="40248"/>
                </a:cubicBezTo>
                <a:cubicBezTo>
                  <a:pt x="67807" y="37622"/>
                  <a:pt x="69029" y="36007"/>
                  <a:pt x="68915" y="31016"/>
                </a:cubicBezTo>
                <a:cubicBezTo>
                  <a:pt x="68798" y="26009"/>
                  <a:pt x="62814" y="19723"/>
                  <a:pt x="61931" y="17615"/>
                </a:cubicBezTo>
                <a:cubicBezTo>
                  <a:pt x="61057" y="15538"/>
                  <a:pt x="63276" y="11481"/>
                  <a:pt x="62924" y="9260"/>
                </a:cubicBezTo>
                <a:cubicBezTo>
                  <a:pt x="62148" y="4356"/>
                  <a:pt x="57559" y="867"/>
                  <a:pt x="52140" y="158"/>
                </a:cubicBezTo>
                <a:cubicBezTo>
                  <a:pt x="51340" y="51"/>
                  <a:pt x="50531" y="1"/>
                  <a:pt x="497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7985073" y="1238086"/>
            <a:ext cx="2272976" cy="1807954"/>
          </a:xfrm>
          <a:custGeom>
            <a:rect b="b" l="l" r="r" t="t"/>
            <a:pathLst>
              <a:path extrusionOk="0" h="8531" w="10725">
                <a:moveTo>
                  <a:pt x="5102" y="1"/>
                </a:moveTo>
                <a:cubicBezTo>
                  <a:pt x="3336" y="1"/>
                  <a:pt x="1519" y="586"/>
                  <a:pt x="924" y="1918"/>
                </a:cubicBezTo>
                <a:cubicBezTo>
                  <a:pt x="1" y="3975"/>
                  <a:pt x="3175" y="5526"/>
                  <a:pt x="4529" y="7329"/>
                </a:cubicBezTo>
                <a:cubicBezTo>
                  <a:pt x="5175" y="8186"/>
                  <a:pt x="5888" y="8530"/>
                  <a:pt x="6584" y="8530"/>
                </a:cubicBezTo>
                <a:cubicBezTo>
                  <a:pt x="7921" y="8530"/>
                  <a:pt x="9196" y="7249"/>
                  <a:pt x="9801" y="5895"/>
                </a:cubicBezTo>
                <a:cubicBezTo>
                  <a:pt x="10725" y="3837"/>
                  <a:pt x="9801" y="1422"/>
                  <a:pt x="7744" y="502"/>
                </a:cubicBezTo>
                <a:cubicBezTo>
                  <a:pt x="7018" y="175"/>
                  <a:pt x="6068" y="1"/>
                  <a:pt x="5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684799" y="3167397"/>
            <a:ext cx="851626" cy="772190"/>
          </a:xfrm>
          <a:custGeom>
            <a:rect b="b" l="l" r="r" t="t"/>
            <a:pathLst>
              <a:path extrusionOk="0" h="7699" w="8491">
                <a:moveTo>
                  <a:pt x="4102" y="1"/>
                </a:moveTo>
                <a:cubicBezTo>
                  <a:pt x="3038" y="1"/>
                  <a:pt x="1990" y="322"/>
                  <a:pt x="1348" y="1095"/>
                </a:cubicBezTo>
                <a:cubicBezTo>
                  <a:pt x="0" y="2710"/>
                  <a:pt x="2031" y="4550"/>
                  <a:pt x="2556" y="6310"/>
                </a:cubicBezTo>
                <a:cubicBezTo>
                  <a:pt x="2854" y="7310"/>
                  <a:pt x="3446" y="7698"/>
                  <a:pt x="4135" y="7698"/>
                </a:cubicBezTo>
                <a:cubicBezTo>
                  <a:pt x="5138" y="7698"/>
                  <a:pt x="6343" y="6875"/>
                  <a:pt x="7142" y="5918"/>
                </a:cubicBezTo>
                <a:cubicBezTo>
                  <a:pt x="8487" y="4299"/>
                  <a:pt x="8490" y="2085"/>
                  <a:pt x="7149" y="964"/>
                </a:cubicBezTo>
                <a:cubicBezTo>
                  <a:pt x="6446" y="382"/>
                  <a:pt x="5266" y="1"/>
                  <a:pt x="4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1810334" y="811416"/>
            <a:ext cx="5757979" cy="4004277"/>
          </a:xfrm>
          <a:custGeom>
            <a:rect b="b" l="l" r="r" t="t"/>
            <a:pathLst>
              <a:path extrusionOk="0" h="39924" w="57409">
                <a:moveTo>
                  <a:pt x="41442" y="1"/>
                </a:moveTo>
                <a:cubicBezTo>
                  <a:pt x="40809" y="1"/>
                  <a:pt x="40177" y="37"/>
                  <a:pt x="39550" y="109"/>
                </a:cubicBezTo>
                <a:cubicBezTo>
                  <a:pt x="35241" y="597"/>
                  <a:pt x="30969" y="3304"/>
                  <a:pt x="26644" y="3304"/>
                </a:cubicBezTo>
                <a:cubicBezTo>
                  <a:pt x="26399" y="3304"/>
                  <a:pt x="26154" y="3295"/>
                  <a:pt x="25908" y="3277"/>
                </a:cubicBezTo>
                <a:cubicBezTo>
                  <a:pt x="23814" y="3120"/>
                  <a:pt x="21881" y="2180"/>
                  <a:pt x="19898" y="1501"/>
                </a:cubicBezTo>
                <a:cubicBezTo>
                  <a:pt x="17859" y="802"/>
                  <a:pt x="15655" y="398"/>
                  <a:pt x="13483" y="398"/>
                </a:cubicBezTo>
                <a:cubicBezTo>
                  <a:pt x="10616" y="398"/>
                  <a:pt x="7802" y="1102"/>
                  <a:pt x="5494" y="2762"/>
                </a:cubicBezTo>
                <a:cubicBezTo>
                  <a:pt x="2888" y="4632"/>
                  <a:pt x="1162" y="7572"/>
                  <a:pt x="507" y="10686"/>
                </a:cubicBezTo>
                <a:cubicBezTo>
                  <a:pt x="28" y="12968"/>
                  <a:pt x="1" y="15570"/>
                  <a:pt x="593" y="17834"/>
                </a:cubicBezTo>
                <a:cubicBezTo>
                  <a:pt x="1256" y="20380"/>
                  <a:pt x="2329" y="22601"/>
                  <a:pt x="2245" y="25314"/>
                </a:cubicBezTo>
                <a:cubicBezTo>
                  <a:pt x="2159" y="28181"/>
                  <a:pt x="1580" y="30659"/>
                  <a:pt x="2078" y="33589"/>
                </a:cubicBezTo>
                <a:cubicBezTo>
                  <a:pt x="2736" y="37451"/>
                  <a:pt x="6385" y="39923"/>
                  <a:pt x="11969" y="39923"/>
                </a:cubicBezTo>
                <a:cubicBezTo>
                  <a:pt x="14052" y="39923"/>
                  <a:pt x="16405" y="39579"/>
                  <a:pt x="18971" y="38835"/>
                </a:cubicBezTo>
                <a:cubicBezTo>
                  <a:pt x="22988" y="37671"/>
                  <a:pt x="27153" y="37012"/>
                  <a:pt x="31330" y="36875"/>
                </a:cubicBezTo>
                <a:cubicBezTo>
                  <a:pt x="31630" y="36865"/>
                  <a:pt x="31928" y="36860"/>
                  <a:pt x="32226" y="36860"/>
                </a:cubicBezTo>
                <a:cubicBezTo>
                  <a:pt x="35807" y="36860"/>
                  <a:pt x="39244" y="37524"/>
                  <a:pt x="42815" y="37852"/>
                </a:cubicBezTo>
                <a:cubicBezTo>
                  <a:pt x="43587" y="37922"/>
                  <a:pt x="44369" y="37965"/>
                  <a:pt x="45149" y="37965"/>
                </a:cubicBezTo>
                <a:cubicBezTo>
                  <a:pt x="47133" y="37965"/>
                  <a:pt x="49109" y="37687"/>
                  <a:pt x="50909" y="36881"/>
                </a:cubicBezTo>
                <a:cubicBezTo>
                  <a:pt x="53291" y="35817"/>
                  <a:pt x="55248" y="33834"/>
                  <a:pt x="56278" y="31435"/>
                </a:cubicBezTo>
                <a:cubicBezTo>
                  <a:pt x="57312" y="29037"/>
                  <a:pt x="57409" y="26254"/>
                  <a:pt x="56543" y="23792"/>
                </a:cubicBezTo>
                <a:cubicBezTo>
                  <a:pt x="55873" y="21879"/>
                  <a:pt x="54649" y="20156"/>
                  <a:pt x="54275" y="18163"/>
                </a:cubicBezTo>
                <a:cubicBezTo>
                  <a:pt x="53826" y="15801"/>
                  <a:pt x="54629" y="13383"/>
                  <a:pt x="54545" y="10981"/>
                </a:cubicBezTo>
                <a:cubicBezTo>
                  <a:pt x="54425" y="7512"/>
                  <a:pt x="52381" y="4254"/>
                  <a:pt x="49501" y="2320"/>
                </a:cubicBezTo>
                <a:cubicBezTo>
                  <a:pt x="47142" y="738"/>
                  <a:pt x="44290" y="1"/>
                  <a:pt x="414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3583188" y="84563"/>
            <a:ext cx="753535" cy="499682"/>
          </a:xfrm>
          <a:custGeom>
            <a:rect b="b" l="l" r="r" t="t"/>
            <a:pathLst>
              <a:path extrusionOk="0" h="4982" w="7513">
                <a:moveTo>
                  <a:pt x="5336" y="1"/>
                </a:moveTo>
                <a:cubicBezTo>
                  <a:pt x="4958" y="1"/>
                  <a:pt x="4536" y="111"/>
                  <a:pt x="4071" y="365"/>
                </a:cubicBezTo>
                <a:cubicBezTo>
                  <a:pt x="2643" y="1148"/>
                  <a:pt x="0" y="1429"/>
                  <a:pt x="107" y="2807"/>
                </a:cubicBezTo>
                <a:cubicBezTo>
                  <a:pt x="207" y="4095"/>
                  <a:pt x="2519" y="4981"/>
                  <a:pt x="4201" y="4981"/>
                </a:cubicBezTo>
                <a:cubicBezTo>
                  <a:pt x="4319" y="4981"/>
                  <a:pt x="4429" y="4975"/>
                  <a:pt x="4539" y="4968"/>
                </a:cubicBezTo>
                <a:cubicBezTo>
                  <a:pt x="6228" y="4834"/>
                  <a:pt x="7513" y="3610"/>
                  <a:pt x="7403" y="2235"/>
                </a:cubicBezTo>
                <a:cubicBezTo>
                  <a:pt x="7323" y="1178"/>
                  <a:pt x="6577" y="1"/>
                  <a:pt x="5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txBox="1"/>
          <p:nvPr>
            <p:ph hasCustomPrompt="1" type="title"/>
          </p:nvPr>
        </p:nvSpPr>
        <p:spPr>
          <a:xfrm>
            <a:off x="1377175" y="2098650"/>
            <a:ext cx="6389700" cy="624000"/>
          </a:xfrm>
          <a:prstGeom prst="rect">
            <a:avLst/>
          </a:prstGeom>
        </p:spPr>
        <p:txBody>
          <a:bodyPr anchorCtr="0" anchor="ctr" bIns="0" lIns="91425" spcFirstLastPara="1" rIns="91425" wrap="square" tIns="0">
            <a:noAutofit/>
          </a:bodyPr>
          <a:lstStyle>
            <a:lvl1pPr lvl="0" algn="ctr">
              <a:spcBef>
                <a:spcPts val="0"/>
              </a:spcBef>
              <a:spcAft>
                <a:spcPts val="0"/>
              </a:spcAft>
              <a:buSzPts val="12000"/>
              <a:buNone/>
              <a:defRPr sz="72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51" name="Google Shape;251;p11"/>
          <p:cNvSpPr txBox="1"/>
          <p:nvPr>
            <p:ph idx="1" type="body"/>
          </p:nvPr>
        </p:nvSpPr>
        <p:spPr>
          <a:xfrm>
            <a:off x="2141275" y="2908400"/>
            <a:ext cx="4861500" cy="4551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sz="1400"/>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pic>
        <p:nvPicPr>
          <p:cNvPr id="252" name="Google Shape;252;p11"/>
          <p:cNvPicPr preferRelativeResize="0"/>
          <p:nvPr/>
        </p:nvPicPr>
        <p:blipFill rotWithShape="1">
          <a:blip r:embed="rId2">
            <a:alphaModFix/>
          </a:blip>
          <a:srcRect b="28" l="26975" r="0" t="44943"/>
          <a:stretch/>
        </p:blipFill>
        <p:spPr>
          <a:xfrm rot="5400000">
            <a:off x="8224362" y="-373937"/>
            <a:ext cx="993375" cy="1284050"/>
          </a:xfrm>
          <a:prstGeom prst="rect">
            <a:avLst/>
          </a:prstGeom>
          <a:noFill/>
          <a:ln>
            <a:noFill/>
          </a:ln>
        </p:spPr>
      </p:pic>
      <p:pic>
        <p:nvPicPr>
          <p:cNvPr id="253" name="Google Shape;253;p11"/>
          <p:cNvPicPr preferRelativeResize="0"/>
          <p:nvPr/>
        </p:nvPicPr>
        <p:blipFill>
          <a:blip r:embed="rId3">
            <a:alphaModFix/>
          </a:blip>
          <a:stretch>
            <a:fillRect/>
          </a:stretch>
        </p:blipFill>
        <p:spPr>
          <a:xfrm>
            <a:off x="-108141" y="3387325"/>
            <a:ext cx="1790590" cy="183237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54" name="Shape 2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_1">
    <p:bg>
      <p:bgPr>
        <a:solidFill>
          <a:schemeClr val="accent1"/>
        </a:solidFill>
      </p:bgPr>
    </p:bg>
    <p:spTree>
      <p:nvGrpSpPr>
        <p:cNvPr id="255" name="Shape 25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_1_1">
    <p:bg>
      <p:bgPr>
        <a:solidFill>
          <a:srgbClr val="F7F8FC"/>
        </a:solidFill>
      </p:bgPr>
    </p:bg>
    <p:spTree>
      <p:nvGrpSpPr>
        <p:cNvPr id="256" name="Shape 256"/>
        <p:cNvGrpSpPr/>
        <p:nvPr/>
      </p:nvGrpSpPr>
      <p:grpSpPr>
        <a:xfrm>
          <a:off x="0" y="0"/>
          <a:ext cx="0" cy="0"/>
          <a:chOff x="0" y="0"/>
          <a:chExt cx="0" cy="0"/>
        </a:xfrm>
      </p:grpSpPr>
      <p:grpSp>
        <p:nvGrpSpPr>
          <p:cNvPr id="257" name="Google Shape;257;p14"/>
          <p:cNvGrpSpPr/>
          <p:nvPr/>
        </p:nvGrpSpPr>
        <p:grpSpPr>
          <a:xfrm>
            <a:off x="5861375" y="4178175"/>
            <a:ext cx="3351600" cy="1021698"/>
            <a:chOff x="5861375" y="4178175"/>
            <a:chExt cx="3351600" cy="1021698"/>
          </a:xfrm>
        </p:grpSpPr>
        <p:sp>
          <p:nvSpPr>
            <p:cNvPr id="258" name="Google Shape;258;p14"/>
            <p:cNvSpPr/>
            <p:nvPr/>
          </p:nvSpPr>
          <p:spPr>
            <a:xfrm>
              <a:off x="5861375" y="4178175"/>
              <a:ext cx="3351600" cy="1021698"/>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9" name="Google Shape;259;p14"/>
            <p:cNvPicPr preferRelativeResize="0"/>
            <p:nvPr/>
          </p:nvPicPr>
          <p:blipFill>
            <a:blip r:embed="rId2">
              <a:alphaModFix/>
            </a:blip>
            <a:stretch>
              <a:fillRect/>
            </a:stretch>
          </p:blipFill>
          <p:spPr>
            <a:xfrm>
              <a:off x="6286501" y="4642934"/>
              <a:ext cx="2857497" cy="530969"/>
            </a:xfrm>
            <a:prstGeom prst="rect">
              <a:avLst/>
            </a:prstGeom>
            <a:noFill/>
            <a:ln>
              <a:noFill/>
            </a:ln>
          </p:spPr>
        </p:pic>
      </p:grpSp>
      <p:grpSp>
        <p:nvGrpSpPr>
          <p:cNvPr id="260" name="Google Shape;260;p14"/>
          <p:cNvGrpSpPr/>
          <p:nvPr/>
        </p:nvGrpSpPr>
        <p:grpSpPr>
          <a:xfrm>
            <a:off x="-103000" y="-237275"/>
            <a:ext cx="4656024" cy="2635100"/>
            <a:chOff x="-103000" y="-237275"/>
            <a:chExt cx="4656024" cy="2635100"/>
          </a:xfrm>
        </p:grpSpPr>
        <p:sp>
          <p:nvSpPr>
            <p:cNvPr id="261" name="Google Shape;261;p14"/>
            <p:cNvSpPr/>
            <p:nvPr/>
          </p:nvSpPr>
          <p:spPr>
            <a:xfrm>
              <a:off x="-19050" y="-76200"/>
              <a:ext cx="2668237" cy="114584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19050" y="-76200"/>
              <a:ext cx="4572074" cy="247402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3" name="Google Shape;263;p14"/>
            <p:cNvPicPr preferRelativeResize="0"/>
            <p:nvPr/>
          </p:nvPicPr>
          <p:blipFill rotWithShape="1">
            <a:blip r:embed="rId3">
              <a:alphaModFix/>
            </a:blip>
            <a:srcRect b="30" l="0" r="0" t="40"/>
            <a:stretch/>
          </p:blipFill>
          <p:spPr>
            <a:xfrm>
              <a:off x="-103000" y="-237275"/>
              <a:ext cx="1360299" cy="2331747"/>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1_1_1_1">
    <p:bg>
      <p:bgPr>
        <a:solidFill>
          <a:srgbClr val="F7F8FC"/>
        </a:solidFill>
      </p:bgPr>
    </p:bg>
    <p:spTree>
      <p:nvGrpSpPr>
        <p:cNvPr id="264" name="Shape 264"/>
        <p:cNvGrpSpPr/>
        <p:nvPr/>
      </p:nvGrpSpPr>
      <p:grpSpPr>
        <a:xfrm>
          <a:off x="0" y="0"/>
          <a:ext cx="0" cy="0"/>
          <a:chOff x="0" y="0"/>
          <a:chExt cx="0" cy="0"/>
        </a:xfrm>
      </p:grpSpPr>
      <p:grpSp>
        <p:nvGrpSpPr>
          <p:cNvPr id="265" name="Google Shape;265;p15"/>
          <p:cNvGrpSpPr/>
          <p:nvPr/>
        </p:nvGrpSpPr>
        <p:grpSpPr>
          <a:xfrm>
            <a:off x="6002520" y="-102719"/>
            <a:ext cx="4477807" cy="5398619"/>
            <a:chOff x="6002520" y="-102719"/>
            <a:chExt cx="4477807" cy="5398619"/>
          </a:xfrm>
        </p:grpSpPr>
        <p:sp>
          <p:nvSpPr>
            <p:cNvPr id="266" name="Google Shape;266;p15"/>
            <p:cNvSpPr/>
            <p:nvPr/>
          </p:nvSpPr>
          <p:spPr>
            <a:xfrm flipH="1" rot="10800000">
              <a:off x="7915228" y="315002"/>
              <a:ext cx="1679305" cy="4839573"/>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flipH="1" rot="10800000">
              <a:off x="9065267" y="201900"/>
              <a:ext cx="1287556" cy="4952684"/>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p:nvPr/>
          </p:nvSpPr>
          <p:spPr>
            <a:xfrm flipH="1" rot="10800000">
              <a:off x="8947883" y="-102719"/>
              <a:ext cx="1404938" cy="907153"/>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p:nvPr/>
          </p:nvSpPr>
          <p:spPr>
            <a:xfrm flipH="1" rot="9683509">
              <a:off x="8237391" y="3788609"/>
              <a:ext cx="729045" cy="1405831"/>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15"/>
            <p:cNvGrpSpPr/>
            <p:nvPr/>
          </p:nvGrpSpPr>
          <p:grpSpPr>
            <a:xfrm>
              <a:off x="6002520" y="4318199"/>
              <a:ext cx="4477807" cy="839588"/>
              <a:chOff x="3098100" y="3849750"/>
              <a:chExt cx="940775" cy="270425"/>
            </a:xfrm>
          </p:grpSpPr>
          <p:sp>
            <p:nvSpPr>
              <p:cNvPr id="271" name="Google Shape;271;p15"/>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74" name="Google Shape;274;p15"/>
            <p:cNvPicPr preferRelativeResize="0"/>
            <p:nvPr/>
          </p:nvPicPr>
          <p:blipFill rotWithShape="1">
            <a:blip r:embed="rId2">
              <a:alphaModFix/>
            </a:blip>
            <a:srcRect b="0" l="70893" r="0" t="0"/>
            <a:stretch/>
          </p:blipFill>
          <p:spPr>
            <a:xfrm>
              <a:off x="8305798" y="-52600"/>
              <a:ext cx="914400" cy="1767101"/>
            </a:xfrm>
            <a:prstGeom prst="rect">
              <a:avLst/>
            </a:prstGeom>
            <a:noFill/>
            <a:ln>
              <a:noFill/>
            </a:ln>
          </p:spPr>
        </p:pic>
        <p:pic>
          <p:nvPicPr>
            <p:cNvPr id="275" name="Google Shape;275;p15"/>
            <p:cNvPicPr preferRelativeResize="0"/>
            <p:nvPr/>
          </p:nvPicPr>
          <p:blipFill rotWithShape="1">
            <a:blip r:embed="rId3">
              <a:alphaModFix/>
            </a:blip>
            <a:srcRect b="0" l="53175" r="0" t="0"/>
            <a:stretch/>
          </p:blipFill>
          <p:spPr>
            <a:xfrm>
              <a:off x="7967650" y="3608200"/>
              <a:ext cx="1404950" cy="1687700"/>
            </a:xfrm>
            <a:prstGeom prst="rect">
              <a:avLst/>
            </a:prstGeom>
            <a:noFill/>
            <a:ln>
              <a:noFill/>
            </a:ln>
          </p:spPr>
        </p:pic>
      </p:grpSp>
      <p:grpSp>
        <p:nvGrpSpPr>
          <p:cNvPr id="276" name="Google Shape;276;p15"/>
          <p:cNvGrpSpPr/>
          <p:nvPr/>
        </p:nvGrpSpPr>
        <p:grpSpPr>
          <a:xfrm>
            <a:off x="-1461898" y="-365531"/>
            <a:ext cx="4517288" cy="5656681"/>
            <a:chOff x="-1461898" y="-365531"/>
            <a:chExt cx="4517288" cy="5656681"/>
          </a:xfrm>
        </p:grpSpPr>
        <p:grpSp>
          <p:nvGrpSpPr>
            <p:cNvPr id="277" name="Google Shape;277;p15"/>
            <p:cNvGrpSpPr/>
            <p:nvPr/>
          </p:nvGrpSpPr>
          <p:grpSpPr>
            <a:xfrm flipH="1" rot="-373055">
              <a:off x="-1188897" y="-165939"/>
              <a:ext cx="3971287" cy="5257164"/>
              <a:chOff x="3268325" y="3013975"/>
              <a:chExt cx="1443800" cy="1106200"/>
            </a:xfrm>
          </p:grpSpPr>
          <p:sp>
            <p:nvSpPr>
              <p:cNvPr id="278" name="Google Shape;278;p15"/>
              <p:cNvSpPr/>
              <p:nvPr/>
            </p:nvSpPr>
            <p:spPr>
              <a:xfrm>
                <a:off x="3268325" y="3013975"/>
                <a:ext cx="274950" cy="149575"/>
              </a:xfrm>
              <a:custGeom>
                <a:rect b="b" l="l" r="r" t="t"/>
                <a:pathLst>
                  <a:path extrusionOk="0" h="5983" w="10998">
                    <a:moveTo>
                      <a:pt x="1" y="1"/>
                    </a:moveTo>
                    <a:cubicBezTo>
                      <a:pt x="1367" y="1752"/>
                      <a:pt x="2900" y="3353"/>
                      <a:pt x="4795" y="4495"/>
                    </a:cubicBezTo>
                    <a:cubicBezTo>
                      <a:pt x="6348" y="5429"/>
                      <a:pt x="8202" y="5983"/>
                      <a:pt x="10007" y="5983"/>
                    </a:cubicBezTo>
                    <a:cubicBezTo>
                      <a:pt x="10340" y="5983"/>
                      <a:pt x="10671" y="5964"/>
                      <a:pt x="10998" y="5925"/>
                    </a:cubicBezTo>
                    <a:cubicBezTo>
                      <a:pt x="10617" y="3974"/>
                      <a:pt x="10586" y="1960"/>
                      <a:pt x="109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3543250" y="3013975"/>
                <a:ext cx="893200" cy="1018300"/>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3532950" y="3013975"/>
                <a:ext cx="491525" cy="178275"/>
              </a:xfrm>
              <a:custGeom>
                <a:rect b="b" l="l" r="r" t="t"/>
                <a:pathLst>
                  <a:path extrusionOk="0" h="7131" w="19661">
                    <a:moveTo>
                      <a:pt x="362" y="1"/>
                    </a:moveTo>
                    <a:cubicBezTo>
                      <a:pt x="1" y="1960"/>
                      <a:pt x="32" y="3974"/>
                      <a:pt x="413" y="5925"/>
                    </a:cubicBezTo>
                    <a:cubicBezTo>
                      <a:pt x="1575" y="5790"/>
                      <a:pt x="2692" y="5405"/>
                      <a:pt x="3660" y="4713"/>
                    </a:cubicBezTo>
                    <a:cubicBezTo>
                      <a:pt x="5149" y="3650"/>
                      <a:pt x="6409" y="1885"/>
                      <a:pt x="8226" y="1885"/>
                    </a:cubicBezTo>
                    <a:cubicBezTo>
                      <a:pt x="8251" y="1885"/>
                      <a:pt x="8275" y="1885"/>
                      <a:pt x="8299" y="1886"/>
                    </a:cubicBezTo>
                    <a:cubicBezTo>
                      <a:pt x="9765" y="1922"/>
                      <a:pt x="10895" y="3139"/>
                      <a:pt x="11785" y="4304"/>
                    </a:cubicBezTo>
                    <a:cubicBezTo>
                      <a:pt x="12677" y="5466"/>
                      <a:pt x="13645" y="6760"/>
                      <a:pt x="15076" y="7067"/>
                    </a:cubicBezTo>
                    <a:cubicBezTo>
                      <a:pt x="15275" y="7110"/>
                      <a:pt x="15473" y="7130"/>
                      <a:pt x="15669" y="7130"/>
                    </a:cubicBezTo>
                    <a:cubicBezTo>
                      <a:pt x="17448" y="7130"/>
                      <a:pt x="19041" y="5447"/>
                      <a:pt x="19412" y="3636"/>
                    </a:cubicBezTo>
                    <a:cubicBezTo>
                      <a:pt x="19661" y="2430"/>
                      <a:pt x="19521" y="1207"/>
                      <a:pt x="192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4244025" y="3013975"/>
                <a:ext cx="468100" cy="1042100"/>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4201350" y="3929300"/>
                <a:ext cx="510775" cy="190875"/>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a:off x="4057600" y="3658800"/>
                <a:ext cx="265050" cy="295800"/>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84" name="Google Shape;284;p15"/>
            <p:cNvPicPr preferRelativeResize="0"/>
            <p:nvPr/>
          </p:nvPicPr>
          <p:blipFill>
            <a:blip r:embed="rId4">
              <a:alphaModFix/>
            </a:blip>
            <a:stretch>
              <a:fillRect/>
            </a:stretch>
          </p:blipFill>
          <p:spPr>
            <a:xfrm>
              <a:off x="-381000" y="-228600"/>
              <a:ext cx="3141475" cy="1767096"/>
            </a:xfrm>
            <a:prstGeom prst="rect">
              <a:avLst/>
            </a:prstGeom>
            <a:noFill/>
            <a:ln>
              <a:noFill/>
            </a:ln>
          </p:spPr>
        </p:pic>
        <p:pic>
          <p:nvPicPr>
            <p:cNvPr id="285" name="Google Shape;285;p15"/>
            <p:cNvPicPr preferRelativeResize="0"/>
            <p:nvPr/>
          </p:nvPicPr>
          <p:blipFill rotWithShape="1">
            <a:blip r:embed="rId5">
              <a:alphaModFix/>
            </a:blip>
            <a:srcRect b="36512" l="0" r="52408" t="0"/>
            <a:stretch/>
          </p:blipFill>
          <p:spPr>
            <a:xfrm>
              <a:off x="-228600" y="4090400"/>
              <a:ext cx="1600195" cy="1200749"/>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1_1_1_1_1">
    <p:bg>
      <p:bgPr>
        <a:solidFill>
          <a:schemeClr val="accent1"/>
        </a:solidFill>
      </p:bgPr>
    </p:bg>
    <p:spTree>
      <p:nvGrpSpPr>
        <p:cNvPr id="286" name="Shape 286"/>
        <p:cNvGrpSpPr/>
        <p:nvPr/>
      </p:nvGrpSpPr>
      <p:grpSpPr>
        <a:xfrm>
          <a:off x="0" y="0"/>
          <a:ext cx="0" cy="0"/>
          <a:chOff x="0" y="0"/>
          <a:chExt cx="0" cy="0"/>
        </a:xfrm>
      </p:grpSpPr>
      <p:grpSp>
        <p:nvGrpSpPr>
          <p:cNvPr id="287" name="Google Shape;287;p16"/>
          <p:cNvGrpSpPr/>
          <p:nvPr/>
        </p:nvGrpSpPr>
        <p:grpSpPr>
          <a:xfrm>
            <a:off x="7588037" y="-344128"/>
            <a:ext cx="1753419" cy="5824284"/>
            <a:chOff x="5883539" y="-344156"/>
            <a:chExt cx="3534407" cy="5824284"/>
          </a:xfrm>
        </p:grpSpPr>
        <p:sp>
          <p:nvSpPr>
            <p:cNvPr id="288" name="Google Shape;288;p16"/>
            <p:cNvSpPr/>
            <p:nvPr/>
          </p:nvSpPr>
          <p:spPr>
            <a:xfrm rot="5400000">
              <a:off x="6900504" y="863896"/>
              <a:ext cx="3234092" cy="138320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rot="5400000">
              <a:off x="4775506" y="1046483"/>
              <a:ext cx="5541677" cy="3325611"/>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p:nvPr/>
          </p:nvSpPr>
          <p:spPr>
            <a:xfrm rot="5400000">
              <a:off x="8150941" y="3716902"/>
              <a:ext cx="789976" cy="451130"/>
            </a:xfrm>
            <a:custGeom>
              <a:rect b="b" l="l" r="r" t="t"/>
              <a:pathLst>
                <a:path extrusionOk="0" h="5660" w="9871">
                  <a:moveTo>
                    <a:pt x="9870" y="1"/>
                  </a:moveTo>
                  <a:cubicBezTo>
                    <a:pt x="6399" y="706"/>
                    <a:pt x="3053" y="2008"/>
                    <a:pt x="1" y="3807"/>
                  </a:cubicBezTo>
                  <a:cubicBezTo>
                    <a:pt x="621" y="4185"/>
                    <a:pt x="1258" y="4535"/>
                    <a:pt x="1922" y="4845"/>
                  </a:cubicBezTo>
                  <a:cubicBezTo>
                    <a:pt x="2913" y="5309"/>
                    <a:pt x="4048" y="5660"/>
                    <a:pt x="5141" y="5660"/>
                  </a:cubicBezTo>
                  <a:cubicBezTo>
                    <a:pt x="5826" y="5660"/>
                    <a:pt x="6498" y="5520"/>
                    <a:pt x="7103" y="5180"/>
                  </a:cubicBezTo>
                  <a:cubicBezTo>
                    <a:pt x="8194" y="4570"/>
                    <a:pt x="8848" y="3432"/>
                    <a:pt x="9267" y="2287"/>
                  </a:cubicBezTo>
                  <a:cubicBezTo>
                    <a:pt x="9543" y="1538"/>
                    <a:pt x="9737" y="774"/>
                    <a:pt x="98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p:nvPr/>
          </p:nvSpPr>
          <p:spPr>
            <a:xfrm rot="5400000">
              <a:off x="8024895" y="1980397"/>
              <a:ext cx="1785149" cy="530118"/>
            </a:xfrm>
            <a:custGeom>
              <a:rect b="b" l="l" r="r" t="t"/>
              <a:pathLst>
                <a:path extrusionOk="0" h="6651" w="22306">
                  <a:moveTo>
                    <a:pt x="1" y="0"/>
                  </a:moveTo>
                  <a:cubicBezTo>
                    <a:pt x="97" y="1758"/>
                    <a:pt x="877" y="3479"/>
                    <a:pt x="2185" y="4702"/>
                  </a:cubicBezTo>
                  <a:cubicBezTo>
                    <a:pt x="3531" y="5952"/>
                    <a:pt x="5405" y="6650"/>
                    <a:pt x="7274" y="6650"/>
                  </a:cubicBezTo>
                  <a:cubicBezTo>
                    <a:pt x="7350" y="6650"/>
                    <a:pt x="7425" y="6647"/>
                    <a:pt x="7496" y="6647"/>
                  </a:cubicBezTo>
                  <a:cubicBezTo>
                    <a:pt x="8947" y="5873"/>
                    <a:pt x="10491" y="5332"/>
                    <a:pt x="12115" y="5209"/>
                  </a:cubicBezTo>
                  <a:cubicBezTo>
                    <a:pt x="13083" y="4756"/>
                    <a:pt x="14054" y="4317"/>
                    <a:pt x="15103" y="4109"/>
                  </a:cubicBezTo>
                  <a:cubicBezTo>
                    <a:pt x="15587" y="4010"/>
                    <a:pt x="16078" y="3966"/>
                    <a:pt x="16565" y="3966"/>
                  </a:cubicBezTo>
                  <a:cubicBezTo>
                    <a:pt x="17849" y="3966"/>
                    <a:pt x="19130" y="4276"/>
                    <a:pt x="20346" y="4756"/>
                  </a:cubicBezTo>
                  <a:cubicBezTo>
                    <a:pt x="21586" y="3986"/>
                    <a:pt x="22305" y="2511"/>
                    <a:pt x="22305" y="1060"/>
                  </a:cubicBezTo>
                  <a:cubicBezTo>
                    <a:pt x="22305" y="702"/>
                    <a:pt x="22260" y="345"/>
                    <a:pt x="221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
            <p:cNvSpPr/>
            <p:nvPr/>
          </p:nvSpPr>
          <p:spPr>
            <a:xfrm rot="5400000">
              <a:off x="7621400" y="2799386"/>
              <a:ext cx="2407783" cy="714476"/>
            </a:xfrm>
            <a:custGeom>
              <a:rect b="b" l="l" r="r" t="t"/>
              <a:pathLst>
                <a:path extrusionOk="0" h="8964" w="30086">
                  <a:moveTo>
                    <a:pt x="4620" y="5209"/>
                  </a:moveTo>
                  <a:lnTo>
                    <a:pt x="4620" y="5209"/>
                  </a:lnTo>
                  <a:cubicBezTo>
                    <a:pt x="2996" y="5332"/>
                    <a:pt x="1452" y="5873"/>
                    <a:pt x="1" y="6647"/>
                  </a:cubicBezTo>
                  <a:cubicBezTo>
                    <a:pt x="478" y="6630"/>
                    <a:pt x="955" y="6572"/>
                    <a:pt x="1418" y="6466"/>
                  </a:cubicBezTo>
                  <a:cubicBezTo>
                    <a:pt x="2539" y="6208"/>
                    <a:pt x="3578" y="5700"/>
                    <a:pt x="4620" y="5209"/>
                  </a:cubicBezTo>
                  <a:close/>
                  <a:moveTo>
                    <a:pt x="14677" y="0"/>
                  </a:moveTo>
                  <a:cubicBezTo>
                    <a:pt x="14765" y="345"/>
                    <a:pt x="14810" y="702"/>
                    <a:pt x="14810" y="1060"/>
                  </a:cubicBezTo>
                  <a:cubicBezTo>
                    <a:pt x="14810" y="2511"/>
                    <a:pt x="14091" y="3986"/>
                    <a:pt x="12851" y="4756"/>
                  </a:cubicBezTo>
                  <a:cubicBezTo>
                    <a:pt x="13652" y="5073"/>
                    <a:pt x="14422" y="5465"/>
                    <a:pt x="15154" y="5890"/>
                  </a:cubicBezTo>
                  <a:cubicBezTo>
                    <a:pt x="16789" y="6845"/>
                    <a:pt x="18309" y="7986"/>
                    <a:pt x="19927" y="8964"/>
                  </a:cubicBezTo>
                  <a:cubicBezTo>
                    <a:pt x="22979" y="7165"/>
                    <a:pt x="26325" y="5863"/>
                    <a:pt x="29796" y="5158"/>
                  </a:cubicBezTo>
                  <a:cubicBezTo>
                    <a:pt x="30086" y="3472"/>
                    <a:pt x="30086" y="1735"/>
                    <a:pt x="29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 name="Google Shape;293;p16"/>
            <p:cNvGrpSpPr/>
            <p:nvPr/>
          </p:nvGrpSpPr>
          <p:grpSpPr>
            <a:xfrm flipH="1">
              <a:off x="6930507" y="-344156"/>
              <a:ext cx="2487438" cy="2254471"/>
              <a:chOff x="4895725" y="2485200"/>
              <a:chExt cx="464525" cy="744050"/>
            </a:xfrm>
          </p:grpSpPr>
          <p:sp>
            <p:nvSpPr>
              <p:cNvPr id="294" name="Google Shape;294;p16"/>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6"/>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6"/>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6"/>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6"/>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6"/>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6"/>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6"/>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6"/>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6"/>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6"/>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6"/>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6"/>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6"/>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6"/>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6"/>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3" name="Google Shape;323;p16"/>
          <p:cNvSpPr/>
          <p:nvPr/>
        </p:nvSpPr>
        <p:spPr>
          <a:xfrm rot="10800000">
            <a:off x="-25632" y="330110"/>
            <a:ext cx="1733468" cy="4824215"/>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
          <p:cNvSpPr/>
          <p:nvPr/>
        </p:nvSpPr>
        <p:spPr>
          <a:xfrm rot="10800000">
            <a:off x="1663806" y="-162474"/>
            <a:ext cx="2346874" cy="1123659"/>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rot="10800000">
            <a:off x="-952031" y="-131121"/>
            <a:ext cx="1670156" cy="5209246"/>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rot="10800000">
            <a:off x="-952059" y="-162472"/>
            <a:ext cx="1801202" cy="904284"/>
          </a:xfrm>
          <a:custGeom>
            <a:rect b="b" l="l" r="r" t="t"/>
            <a:pathLst>
              <a:path extrusionOk="0" h="10569" w="28282">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rot="10800000">
            <a:off x="1422029" y="-162475"/>
            <a:ext cx="3317595" cy="1281175"/>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rot="10800000">
            <a:off x="1663806" y="-162470"/>
            <a:ext cx="2346874" cy="738468"/>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6"/>
          <p:cNvSpPr/>
          <p:nvPr/>
        </p:nvSpPr>
        <p:spPr>
          <a:xfrm rot="10800000">
            <a:off x="174620" y="1110048"/>
            <a:ext cx="514394"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rot="10800000">
            <a:off x="-412593" y="1039045"/>
            <a:ext cx="18660" cy="21903"/>
          </a:xfrm>
          <a:custGeom>
            <a:rect b="b" l="l" r="r" t="t"/>
            <a:pathLst>
              <a:path extrusionOk="0" h="256" w="293">
                <a:moveTo>
                  <a:pt x="292" y="0"/>
                </a:moveTo>
                <a:lnTo>
                  <a:pt x="292" y="0"/>
                </a:lnTo>
                <a:cubicBezTo>
                  <a:pt x="194" y="10"/>
                  <a:pt x="99" y="29"/>
                  <a:pt x="0" y="42"/>
                </a:cubicBezTo>
                <a:lnTo>
                  <a:pt x="0" y="255"/>
                </a:lnTo>
                <a:cubicBezTo>
                  <a:pt x="151" y="255"/>
                  <a:pt x="269" y="142"/>
                  <a:pt x="292" y="0"/>
                </a:cubicBez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rot="10800000">
            <a:off x="-393997" y="1039045"/>
            <a:ext cx="17196" cy="18310"/>
          </a:xfrm>
          <a:custGeom>
            <a:rect b="b" l="l" r="r" t="t"/>
            <a:pathLst>
              <a:path extrusionOk="0" h="214" w="270">
                <a:moveTo>
                  <a:pt x="269" y="0"/>
                </a:moveTo>
                <a:cubicBezTo>
                  <a:pt x="180" y="11"/>
                  <a:pt x="91" y="24"/>
                  <a:pt x="0" y="39"/>
                </a:cubicBezTo>
                <a:cubicBezTo>
                  <a:pt x="48" y="142"/>
                  <a:pt x="152" y="213"/>
                  <a:pt x="269" y="213"/>
                </a:cubicBezTo>
                <a:lnTo>
                  <a:pt x="269" y="0"/>
                </a:ln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16"/>
          <p:cNvGrpSpPr/>
          <p:nvPr/>
        </p:nvGrpSpPr>
        <p:grpSpPr>
          <a:xfrm>
            <a:off x="-476598" y="-70488"/>
            <a:ext cx="2770000" cy="1075737"/>
            <a:chOff x="-476598" y="-70488"/>
            <a:chExt cx="2770000" cy="1075737"/>
          </a:xfrm>
        </p:grpSpPr>
        <p:sp>
          <p:nvSpPr>
            <p:cNvPr id="333" name="Google Shape;333;p16"/>
            <p:cNvSpPr/>
            <p:nvPr/>
          </p:nvSpPr>
          <p:spPr>
            <a:xfrm rot="10800000">
              <a:off x="-476598" y="953998"/>
              <a:ext cx="38212" cy="51250"/>
            </a:xfrm>
            <a:custGeom>
              <a:rect b="b" l="l" r="r" t="t"/>
              <a:pathLst>
                <a:path extrusionOk="0" h="599" w="600">
                  <a:moveTo>
                    <a:pt x="302" y="0"/>
                  </a:moveTo>
                  <a:cubicBezTo>
                    <a:pt x="137" y="0"/>
                    <a:pt x="1" y="137"/>
                    <a:pt x="1" y="301"/>
                  </a:cubicBezTo>
                  <a:cubicBezTo>
                    <a:pt x="1" y="467"/>
                    <a:pt x="137" y="599"/>
                    <a:pt x="302" y="599"/>
                  </a:cubicBezTo>
                  <a:cubicBezTo>
                    <a:pt x="467" y="599"/>
                    <a:pt x="600" y="467"/>
                    <a:pt x="600" y="301"/>
                  </a:cubicBezTo>
                  <a:cubicBezTo>
                    <a:pt x="600" y="137"/>
                    <a:pt x="467" y="0"/>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p:nvPr/>
          </p:nvSpPr>
          <p:spPr>
            <a:xfrm rot="10800000">
              <a:off x="-413230" y="894193"/>
              <a:ext cx="19297" cy="25582"/>
            </a:xfrm>
            <a:custGeom>
              <a:rect b="b" l="l" r="r" t="t"/>
              <a:pathLst>
                <a:path extrusionOk="0" h="299" w="303">
                  <a:moveTo>
                    <a:pt x="0" y="1"/>
                  </a:moveTo>
                  <a:lnTo>
                    <a:pt x="0" y="298"/>
                  </a:lnTo>
                  <a:lnTo>
                    <a:pt x="303" y="298"/>
                  </a:lnTo>
                  <a:cubicBezTo>
                    <a:pt x="303" y="133"/>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6"/>
            <p:cNvSpPr/>
            <p:nvPr/>
          </p:nvSpPr>
          <p:spPr>
            <a:xfrm rot="10800000">
              <a:off x="-413230" y="868439"/>
              <a:ext cx="19297" cy="25839"/>
            </a:xfrm>
            <a:custGeom>
              <a:rect b="b" l="l" r="r" t="t"/>
              <a:pathLst>
                <a:path extrusionOk="0" h="302" w="303">
                  <a:moveTo>
                    <a:pt x="0" y="0"/>
                  </a:moveTo>
                  <a:lnTo>
                    <a:pt x="0" y="301"/>
                  </a:lnTo>
                  <a:cubicBezTo>
                    <a:pt x="166" y="301"/>
                    <a:pt x="303" y="164"/>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rot="10800000">
              <a:off x="-413230" y="723588"/>
              <a:ext cx="19297" cy="25411"/>
            </a:xfrm>
            <a:custGeom>
              <a:rect b="b" l="l" r="r" t="t"/>
              <a:pathLst>
                <a:path extrusionOk="0" h="297" w="303">
                  <a:moveTo>
                    <a:pt x="0" y="0"/>
                  </a:moveTo>
                  <a:lnTo>
                    <a:pt x="0" y="297"/>
                  </a:lnTo>
                  <a:lnTo>
                    <a:pt x="303" y="297"/>
                  </a:lnTo>
                  <a:cubicBezTo>
                    <a:pt x="303" y="131"/>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
            <p:cNvSpPr/>
            <p:nvPr/>
          </p:nvSpPr>
          <p:spPr>
            <a:xfrm rot="10800000">
              <a:off x="-476598" y="783308"/>
              <a:ext cx="38212" cy="51336"/>
            </a:xfrm>
            <a:custGeom>
              <a:rect b="b" l="l" r="r" t="t"/>
              <a:pathLst>
                <a:path extrusionOk="0" h="600" w="600">
                  <a:moveTo>
                    <a:pt x="302" y="1"/>
                  </a:moveTo>
                  <a:cubicBezTo>
                    <a:pt x="137" y="1"/>
                    <a:pt x="1" y="137"/>
                    <a:pt x="1" y="303"/>
                  </a:cubicBezTo>
                  <a:cubicBezTo>
                    <a:pt x="1" y="468"/>
                    <a:pt x="137" y="599"/>
                    <a:pt x="302" y="599"/>
                  </a:cubicBezTo>
                  <a:cubicBezTo>
                    <a:pt x="467" y="599"/>
                    <a:pt x="600" y="468"/>
                    <a:pt x="600" y="303"/>
                  </a:cubicBezTo>
                  <a:cubicBezTo>
                    <a:pt x="600" y="137"/>
                    <a:pt x="467"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p:nvPr/>
          </p:nvSpPr>
          <p:spPr>
            <a:xfrm rot="10800000">
              <a:off x="-413230" y="697749"/>
              <a:ext cx="19297" cy="25925"/>
            </a:xfrm>
            <a:custGeom>
              <a:rect b="b" l="l" r="r" t="t"/>
              <a:pathLst>
                <a:path extrusionOk="0" h="303" w="303">
                  <a:moveTo>
                    <a:pt x="0" y="1"/>
                  </a:moveTo>
                  <a:lnTo>
                    <a:pt x="0" y="303"/>
                  </a:lnTo>
                  <a:cubicBezTo>
                    <a:pt x="166" y="303"/>
                    <a:pt x="303" y="170"/>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6"/>
            <p:cNvSpPr/>
            <p:nvPr/>
          </p:nvSpPr>
          <p:spPr>
            <a:xfrm rot="10800000">
              <a:off x="-476598" y="612617"/>
              <a:ext cx="38212" cy="50908"/>
            </a:xfrm>
            <a:custGeom>
              <a:rect b="b" l="l" r="r" t="t"/>
              <a:pathLst>
                <a:path extrusionOk="0" h="595" w="600">
                  <a:moveTo>
                    <a:pt x="302" y="0"/>
                  </a:moveTo>
                  <a:cubicBezTo>
                    <a:pt x="137" y="0"/>
                    <a:pt x="1" y="133"/>
                    <a:pt x="1" y="297"/>
                  </a:cubicBezTo>
                  <a:cubicBezTo>
                    <a:pt x="1" y="462"/>
                    <a:pt x="137" y="595"/>
                    <a:pt x="302" y="595"/>
                  </a:cubicBezTo>
                  <a:cubicBezTo>
                    <a:pt x="467" y="595"/>
                    <a:pt x="600" y="462"/>
                    <a:pt x="600" y="297"/>
                  </a:cubicBezTo>
                  <a:cubicBezTo>
                    <a:pt x="600" y="133"/>
                    <a:pt x="467" y="0"/>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p:nvPr/>
          </p:nvSpPr>
          <p:spPr>
            <a:xfrm rot="10800000">
              <a:off x="-413230" y="552469"/>
              <a:ext cx="19297" cy="25925"/>
            </a:xfrm>
            <a:custGeom>
              <a:rect b="b" l="l" r="r" t="t"/>
              <a:pathLst>
                <a:path extrusionOk="0" h="303" w="303">
                  <a:moveTo>
                    <a:pt x="0" y="0"/>
                  </a:moveTo>
                  <a:lnTo>
                    <a:pt x="0" y="302"/>
                  </a:lnTo>
                  <a:lnTo>
                    <a:pt x="303" y="302"/>
                  </a:lnTo>
                  <a:cubicBezTo>
                    <a:pt x="303" y="133"/>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6"/>
            <p:cNvSpPr/>
            <p:nvPr/>
          </p:nvSpPr>
          <p:spPr>
            <a:xfrm rot="10800000">
              <a:off x="-413230" y="381864"/>
              <a:ext cx="19297" cy="25839"/>
            </a:xfrm>
            <a:custGeom>
              <a:rect b="b" l="l" r="r" t="t"/>
              <a:pathLst>
                <a:path extrusionOk="0" h="302" w="303">
                  <a:moveTo>
                    <a:pt x="0" y="1"/>
                  </a:moveTo>
                  <a:lnTo>
                    <a:pt x="0" y="302"/>
                  </a:lnTo>
                  <a:lnTo>
                    <a:pt x="303" y="302"/>
                  </a:lnTo>
                  <a:cubicBezTo>
                    <a:pt x="303" y="136"/>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6"/>
            <p:cNvSpPr/>
            <p:nvPr/>
          </p:nvSpPr>
          <p:spPr>
            <a:xfrm rot="10800000">
              <a:off x="-413230" y="527143"/>
              <a:ext cx="19297" cy="25411"/>
            </a:xfrm>
            <a:custGeom>
              <a:rect b="b" l="l" r="r" t="t"/>
              <a:pathLst>
                <a:path extrusionOk="0" h="297" w="303">
                  <a:moveTo>
                    <a:pt x="0" y="0"/>
                  </a:moveTo>
                  <a:lnTo>
                    <a:pt x="0" y="297"/>
                  </a:lnTo>
                  <a:cubicBezTo>
                    <a:pt x="166" y="297"/>
                    <a:pt x="303" y="166"/>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6"/>
            <p:cNvSpPr/>
            <p:nvPr/>
          </p:nvSpPr>
          <p:spPr>
            <a:xfrm rot="10800000">
              <a:off x="-476598" y="441498"/>
              <a:ext cx="38212" cy="51422"/>
            </a:xfrm>
            <a:custGeom>
              <a:rect b="b" l="l" r="r" t="t"/>
              <a:pathLst>
                <a:path extrusionOk="0" h="601" w="600">
                  <a:moveTo>
                    <a:pt x="302" y="1"/>
                  </a:moveTo>
                  <a:cubicBezTo>
                    <a:pt x="137" y="1"/>
                    <a:pt x="1" y="133"/>
                    <a:pt x="1" y="298"/>
                  </a:cubicBezTo>
                  <a:cubicBezTo>
                    <a:pt x="1" y="464"/>
                    <a:pt x="137" y="601"/>
                    <a:pt x="302" y="601"/>
                  </a:cubicBezTo>
                  <a:cubicBezTo>
                    <a:pt x="467" y="601"/>
                    <a:pt x="600" y="464"/>
                    <a:pt x="600" y="298"/>
                  </a:cubicBezTo>
                  <a:cubicBezTo>
                    <a:pt x="600" y="133"/>
                    <a:pt x="467"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6"/>
            <p:cNvSpPr/>
            <p:nvPr/>
          </p:nvSpPr>
          <p:spPr>
            <a:xfrm rot="10800000">
              <a:off x="-413230" y="211087"/>
              <a:ext cx="19297" cy="26010"/>
            </a:xfrm>
            <a:custGeom>
              <a:rect b="b" l="l" r="r" t="t"/>
              <a:pathLst>
                <a:path extrusionOk="0" h="304" w="303">
                  <a:moveTo>
                    <a:pt x="0" y="1"/>
                  </a:moveTo>
                  <a:lnTo>
                    <a:pt x="0" y="303"/>
                  </a:lnTo>
                  <a:lnTo>
                    <a:pt x="303" y="303"/>
                  </a:lnTo>
                  <a:cubicBezTo>
                    <a:pt x="303" y="138"/>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
            <p:cNvSpPr/>
            <p:nvPr/>
          </p:nvSpPr>
          <p:spPr>
            <a:xfrm rot="10800000">
              <a:off x="-413230" y="356367"/>
              <a:ext cx="19297" cy="25582"/>
            </a:xfrm>
            <a:custGeom>
              <a:rect b="b" l="l" r="r" t="t"/>
              <a:pathLst>
                <a:path extrusionOk="0" h="299" w="303">
                  <a:moveTo>
                    <a:pt x="0" y="1"/>
                  </a:moveTo>
                  <a:lnTo>
                    <a:pt x="0" y="298"/>
                  </a:lnTo>
                  <a:cubicBezTo>
                    <a:pt x="166" y="298"/>
                    <a:pt x="303" y="166"/>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p:nvPr/>
          </p:nvSpPr>
          <p:spPr>
            <a:xfrm rot="10800000">
              <a:off x="-476598" y="270893"/>
              <a:ext cx="38212" cy="51250"/>
            </a:xfrm>
            <a:custGeom>
              <a:rect b="b" l="l" r="r" t="t"/>
              <a:pathLst>
                <a:path extrusionOk="0" h="599" w="600">
                  <a:moveTo>
                    <a:pt x="302" y="0"/>
                  </a:moveTo>
                  <a:cubicBezTo>
                    <a:pt x="137" y="0"/>
                    <a:pt x="1" y="132"/>
                    <a:pt x="1" y="297"/>
                  </a:cubicBezTo>
                  <a:cubicBezTo>
                    <a:pt x="1" y="462"/>
                    <a:pt x="137" y="599"/>
                    <a:pt x="302" y="599"/>
                  </a:cubicBezTo>
                  <a:cubicBezTo>
                    <a:pt x="467" y="599"/>
                    <a:pt x="600" y="462"/>
                    <a:pt x="600" y="297"/>
                  </a:cubicBezTo>
                  <a:cubicBezTo>
                    <a:pt x="600" y="132"/>
                    <a:pt x="467" y="0"/>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6"/>
            <p:cNvSpPr/>
            <p:nvPr/>
          </p:nvSpPr>
          <p:spPr>
            <a:xfrm rot="10800000">
              <a:off x="-413230" y="185762"/>
              <a:ext cx="19297" cy="25411"/>
            </a:xfrm>
            <a:custGeom>
              <a:rect b="b" l="l" r="r" t="t"/>
              <a:pathLst>
                <a:path extrusionOk="0" h="297" w="303">
                  <a:moveTo>
                    <a:pt x="0" y="0"/>
                  </a:moveTo>
                  <a:lnTo>
                    <a:pt x="0" y="297"/>
                  </a:lnTo>
                  <a:cubicBezTo>
                    <a:pt x="166" y="297"/>
                    <a:pt x="303" y="165"/>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p:nvPr/>
          </p:nvSpPr>
          <p:spPr>
            <a:xfrm rot="10800000">
              <a:off x="-413230" y="40482"/>
              <a:ext cx="19297" cy="25839"/>
            </a:xfrm>
            <a:custGeom>
              <a:rect b="b" l="l" r="r" t="t"/>
              <a:pathLst>
                <a:path extrusionOk="0" h="302" w="303">
                  <a:moveTo>
                    <a:pt x="0" y="0"/>
                  </a:moveTo>
                  <a:lnTo>
                    <a:pt x="0" y="301"/>
                  </a:lnTo>
                  <a:lnTo>
                    <a:pt x="303" y="301"/>
                  </a:lnTo>
                  <a:cubicBezTo>
                    <a:pt x="303"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6"/>
            <p:cNvSpPr/>
            <p:nvPr/>
          </p:nvSpPr>
          <p:spPr>
            <a:xfrm rot="10800000">
              <a:off x="-476598" y="100117"/>
              <a:ext cx="38212" cy="51422"/>
            </a:xfrm>
            <a:custGeom>
              <a:rect b="b" l="l" r="r" t="t"/>
              <a:pathLst>
                <a:path extrusionOk="0" h="601" w="600">
                  <a:moveTo>
                    <a:pt x="302" y="0"/>
                  </a:moveTo>
                  <a:cubicBezTo>
                    <a:pt x="137" y="0"/>
                    <a:pt x="1" y="133"/>
                    <a:pt x="1" y="298"/>
                  </a:cubicBezTo>
                  <a:cubicBezTo>
                    <a:pt x="1" y="463"/>
                    <a:pt x="137" y="600"/>
                    <a:pt x="302" y="600"/>
                  </a:cubicBezTo>
                  <a:cubicBezTo>
                    <a:pt x="467" y="600"/>
                    <a:pt x="600" y="463"/>
                    <a:pt x="600" y="298"/>
                  </a:cubicBezTo>
                  <a:cubicBezTo>
                    <a:pt x="600" y="133"/>
                    <a:pt x="467" y="0"/>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6"/>
            <p:cNvSpPr/>
            <p:nvPr/>
          </p:nvSpPr>
          <p:spPr>
            <a:xfrm rot="10800000">
              <a:off x="-413230" y="15071"/>
              <a:ext cx="19297" cy="25497"/>
            </a:xfrm>
            <a:custGeom>
              <a:rect b="b" l="l" r="r" t="t"/>
              <a:pathLst>
                <a:path extrusionOk="0" h="298" w="303">
                  <a:moveTo>
                    <a:pt x="0" y="0"/>
                  </a:moveTo>
                  <a:lnTo>
                    <a:pt x="0" y="298"/>
                  </a:lnTo>
                  <a:cubicBezTo>
                    <a:pt x="166" y="298"/>
                    <a:pt x="303" y="166"/>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6"/>
            <p:cNvSpPr/>
            <p:nvPr/>
          </p:nvSpPr>
          <p:spPr>
            <a:xfrm rot="10800000">
              <a:off x="-476598" y="-70488"/>
              <a:ext cx="38212" cy="51336"/>
            </a:xfrm>
            <a:custGeom>
              <a:rect b="b" l="l" r="r" t="t"/>
              <a:pathLst>
                <a:path extrusionOk="0" h="600" w="600">
                  <a:moveTo>
                    <a:pt x="302" y="1"/>
                  </a:moveTo>
                  <a:cubicBezTo>
                    <a:pt x="137" y="1"/>
                    <a:pt x="1" y="133"/>
                    <a:pt x="1" y="297"/>
                  </a:cubicBezTo>
                  <a:cubicBezTo>
                    <a:pt x="1" y="462"/>
                    <a:pt x="137" y="599"/>
                    <a:pt x="302" y="599"/>
                  </a:cubicBezTo>
                  <a:cubicBezTo>
                    <a:pt x="467" y="599"/>
                    <a:pt x="600" y="462"/>
                    <a:pt x="600" y="297"/>
                  </a:cubicBezTo>
                  <a:cubicBezTo>
                    <a:pt x="600" y="133"/>
                    <a:pt x="467"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
            <p:cNvSpPr/>
            <p:nvPr/>
          </p:nvSpPr>
          <p:spPr>
            <a:xfrm rot="10800000">
              <a:off x="-393997" y="894193"/>
              <a:ext cx="19042" cy="25582"/>
            </a:xfrm>
            <a:custGeom>
              <a:rect b="b" l="l" r="r" t="t"/>
              <a:pathLst>
                <a:path extrusionOk="0" h="299" w="299">
                  <a:moveTo>
                    <a:pt x="298" y="1"/>
                  </a:moveTo>
                  <a:cubicBezTo>
                    <a:pt x="133" y="1"/>
                    <a:pt x="1" y="133"/>
                    <a:pt x="1" y="298"/>
                  </a:cubicBezTo>
                  <a:lnTo>
                    <a:pt x="298" y="298"/>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6"/>
            <p:cNvSpPr/>
            <p:nvPr/>
          </p:nvSpPr>
          <p:spPr>
            <a:xfrm rot="10800000">
              <a:off x="-286178" y="894193"/>
              <a:ext cx="19297" cy="25582"/>
            </a:xfrm>
            <a:custGeom>
              <a:rect b="b" l="l" r="r" t="t"/>
              <a:pathLst>
                <a:path extrusionOk="0" h="299" w="303">
                  <a:moveTo>
                    <a:pt x="0" y="1"/>
                  </a:moveTo>
                  <a:lnTo>
                    <a:pt x="0" y="298"/>
                  </a:lnTo>
                  <a:lnTo>
                    <a:pt x="302" y="298"/>
                  </a:lnTo>
                  <a:cubicBezTo>
                    <a:pt x="302" y="133"/>
                    <a:pt x="165"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6"/>
            <p:cNvSpPr/>
            <p:nvPr/>
          </p:nvSpPr>
          <p:spPr>
            <a:xfrm rot="10800000">
              <a:off x="-349545" y="953998"/>
              <a:ext cx="38212" cy="51250"/>
            </a:xfrm>
            <a:custGeom>
              <a:rect b="b" l="l" r="r" t="t"/>
              <a:pathLst>
                <a:path extrusionOk="0" h="599" w="600">
                  <a:moveTo>
                    <a:pt x="303" y="0"/>
                  </a:moveTo>
                  <a:cubicBezTo>
                    <a:pt x="137" y="0"/>
                    <a:pt x="0" y="137"/>
                    <a:pt x="0" y="301"/>
                  </a:cubicBezTo>
                  <a:cubicBezTo>
                    <a:pt x="0" y="467"/>
                    <a:pt x="137" y="599"/>
                    <a:pt x="303" y="599"/>
                  </a:cubicBezTo>
                  <a:cubicBezTo>
                    <a:pt x="468" y="599"/>
                    <a:pt x="599" y="467"/>
                    <a:pt x="599" y="301"/>
                  </a:cubicBezTo>
                  <a:cubicBezTo>
                    <a:pt x="599" y="137"/>
                    <a:pt x="468" y="0"/>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6"/>
            <p:cNvSpPr/>
            <p:nvPr/>
          </p:nvSpPr>
          <p:spPr>
            <a:xfrm rot="10800000">
              <a:off x="-349545" y="783308"/>
              <a:ext cx="38212" cy="51336"/>
            </a:xfrm>
            <a:custGeom>
              <a:rect b="b" l="l" r="r" t="t"/>
              <a:pathLst>
                <a:path extrusionOk="0" h="600" w="600">
                  <a:moveTo>
                    <a:pt x="303" y="1"/>
                  </a:moveTo>
                  <a:cubicBezTo>
                    <a:pt x="137" y="1"/>
                    <a:pt x="0" y="137"/>
                    <a:pt x="0" y="303"/>
                  </a:cubicBezTo>
                  <a:cubicBezTo>
                    <a:pt x="0" y="468"/>
                    <a:pt x="137" y="599"/>
                    <a:pt x="303" y="599"/>
                  </a:cubicBezTo>
                  <a:cubicBezTo>
                    <a:pt x="468" y="599"/>
                    <a:pt x="599" y="468"/>
                    <a:pt x="599" y="303"/>
                  </a:cubicBezTo>
                  <a:cubicBezTo>
                    <a:pt x="599" y="137"/>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6"/>
            <p:cNvSpPr/>
            <p:nvPr/>
          </p:nvSpPr>
          <p:spPr>
            <a:xfrm rot="10800000">
              <a:off x="-393997" y="723588"/>
              <a:ext cx="19042" cy="25411"/>
            </a:xfrm>
            <a:custGeom>
              <a:rect b="b" l="l" r="r" t="t"/>
              <a:pathLst>
                <a:path extrusionOk="0" h="297" w="299">
                  <a:moveTo>
                    <a:pt x="298" y="0"/>
                  </a:moveTo>
                  <a:cubicBezTo>
                    <a:pt x="133" y="0"/>
                    <a:pt x="1" y="131"/>
                    <a:pt x="1" y="297"/>
                  </a:cubicBezTo>
                  <a:lnTo>
                    <a:pt x="298" y="297"/>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6"/>
            <p:cNvSpPr/>
            <p:nvPr/>
          </p:nvSpPr>
          <p:spPr>
            <a:xfrm rot="10800000">
              <a:off x="-286178" y="723588"/>
              <a:ext cx="19297" cy="25411"/>
            </a:xfrm>
            <a:custGeom>
              <a:rect b="b" l="l" r="r" t="t"/>
              <a:pathLst>
                <a:path extrusionOk="0" h="297" w="303">
                  <a:moveTo>
                    <a:pt x="0" y="0"/>
                  </a:moveTo>
                  <a:lnTo>
                    <a:pt x="0" y="297"/>
                  </a:lnTo>
                  <a:lnTo>
                    <a:pt x="302" y="297"/>
                  </a:lnTo>
                  <a:cubicBezTo>
                    <a:pt x="302" y="131"/>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6"/>
            <p:cNvSpPr/>
            <p:nvPr/>
          </p:nvSpPr>
          <p:spPr>
            <a:xfrm rot="10800000">
              <a:off x="-393997" y="868439"/>
              <a:ext cx="19042" cy="25839"/>
            </a:xfrm>
            <a:custGeom>
              <a:rect b="b" l="l" r="r" t="t"/>
              <a:pathLst>
                <a:path extrusionOk="0" h="302" w="299">
                  <a:moveTo>
                    <a:pt x="1" y="0"/>
                  </a:moveTo>
                  <a:cubicBezTo>
                    <a:pt x="1" y="164"/>
                    <a:pt x="133" y="301"/>
                    <a:pt x="298" y="301"/>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
            <p:cNvSpPr/>
            <p:nvPr/>
          </p:nvSpPr>
          <p:spPr>
            <a:xfrm rot="10800000">
              <a:off x="-286178" y="868439"/>
              <a:ext cx="19297" cy="25839"/>
            </a:xfrm>
            <a:custGeom>
              <a:rect b="b" l="l" r="r" t="t"/>
              <a:pathLst>
                <a:path extrusionOk="0" h="302" w="303">
                  <a:moveTo>
                    <a:pt x="0" y="0"/>
                  </a:moveTo>
                  <a:lnTo>
                    <a:pt x="0" y="301"/>
                  </a:lnTo>
                  <a:cubicBezTo>
                    <a:pt x="165" y="301"/>
                    <a:pt x="302" y="164"/>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p:nvPr/>
          </p:nvSpPr>
          <p:spPr>
            <a:xfrm rot="10800000">
              <a:off x="-349545" y="612617"/>
              <a:ext cx="38212" cy="50908"/>
            </a:xfrm>
            <a:custGeom>
              <a:rect b="b" l="l" r="r" t="t"/>
              <a:pathLst>
                <a:path extrusionOk="0" h="595" w="600">
                  <a:moveTo>
                    <a:pt x="303" y="0"/>
                  </a:moveTo>
                  <a:cubicBezTo>
                    <a:pt x="137" y="0"/>
                    <a:pt x="0" y="133"/>
                    <a:pt x="0" y="297"/>
                  </a:cubicBezTo>
                  <a:cubicBezTo>
                    <a:pt x="0" y="462"/>
                    <a:pt x="137" y="595"/>
                    <a:pt x="303" y="595"/>
                  </a:cubicBezTo>
                  <a:cubicBezTo>
                    <a:pt x="468" y="595"/>
                    <a:pt x="599" y="462"/>
                    <a:pt x="599" y="297"/>
                  </a:cubicBezTo>
                  <a:cubicBezTo>
                    <a:pt x="599" y="133"/>
                    <a:pt x="468" y="0"/>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6"/>
            <p:cNvSpPr/>
            <p:nvPr/>
          </p:nvSpPr>
          <p:spPr>
            <a:xfrm rot="10800000">
              <a:off x="-286178" y="552469"/>
              <a:ext cx="19297" cy="25925"/>
            </a:xfrm>
            <a:custGeom>
              <a:rect b="b" l="l" r="r" t="t"/>
              <a:pathLst>
                <a:path extrusionOk="0" h="303" w="303">
                  <a:moveTo>
                    <a:pt x="0" y="0"/>
                  </a:moveTo>
                  <a:lnTo>
                    <a:pt x="0" y="302"/>
                  </a:lnTo>
                  <a:lnTo>
                    <a:pt x="302" y="302"/>
                  </a:lnTo>
                  <a:cubicBezTo>
                    <a:pt x="302" y="133"/>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6"/>
            <p:cNvSpPr/>
            <p:nvPr/>
          </p:nvSpPr>
          <p:spPr>
            <a:xfrm rot="10800000">
              <a:off x="-393997" y="697749"/>
              <a:ext cx="19042" cy="25925"/>
            </a:xfrm>
            <a:custGeom>
              <a:rect b="b" l="l" r="r" t="t"/>
              <a:pathLst>
                <a:path extrusionOk="0" h="303" w="299">
                  <a:moveTo>
                    <a:pt x="1" y="1"/>
                  </a:moveTo>
                  <a:cubicBezTo>
                    <a:pt x="1" y="170"/>
                    <a:pt x="133" y="303"/>
                    <a:pt x="298" y="303"/>
                  </a:cubicBez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p:nvPr/>
          </p:nvSpPr>
          <p:spPr>
            <a:xfrm rot="10800000">
              <a:off x="-286178" y="697749"/>
              <a:ext cx="19297" cy="25925"/>
            </a:xfrm>
            <a:custGeom>
              <a:rect b="b" l="l" r="r" t="t"/>
              <a:pathLst>
                <a:path extrusionOk="0" h="303" w="303">
                  <a:moveTo>
                    <a:pt x="0" y="1"/>
                  </a:moveTo>
                  <a:lnTo>
                    <a:pt x="0" y="303"/>
                  </a:lnTo>
                  <a:cubicBezTo>
                    <a:pt x="165" y="303"/>
                    <a:pt x="302" y="170"/>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6"/>
            <p:cNvSpPr/>
            <p:nvPr/>
          </p:nvSpPr>
          <p:spPr>
            <a:xfrm rot="10800000">
              <a:off x="-393997" y="552469"/>
              <a:ext cx="19042" cy="25925"/>
            </a:xfrm>
            <a:custGeom>
              <a:rect b="b" l="l" r="r" t="t"/>
              <a:pathLst>
                <a:path extrusionOk="0" h="303" w="299">
                  <a:moveTo>
                    <a:pt x="298" y="0"/>
                  </a:moveTo>
                  <a:cubicBezTo>
                    <a:pt x="133" y="0"/>
                    <a:pt x="1" y="133"/>
                    <a:pt x="1" y="302"/>
                  </a:cubicBezTo>
                  <a:lnTo>
                    <a:pt x="298" y="302"/>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6"/>
            <p:cNvSpPr/>
            <p:nvPr/>
          </p:nvSpPr>
          <p:spPr>
            <a:xfrm rot="10800000">
              <a:off x="-393997" y="381864"/>
              <a:ext cx="19042" cy="25839"/>
            </a:xfrm>
            <a:custGeom>
              <a:rect b="b" l="l" r="r" t="t"/>
              <a:pathLst>
                <a:path extrusionOk="0" h="302" w="299">
                  <a:moveTo>
                    <a:pt x="298" y="1"/>
                  </a:moveTo>
                  <a:cubicBezTo>
                    <a:pt x="133" y="1"/>
                    <a:pt x="1" y="136"/>
                    <a:pt x="1" y="302"/>
                  </a:cubicBezTo>
                  <a:lnTo>
                    <a:pt x="298" y="302"/>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p:nvPr/>
          </p:nvSpPr>
          <p:spPr>
            <a:xfrm rot="10800000">
              <a:off x="-286178" y="527143"/>
              <a:ext cx="19297" cy="25411"/>
            </a:xfrm>
            <a:custGeom>
              <a:rect b="b" l="l" r="r" t="t"/>
              <a:pathLst>
                <a:path extrusionOk="0" h="297" w="303">
                  <a:moveTo>
                    <a:pt x="0" y="0"/>
                  </a:moveTo>
                  <a:lnTo>
                    <a:pt x="0" y="297"/>
                  </a:lnTo>
                  <a:cubicBezTo>
                    <a:pt x="165" y="297"/>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rot="10800000">
              <a:off x="-393997" y="527143"/>
              <a:ext cx="19042" cy="25411"/>
            </a:xfrm>
            <a:custGeom>
              <a:rect b="b" l="l" r="r" t="t"/>
              <a:pathLst>
                <a:path extrusionOk="0" h="297" w="299">
                  <a:moveTo>
                    <a:pt x="1" y="0"/>
                  </a:moveTo>
                  <a:cubicBezTo>
                    <a:pt x="1" y="166"/>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6"/>
            <p:cNvSpPr/>
            <p:nvPr/>
          </p:nvSpPr>
          <p:spPr>
            <a:xfrm rot="10800000">
              <a:off x="-349545" y="441498"/>
              <a:ext cx="38212" cy="51422"/>
            </a:xfrm>
            <a:custGeom>
              <a:rect b="b" l="l" r="r" t="t"/>
              <a:pathLst>
                <a:path extrusionOk="0" h="601" w="600">
                  <a:moveTo>
                    <a:pt x="303" y="1"/>
                  </a:moveTo>
                  <a:cubicBezTo>
                    <a:pt x="137" y="1"/>
                    <a:pt x="0" y="133"/>
                    <a:pt x="0" y="298"/>
                  </a:cubicBezTo>
                  <a:cubicBezTo>
                    <a:pt x="0" y="464"/>
                    <a:pt x="137" y="601"/>
                    <a:pt x="303" y="601"/>
                  </a:cubicBezTo>
                  <a:cubicBezTo>
                    <a:pt x="468" y="601"/>
                    <a:pt x="599" y="464"/>
                    <a:pt x="599" y="298"/>
                  </a:cubicBezTo>
                  <a:cubicBezTo>
                    <a:pt x="599" y="133"/>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6"/>
            <p:cNvSpPr/>
            <p:nvPr/>
          </p:nvSpPr>
          <p:spPr>
            <a:xfrm rot="10800000">
              <a:off x="-286178" y="381864"/>
              <a:ext cx="19297" cy="25839"/>
            </a:xfrm>
            <a:custGeom>
              <a:rect b="b" l="l" r="r" t="t"/>
              <a:pathLst>
                <a:path extrusionOk="0" h="302" w="303">
                  <a:moveTo>
                    <a:pt x="0" y="1"/>
                  </a:moveTo>
                  <a:lnTo>
                    <a:pt x="0" y="302"/>
                  </a:lnTo>
                  <a:lnTo>
                    <a:pt x="302" y="302"/>
                  </a:lnTo>
                  <a:cubicBezTo>
                    <a:pt x="302" y="136"/>
                    <a:pt x="165"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p:nvPr/>
          </p:nvSpPr>
          <p:spPr>
            <a:xfrm rot="10800000">
              <a:off x="-286178" y="211087"/>
              <a:ext cx="19297" cy="26010"/>
            </a:xfrm>
            <a:custGeom>
              <a:rect b="b" l="l" r="r" t="t"/>
              <a:pathLst>
                <a:path extrusionOk="0" h="304" w="303">
                  <a:moveTo>
                    <a:pt x="0" y="1"/>
                  </a:moveTo>
                  <a:lnTo>
                    <a:pt x="0" y="303"/>
                  </a:lnTo>
                  <a:lnTo>
                    <a:pt x="302" y="303"/>
                  </a:lnTo>
                  <a:cubicBezTo>
                    <a:pt x="302" y="138"/>
                    <a:pt x="165"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
            <p:cNvSpPr/>
            <p:nvPr/>
          </p:nvSpPr>
          <p:spPr>
            <a:xfrm rot="10800000">
              <a:off x="-286178" y="356367"/>
              <a:ext cx="19297" cy="25582"/>
            </a:xfrm>
            <a:custGeom>
              <a:rect b="b" l="l" r="r" t="t"/>
              <a:pathLst>
                <a:path extrusionOk="0" h="299" w="303">
                  <a:moveTo>
                    <a:pt x="0" y="1"/>
                  </a:moveTo>
                  <a:lnTo>
                    <a:pt x="0" y="298"/>
                  </a:lnTo>
                  <a:cubicBezTo>
                    <a:pt x="165" y="298"/>
                    <a:pt x="302" y="166"/>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6"/>
            <p:cNvSpPr/>
            <p:nvPr/>
          </p:nvSpPr>
          <p:spPr>
            <a:xfrm rot="10800000">
              <a:off x="-349545" y="270893"/>
              <a:ext cx="38212" cy="51250"/>
            </a:xfrm>
            <a:custGeom>
              <a:rect b="b" l="l" r="r" t="t"/>
              <a:pathLst>
                <a:path extrusionOk="0" h="599" w="600">
                  <a:moveTo>
                    <a:pt x="303" y="0"/>
                  </a:moveTo>
                  <a:cubicBezTo>
                    <a:pt x="137" y="0"/>
                    <a:pt x="0" y="132"/>
                    <a:pt x="0" y="297"/>
                  </a:cubicBezTo>
                  <a:cubicBezTo>
                    <a:pt x="0" y="462"/>
                    <a:pt x="137" y="599"/>
                    <a:pt x="303" y="599"/>
                  </a:cubicBezTo>
                  <a:cubicBezTo>
                    <a:pt x="468" y="599"/>
                    <a:pt x="599" y="462"/>
                    <a:pt x="599" y="297"/>
                  </a:cubicBezTo>
                  <a:cubicBezTo>
                    <a:pt x="599" y="132"/>
                    <a:pt x="468" y="0"/>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6"/>
            <p:cNvSpPr/>
            <p:nvPr/>
          </p:nvSpPr>
          <p:spPr>
            <a:xfrm rot="10800000">
              <a:off x="-393997" y="211087"/>
              <a:ext cx="19042" cy="26010"/>
            </a:xfrm>
            <a:custGeom>
              <a:rect b="b" l="l" r="r" t="t"/>
              <a:pathLst>
                <a:path extrusionOk="0" h="304" w="299">
                  <a:moveTo>
                    <a:pt x="298" y="1"/>
                  </a:moveTo>
                  <a:cubicBezTo>
                    <a:pt x="133" y="1"/>
                    <a:pt x="1" y="138"/>
                    <a:pt x="1" y="303"/>
                  </a:cubicBezTo>
                  <a:lnTo>
                    <a:pt x="298" y="303"/>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6"/>
            <p:cNvSpPr/>
            <p:nvPr/>
          </p:nvSpPr>
          <p:spPr>
            <a:xfrm rot="10800000">
              <a:off x="-393997" y="356367"/>
              <a:ext cx="19042" cy="25582"/>
            </a:xfrm>
            <a:custGeom>
              <a:rect b="b" l="l" r="r" t="t"/>
              <a:pathLst>
                <a:path extrusionOk="0" h="299" w="299">
                  <a:moveTo>
                    <a:pt x="1" y="1"/>
                  </a:moveTo>
                  <a:cubicBezTo>
                    <a:pt x="1" y="166"/>
                    <a:pt x="133" y="298"/>
                    <a:pt x="298" y="298"/>
                  </a:cubicBez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6"/>
            <p:cNvSpPr/>
            <p:nvPr/>
          </p:nvSpPr>
          <p:spPr>
            <a:xfrm rot="10800000">
              <a:off x="-393997" y="40482"/>
              <a:ext cx="19042" cy="25839"/>
            </a:xfrm>
            <a:custGeom>
              <a:rect b="b" l="l" r="r" t="t"/>
              <a:pathLst>
                <a:path extrusionOk="0" h="302" w="299">
                  <a:moveTo>
                    <a:pt x="298" y="0"/>
                  </a:moveTo>
                  <a:cubicBezTo>
                    <a:pt x="133" y="0"/>
                    <a:pt x="1" y="136"/>
                    <a:pt x="1"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6"/>
            <p:cNvSpPr/>
            <p:nvPr/>
          </p:nvSpPr>
          <p:spPr>
            <a:xfrm rot="10800000">
              <a:off x="-393997" y="185762"/>
              <a:ext cx="19042" cy="25411"/>
            </a:xfrm>
            <a:custGeom>
              <a:rect b="b" l="l" r="r" t="t"/>
              <a:pathLst>
                <a:path extrusionOk="0" h="297" w="299">
                  <a:moveTo>
                    <a:pt x="1" y="0"/>
                  </a:moveTo>
                  <a:cubicBezTo>
                    <a:pt x="1" y="165"/>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rot="10800000">
              <a:off x="-286178" y="40482"/>
              <a:ext cx="19297" cy="25839"/>
            </a:xfrm>
            <a:custGeom>
              <a:rect b="b" l="l" r="r" t="t"/>
              <a:pathLst>
                <a:path extrusionOk="0" h="302" w="303">
                  <a:moveTo>
                    <a:pt x="0" y="0"/>
                  </a:moveTo>
                  <a:lnTo>
                    <a:pt x="0" y="301"/>
                  </a:lnTo>
                  <a:lnTo>
                    <a:pt x="302" y="301"/>
                  </a:lnTo>
                  <a:cubicBezTo>
                    <a:pt x="302"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6"/>
            <p:cNvSpPr/>
            <p:nvPr/>
          </p:nvSpPr>
          <p:spPr>
            <a:xfrm rot="10800000">
              <a:off x="-286178" y="185762"/>
              <a:ext cx="19297" cy="25411"/>
            </a:xfrm>
            <a:custGeom>
              <a:rect b="b" l="l" r="r" t="t"/>
              <a:pathLst>
                <a:path extrusionOk="0" h="297" w="303">
                  <a:moveTo>
                    <a:pt x="0" y="0"/>
                  </a:moveTo>
                  <a:lnTo>
                    <a:pt x="0" y="297"/>
                  </a:lnTo>
                  <a:cubicBezTo>
                    <a:pt x="165" y="297"/>
                    <a:pt x="302" y="165"/>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
            <p:cNvSpPr/>
            <p:nvPr/>
          </p:nvSpPr>
          <p:spPr>
            <a:xfrm rot="10800000">
              <a:off x="-349545" y="100117"/>
              <a:ext cx="38212" cy="51422"/>
            </a:xfrm>
            <a:custGeom>
              <a:rect b="b" l="l" r="r" t="t"/>
              <a:pathLst>
                <a:path extrusionOk="0" h="601" w="600">
                  <a:moveTo>
                    <a:pt x="303" y="0"/>
                  </a:moveTo>
                  <a:cubicBezTo>
                    <a:pt x="137" y="0"/>
                    <a:pt x="0" y="133"/>
                    <a:pt x="0" y="298"/>
                  </a:cubicBezTo>
                  <a:cubicBezTo>
                    <a:pt x="0" y="463"/>
                    <a:pt x="137" y="600"/>
                    <a:pt x="303" y="600"/>
                  </a:cubicBezTo>
                  <a:cubicBezTo>
                    <a:pt x="468" y="600"/>
                    <a:pt x="599" y="463"/>
                    <a:pt x="599" y="298"/>
                  </a:cubicBezTo>
                  <a:cubicBezTo>
                    <a:pt x="599" y="133"/>
                    <a:pt x="468" y="0"/>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6"/>
            <p:cNvSpPr/>
            <p:nvPr/>
          </p:nvSpPr>
          <p:spPr>
            <a:xfrm rot="10800000">
              <a:off x="-349545" y="-70488"/>
              <a:ext cx="38212" cy="51336"/>
            </a:xfrm>
            <a:custGeom>
              <a:rect b="b" l="l" r="r" t="t"/>
              <a:pathLst>
                <a:path extrusionOk="0" h="600" w="600">
                  <a:moveTo>
                    <a:pt x="303" y="1"/>
                  </a:moveTo>
                  <a:cubicBezTo>
                    <a:pt x="137" y="1"/>
                    <a:pt x="0" y="133"/>
                    <a:pt x="0" y="297"/>
                  </a:cubicBezTo>
                  <a:cubicBezTo>
                    <a:pt x="0" y="462"/>
                    <a:pt x="137" y="599"/>
                    <a:pt x="303" y="599"/>
                  </a:cubicBezTo>
                  <a:cubicBezTo>
                    <a:pt x="468" y="599"/>
                    <a:pt x="599" y="462"/>
                    <a:pt x="599" y="297"/>
                  </a:cubicBezTo>
                  <a:cubicBezTo>
                    <a:pt x="599" y="133"/>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6"/>
            <p:cNvSpPr/>
            <p:nvPr/>
          </p:nvSpPr>
          <p:spPr>
            <a:xfrm rot="10800000">
              <a:off x="-393997" y="15071"/>
              <a:ext cx="19042" cy="25497"/>
            </a:xfrm>
            <a:custGeom>
              <a:rect b="b" l="l" r="r" t="t"/>
              <a:pathLst>
                <a:path extrusionOk="0" h="298" w="299">
                  <a:moveTo>
                    <a:pt x="1" y="0"/>
                  </a:moveTo>
                  <a:cubicBezTo>
                    <a:pt x="1"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rot="10800000">
              <a:off x="-286178" y="15071"/>
              <a:ext cx="19297" cy="25497"/>
            </a:xfrm>
            <a:custGeom>
              <a:rect b="b" l="l" r="r" t="t"/>
              <a:pathLst>
                <a:path extrusionOk="0" h="298" w="303">
                  <a:moveTo>
                    <a:pt x="0" y="0"/>
                  </a:moveTo>
                  <a:lnTo>
                    <a:pt x="0" y="298"/>
                  </a:lnTo>
                  <a:cubicBezTo>
                    <a:pt x="165"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6"/>
            <p:cNvSpPr/>
            <p:nvPr/>
          </p:nvSpPr>
          <p:spPr>
            <a:xfrm rot="10800000">
              <a:off x="-222493" y="953999"/>
              <a:ext cx="37002" cy="37646"/>
            </a:xfrm>
            <a:custGeom>
              <a:rect b="b" l="l" r="r" t="t"/>
              <a:pathLst>
                <a:path extrusionOk="0" h="440" w="581">
                  <a:moveTo>
                    <a:pt x="538" y="1"/>
                  </a:moveTo>
                  <a:cubicBezTo>
                    <a:pt x="359" y="77"/>
                    <a:pt x="180" y="153"/>
                    <a:pt x="0" y="237"/>
                  </a:cubicBezTo>
                  <a:cubicBezTo>
                    <a:pt x="43" y="355"/>
                    <a:pt x="152" y="440"/>
                    <a:pt x="283" y="440"/>
                  </a:cubicBezTo>
                  <a:cubicBezTo>
                    <a:pt x="448" y="440"/>
                    <a:pt x="581" y="308"/>
                    <a:pt x="581" y="142"/>
                  </a:cubicBezTo>
                  <a:cubicBezTo>
                    <a:pt x="581" y="91"/>
                    <a:pt x="562" y="44"/>
                    <a:pt x="53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6"/>
            <p:cNvSpPr/>
            <p:nvPr/>
          </p:nvSpPr>
          <p:spPr>
            <a:xfrm rot="10800000">
              <a:off x="-266945" y="894193"/>
              <a:ext cx="18979" cy="25582"/>
            </a:xfrm>
            <a:custGeom>
              <a:rect b="b" l="l" r="r" t="t"/>
              <a:pathLst>
                <a:path extrusionOk="0" h="299" w="298">
                  <a:moveTo>
                    <a:pt x="297" y="1"/>
                  </a:moveTo>
                  <a:cubicBezTo>
                    <a:pt x="133" y="1"/>
                    <a:pt x="1" y="133"/>
                    <a:pt x="1" y="298"/>
                  </a:cubicBezTo>
                  <a:lnTo>
                    <a:pt x="297" y="298"/>
                  </a:ln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rot="10800000">
              <a:off x="-158807" y="894193"/>
              <a:ext cx="18979" cy="25582"/>
            </a:xfrm>
            <a:custGeom>
              <a:rect b="b" l="l" r="r" t="t"/>
              <a:pathLst>
                <a:path extrusionOk="0" h="299" w="298">
                  <a:moveTo>
                    <a:pt x="1" y="1"/>
                  </a:moveTo>
                  <a:lnTo>
                    <a:pt x="1" y="298"/>
                  </a:lnTo>
                  <a:lnTo>
                    <a:pt x="297" y="298"/>
                  </a:lnTo>
                  <a:cubicBezTo>
                    <a:pt x="297" y="133"/>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6"/>
            <p:cNvSpPr/>
            <p:nvPr/>
          </p:nvSpPr>
          <p:spPr>
            <a:xfrm rot="10800000">
              <a:off x="-158807" y="868439"/>
              <a:ext cx="18979" cy="25839"/>
            </a:xfrm>
            <a:custGeom>
              <a:rect b="b" l="l" r="r" t="t"/>
              <a:pathLst>
                <a:path extrusionOk="0" h="302" w="298">
                  <a:moveTo>
                    <a:pt x="1" y="0"/>
                  </a:moveTo>
                  <a:lnTo>
                    <a:pt x="1" y="301"/>
                  </a:lnTo>
                  <a:cubicBezTo>
                    <a:pt x="166" y="301"/>
                    <a:pt x="297" y="164"/>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6"/>
            <p:cNvSpPr/>
            <p:nvPr/>
          </p:nvSpPr>
          <p:spPr>
            <a:xfrm rot="10800000">
              <a:off x="-158807" y="723588"/>
              <a:ext cx="18979" cy="25411"/>
            </a:xfrm>
            <a:custGeom>
              <a:rect b="b" l="l" r="r" t="t"/>
              <a:pathLst>
                <a:path extrusionOk="0" h="297" w="298">
                  <a:moveTo>
                    <a:pt x="1" y="0"/>
                  </a:moveTo>
                  <a:lnTo>
                    <a:pt x="1" y="297"/>
                  </a:lnTo>
                  <a:lnTo>
                    <a:pt x="297" y="297"/>
                  </a:lnTo>
                  <a:cubicBezTo>
                    <a:pt x="297" y="131"/>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
            <p:cNvSpPr/>
            <p:nvPr/>
          </p:nvSpPr>
          <p:spPr>
            <a:xfrm rot="10800000">
              <a:off x="-222493" y="783308"/>
              <a:ext cx="38149" cy="51336"/>
            </a:xfrm>
            <a:custGeom>
              <a:rect b="b" l="l" r="r" t="t"/>
              <a:pathLst>
                <a:path extrusionOk="0" h="600" w="599">
                  <a:moveTo>
                    <a:pt x="301" y="1"/>
                  </a:moveTo>
                  <a:cubicBezTo>
                    <a:pt x="131" y="1"/>
                    <a:pt x="0" y="137"/>
                    <a:pt x="0" y="303"/>
                  </a:cubicBezTo>
                  <a:cubicBezTo>
                    <a:pt x="0" y="468"/>
                    <a:pt x="131" y="599"/>
                    <a:pt x="301" y="599"/>
                  </a:cubicBezTo>
                  <a:cubicBezTo>
                    <a:pt x="466" y="599"/>
                    <a:pt x="599" y="468"/>
                    <a:pt x="599" y="303"/>
                  </a:cubicBezTo>
                  <a:cubicBezTo>
                    <a:pt x="599" y="137"/>
                    <a:pt x="466" y="1"/>
                    <a:pt x="3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rot="10800000">
              <a:off x="-266945" y="868439"/>
              <a:ext cx="18979" cy="25839"/>
            </a:xfrm>
            <a:custGeom>
              <a:rect b="b" l="l" r="r" t="t"/>
              <a:pathLst>
                <a:path extrusionOk="0" h="302" w="298">
                  <a:moveTo>
                    <a:pt x="1" y="0"/>
                  </a:moveTo>
                  <a:cubicBezTo>
                    <a:pt x="1" y="164"/>
                    <a:pt x="133" y="301"/>
                    <a:pt x="297" y="301"/>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6"/>
            <p:cNvSpPr/>
            <p:nvPr/>
          </p:nvSpPr>
          <p:spPr>
            <a:xfrm rot="10800000">
              <a:off x="-266945" y="723588"/>
              <a:ext cx="18979" cy="25411"/>
            </a:xfrm>
            <a:custGeom>
              <a:rect b="b" l="l" r="r" t="t"/>
              <a:pathLst>
                <a:path extrusionOk="0" h="297" w="298">
                  <a:moveTo>
                    <a:pt x="297" y="0"/>
                  </a:moveTo>
                  <a:cubicBezTo>
                    <a:pt x="133" y="0"/>
                    <a:pt x="1" y="131"/>
                    <a:pt x="1" y="297"/>
                  </a:cubicBezTo>
                  <a:lnTo>
                    <a:pt x="297" y="297"/>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rot="10800000">
              <a:off x="-222493" y="612617"/>
              <a:ext cx="38149" cy="50908"/>
            </a:xfrm>
            <a:custGeom>
              <a:rect b="b" l="l" r="r" t="t"/>
              <a:pathLst>
                <a:path extrusionOk="0" h="595" w="599">
                  <a:moveTo>
                    <a:pt x="301" y="0"/>
                  </a:moveTo>
                  <a:cubicBezTo>
                    <a:pt x="131" y="0"/>
                    <a:pt x="0" y="133"/>
                    <a:pt x="0" y="297"/>
                  </a:cubicBezTo>
                  <a:cubicBezTo>
                    <a:pt x="0" y="462"/>
                    <a:pt x="131" y="595"/>
                    <a:pt x="301" y="595"/>
                  </a:cubicBezTo>
                  <a:cubicBezTo>
                    <a:pt x="466" y="595"/>
                    <a:pt x="599" y="462"/>
                    <a:pt x="599" y="297"/>
                  </a:cubicBezTo>
                  <a:cubicBezTo>
                    <a:pt x="599" y="133"/>
                    <a:pt x="466" y="0"/>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rot="10800000">
              <a:off x="-266945" y="697749"/>
              <a:ext cx="18979" cy="25925"/>
            </a:xfrm>
            <a:custGeom>
              <a:rect b="b" l="l" r="r" t="t"/>
              <a:pathLst>
                <a:path extrusionOk="0" h="303" w="298">
                  <a:moveTo>
                    <a:pt x="1" y="1"/>
                  </a:moveTo>
                  <a:cubicBezTo>
                    <a:pt x="1" y="170"/>
                    <a:pt x="133" y="303"/>
                    <a:pt x="297" y="303"/>
                  </a:cubicBez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6"/>
            <p:cNvSpPr/>
            <p:nvPr/>
          </p:nvSpPr>
          <p:spPr>
            <a:xfrm rot="10800000">
              <a:off x="-158807" y="552469"/>
              <a:ext cx="18979" cy="25925"/>
            </a:xfrm>
            <a:custGeom>
              <a:rect b="b" l="l" r="r" t="t"/>
              <a:pathLst>
                <a:path extrusionOk="0" h="303" w="298">
                  <a:moveTo>
                    <a:pt x="1" y="0"/>
                  </a:moveTo>
                  <a:lnTo>
                    <a:pt x="1" y="302"/>
                  </a:lnTo>
                  <a:lnTo>
                    <a:pt x="297" y="302"/>
                  </a:lnTo>
                  <a:cubicBezTo>
                    <a:pt x="297" y="133"/>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
            <p:cNvSpPr/>
            <p:nvPr/>
          </p:nvSpPr>
          <p:spPr>
            <a:xfrm rot="10800000">
              <a:off x="-158807" y="697749"/>
              <a:ext cx="18979" cy="25925"/>
            </a:xfrm>
            <a:custGeom>
              <a:rect b="b" l="l" r="r" t="t"/>
              <a:pathLst>
                <a:path extrusionOk="0" h="303" w="298">
                  <a:moveTo>
                    <a:pt x="1" y="1"/>
                  </a:moveTo>
                  <a:lnTo>
                    <a:pt x="1" y="303"/>
                  </a:lnTo>
                  <a:cubicBezTo>
                    <a:pt x="166" y="303"/>
                    <a:pt x="297" y="170"/>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6"/>
            <p:cNvSpPr/>
            <p:nvPr/>
          </p:nvSpPr>
          <p:spPr>
            <a:xfrm rot="10800000">
              <a:off x="-266945" y="552469"/>
              <a:ext cx="18979" cy="25925"/>
            </a:xfrm>
            <a:custGeom>
              <a:rect b="b" l="l" r="r" t="t"/>
              <a:pathLst>
                <a:path extrusionOk="0" h="303" w="298">
                  <a:moveTo>
                    <a:pt x="297" y="0"/>
                  </a:moveTo>
                  <a:cubicBezTo>
                    <a:pt x="133" y="0"/>
                    <a:pt x="1" y="133"/>
                    <a:pt x="1" y="302"/>
                  </a:cubicBezTo>
                  <a:lnTo>
                    <a:pt x="297" y="302"/>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6"/>
            <p:cNvSpPr/>
            <p:nvPr/>
          </p:nvSpPr>
          <p:spPr>
            <a:xfrm rot="10800000">
              <a:off x="-222493" y="441498"/>
              <a:ext cx="38149" cy="51422"/>
            </a:xfrm>
            <a:custGeom>
              <a:rect b="b" l="l" r="r" t="t"/>
              <a:pathLst>
                <a:path extrusionOk="0" h="601" w="599">
                  <a:moveTo>
                    <a:pt x="301" y="1"/>
                  </a:moveTo>
                  <a:cubicBezTo>
                    <a:pt x="131" y="1"/>
                    <a:pt x="0" y="133"/>
                    <a:pt x="0" y="298"/>
                  </a:cubicBezTo>
                  <a:cubicBezTo>
                    <a:pt x="0" y="464"/>
                    <a:pt x="131" y="601"/>
                    <a:pt x="301" y="601"/>
                  </a:cubicBezTo>
                  <a:cubicBezTo>
                    <a:pt x="466" y="601"/>
                    <a:pt x="599" y="464"/>
                    <a:pt x="599" y="298"/>
                  </a:cubicBezTo>
                  <a:cubicBezTo>
                    <a:pt x="599" y="133"/>
                    <a:pt x="466" y="1"/>
                    <a:pt x="3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6"/>
            <p:cNvSpPr/>
            <p:nvPr/>
          </p:nvSpPr>
          <p:spPr>
            <a:xfrm rot="10800000">
              <a:off x="-158807" y="527143"/>
              <a:ext cx="18979" cy="25411"/>
            </a:xfrm>
            <a:custGeom>
              <a:rect b="b" l="l" r="r" t="t"/>
              <a:pathLst>
                <a:path extrusionOk="0" h="297" w="298">
                  <a:moveTo>
                    <a:pt x="1" y="0"/>
                  </a:moveTo>
                  <a:lnTo>
                    <a:pt x="1" y="297"/>
                  </a:lnTo>
                  <a:cubicBezTo>
                    <a:pt x="166" y="297"/>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p:nvPr/>
          </p:nvSpPr>
          <p:spPr>
            <a:xfrm rot="10800000">
              <a:off x="-158807" y="381864"/>
              <a:ext cx="18979" cy="25839"/>
            </a:xfrm>
            <a:custGeom>
              <a:rect b="b" l="l" r="r" t="t"/>
              <a:pathLst>
                <a:path extrusionOk="0" h="302" w="298">
                  <a:moveTo>
                    <a:pt x="1" y="1"/>
                  </a:moveTo>
                  <a:lnTo>
                    <a:pt x="1" y="302"/>
                  </a:lnTo>
                  <a:lnTo>
                    <a:pt x="297" y="302"/>
                  </a:lnTo>
                  <a:cubicBezTo>
                    <a:pt x="297" y="136"/>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6"/>
            <p:cNvSpPr/>
            <p:nvPr/>
          </p:nvSpPr>
          <p:spPr>
            <a:xfrm rot="10800000">
              <a:off x="-266945" y="381864"/>
              <a:ext cx="18979" cy="25839"/>
            </a:xfrm>
            <a:custGeom>
              <a:rect b="b" l="l" r="r" t="t"/>
              <a:pathLst>
                <a:path extrusionOk="0" h="302" w="298">
                  <a:moveTo>
                    <a:pt x="297" y="1"/>
                  </a:moveTo>
                  <a:cubicBezTo>
                    <a:pt x="133" y="1"/>
                    <a:pt x="1" y="136"/>
                    <a:pt x="1" y="302"/>
                  </a:cubicBezTo>
                  <a:lnTo>
                    <a:pt x="297" y="302"/>
                  </a:ln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6"/>
            <p:cNvSpPr/>
            <p:nvPr/>
          </p:nvSpPr>
          <p:spPr>
            <a:xfrm rot="10800000">
              <a:off x="-266945" y="527143"/>
              <a:ext cx="18979" cy="25411"/>
            </a:xfrm>
            <a:custGeom>
              <a:rect b="b" l="l" r="r" t="t"/>
              <a:pathLst>
                <a:path extrusionOk="0" h="297" w="298">
                  <a:moveTo>
                    <a:pt x="1" y="0"/>
                  </a:moveTo>
                  <a:cubicBezTo>
                    <a:pt x="1" y="166"/>
                    <a:pt x="133" y="297"/>
                    <a:pt x="297" y="297"/>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p:nvPr/>
          </p:nvSpPr>
          <p:spPr>
            <a:xfrm rot="10800000">
              <a:off x="-266945" y="211087"/>
              <a:ext cx="18979" cy="26010"/>
            </a:xfrm>
            <a:custGeom>
              <a:rect b="b" l="l" r="r" t="t"/>
              <a:pathLst>
                <a:path extrusionOk="0" h="304" w="298">
                  <a:moveTo>
                    <a:pt x="297" y="1"/>
                  </a:moveTo>
                  <a:cubicBezTo>
                    <a:pt x="133" y="1"/>
                    <a:pt x="1" y="138"/>
                    <a:pt x="1" y="303"/>
                  </a:cubicBezTo>
                  <a:lnTo>
                    <a:pt x="297" y="303"/>
                  </a:ln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p:nvPr/>
          </p:nvSpPr>
          <p:spPr>
            <a:xfrm rot="10800000">
              <a:off x="-158807" y="211087"/>
              <a:ext cx="18979" cy="26010"/>
            </a:xfrm>
            <a:custGeom>
              <a:rect b="b" l="l" r="r" t="t"/>
              <a:pathLst>
                <a:path extrusionOk="0" h="304" w="298">
                  <a:moveTo>
                    <a:pt x="1" y="1"/>
                  </a:moveTo>
                  <a:lnTo>
                    <a:pt x="1" y="303"/>
                  </a:lnTo>
                  <a:lnTo>
                    <a:pt x="297" y="303"/>
                  </a:lnTo>
                  <a:cubicBezTo>
                    <a:pt x="297"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
            <p:cNvSpPr/>
            <p:nvPr/>
          </p:nvSpPr>
          <p:spPr>
            <a:xfrm rot="10800000">
              <a:off x="-158807" y="356367"/>
              <a:ext cx="18979" cy="25582"/>
            </a:xfrm>
            <a:custGeom>
              <a:rect b="b" l="l" r="r" t="t"/>
              <a:pathLst>
                <a:path extrusionOk="0" h="299" w="298">
                  <a:moveTo>
                    <a:pt x="1" y="1"/>
                  </a:moveTo>
                  <a:lnTo>
                    <a:pt x="1" y="298"/>
                  </a:lnTo>
                  <a:cubicBezTo>
                    <a:pt x="166" y="298"/>
                    <a:pt x="297" y="166"/>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6"/>
            <p:cNvSpPr/>
            <p:nvPr/>
          </p:nvSpPr>
          <p:spPr>
            <a:xfrm rot="10800000">
              <a:off x="-266945" y="356367"/>
              <a:ext cx="18979" cy="25582"/>
            </a:xfrm>
            <a:custGeom>
              <a:rect b="b" l="l" r="r" t="t"/>
              <a:pathLst>
                <a:path extrusionOk="0" h="299" w="298">
                  <a:moveTo>
                    <a:pt x="1" y="1"/>
                  </a:moveTo>
                  <a:cubicBezTo>
                    <a:pt x="1" y="166"/>
                    <a:pt x="133" y="298"/>
                    <a:pt x="297" y="298"/>
                  </a:cubicBez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6"/>
            <p:cNvSpPr/>
            <p:nvPr/>
          </p:nvSpPr>
          <p:spPr>
            <a:xfrm rot="10800000">
              <a:off x="-222493" y="270893"/>
              <a:ext cx="38149" cy="51250"/>
            </a:xfrm>
            <a:custGeom>
              <a:rect b="b" l="l" r="r" t="t"/>
              <a:pathLst>
                <a:path extrusionOk="0" h="599" w="599">
                  <a:moveTo>
                    <a:pt x="301" y="0"/>
                  </a:moveTo>
                  <a:cubicBezTo>
                    <a:pt x="131" y="0"/>
                    <a:pt x="0" y="132"/>
                    <a:pt x="0" y="297"/>
                  </a:cubicBezTo>
                  <a:cubicBezTo>
                    <a:pt x="0" y="462"/>
                    <a:pt x="131" y="599"/>
                    <a:pt x="301" y="599"/>
                  </a:cubicBezTo>
                  <a:cubicBezTo>
                    <a:pt x="466" y="599"/>
                    <a:pt x="599" y="462"/>
                    <a:pt x="599" y="297"/>
                  </a:cubicBezTo>
                  <a:cubicBezTo>
                    <a:pt x="599" y="132"/>
                    <a:pt x="466" y="0"/>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6"/>
            <p:cNvSpPr/>
            <p:nvPr/>
          </p:nvSpPr>
          <p:spPr>
            <a:xfrm rot="10800000">
              <a:off x="-266945" y="185762"/>
              <a:ext cx="18979" cy="25411"/>
            </a:xfrm>
            <a:custGeom>
              <a:rect b="b" l="l" r="r" t="t"/>
              <a:pathLst>
                <a:path extrusionOk="0" h="297" w="298">
                  <a:moveTo>
                    <a:pt x="1" y="0"/>
                  </a:moveTo>
                  <a:cubicBezTo>
                    <a:pt x="1" y="165"/>
                    <a:pt x="133" y="297"/>
                    <a:pt x="297" y="297"/>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
            <p:cNvSpPr/>
            <p:nvPr/>
          </p:nvSpPr>
          <p:spPr>
            <a:xfrm rot="10800000">
              <a:off x="-158807" y="40482"/>
              <a:ext cx="18979" cy="25839"/>
            </a:xfrm>
            <a:custGeom>
              <a:rect b="b" l="l" r="r" t="t"/>
              <a:pathLst>
                <a:path extrusionOk="0" h="302" w="298">
                  <a:moveTo>
                    <a:pt x="1" y="0"/>
                  </a:moveTo>
                  <a:lnTo>
                    <a:pt x="1" y="301"/>
                  </a:lnTo>
                  <a:lnTo>
                    <a:pt x="297" y="301"/>
                  </a:lnTo>
                  <a:cubicBezTo>
                    <a:pt x="297"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6"/>
            <p:cNvSpPr/>
            <p:nvPr/>
          </p:nvSpPr>
          <p:spPr>
            <a:xfrm rot="10800000">
              <a:off x="-266945" y="40482"/>
              <a:ext cx="18979" cy="25839"/>
            </a:xfrm>
            <a:custGeom>
              <a:rect b="b" l="l" r="r" t="t"/>
              <a:pathLst>
                <a:path extrusionOk="0" h="302" w="298">
                  <a:moveTo>
                    <a:pt x="297" y="0"/>
                  </a:moveTo>
                  <a:cubicBezTo>
                    <a:pt x="133" y="0"/>
                    <a:pt x="1" y="136"/>
                    <a:pt x="1" y="301"/>
                  </a:cubicBezTo>
                  <a:lnTo>
                    <a:pt x="297" y="301"/>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6"/>
            <p:cNvSpPr/>
            <p:nvPr/>
          </p:nvSpPr>
          <p:spPr>
            <a:xfrm rot="10800000">
              <a:off x="-158807" y="185762"/>
              <a:ext cx="18979" cy="25411"/>
            </a:xfrm>
            <a:custGeom>
              <a:rect b="b" l="l" r="r" t="t"/>
              <a:pathLst>
                <a:path extrusionOk="0" h="297" w="298">
                  <a:moveTo>
                    <a:pt x="1" y="0"/>
                  </a:moveTo>
                  <a:lnTo>
                    <a:pt x="1" y="297"/>
                  </a:lnTo>
                  <a:cubicBezTo>
                    <a:pt x="166"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6"/>
            <p:cNvSpPr/>
            <p:nvPr/>
          </p:nvSpPr>
          <p:spPr>
            <a:xfrm rot="10800000">
              <a:off x="-222493" y="100117"/>
              <a:ext cx="38149" cy="51422"/>
            </a:xfrm>
            <a:custGeom>
              <a:rect b="b" l="l" r="r" t="t"/>
              <a:pathLst>
                <a:path extrusionOk="0" h="601" w="599">
                  <a:moveTo>
                    <a:pt x="301" y="0"/>
                  </a:moveTo>
                  <a:cubicBezTo>
                    <a:pt x="131" y="0"/>
                    <a:pt x="0" y="133"/>
                    <a:pt x="0" y="298"/>
                  </a:cubicBezTo>
                  <a:cubicBezTo>
                    <a:pt x="0" y="463"/>
                    <a:pt x="131" y="600"/>
                    <a:pt x="301" y="600"/>
                  </a:cubicBezTo>
                  <a:cubicBezTo>
                    <a:pt x="466" y="600"/>
                    <a:pt x="599" y="463"/>
                    <a:pt x="599" y="298"/>
                  </a:cubicBezTo>
                  <a:cubicBezTo>
                    <a:pt x="599" y="133"/>
                    <a:pt x="466" y="0"/>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6"/>
            <p:cNvSpPr/>
            <p:nvPr/>
          </p:nvSpPr>
          <p:spPr>
            <a:xfrm rot="10800000">
              <a:off x="-222493" y="-70488"/>
              <a:ext cx="38149" cy="51336"/>
            </a:xfrm>
            <a:custGeom>
              <a:rect b="b" l="l" r="r" t="t"/>
              <a:pathLst>
                <a:path extrusionOk="0" h="600" w="599">
                  <a:moveTo>
                    <a:pt x="301" y="1"/>
                  </a:moveTo>
                  <a:cubicBezTo>
                    <a:pt x="131" y="1"/>
                    <a:pt x="0" y="133"/>
                    <a:pt x="0" y="297"/>
                  </a:cubicBezTo>
                  <a:cubicBezTo>
                    <a:pt x="0" y="462"/>
                    <a:pt x="131" y="599"/>
                    <a:pt x="301" y="599"/>
                  </a:cubicBezTo>
                  <a:cubicBezTo>
                    <a:pt x="466" y="599"/>
                    <a:pt x="599" y="462"/>
                    <a:pt x="599" y="297"/>
                  </a:cubicBezTo>
                  <a:cubicBezTo>
                    <a:pt x="599" y="133"/>
                    <a:pt x="466" y="1"/>
                    <a:pt x="3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6"/>
            <p:cNvSpPr/>
            <p:nvPr/>
          </p:nvSpPr>
          <p:spPr>
            <a:xfrm rot="10800000">
              <a:off x="-266945" y="15071"/>
              <a:ext cx="18979" cy="25497"/>
            </a:xfrm>
            <a:custGeom>
              <a:rect b="b" l="l" r="r" t="t"/>
              <a:pathLst>
                <a:path extrusionOk="0" h="298" w="298">
                  <a:moveTo>
                    <a:pt x="1" y="0"/>
                  </a:moveTo>
                  <a:cubicBezTo>
                    <a:pt x="1" y="166"/>
                    <a:pt x="133"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
            <p:cNvSpPr/>
            <p:nvPr/>
          </p:nvSpPr>
          <p:spPr>
            <a:xfrm rot="10800000">
              <a:off x="-158807" y="15071"/>
              <a:ext cx="18979" cy="25497"/>
            </a:xfrm>
            <a:custGeom>
              <a:rect b="b" l="l" r="r" t="t"/>
              <a:pathLst>
                <a:path extrusionOk="0" h="298" w="298">
                  <a:moveTo>
                    <a:pt x="1" y="0"/>
                  </a:moveTo>
                  <a:lnTo>
                    <a:pt x="1"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6"/>
            <p:cNvSpPr/>
            <p:nvPr/>
          </p:nvSpPr>
          <p:spPr>
            <a:xfrm rot="10800000">
              <a:off x="-139892" y="894193"/>
              <a:ext cx="18979" cy="25582"/>
            </a:xfrm>
            <a:custGeom>
              <a:rect b="b" l="l" r="r" t="t"/>
              <a:pathLst>
                <a:path extrusionOk="0" h="299" w="298">
                  <a:moveTo>
                    <a:pt x="298" y="1"/>
                  </a:moveTo>
                  <a:cubicBezTo>
                    <a:pt x="133" y="1"/>
                    <a:pt x="0" y="133"/>
                    <a:pt x="0" y="298"/>
                  </a:cubicBezTo>
                  <a:lnTo>
                    <a:pt x="298" y="298"/>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p:nvPr/>
          </p:nvSpPr>
          <p:spPr>
            <a:xfrm rot="10800000">
              <a:off x="-95440" y="783308"/>
              <a:ext cx="38212" cy="51336"/>
            </a:xfrm>
            <a:custGeom>
              <a:rect b="b" l="l" r="r" t="t"/>
              <a:pathLst>
                <a:path extrusionOk="0" h="600" w="600">
                  <a:moveTo>
                    <a:pt x="298" y="1"/>
                  </a:moveTo>
                  <a:cubicBezTo>
                    <a:pt x="133" y="1"/>
                    <a:pt x="1" y="137"/>
                    <a:pt x="1" y="303"/>
                  </a:cubicBezTo>
                  <a:cubicBezTo>
                    <a:pt x="1" y="468"/>
                    <a:pt x="133" y="599"/>
                    <a:pt x="298" y="599"/>
                  </a:cubicBezTo>
                  <a:cubicBezTo>
                    <a:pt x="468" y="599"/>
                    <a:pt x="600" y="468"/>
                    <a:pt x="600" y="303"/>
                  </a:cubicBezTo>
                  <a:cubicBezTo>
                    <a:pt x="600" y="137"/>
                    <a:pt x="468"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rot="10800000">
              <a:off x="-139892" y="868439"/>
              <a:ext cx="18979" cy="25839"/>
            </a:xfrm>
            <a:custGeom>
              <a:rect b="b" l="l" r="r" t="t"/>
              <a:pathLst>
                <a:path extrusionOk="0" h="302" w="298">
                  <a:moveTo>
                    <a:pt x="0" y="0"/>
                  </a:moveTo>
                  <a:cubicBezTo>
                    <a:pt x="0" y="164"/>
                    <a:pt x="133" y="301"/>
                    <a:pt x="298" y="301"/>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6"/>
            <p:cNvSpPr/>
            <p:nvPr/>
          </p:nvSpPr>
          <p:spPr>
            <a:xfrm rot="10800000">
              <a:off x="-31818" y="723588"/>
              <a:ext cx="19042" cy="25411"/>
            </a:xfrm>
            <a:custGeom>
              <a:rect b="b" l="l" r="r" t="t"/>
              <a:pathLst>
                <a:path extrusionOk="0" h="297" w="299">
                  <a:moveTo>
                    <a:pt x="1" y="0"/>
                  </a:moveTo>
                  <a:lnTo>
                    <a:pt x="1" y="297"/>
                  </a:lnTo>
                  <a:lnTo>
                    <a:pt x="298" y="297"/>
                  </a:lnTo>
                  <a:cubicBezTo>
                    <a:pt x="298" y="131"/>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rot="10800000">
              <a:off x="-139892" y="723588"/>
              <a:ext cx="18979" cy="25411"/>
            </a:xfrm>
            <a:custGeom>
              <a:rect b="b" l="l" r="r" t="t"/>
              <a:pathLst>
                <a:path extrusionOk="0" h="297" w="298">
                  <a:moveTo>
                    <a:pt x="298" y="0"/>
                  </a:moveTo>
                  <a:cubicBezTo>
                    <a:pt x="133" y="0"/>
                    <a:pt x="0" y="131"/>
                    <a:pt x="0" y="297"/>
                  </a:cubicBezTo>
                  <a:lnTo>
                    <a:pt x="298" y="297"/>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p:nvPr/>
          </p:nvSpPr>
          <p:spPr>
            <a:xfrm rot="10800000">
              <a:off x="-139892" y="697749"/>
              <a:ext cx="18979" cy="25925"/>
            </a:xfrm>
            <a:custGeom>
              <a:rect b="b" l="l" r="r" t="t"/>
              <a:pathLst>
                <a:path extrusionOk="0" h="303" w="298">
                  <a:moveTo>
                    <a:pt x="0" y="1"/>
                  </a:moveTo>
                  <a:cubicBezTo>
                    <a:pt x="0" y="170"/>
                    <a:pt x="133" y="303"/>
                    <a:pt x="298" y="303"/>
                  </a:cubicBez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6"/>
            <p:cNvSpPr/>
            <p:nvPr/>
          </p:nvSpPr>
          <p:spPr>
            <a:xfrm rot="10800000">
              <a:off x="-31818" y="697749"/>
              <a:ext cx="19042" cy="25925"/>
            </a:xfrm>
            <a:custGeom>
              <a:rect b="b" l="l" r="r" t="t"/>
              <a:pathLst>
                <a:path extrusionOk="0" h="303" w="299">
                  <a:moveTo>
                    <a:pt x="1" y="1"/>
                  </a:moveTo>
                  <a:lnTo>
                    <a:pt x="1" y="303"/>
                  </a:lnTo>
                  <a:cubicBezTo>
                    <a:pt x="166" y="303"/>
                    <a:pt x="298" y="170"/>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rot="10800000">
              <a:off x="-31818" y="552469"/>
              <a:ext cx="19042" cy="25925"/>
            </a:xfrm>
            <a:custGeom>
              <a:rect b="b" l="l" r="r" t="t"/>
              <a:pathLst>
                <a:path extrusionOk="0" h="303" w="299">
                  <a:moveTo>
                    <a:pt x="1" y="0"/>
                  </a:moveTo>
                  <a:lnTo>
                    <a:pt x="1" y="302"/>
                  </a:lnTo>
                  <a:lnTo>
                    <a:pt x="298" y="302"/>
                  </a:lnTo>
                  <a:cubicBezTo>
                    <a:pt x="298" y="133"/>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rot="10800000">
              <a:off x="-95440" y="612617"/>
              <a:ext cx="38212" cy="50908"/>
            </a:xfrm>
            <a:custGeom>
              <a:rect b="b" l="l" r="r" t="t"/>
              <a:pathLst>
                <a:path extrusionOk="0" h="595" w="600">
                  <a:moveTo>
                    <a:pt x="298" y="0"/>
                  </a:moveTo>
                  <a:cubicBezTo>
                    <a:pt x="133" y="0"/>
                    <a:pt x="1" y="133"/>
                    <a:pt x="1" y="297"/>
                  </a:cubicBezTo>
                  <a:cubicBezTo>
                    <a:pt x="1" y="462"/>
                    <a:pt x="133" y="595"/>
                    <a:pt x="298" y="595"/>
                  </a:cubicBezTo>
                  <a:cubicBezTo>
                    <a:pt x="468" y="595"/>
                    <a:pt x="600" y="462"/>
                    <a:pt x="600" y="297"/>
                  </a:cubicBezTo>
                  <a:cubicBezTo>
                    <a:pt x="600" y="133"/>
                    <a:pt x="468"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p:nvPr/>
          </p:nvSpPr>
          <p:spPr>
            <a:xfrm rot="10800000">
              <a:off x="-139892" y="552469"/>
              <a:ext cx="18979" cy="25925"/>
            </a:xfrm>
            <a:custGeom>
              <a:rect b="b" l="l" r="r" t="t"/>
              <a:pathLst>
                <a:path extrusionOk="0" h="303" w="298">
                  <a:moveTo>
                    <a:pt x="298" y="0"/>
                  </a:moveTo>
                  <a:cubicBezTo>
                    <a:pt x="133" y="0"/>
                    <a:pt x="0" y="133"/>
                    <a:pt x="0" y="302"/>
                  </a:cubicBezTo>
                  <a:lnTo>
                    <a:pt x="298" y="302"/>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rot="10800000">
              <a:off x="-139892" y="381864"/>
              <a:ext cx="18979" cy="25839"/>
            </a:xfrm>
            <a:custGeom>
              <a:rect b="b" l="l" r="r" t="t"/>
              <a:pathLst>
                <a:path extrusionOk="0" h="302" w="298">
                  <a:moveTo>
                    <a:pt x="298" y="1"/>
                  </a:moveTo>
                  <a:cubicBezTo>
                    <a:pt x="133" y="1"/>
                    <a:pt x="0" y="136"/>
                    <a:pt x="0" y="302"/>
                  </a:cubicBezTo>
                  <a:lnTo>
                    <a:pt x="298" y="302"/>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6"/>
            <p:cNvSpPr/>
            <p:nvPr/>
          </p:nvSpPr>
          <p:spPr>
            <a:xfrm rot="10800000">
              <a:off x="-139892" y="527143"/>
              <a:ext cx="18979" cy="25411"/>
            </a:xfrm>
            <a:custGeom>
              <a:rect b="b" l="l" r="r" t="t"/>
              <a:pathLst>
                <a:path extrusionOk="0" h="297" w="298">
                  <a:moveTo>
                    <a:pt x="0" y="0"/>
                  </a:moveTo>
                  <a:cubicBezTo>
                    <a:pt x="0" y="166"/>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rot="10800000">
              <a:off x="-31818" y="381864"/>
              <a:ext cx="19042" cy="25839"/>
            </a:xfrm>
            <a:custGeom>
              <a:rect b="b" l="l" r="r" t="t"/>
              <a:pathLst>
                <a:path extrusionOk="0" h="302" w="299">
                  <a:moveTo>
                    <a:pt x="1" y="1"/>
                  </a:moveTo>
                  <a:lnTo>
                    <a:pt x="1" y="302"/>
                  </a:lnTo>
                  <a:lnTo>
                    <a:pt x="298" y="302"/>
                  </a:lnTo>
                  <a:cubicBezTo>
                    <a:pt x="298" y="136"/>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rot="10800000">
              <a:off x="-95440" y="441498"/>
              <a:ext cx="38212" cy="51422"/>
            </a:xfrm>
            <a:custGeom>
              <a:rect b="b" l="l" r="r" t="t"/>
              <a:pathLst>
                <a:path extrusionOk="0" h="601" w="600">
                  <a:moveTo>
                    <a:pt x="298" y="1"/>
                  </a:moveTo>
                  <a:cubicBezTo>
                    <a:pt x="133" y="1"/>
                    <a:pt x="1" y="133"/>
                    <a:pt x="1" y="298"/>
                  </a:cubicBezTo>
                  <a:cubicBezTo>
                    <a:pt x="1" y="464"/>
                    <a:pt x="133" y="601"/>
                    <a:pt x="298" y="601"/>
                  </a:cubicBezTo>
                  <a:cubicBezTo>
                    <a:pt x="468" y="601"/>
                    <a:pt x="600" y="464"/>
                    <a:pt x="600" y="298"/>
                  </a:cubicBezTo>
                  <a:cubicBezTo>
                    <a:pt x="600" y="133"/>
                    <a:pt x="468"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rot="10800000">
              <a:off x="-31818" y="527143"/>
              <a:ext cx="19042" cy="25411"/>
            </a:xfrm>
            <a:custGeom>
              <a:rect b="b" l="l" r="r" t="t"/>
              <a:pathLst>
                <a:path extrusionOk="0" h="297" w="299">
                  <a:moveTo>
                    <a:pt x="1" y="0"/>
                  </a:moveTo>
                  <a:lnTo>
                    <a:pt x="1" y="297"/>
                  </a:lnTo>
                  <a:cubicBezTo>
                    <a:pt x="166" y="297"/>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6"/>
            <p:cNvSpPr/>
            <p:nvPr/>
          </p:nvSpPr>
          <p:spPr>
            <a:xfrm rot="10800000">
              <a:off x="-139892" y="211087"/>
              <a:ext cx="18979" cy="26010"/>
            </a:xfrm>
            <a:custGeom>
              <a:rect b="b" l="l" r="r" t="t"/>
              <a:pathLst>
                <a:path extrusionOk="0" h="304" w="298">
                  <a:moveTo>
                    <a:pt x="298" y="1"/>
                  </a:moveTo>
                  <a:cubicBezTo>
                    <a:pt x="133" y="1"/>
                    <a:pt x="0" y="138"/>
                    <a:pt x="0" y="303"/>
                  </a:cubicBezTo>
                  <a:lnTo>
                    <a:pt x="298" y="303"/>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rot="10800000">
              <a:off x="-31818" y="356367"/>
              <a:ext cx="19042" cy="25582"/>
            </a:xfrm>
            <a:custGeom>
              <a:rect b="b" l="l" r="r" t="t"/>
              <a:pathLst>
                <a:path extrusionOk="0" h="299" w="299">
                  <a:moveTo>
                    <a:pt x="1" y="1"/>
                  </a:moveTo>
                  <a:lnTo>
                    <a:pt x="1" y="298"/>
                  </a:lnTo>
                  <a:cubicBezTo>
                    <a:pt x="166" y="298"/>
                    <a:pt x="298" y="166"/>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rot="10800000">
              <a:off x="-139892" y="356367"/>
              <a:ext cx="18979" cy="25582"/>
            </a:xfrm>
            <a:custGeom>
              <a:rect b="b" l="l" r="r" t="t"/>
              <a:pathLst>
                <a:path extrusionOk="0" h="299" w="298">
                  <a:moveTo>
                    <a:pt x="0" y="1"/>
                  </a:moveTo>
                  <a:cubicBezTo>
                    <a:pt x="0" y="166"/>
                    <a:pt x="133" y="298"/>
                    <a:pt x="298" y="298"/>
                  </a:cubicBez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rot="10800000">
              <a:off x="-95440" y="270893"/>
              <a:ext cx="38212" cy="51250"/>
            </a:xfrm>
            <a:custGeom>
              <a:rect b="b" l="l" r="r" t="t"/>
              <a:pathLst>
                <a:path extrusionOk="0" h="599" w="600">
                  <a:moveTo>
                    <a:pt x="298" y="0"/>
                  </a:moveTo>
                  <a:cubicBezTo>
                    <a:pt x="133" y="0"/>
                    <a:pt x="1" y="132"/>
                    <a:pt x="1" y="297"/>
                  </a:cubicBezTo>
                  <a:cubicBezTo>
                    <a:pt x="1" y="462"/>
                    <a:pt x="133" y="599"/>
                    <a:pt x="298" y="599"/>
                  </a:cubicBezTo>
                  <a:cubicBezTo>
                    <a:pt x="468" y="599"/>
                    <a:pt x="600" y="462"/>
                    <a:pt x="600" y="297"/>
                  </a:cubicBezTo>
                  <a:cubicBezTo>
                    <a:pt x="600" y="132"/>
                    <a:pt x="468"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rot="10800000">
              <a:off x="-31818" y="211087"/>
              <a:ext cx="19042" cy="26010"/>
            </a:xfrm>
            <a:custGeom>
              <a:rect b="b" l="l" r="r" t="t"/>
              <a:pathLst>
                <a:path extrusionOk="0" h="304" w="299">
                  <a:moveTo>
                    <a:pt x="1" y="1"/>
                  </a:moveTo>
                  <a:lnTo>
                    <a:pt x="1" y="303"/>
                  </a:lnTo>
                  <a:lnTo>
                    <a:pt x="298" y="303"/>
                  </a:lnTo>
                  <a:cubicBezTo>
                    <a:pt x="298"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rot="10800000">
              <a:off x="-31818" y="185762"/>
              <a:ext cx="19042" cy="25411"/>
            </a:xfrm>
            <a:custGeom>
              <a:rect b="b" l="l" r="r" t="t"/>
              <a:pathLst>
                <a:path extrusionOk="0" h="297" w="299">
                  <a:moveTo>
                    <a:pt x="1" y="0"/>
                  </a:moveTo>
                  <a:lnTo>
                    <a:pt x="1" y="297"/>
                  </a:lnTo>
                  <a:cubicBezTo>
                    <a:pt x="166" y="297"/>
                    <a:pt x="298" y="165"/>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rot="10800000">
              <a:off x="-139892" y="185762"/>
              <a:ext cx="18979" cy="25411"/>
            </a:xfrm>
            <a:custGeom>
              <a:rect b="b" l="l" r="r" t="t"/>
              <a:pathLst>
                <a:path extrusionOk="0" h="297" w="298">
                  <a:moveTo>
                    <a:pt x="0" y="0"/>
                  </a:moveTo>
                  <a:cubicBezTo>
                    <a:pt x="0" y="165"/>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p:nvPr/>
          </p:nvSpPr>
          <p:spPr>
            <a:xfrm rot="10800000">
              <a:off x="-31818" y="40482"/>
              <a:ext cx="19042" cy="25839"/>
            </a:xfrm>
            <a:custGeom>
              <a:rect b="b" l="l" r="r" t="t"/>
              <a:pathLst>
                <a:path extrusionOk="0" h="302" w="299">
                  <a:moveTo>
                    <a:pt x="1" y="0"/>
                  </a:moveTo>
                  <a:lnTo>
                    <a:pt x="1" y="301"/>
                  </a:lnTo>
                  <a:lnTo>
                    <a:pt x="298" y="301"/>
                  </a:lnTo>
                  <a:cubicBezTo>
                    <a:pt x="298"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6"/>
            <p:cNvSpPr/>
            <p:nvPr/>
          </p:nvSpPr>
          <p:spPr>
            <a:xfrm rot="10800000">
              <a:off x="-95440" y="100117"/>
              <a:ext cx="38212" cy="51422"/>
            </a:xfrm>
            <a:custGeom>
              <a:rect b="b" l="l" r="r" t="t"/>
              <a:pathLst>
                <a:path extrusionOk="0" h="601" w="600">
                  <a:moveTo>
                    <a:pt x="298" y="0"/>
                  </a:moveTo>
                  <a:cubicBezTo>
                    <a:pt x="133" y="0"/>
                    <a:pt x="1" y="133"/>
                    <a:pt x="1" y="298"/>
                  </a:cubicBezTo>
                  <a:cubicBezTo>
                    <a:pt x="1" y="463"/>
                    <a:pt x="133" y="600"/>
                    <a:pt x="298" y="600"/>
                  </a:cubicBezTo>
                  <a:cubicBezTo>
                    <a:pt x="468" y="600"/>
                    <a:pt x="600" y="463"/>
                    <a:pt x="600" y="298"/>
                  </a:cubicBezTo>
                  <a:cubicBezTo>
                    <a:pt x="600" y="133"/>
                    <a:pt x="468"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p:nvPr/>
          </p:nvSpPr>
          <p:spPr>
            <a:xfrm rot="10800000">
              <a:off x="-139892" y="40482"/>
              <a:ext cx="18979" cy="25839"/>
            </a:xfrm>
            <a:custGeom>
              <a:rect b="b" l="l" r="r" t="t"/>
              <a:pathLst>
                <a:path extrusionOk="0" h="302" w="298">
                  <a:moveTo>
                    <a:pt x="298" y="0"/>
                  </a:moveTo>
                  <a:cubicBezTo>
                    <a:pt x="133" y="0"/>
                    <a:pt x="0" y="136"/>
                    <a:pt x="0"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rot="10800000">
              <a:off x="-31818" y="15071"/>
              <a:ext cx="19042" cy="25497"/>
            </a:xfrm>
            <a:custGeom>
              <a:rect b="b" l="l" r="r" t="t"/>
              <a:pathLst>
                <a:path extrusionOk="0" h="298" w="299">
                  <a:moveTo>
                    <a:pt x="1" y="0"/>
                  </a:moveTo>
                  <a:lnTo>
                    <a:pt x="1" y="298"/>
                  </a:lnTo>
                  <a:cubicBezTo>
                    <a:pt x="166"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6"/>
            <p:cNvSpPr/>
            <p:nvPr/>
          </p:nvSpPr>
          <p:spPr>
            <a:xfrm rot="10800000">
              <a:off x="-95440" y="-70488"/>
              <a:ext cx="38212" cy="51336"/>
            </a:xfrm>
            <a:custGeom>
              <a:rect b="b" l="l" r="r" t="t"/>
              <a:pathLst>
                <a:path extrusionOk="0" h="600" w="600">
                  <a:moveTo>
                    <a:pt x="298" y="1"/>
                  </a:moveTo>
                  <a:cubicBezTo>
                    <a:pt x="133" y="1"/>
                    <a:pt x="1" y="133"/>
                    <a:pt x="1" y="297"/>
                  </a:cubicBezTo>
                  <a:cubicBezTo>
                    <a:pt x="1" y="462"/>
                    <a:pt x="133" y="599"/>
                    <a:pt x="298" y="599"/>
                  </a:cubicBezTo>
                  <a:cubicBezTo>
                    <a:pt x="468" y="599"/>
                    <a:pt x="600" y="462"/>
                    <a:pt x="600" y="297"/>
                  </a:cubicBezTo>
                  <a:cubicBezTo>
                    <a:pt x="600" y="133"/>
                    <a:pt x="468"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6"/>
            <p:cNvSpPr/>
            <p:nvPr/>
          </p:nvSpPr>
          <p:spPr>
            <a:xfrm rot="10800000">
              <a:off x="-139892" y="15071"/>
              <a:ext cx="18979" cy="25497"/>
            </a:xfrm>
            <a:custGeom>
              <a:rect b="b" l="l" r="r" t="t"/>
              <a:pathLst>
                <a:path extrusionOk="0" h="298" w="298">
                  <a:moveTo>
                    <a:pt x="0" y="0"/>
                  </a:moveTo>
                  <a:cubicBezTo>
                    <a:pt x="0"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rot="10800000">
              <a:off x="-12840" y="723588"/>
              <a:ext cx="19234" cy="25411"/>
            </a:xfrm>
            <a:custGeom>
              <a:rect b="b" l="l" r="r" t="t"/>
              <a:pathLst>
                <a:path extrusionOk="0" h="297" w="302">
                  <a:moveTo>
                    <a:pt x="302" y="0"/>
                  </a:moveTo>
                  <a:cubicBezTo>
                    <a:pt x="137" y="0"/>
                    <a:pt x="0" y="131"/>
                    <a:pt x="0" y="297"/>
                  </a:cubicBezTo>
                  <a:lnTo>
                    <a:pt x="302" y="297"/>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p:nvPr/>
          </p:nvSpPr>
          <p:spPr>
            <a:xfrm rot="10800000">
              <a:off x="95299" y="723588"/>
              <a:ext cx="637" cy="428"/>
            </a:xfrm>
            <a:custGeom>
              <a:rect b="b" l="l" r="r" t="t"/>
              <a:pathLst>
                <a:path extrusionOk="0" h="5" w="10">
                  <a:moveTo>
                    <a:pt x="10" y="0"/>
                  </a:moveTo>
                  <a:cubicBezTo>
                    <a:pt x="5" y="0"/>
                    <a:pt x="5" y="5"/>
                    <a:pt x="1" y="5"/>
                  </a:cubicBezTo>
                  <a:lnTo>
                    <a:pt x="10" y="5"/>
                  </a:lnTo>
                  <a:lnTo>
                    <a:pt x="1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6"/>
            <p:cNvSpPr/>
            <p:nvPr/>
          </p:nvSpPr>
          <p:spPr>
            <a:xfrm rot="10800000">
              <a:off x="31548" y="612617"/>
              <a:ext cx="38212" cy="50908"/>
            </a:xfrm>
            <a:custGeom>
              <a:rect b="b" l="l" r="r" t="t"/>
              <a:pathLst>
                <a:path extrusionOk="0" h="595" w="600">
                  <a:moveTo>
                    <a:pt x="297" y="0"/>
                  </a:moveTo>
                  <a:cubicBezTo>
                    <a:pt x="132" y="0"/>
                    <a:pt x="1" y="133"/>
                    <a:pt x="1" y="297"/>
                  </a:cubicBezTo>
                  <a:cubicBezTo>
                    <a:pt x="1" y="462"/>
                    <a:pt x="132" y="595"/>
                    <a:pt x="297" y="595"/>
                  </a:cubicBezTo>
                  <a:cubicBezTo>
                    <a:pt x="462" y="595"/>
                    <a:pt x="599" y="462"/>
                    <a:pt x="599" y="297"/>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p:nvPr/>
          </p:nvSpPr>
          <p:spPr>
            <a:xfrm rot="10800000">
              <a:off x="-12840" y="552469"/>
              <a:ext cx="19234" cy="25925"/>
            </a:xfrm>
            <a:custGeom>
              <a:rect b="b" l="l" r="r" t="t"/>
              <a:pathLst>
                <a:path extrusionOk="0" h="303" w="302">
                  <a:moveTo>
                    <a:pt x="302" y="0"/>
                  </a:moveTo>
                  <a:cubicBezTo>
                    <a:pt x="137" y="0"/>
                    <a:pt x="0" y="133"/>
                    <a:pt x="0" y="302"/>
                  </a:cubicBezTo>
                  <a:lnTo>
                    <a:pt x="302" y="302"/>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rot="10800000">
              <a:off x="-12840" y="697749"/>
              <a:ext cx="19234" cy="25925"/>
            </a:xfrm>
            <a:custGeom>
              <a:rect b="b" l="l" r="r" t="t"/>
              <a:pathLst>
                <a:path extrusionOk="0" h="303" w="302">
                  <a:moveTo>
                    <a:pt x="0" y="1"/>
                  </a:moveTo>
                  <a:cubicBezTo>
                    <a:pt x="0" y="170"/>
                    <a:pt x="137" y="303"/>
                    <a:pt x="302" y="303"/>
                  </a:cubicBez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rot="10800000">
              <a:off x="95298" y="697749"/>
              <a:ext cx="18915" cy="25925"/>
            </a:xfrm>
            <a:custGeom>
              <a:rect b="b" l="l" r="r" t="t"/>
              <a:pathLst>
                <a:path extrusionOk="0" h="303" w="297">
                  <a:moveTo>
                    <a:pt x="288" y="1"/>
                  </a:moveTo>
                  <a:cubicBezTo>
                    <a:pt x="189" y="81"/>
                    <a:pt x="94" y="166"/>
                    <a:pt x="0" y="246"/>
                  </a:cubicBezTo>
                  <a:lnTo>
                    <a:pt x="0" y="303"/>
                  </a:lnTo>
                  <a:cubicBezTo>
                    <a:pt x="166" y="303"/>
                    <a:pt x="297" y="170"/>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6"/>
            <p:cNvSpPr/>
            <p:nvPr/>
          </p:nvSpPr>
          <p:spPr>
            <a:xfrm rot="10800000">
              <a:off x="95298" y="552469"/>
              <a:ext cx="18915" cy="25925"/>
            </a:xfrm>
            <a:custGeom>
              <a:rect b="b" l="l" r="r" t="t"/>
              <a:pathLst>
                <a:path extrusionOk="0" h="303" w="297">
                  <a:moveTo>
                    <a:pt x="0" y="0"/>
                  </a:moveTo>
                  <a:lnTo>
                    <a:pt x="0" y="302"/>
                  </a:lnTo>
                  <a:lnTo>
                    <a:pt x="297" y="302"/>
                  </a:lnTo>
                  <a:cubicBezTo>
                    <a:pt x="297" y="133"/>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rot="10800000">
              <a:off x="-12840" y="381864"/>
              <a:ext cx="19234" cy="25839"/>
            </a:xfrm>
            <a:custGeom>
              <a:rect b="b" l="l" r="r" t="t"/>
              <a:pathLst>
                <a:path extrusionOk="0" h="302" w="302">
                  <a:moveTo>
                    <a:pt x="302" y="1"/>
                  </a:moveTo>
                  <a:cubicBezTo>
                    <a:pt x="137" y="1"/>
                    <a:pt x="0" y="136"/>
                    <a:pt x="0" y="302"/>
                  </a:cubicBezTo>
                  <a:lnTo>
                    <a:pt x="302" y="302"/>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6"/>
            <p:cNvSpPr/>
            <p:nvPr/>
          </p:nvSpPr>
          <p:spPr>
            <a:xfrm rot="10800000">
              <a:off x="-12840" y="527143"/>
              <a:ext cx="19234" cy="25411"/>
            </a:xfrm>
            <a:custGeom>
              <a:rect b="b" l="l" r="r" t="t"/>
              <a:pathLst>
                <a:path extrusionOk="0" h="297" w="302">
                  <a:moveTo>
                    <a:pt x="0" y="0"/>
                  </a:moveTo>
                  <a:cubicBezTo>
                    <a:pt x="0" y="166"/>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6"/>
            <p:cNvSpPr/>
            <p:nvPr/>
          </p:nvSpPr>
          <p:spPr>
            <a:xfrm rot="10800000">
              <a:off x="95298" y="527143"/>
              <a:ext cx="18915" cy="25411"/>
            </a:xfrm>
            <a:custGeom>
              <a:rect b="b" l="l" r="r" t="t"/>
              <a:pathLst>
                <a:path extrusionOk="0" h="297" w="297">
                  <a:moveTo>
                    <a:pt x="0" y="0"/>
                  </a:moveTo>
                  <a:lnTo>
                    <a:pt x="0" y="297"/>
                  </a:lnTo>
                  <a:cubicBezTo>
                    <a:pt x="166" y="297"/>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rot="10800000">
              <a:off x="95298" y="381864"/>
              <a:ext cx="18915" cy="25839"/>
            </a:xfrm>
            <a:custGeom>
              <a:rect b="b" l="l" r="r" t="t"/>
              <a:pathLst>
                <a:path extrusionOk="0" h="302" w="297">
                  <a:moveTo>
                    <a:pt x="0" y="1"/>
                  </a:moveTo>
                  <a:lnTo>
                    <a:pt x="0" y="302"/>
                  </a:lnTo>
                  <a:lnTo>
                    <a:pt x="297" y="302"/>
                  </a:lnTo>
                  <a:cubicBezTo>
                    <a:pt x="297" y="136"/>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rot="10800000">
              <a:off x="31548" y="441498"/>
              <a:ext cx="38212" cy="51422"/>
            </a:xfrm>
            <a:custGeom>
              <a:rect b="b" l="l" r="r" t="t"/>
              <a:pathLst>
                <a:path extrusionOk="0" h="601" w="600">
                  <a:moveTo>
                    <a:pt x="297" y="1"/>
                  </a:moveTo>
                  <a:cubicBezTo>
                    <a:pt x="132" y="1"/>
                    <a:pt x="1" y="133"/>
                    <a:pt x="1" y="298"/>
                  </a:cubicBezTo>
                  <a:cubicBezTo>
                    <a:pt x="1" y="464"/>
                    <a:pt x="132" y="601"/>
                    <a:pt x="297" y="601"/>
                  </a:cubicBezTo>
                  <a:cubicBezTo>
                    <a:pt x="462" y="601"/>
                    <a:pt x="599" y="464"/>
                    <a:pt x="599" y="298"/>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rot="10800000">
              <a:off x="31548" y="270893"/>
              <a:ext cx="38212" cy="51250"/>
            </a:xfrm>
            <a:custGeom>
              <a:rect b="b" l="l" r="r" t="t"/>
              <a:pathLst>
                <a:path extrusionOk="0" h="599" w="600">
                  <a:moveTo>
                    <a:pt x="297" y="0"/>
                  </a:moveTo>
                  <a:cubicBezTo>
                    <a:pt x="132" y="0"/>
                    <a:pt x="1" y="132"/>
                    <a:pt x="1" y="297"/>
                  </a:cubicBezTo>
                  <a:cubicBezTo>
                    <a:pt x="1" y="462"/>
                    <a:pt x="132" y="599"/>
                    <a:pt x="297" y="599"/>
                  </a:cubicBezTo>
                  <a:cubicBezTo>
                    <a:pt x="462" y="599"/>
                    <a:pt x="599" y="462"/>
                    <a:pt x="599" y="297"/>
                  </a:cubicBezTo>
                  <a:cubicBezTo>
                    <a:pt x="599" y="132"/>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rot="10800000">
              <a:off x="95298" y="211087"/>
              <a:ext cx="18915" cy="26010"/>
            </a:xfrm>
            <a:custGeom>
              <a:rect b="b" l="l" r="r" t="t"/>
              <a:pathLst>
                <a:path extrusionOk="0" h="304" w="297">
                  <a:moveTo>
                    <a:pt x="0" y="1"/>
                  </a:moveTo>
                  <a:lnTo>
                    <a:pt x="0" y="303"/>
                  </a:lnTo>
                  <a:lnTo>
                    <a:pt x="297" y="303"/>
                  </a:lnTo>
                  <a:cubicBezTo>
                    <a:pt x="297" y="138"/>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rot="10800000">
              <a:off x="-12840" y="211087"/>
              <a:ext cx="19234" cy="26010"/>
            </a:xfrm>
            <a:custGeom>
              <a:rect b="b" l="l" r="r" t="t"/>
              <a:pathLst>
                <a:path extrusionOk="0" h="304" w="302">
                  <a:moveTo>
                    <a:pt x="302" y="1"/>
                  </a:moveTo>
                  <a:cubicBezTo>
                    <a:pt x="137" y="1"/>
                    <a:pt x="0" y="138"/>
                    <a:pt x="0" y="303"/>
                  </a:cubicBezTo>
                  <a:lnTo>
                    <a:pt x="302" y="303"/>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6"/>
            <p:cNvSpPr/>
            <p:nvPr/>
          </p:nvSpPr>
          <p:spPr>
            <a:xfrm rot="10800000">
              <a:off x="95298" y="356367"/>
              <a:ext cx="18915" cy="25582"/>
            </a:xfrm>
            <a:custGeom>
              <a:rect b="b" l="l" r="r" t="t"/>
              <a:pathLst>
                <a:path extrusionOk="0" h="299" w="297">
                  <a:moveTo>
                    <a:pt x="0" y="1"/>
                  </a:moveTo>
                  <a:lnTo>
                    <a:pt x="0" y="298"/>
                  </a:lnTo>
                  <a:cubicBezTo>
                    <a:pt x="166" y="298"/>
                    <a:pt x="297" y="166"/>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rot="10800000">
              <a:off x="-12840" y="356367"/>
              <a:ext cx="19234" cy="25582"/>
            </a:xfrm>
            <a:custGeom>
              <a:rect b="b" l="l" r="r" t="t"/>
              <a:pathLst>
                <a:path extrusionOk="0" h="299" w="302">
                  <a:moveTo>
                    <a:pt x="0" y="1"/>
                  </a:moveTo>
                  <a:cubicBezTo>
                    <a:pt x="0" y="166"/>
                    <a:pt x="137" y="298"/>
                    <a:pt x="302" y="298"/>
                  </a:cubicBez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rot="10800000">
              <a:off x="95298" y="40482"/>
              <a:ext cx="18915" cy="25839"/>
            </a:xfrm>
            <a:custGeom>
              <a:rect b="b" l="l" r="r" t="t"/>
              <a:pathLst>
                <a:path extrusionOk="0" h="302" w="297">
                  <a:moveTo>
                    <a:pt x="0" y="0"/>
                  </a:moveTo>
                  <a:lnTo>
                    <a:pt x="0" y="301"/>
                  </a:lnTo>
                  <a:lnTo>
                    <a:pt x="297" y="301"/>
                  </a:lnTo>
                  <a:cubicBezTo>
                    <a:pt x="297"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rot="10800000">
              <a:off x="-12840" y="185762"/>
              <a:ext cx="19234" cy="25411"/>
            </a:xfrm>
            <a:custGeom>
              <a:rect b="b" l="l" r="r" t="t"/>
              <a:pathLst>
                <a:path extrusionOk="0" h="297" w="302">
                  <a:moveTo>
                    <a:pt x="0" y="0"/>
                  </a:moveTo>
                  <a:cubicBezTo>
                    <a:pt x="0" y="165"/>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rot="10800000">
              <a:off x="-12840" y="40482"/>
              <a:ext cx="19234" cy="25839"/>
            </a:xfrm>
            <a:custGeom>
              <a:rect b="b" l="l" r="r" t="t"/>
              <a:pathLst>
                <a:path extrusionOk="0" h="302" w="302">
                  <a:moveTo>
                    <a:pt x="302" y="0"/>
                  </a:moveTo>
                  <a:cubicBezTo>
                    <a:pt x="137" y="0"/>
                    <a:pt x="0" y="136"/>
                    <a:pt x="0" y="301"/>
                  </a:cubicBezTo>
                  <a:lnTo>
                    <a:pt x="302" y="301"/>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rot="10800000">
              <a:off x="95298" y="185762"/>
              <a:ext cx="18915" cy="25411"/>
            </a:xfrm>
            <a:custGeom>
              <a:rect b="b" l="l" r="r" t="t"/>
              <a:pathLst>
                <a:path extrusionOk="0" h="297" w="297">
                  <a:moveTo>
                    <a:pt x="0" y="0"/>
                  </a:moveTo>
                  <a:lnTo>
                    <a:pt x="0" y="297"/>
                  </a:lnTo>
                  <a:cubicBezTo>
                    <a:pt x="166"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rot="10800000">
              <a:off x="31548" y="100117"/>
              <a:ext cx="38212" cy="51422"/>
            </a:xfrm>
            <a:custGeom>
              <a:rect b="b" l="l" r="r" t="t"/>
              <a:pathLst>
                <a:path extrusionOk="0" h="601" w="600">
                  <a:moveTo>
                    <a:pt x="297" y="0"/>
                  </a:moveTo>
                  <a:cubicBezTo>
                    <a:pt x="132" y="0"/>
                    <a:pt x="1" y="133"/>
                    <a:pt x="1" y="298"/>
                  </a:cubicBezTo>
                  <a:cubicBezTo>
                    <a:pt x="1" y="463"/>
                    <a:pt x="132"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rot="10800000">
              <a:off x="31548" y="-70488"/>
              <a:ext cx="38212" cy="51336"/>
            </a:xfrm>
            <a:custGeom>
              <a:rect b="b" l="l" r="r" t="t"/>
              <a:pathLst>
                <a:path extrusionOk="0" h="600" w="600">
                  <a:moveTo>
                    <a:pt x="297" y="1"/>
                  </a:moveTo>
                  <a:cubicBezTo>
                    <a:pt x="132" y="1"/>
                    <a:pt x="1" y="133"/>
                    <a:pt x="1" y="297"/>
                  </a:cubicBezTo>
                  <a:cubicBezTo>
                    <a:pt x="1" y="462"/>
                    <a:pt x="132"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rot="10800000">
              <a:off x="-12840" y="15071"/>
              <a:ext cx="19234" cy="25497"/>
            </a:xfrm>
            <a:custGeom>
              <a:rect b="b" l="l" r="r" t="t"/>
              <a:pathLst>
                <a:path extrusionOk="0" h="298" w="302">
                  <a:moveTo>
                    <a:pt x="0" y="0"/>
                  </a:moveTo>
                  <a:cubicBezTo>
                    <a:pt x="0" y="166"/>
                    <a:pt x="137" y="298"/>
                    <a:pt x="302" y="298"/>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rot="10800000">
              <a:off x="95298" y="15071"/>
              <a:ext cx="18915" cy="25497"/>
            </a:xfrm>
            <a:custGeom>
              <a:rect b="b" l="l" r="r" t="t"/>
              <a:pathLst>
                <a:path extrusionOk="0" h="298" w="297">
                  <a:moveTo>
                    <a:pt x="0" y="0"/>
                  </a:moveTo>
                  <a:lnTo>
                    <a:pt x="0"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rot="10800000">
              <a:off x="222287" y="552469"/>
              <a:ext cx="19042" cy="17026"/>
            </a:xfrm>
            <a:custGeom>
              <a:rect b="b" l="l" r="r" t="t"/>
              <a:pathLst>
                <a:path extrusionOk="0" h="199" w="299">
                  <a:moveTo>
                    <a:pt x="223" y="0"/>
                  </a:moveTo>
                  <a:cubicBezTo>
                    <a:pt x="148" y="62"/>
                    <a:pt x="72" y="127"/>
                    <a:pt x="1" y="194"/>
                  </a:cubicBezTo>
                  <a:lnTo>
                    <a:pt x="1" y="198"/>
                  </a:lnTo>
                  <a:lnTo>
                    <a:pt x="299" y="198"/>
                  </a:lnTo>
                  <a:cubicBezTo>
                    <a:pt x="299" y="118"/>
                    <a:pt x="270" y="52"/>
                    <a:pt x="22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rot="10800000">
              <a:off x="158665" y="612617"/>
              <a:ext cx="29169" cy="36363"/>
            </a:xfrm>
            <a:custGeom>
              <a:rect b="b" l="l" r="r" t="t"/>
              <a:pathLst>
                <a:path extrusionOk="0" h="425" w="458">
                  <a:moveTo>
                    <a:pt x="425" y="0"/>
                  </a:moveTo>
                  <a:cubicBezTo>
                    <a:pt x="284" y="122"/>
                    <a:pt x="142" y="250"/>
                    <a:pt x="1" y="377"/>
                  </a:cubicBezTo>
                  <a:cubicBezTo>
                    <a:pt x="48" y="405"/>
                    <a:pt x="100" y="425"/>
                    <a:pt x="157" y="425"/>
                  </a:cubicBezTo>
                  <a:cubicBezTo>
                    <a:pt x="321" y="425"/>
                    <a:pt x="458" y="292"/>
                    <a:pt x="458" y="127"/>
                  </a:cubicBezTo>
                  <a:cubicBezTo>
                    <a:pt x="458" y="81"/>
                    <a:pt x="444" y="38"/>
                    <a:pt x="4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6"/>
            <p:cNvSpPr/>
            <p:nvPr/>
          </p:nvSpPr>
          <p:spPr>
            <a:xfrm rot="10800000">
              <a:off x="114149" y="697749"/>
              <a:ext cx="3694" cy="4877"/>
            </a:xfrm>
            <a:custGeom>
              <a:rect b="b" l="l" r="r" t="t"/>
              <a:pathLst>
                <a:path extrusionOk="0" h="57" w="58">
                  <a:moveTo>
                    <a:pt x="57" y="0"/>
                  </a:moveTo>
                  <a:cubicBezTo>
                    <a:pt x="38" y="14"/>
                    <a:pt x="20" y="28"/>
                    <a:pt x="1" y="47"/>
                  </a:cubicBezTo>
                  <a:cubicBezTo>
                    <a:pt x="20" y="47"/>
                    <a:pt x="38" y="57"/>
                    <a:pt x="57" y="57"/>
                  </a:cubicBezTo>
                  <a:lnTo>
                    <a:pt x="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rot="10800000">
              <a:off x="114149" y="552469"/>
              <a:ext cx="19297" cy="25925"/>
            </a:xfrm>
            <a:custGeom>
              <a:rect b="b" l="l" r="r" t="t"/>
              <a:pathLst>
                <a:path extrusionOk="0" h="303" w="303">
                  <a:moveTo>
                    <a:pt x="302" y="0"/>
                  </a:moveTo>
                  <a:cubicBezTo>
                    <a:pt x="137" y="0"/>
                    <a:pt x="0" y="133"/>
                    <a:pt x="0" y="302"/>
                  </a:cubicBezTo>
                  <a:lnTo>
                    <a:pt x="302" y="302"/>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rot="10800000">
              <a:off x="114149" y="527143"/>
              <a:ext cx="19297" cy="25411"/>
            </a:xfrm>
            <a:custGeom>
              <a:rect b="b" l="l" r="r" t="t"/>
              <a:pathLst>
                <a:path extrusionOk="0" h="297" w="303">
                  <a:moveTo>
                    <a:pt x="0" y="0"/>
                  </a:moveTo>
                  <a:cubicBezTo>
                    <a:pt x="0" y="166"/>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6"/>
            <p:cNvSpPr/>
            <p:nvPr/>
          </p:nvSpPr>
          <p:spPr>
            <a:xfrm rot="10800000">
              <a:off x="222287" y="527143"/>
              <a:ext cx="19042" cy="25411"/>
            </a:xfrm>
            <a:custGeom>
              <a:rect b="b" l="l" r="r" t="t"/>
              <a:pathLst>
                <a:path extrusionOk="0" h="297" w="299">
                  <a:moveTo>
                    <a:pt x="1" y="0"/>
                  </a:moveTo>
                  <a:lnTo>
                    <a:pt x="1" y="297"/>
                  </a:lnTo>
                  <a:cubicBezTo>
                    <a:pt x="166" y="297"/>
                    <a:pt x="299" y="166"/>
                    <a:pt x="2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rot="10800000">
              <a:off x="114149" y="381864"/>
              <a:ext cx="19297" cy="25839"/>
            </a:xfrm>
            <a:custGeom>
              <a:rect b="b" l="l" r="r" t="t"/>
              <a:pathLst>
                <a:path extrusionOk="0" h="302" w="303">
                  <a:moveTo>
                    <a:pt x="302" y="1"/>
                  </a:moveTo>
                  <a:cubicBezTo>
                    <a:pt x="137" y="1"/>
                    <a:pt x="0" y="136"/>
                    <a:pt x="0" y="302"/>
                  </a:cubicBezTo>
                  <a:lnTo>
                    <a:pt x="302" y="302"/>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rot="10800000">
              <a:off x="158665" y="441498"/>
              <a:ext cx="38149" cy="51422"/>
            </a:xfrm>
            <a:custGeom>
              <a:rect b="b" l="l" r="r" t="t"/>
              <a:pathLst>
                <a:path extrusionOk="0" h="601" w="599">
                  <a:moveTo>
                    <a:pt x="298" y="1"/>
                  </a:moveTo>
                  <a:cubicBezTo>
                    <a:pt x="133" y="1"/>
                    <a:pt x="0" y="133"/>
                    <a:pt x="0" y="298"/>
                  </a:cubicBezTo>
                  <a:cubicBezTo>
                    <a:pt x="0" y="464"/>
                    <a:pt x="133" y="601"/>
                    <a:pt x="298" y="601"/>
                  </a:cubicBezTo>
                  <a:cubicBezTo>
                    <a:pt x="462" y="601"/>
                    <a:pt x="599" y="464"/>
                    <a:pt x="599" y="298"/>
                  </a:cubicBezTo>
                  <a:cubicBezTo>
                    <a:pt x="599" y="133"/>
                    <a:pt x="462"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rot="10800000">
              <a:off x="222287" y="381864"/>
              <a:ext cx="19042" cy="25839"/>
            </a:xfrm>
            <a:custGeom>
              <a:rect b="b" l="l" r="r" t="t"/>
              <a:pathLst>
                <a:path extrusionOk="0" h="302" w="299">
                  <a:moveTo>
                    <a:pt x="1" y="1"/>
                  </a:moveTo>
                  <a:lnTo>
                    <a:pt x="1" y="302"/>
                  </a:lnTo>
                  <a:lnTo>
                    <a:pt x="299" y="302"/>
                  </a:lnTo>
                  <a:cubicBezTo>
                    <a:pt x="299" y="136"/>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rot="10800000">
              <a:off x="222287" y="211087"/>
              <a:ext cx="19042" cy="26010"/>
            </a:xfrm>
            <a:custGeom>
              <a:rect b="b" l="l" r="r" t="t"/>
              <a:pathLst>
                <a:path extrusionOk="0" h="304" w="299">
                  <a:moveTo>
                    <a:pt x="1" y="1"/>
                  </a:moveTo>
                  <a:lnTo>
                    <a:pt x="1" y="303"/>
                  </a:lnTo>
                  <a:lnTo>
                    <a:pt x="299" y="303"/>
                  </a:lnTo>
                  <a:cubicBezTo>
                    <a:pt x="299"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rot="10800000">
              <a:off x="114149" y="211087"/>
              <a:ext cx="19297" cy="26010"/>
            </a:xfrm>
            <a:custGeom>
              <a:rect b="b" l="l" r="r" t="t"/>
              <a:pathLst>
                <a:path extrusionOk="0" h="304" w="303">
                  <a:moveTo>
                    <a:pt x="302" y="1"/>
                  </a:moveTo>
                  <a:cubicBezTo>
                    <a:pt x="137" y="1"/>
                    <a:pt x="0" y="138"/>
                    <a:pt x="0" y="303"/>
                  </a:cubicBezTo>
                  <a:lnTo>
                    <a:pt x="302" y="303"/>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rot="10800000">
              <a:off x="114149" y="356367"/>
              <a:ext cx="19297" cy="25582"/>
            </a:xfrm>
            <a:custGeom>
              <a:rect b="b" l="l" r="r" t="t"/>
              <a:pathLst>
                <a:path extrusionOk="0" h="299" w="303">
                  <a:moveTo>
                    <a:pt x="0" y="1"/>
                  </a:moveTo>
                  <a:cubicBezTo>
                    <a:pt x="0" y="166"/>
                    <a:pt x="137" y="298"/>
                    <a:pt x="302" y="298"/>
                  </a:cubicBez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rot="10800000">
              <a:off x="222287" y="356367"/>
              <a:ext cx="19042" cy="25582"/>
            </a:xfrm>
            <a:custGeom>
              <a:rect b="b" l="l" r="r" t="t"/>
              <a:pathLst>
                <a:path extrusionOk="0" h="299" w="299">
                  <a:moveTo>
                    <a:pt x="1" y="1"/>
                  </a:moveTo>
                  <a:lnTo>
                    <a:pt x="1" y="298"/>
                  </a:lnTo>
                  <a:cubicBezTo>
                    <a:pt x="166" y="298"/>
                    <a:pt x="299" y="166"/>
                    <a:pt x="29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rot="10800000">
              <a:off x="158665" y="270893"/>
              <a:ext cx="38149" cy="51250"/>
            </a:xfrm>
            <a:custGeom>
              <a:rect b="b" l="l" r="r" t="t"/>
              <a:pathLst>
                <a:path extrusionOk="0" h="599" w="599">
                  <a:moveTo>
                    <a:pt x="298" y="0"/>
                  </a:moveTo>
                  <a:cubicBezTo>
                    <a:pt x="133" y="0"/>
                    <a:pt x="0" y="132"/>
                    <a:pt x="0" y="297"/>
                  </a:cubicBezTo>
                  <a:cubicBezTo>
                    <a:pt x="0" y="462"/>
                    <a:pt x="133" y="599"/>
                    <a:pt x="298" y="599"/>
                  </a:cubicBezTo>
                  <a:cubicBezTo>
                    <a:pt x="462" y="599"/>
                    <a:pt x="599" y="462"/>
                    <a:pt x="599" y="297"/>
                  </a:cubicBezTo>
                  <a:cubicBezTo>
                    <a:pt x="599" y="132"/>
                    <a:pt x="462"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rot="10800000">
              <a:off x="222287" y="185762"/>
              <a:ext cx="19042" cy="25411"/>
            </a:xfrm>
            <a:custGeom>
              <a:rect b="b" l="l" r="r" t="t"/>
              <a:pathLst>
                <a:path extrusionOk="0" h="297" w="299">
                  <a:moveTo>
                    <a:pt x="1" y="0"/>
                  </a:moveTo>
                  <a:lnTo>
                    <a:pt x="1" y="297"/>
                  </a:lnTo>
                  <a:cubicBezTo>
                    <a:pt x="166" y="297"/>
                    <a:pt x="299" y="165"/>
                    <a:pt x="2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6"/>
            <p:cNvSpPr/>
            <p:nvPr/>
          </p:nvSpPr>
          <p:spPr>
            <a:xfrm rot="10800000">
              <a:off x="158665" y="100117"/>
              <a:ext cx="38149" cy="51422"/>
            </a:xfrm>
            <a:custGeom>
              <a:rect b="b" l="l" r="r" t="t"/>
              <a:pathLst>
                <a:path extrusionOk="0" h="601" w="599">
                  <a:moveTo>
                    <a:pt x="298" y="0"/>
                  </a:moveTo>
                  <a:cubicBezTo>
                    <a:pt x="133" y="0"/>
                    <a:pt x="0" y="133"/>
                    <a:pt x="0" y="298"/>
                  </a:cubicBezTo>
                  <a:cubicBezTo>
                    <a:pt x="0" y="463"/>
                    <a:pt x="133" y="600"/>
                    <a:pt x="298" y="600"/>
                  </a:cubicBezTo>
                  <a:cubicBezTo>
                    <a:pt x="462" y="600"/>
                    <a:pt x="599" y="463"/>
                    <a:pt x="599" y="298"/>
                  </a:cubicBezTo>
                  <a:cubicBezTo>
                    <a:pt x="599" y="133"/>
                    <a:pt x="462"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6"/>
            <p:cNvSpPr/>
            <p:nvPr/>
          </p:nvSpPr>
          <p:spPr>
            <a:xfrm rot="10800000">
              <a:off x="222287" y="40482"/>
              <a:ext cx="19042" cy="25839"/>
            </a:xfrm>
            <a:custGeom>
              <a:rect b="b" l="l" r="r" t="t"/>
              <a:pathLst>
                <a:path extrusionOk="0" h="302" w="299">
                  <a:moveTo>
                    <a:pt x="1" y="0"/>
                  </a:moveTo>
                  <a:lnTo>
                    <a:pt x="1" y="301"/>
                  </a:lnTo>
                  <a:lnTo>
                    <a:pt x="299" y="301"/>
                  </a:lnTo>
                  <a:cubicBezTo>
                    <a:pt x="299"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6"/>
            <p:cNvSpPr/>
            <p:nvPr/>
          </p:nvSpPr>
          <p:spPr>
            <a:xfrm rot="10800000">
              <a:off x="114149" y="185762"/>
              <a:ext cx="19297" cy="25411"/>
            </a:xfrm>
            <a:custGeom>
              <a:rect b="b" l="l" r="r" t="t"/>
              <a:pathLst>
                <a:path extrusionOk="0" h="297" w="303">
                  <a:moveTo>
                    <a:pt x="0" y="0"/>
                  </a:moveTo>
                  <a:cubicBezTo>
                    <a:pt x="0" y="165"/>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6"/>
            <p:cNvSpPr/>
            <p:nvPr/>
          </p:nvSpPr>
          <p:spPr>
            <a:xfrm rot="10800000">
              <a:off x="114149" y="40482"/>
              <a:ext cx="19297" cy="25839"/>
            </a:xfrm>
            <a:custGeom>
              <a:rect b="b" l="l" r="r" t="t"/>
              <a:pathLst>
                <a:path extrusionOk="0" h="302" w="303">
                  <a:moveTo>
                    <a:pt x="302" y="0"/>
                  </a:moveTo>
                  <a:cubicBezTo>
                    <a:pt x="137" y="0"/>
                    <a:pt x="0" y="136"/>
                    <a:pt x="0" y="301"/>
                  </a:cubicBezTo>
                  <a:lnTo>
                    <a:pt x="302" y="301"/>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rot="10800000">
              <a:off x="222287" y="15071"/>
              <a:ext cx="19042" cy="25497"/>
            </a:xfrm>
            <a:custGeom>
              <a:rect b="b" l="l" r="r" t="t"/>
              <a:pathLst>
                <a:path extrusionOk="0" h="298" w="299">
                  <a:moveTo>
                    <a:pt x="1" y="0"/>
                  </a:moveTo>
                  <a:lnTo>
                    <a:pt x="1" y="298"/>
                  </a:lnTo>
                  <a:cubicBezTo>
                    <a:pt x="166" y="298"/>
                    <a:pt x="299" y="166"/>
                    <a:pt x="2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6"/>
            <p:cNvSpPr/>
            <p:nvPr/>
          </p:nvSpPr>
          <p:spPr>
            <a:xfrm rot="10800000">
              <a:off x="158665" y="-70488"/>
              <a:ext cx="38149" cy="51336"/>
            </a:xfrm>
            <a:custGeom>
              <a:rect b="b" l="l" r="r" t="t"/>
              <a:pathLst>
                <a:path extrusionOk="0" h="600" w="599">
                  <a:moveTo>
                    <a:pt x="298" y="1"/>
                  </a:moveTo>
                  <a:cubicBezTo>
                    <a:pt x="133" y="1"/>
                    <a:pt x="0" y="133"/>
                    <a:pt x="0" y="297"/>
                  </a:cubicBezTo>
                  <a:cubicBezTo>
                    <a:pt x="0" y="462"/>
                    <a:pt x="133" y="599"/>
                    <a:pt x="298" y="599"/>
                  </a:cubicBezTo>
                  <a:cubicBezTo>
                    <a:pt x="462" y="599"/>
                    <a:pt x="599" y="462"/>
                    <a:pt x="599" y="297"/>
                  </a:cubicBezTo>
                  <a:cubicBezTo>
                    <a:pt x="599" y="133"/>
                    <a:pt x="462"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6"/>
            <p:cNvSpPr/>
            <p:nvPr/>
          </p:nvSpPr>
          <p:spPr>
            <a:xfrm rot="10800000">
              <a:off x="114149" y="15071"/>
              <a:ext cx="19297" cy="25497"/>
            </a:xfrm>
            <a:custGeom>
              <a:rect b="b" l="l" r="r" t="t"/>
              <a:pathLst>
                <a:path extrusionOk="0" h="298" w="303">
                  <a:moveTo>
                    <a:pt x="0" y="0"/>
                  </a:moveTo>
                  <a:cubicBezTo>
                    <a:pt x="0" y="166"/>
                    <a:pt x="137" y="298"/>
                    <a:pt x="302" y="298"/>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rot="10800000">
              <a:off x="241266" y="552469"/>
              <a:ext cx="64" cy="513"/>
            </a:xfrm>
            <a:custGeom>
              <a:rect b="b" l="l" r="r" t="t"/>
              <a:pathLst>
                <a:path extrusionOk="0" h="6" w="1">
                  <a:moveTo>
                    <a:pt x="1" y="1"/>
                  </a:moveTo>
                  <a:lnTo>
                    <a:pt x="1" y="5"/>
                  </a:lnTo>
                  <a:lnTo>
                    <a:pt x="1" y="5"/>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rot="10800000">
              <a:off x="349339" y="381864"/>
              <a:ext cx="18979" cy="25069"/>
            </a:xfrm>
            <a:custGeom>
              <a:rect b="b" l="l" r="r" t="t"/>
              <a:pathLst>
                <a:path extrusionOk="0" h="293" w="298">
                  <a:moveTo>
                    <a:pt x="33" y="1"/>
                  </a:moveTo>
                  <a:cubicBezTo>
                    <a:pt x="24" y="10"/>
                    <a:pt x="10" y="20"/>
                    <a:pt x="1" y="29"/>
                  </a:cubicBezTo>
                  <a:lnTo>
                    <a:pt x="1" y="293"/>
                  </a:lnTo>
                  <a:lnTo>
                    <a:pt x="297" y="293"/>
                  </a:lnTo>
                  <a:cubicBezTo>
                    <a:pt x="297" y="138"/>
                    <a:pt x="184" y="20"/>
                    <a:pt x="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6"/>
            <p:cNvSpPr/>
            <p:nvPr/>
          </p:nvSpPr>
          <p:spPr>
            <a:xfrm rot="10800000">
              <a:off x="285653" y="441498"/>
              <a:ext cx="36748" cy="47315"/>
            </a:xfrm>
            <a:custGeom>
              <a:rect b="b" l="l" r="r" t="t"/>
              <a:pathLst>
                <a:path extrusionOk="0" h="553" w="577">
                  <a:moveTo>
                    <a:pt x="431" y="0"/>
                  </a:moveTo>
                  <a:cubicBezTo>
                    <a:pt x="289" y="122"/>
                    <a:pt x="148" y="250"/>
                    <a:pt x="1" y="373"/>
                  </a:cubicBezTo>
                  <a:cubicBezTo>
                    <a:pt x="48" y="477"/>
                    <a:pt x="152" y="553"/>
                    <a:pt x="275" y="553"/>
                  </a:cubicBezTo>
                  <a:cubicBezTo>
                    <a:pt x="440" y="553"/>
                    <a:pt x="577" y="416"/>
                    <a:pt x="577" y="250"/>
                  </a:cubicBezTo>
                  <a:cubicBezTo>
                    <a:pt x="577" y="142"/>
                    <a:pt x="516" y="52"/>
                    <a:pt x="4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6"/>
            <p:cNvSpPr/>
            <p:nvPr/>
          </p:nvSpPr>
          <p:spPr>
            <a:xfrm rot="10800000">
              <a:off x="241265" y="527143"/>
              <a:ext cx="14075" cy="25411"/>
            </a:xfrm>
            <a:custGeom>
              <a:rect b="b" l="l" r="r" t="t"/>
              <a:pathLst>
                <a:path extrusionOk="0" h="297" w="221">
                  <a:moveTo>
                    <a:pt x="221" y="0"/>
                  </a:moveTo>
                  <a:cubicBezTo>
                    <a:pt x="146" y="62"/>
                    <a:pt x="70" y="127"/>
                    <a:pt x="0" y="194"/>
                  </a:cubicBezTo>
                  <a:cubicBezTo>
                    <a:pt x="51" y="255"/>
                    <a:pt x="131" y="297"/>
                    <a:pt x="221" y="297"/>
                  </a:cubicBezTo>
                  <a:lnTo>
                    <a:pt x="2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6"/>
            <p:cNvSpPr/>
            <p:nvPr/>
          </p:nvSpPr>
          <p:spPr>
            <a:xfrm rot="10800000">
              <a:off x="241265" y="381864"/>
              <a:ext cx="19234" cy="25839"/>
            </a:xfrm>
            <a:custGeom>
              <a:rect b="b" l="l" r="r" t="t"/>
              <a:pathLst>
                <a:path extrusionOk="0" h="302" w="302">
                  <a:moveTo>
                    <a:pt x="302" y="1"/>
                  </a:moveTo>
                  <a:cubicBezTo>
                    <a:pt x="138" y="1"/>
                    <a:pt x="1" y="136"/>
                    <a:pt x="1" y="302"/>
                  </a:cubicBezTo>
                  <a:lnTo>
                    <a:pt x="302" y="302"/>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6"/>
            <p:cNvSpPr/>
            <p:nvPr/>
          </p:nvSpPr>
          <p:spPr>
            <a:xfrm rot="10800000">
              <a:off x="349339" y="356367"/>
              <a:ext cx="18979" cy="25582"/>
            </a:xfrm>
            <a:custGeom>
              <a:rect b="b" l="l" r="r" t="t"/>
              <a:pathLst>
                <a:path extrusionOk="0" h="299" w="298">
                  <a:moveTo>
                    <a:pt x="1" y="1"/>
                  </a:moveTo>
                  <a:lnTo>
                    <a:pt x="1" y="298"/>
                  </a:lnTo>
                  <a:cubicBezTo>
                    <a:pt x="166" y="298"/>
                    <a:pt x="297" y="166"/>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rot="10800000">
              <a:off x="241265" y="211087"/>
              <a:ext cx="19234" cy="26010"/>
            </a:xfrm>
            <a:custGeom>
              <a:rect b="b" l="l" r="r" t="t"/>
              <a:pathLst>
                <a:path extrusionOk="0" h="304" w="302">
                  <a:moveTo>
                    <a:pt x="302" y="1"/>
                  </a:moveTo>
                  <a:cubicBezTo>
                    <a:pt x="138" y="1"/>
                    <a:pt x="1" y="138"/>
                    <a:pt x="1" y="303"/>
                  </a:cubicBezTo>
                  <a:lnTo>
                    <a:pt x="302" y="303"/>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6"/>
            <p:cNvSpPr/>
            <p:nvPr/>
          </p:nvSpPr>
          <p:spPr>
            <a:xfrm rot="10800000">
              <a:off x="349339" y="211087"/>
              <a:ext cx="18979" cy="26010"/>
            </a:xfrm>
            <a:custGeom>
              <a:rect b="b" l="l" r="r" t="t"/>
              <a:pathLst>
                <a:path extrusionOk="0" h="304" w="298">
                  <a:moveTo>
                    <a:pt x="1" y="1"/>
                  </a:moveTo>
                  <a:lnTo>
                    <a:pt x="1" y="303"/>
                  </a:lnTo>
                  <a:lnTo>
                    <a:pt x="297" y="303"/>
                  </a:lnTo>
                  <a:cubicBezTo>
                    <a:pt x="297"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
            <p:cNvSpPr/>
            <p:nvPr/>
          </p:nvSpPr>
          <p:spPr>
            <a:xfrm rot="10800000">
              <a:off x="285653" y="270893"/>
              <a:ext cx="38212" cy="51250"/>
            </a:xfrm>
            <a:custGeom>
              <a:rect b="b" l="l" r="r" t="t"/>
              <a:pathLst>
                <a:path extrusionOk="0" h="599" w="600">
                  <a:moveTo>
                    <a:pt x="298" y="0"/>
                  </a:moveTo>
                  <a:cubicBezTo>
                    <a:pt x="132" y="0"/>
                    <a:pt x="1" y="132"/>
                    <a:pt x="1" y="297"/>
                  </a:cubicBezTo>
                  <a:cubicBezTo>
                    <a:pt x="1" y="462"/>
                    <a:pt x="132" y="599"/>
                    <a:pt x="298" y="599"/>
                  </a:cubicBezTo>
                  <a:cubicBezTo>
                    <a:pt x="463" y="599"/>
                    <a:pt x="600" y="462"/>
                    <a:pt x="600" y="297"/>
                  </a:cubicBezTo>
                  <a:cubicBezTo>
                    <a:pt x="600" y="132"/>
                    <a:pt x="463"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6"/>
            <p:cNvSpPr/>
            <p:nvPr/>
          </p:nvSpPr>
          <p:spPr>
            <a:xfrm rot="10800000">
              <a:off x="241265" y="356367"/>
              <a:ext cx="19234" cy="25582"/>
            </a:xfrm>
            <a:custGeom>
              <a:rect b="b" l="l" r="r" t="t"/>
              <a:pathLst>
                <a:path extrusionOk="0" h="299" w="302">
                  <a:moveTo>
                    <a:pt x="1" y="1"/>
                  </a:moveTo>
                  <a:cubicBezTo>
                    <a:pt x="1" y="166"/>
                    <a:pt x="138" y="298"/>
                    <a:pt x="302" y="298"/>
                  </a:cubicBez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rot="10800000">
              <a:off x="241265" y="40482"/>
              <a:ext cx="19234" cy="25839"/>
            </a:xfrm>
            <a:custGeom>
              <a:rect b="b" l="l" r="r" t="t"/>
              <a:pathLst>
                <a:path extrusionOk="0" h="302" w="302">
                  <a:moveTo>
                    <a:pt x="302" y="0"/>
                  </a:moveTo>
                  <a:cubicBezTo>
                    <a:pt x="138" y="0"/>
                    <a:pt x="1" y="136"/>
                    <a:pt x="1" y="301"/>
                  </a:cubicBezTo>
                  <a:lnTo>
                    <a:pt x="302" y="301"/>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6"/>
            <p:cNvSpPr/>
            <p:nvPr/>
          </p:nvSpPr>
          <p:spPr>
            <a:xfrm rot="10800000">
              <a:off x="349339" y="185762"/>
              <a:ext cx="18979" cy="25411"/>
            </a:xfrm>
            <a:custGeom>
              <a:rect b="b" l="l" r="r" t="t"/>
              <a:pathLst>
                <a:path extrusionOk="0" h="297" w="298">
                  <a:moveTo>
                    <a:pt x="1" y="0"/>
                  </a:moveTo>
                  <a:lnTo>
                    <a:pt x="1" y="297"/>
                  </a:lnTo>
                  <a:cubicBezTo>
                    <a:pt x="166"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rot="10800000">
              <a:off x="285653" y="100117"/>
              <a:ext cx="38212" cy="51422"/>
            </a:xfrm>
            <a:custGeom>
              <a:rect b="b" l="l" r="r" t="t"/>
              <a:pathLst>
                <a:path extrusionOk="0" h="601" w="600">
                  <a:moveTo>
                    <a:pt x="298" y="0"/>
                  </a:moveTo>
                  <a:cubicBezTo>
                    <a:pt x="132" y="0"/>
                    <a:pt x="1" y="133"/>
                    <a:pt x="1" y="298"/>
                  </a:cubicBezTo>
                  <a:cubicBezTo>
                    <a:pt x="1" y="463"/>
                    <a:pt x="132" y="600"/>
                    <a:pt x="298" y="600"/>
                  </a:cubicBezTo>
                  <a:cubicBezTo>
                    <a:pt x="463" y="600"/>
                    <a:pt x="600" y="463"/>
                    <a:pt x="600" y="298"/>
                  </a:cubicBezTo>
                  <a:cubicBezTo>
                    <a:pt x="600" y="133"/>
                    <a:pt x="463"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6"/>
            <p:cNvSpPr/>
            <p:nvPr/>
          </p:nvSpPr>
          <p:spPr>
            <a:xfrm rot="10800000">
              <a:off x="241265" y="185762"/>
              <a:ext cx="19234" cy="25411"/>
            </a:xfrm>
            <a:custGeom>
              <a:rect b="b" l="l" r="r" t="t"/>
              <a:pathLst>
                <a:path extrusionOk="0" h="297" w="302">
                  <a:moveTo>
                    <a:pt x="1" y="0"/>
                  </a:moveTo>
                  <a:cubicBezTo>
                    <a:pt x="1" y="165"/>
                    <a:pt x="138"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6"/>
            <p:cNvSpPr/>
            <p:nvPr/>
          </p:nvSpPr>
          <p:spPr>
            <a:xfrm rot="10800000">
              <a:off x="349339" y="40482"/>
              <a:ext cx="18979" cy="25839"/>
            </a:xfrm>
            <a:custGeom>
              <a:rect b="b" l="l" r="r" t="t"/>
              <a:pathLst>
                <a:path extrusionOk="0" h="302" w="298">
                  <a:moveTo>
                    <a:pt x="1" y="0"/>
                  </a:moveTo>
                  <a:lnTo>
                    <a:pt x="1" y="301"/>
                  </a:lnTo>
                  <a:lnTo>
                    <a:pt x="297" y="301"/>
                  </a:lnTo>
                  <a:cubicBezTo>
                    <a:pt x="297"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6"/>
            <p:cNvSpPr/>
            <p:nvPr/>
          </p:nvSpPr>
          <p:spPr>
            <a:xfrm rot="10800000">
              <a:off x="285653" y="-70488"/>
              <a:ext cx="38212" cy="51336"/>
            </a:xfrm>
            <a:custGeom>
              <a:rect b="b" l="l" r="r" t="t"/>
              <a:pathLst>
                <a:path extrusionOk="0" h="600" w="600">
                  <a:moveTo>
                    <a:pt x="298" y="1"/>
                  </a:moveTo>
                  <a:cubicBezTo>
                    <a:pt x="132" y="1"/>
                    <a:pt x="1" y="133"/>
                    <a:pt x="1" y="297"/>
                  </a:cubicBezTo>
                  <a:cubicBezTo>
                    <a:pt x="1" y="462"/>
                    <a:pt x="132" y="599"/>
                    <a:pt x="298" y="599"/>
                  </a:cubicBezTo>
                  <a:cubicBezTo>
                    <a:pt x="463" y="599"/>
                    <a:pt x="600" y="462"/>
                    <a:pt x="600" y="297"/>
                  </a:cubicBezTo>
                  <a:cubicBezTo>
                    <a:pt x="600" y="133"/>
                    <a:pt x="463"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6"/>
            <p:cNvSpPr/>
            <p:nvPr/>
          </p:nvSpPr>
          <p:spPr>
            <a:xfrm rot="10800000">
              <a:off x="349339" y="15071"/>
              <a:ext cx="18979" cy="25497"/>
            </a:xfrm>
            <a:custGeom>
              <a:rect b="b" l="l" r="r" t="t"/>
              <a:pathLst>
                <a:path extrusionOk="0" h="298" w="298">
                  <a:moveTo>
                    <a:pt x="1" y="0"/>
                  </a:moveTo>
                  <a:lnTo>
                    <a:pt x="1"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p:nvPr/>
          </p:nvSpPr>
          <p:spPr>
            <a:xfrm rot="10800000">
              <a:off x="241265" y="15071"/>
              <a:ext cx="19234" cy="25497"/>
            </a:xfrm>
            <a:custGeom>
              <a:rect b="b" l="l" r="r" t="t"/>
              <a:pathLst>
                <a:path extrusionOk="0" h="298" w="302">
                  <a:moveTo>
                    <a:pt x="1" y="0"/>
                  </a:moveTo>
                  <a:cubicBezTo>
                    <a:pt x="1" y="166"/>
                    <a:pt x="138" y="298"/>
                    <a:pt x="302" y="298"/>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6"/>
            <p:cNvSpPr/>
            <p:nvPr/>
          </p:nvSpPr>
          <p:spPr>
            <a:xfrm rot="10800000">
              <a:off x="368254" y="381864"/>
              <a:ext cx="19297" cy="22673"/>
            </a:xfrm>
            <a:custGeom>
              <a:rect b="b" l="l" r="r" t="t"/>
              <a:pathLst>
                <a:path extrusionOk="0" h="265" w="303">
                  <a:moveTo>
                    <a:pt x="303" y="1"/>
                  </a:moveTo>
                  <a:cubicBezTo>
                    <a:pt x="203" y="81"/>
                    <a:pt x="105" y="166"/>
                    <a:pt x="5" y="247"/>
                  </a:cubicBezTo>
                  <a:cubicBezTo>
                    <a:pt x="5" y="251"/>
                    <a:pt x="0" y="256"/>
                    <a:pt x="0" y="265"/>
                  </a:cubicBezTo>
                  <a:lnTo>
                    <a:pt x="303" y="265"/>
                  </a:lnTo>
                  <a:lnTo>
                    <a:pt x="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p:nvPr/>
          </p:nvSpPr>
          <p:spPr>
            <a:xfrm rot="10800000">
              <a:off x="412706" y="270893"/>
              <a:ext cx="38212" cy="51250"/>
            </a:xfrm>
            <a:custGeom>
              <a:rect b="b" l="l" r="r" t="t"/>
              <a:pathLst>
                <a:path extrusionOk="0" h="599" w="600">
                  <a:moveTo>
                    <a:pt x="298" y="0"/>
                  </a:moveTo>
                  <a:cubicBezTo>
                    <a:pt x="133" y="0"/>
                    <a:pt x="1" y="132"/>
                    <a:pt x="1" y="297"/>
                  </a:cubicBezTo>
                  <a:cubicBezTo>
                    <a:pt x="1" y="462"/>
                    <a:pt x="133" y="599"/>
                    <a:pt x="298" y="599"/>
                  </a:cubicBezTo>
                  <a:cubicBezTo>
                    <a:pt x="462" y="599"/>
                    <a:pt x="599" y="462"/>
                    <a:pt x="599" y="297"/>
                  </a:cubicBezTo>
                  <a:cubicBezTo>
                    <a:pt x="599" y="132"/>
                    <a:pt x="462"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rot="10800000">
              <a:off x="476392" y="211087"/>
              <a:ext cx="18979" cy="26010"/>
            </a:xfrm>
            <a:custGeom>
              <a:rect b="b" l="l" r="r" t="t"/>
              <a:pathLst>
                <a:path extrusionOk="0" h="304" w="298">
                  <a:moveTo>
                    <a:pt x="0" y="1"/>
                  </a:moveTo>
                  <a:lnTo>
                    <a:pt x="0" y="303"/>
                  </a:lnTo>
                  <a:lnTo>
                    <a:pt x="298" y="303"/>
                  </a:lnTo>
                  <a:cubicBezTo>
                    <a:pt x="298" y="138"/>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6"/>
            <p:cNvSpPr/>
            <p:nvPr/>
          </p:nvSpPr>
          <p:spPr>
            <a:xfrm rot="10800000">
              <a:off x="368254" y="211087"/>
              <a:ext cx="19297" cy="26010"/>
            </a:xfrm>
            <a:custGeom>
              <a:rect b="b" l="l" r="r" t="t"/>
              <a:pathLst>
                <a:path extrusionOk="0" h="304" w="303">
                  <a:moveTo>
                    <a:pt x="303" y="1"/>
                  </a:moveTo>
                  <a:cubicBezTo>
                    <a:pt x="137" y="1"/>
                    <a:pt x="0" y="138"/>
                    <a:pt x="0" y="303"/>
                  </a:cubicBezTo>
                  <a:lnTo>
                    <a:pt x="303" y="303"/>
                  </a:lnTo>
                  <a:lnTo>
                    <a:pt x="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
            <p:cNvSpPr/>
            <p:nvPr/>
          </p:nvSpPr>
          <p:spPr>
            <a:xfrm rot="10800000">
              <a:off x="368254" y="356367"/>
              <a:ext cx="19297" cy="25582"/>
            </a:xfrm>
            <a:custGeom>
              <a:rect b="b" l="l" r="r" t="t"/>
              <a:pathLst>
                <a:path extrusionOk="0" h="299" w="303">
                  <a:moveTo>
                    <a:pt x="0" y="1"/>
                  </a:moveTo>
                  <a:cubicBezTo>
                    <a:pt x="0" y="166"/>
                    <a:pt x="137" y="298"/>
                    <a:pt x="303" y="298"/>
                  </a:cubicBezTo>
                  <a:lnTo>
                    <a:pt x="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6"/>
            <p:cNvSpPr/>
            <p:nvPr/>
          </p:nvSpPr>
          <p:spPr>
            <a:xfrm rot="10800000">
              <a:off x="412706" y="100117"/>
              <a:ext cx="38212" cy="51422"/>
            </a:xfrm>
            <a:custGeom>
              <a:rect b="b" l="l" r="r" t="t"/>
              <a:pathLst>
                <a:path extrusionOk="0" h="601" w="600">
                  <a:moveTo>
                    <a:pt x="298" y="0"/>
                  </a:moveTo>
                  <a:cubicBezTo>
                    <a:pt x="133" y="0"/>
                    <a:pt x="1" y="133"/>
                    <a:pt x="1" y="298"/>
                  </a:cubicBezTo>
                  <a:cubicBezTo>
                    <a:pt x="1" y="463"/>
                    <a:pt x="133" y="600"/>
                    <a:pt x="298" y="600"/>
                  </a:cubicBezTo>
                  <a:cubicBezTo>
                    <a:pt x="462" y="600"/>
                    <a:pt x="599" y="463"/>
                    <a:pt x="599" y="298"/>
                  </a:cubicBezTo>
                  <a:cubicBezTo>
                    <a:pt x="599" y="133"/>
                    <a:pt x="462"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6"/>
            <p:cNvSpPr/>
            <p:nvPr/>
          </p:nvSpPr>
          <p:spPr>
            <a:xfrm rot="10800000">
              <a:off x="476392" y="185762"/>
              <a:ext cx="18979" cy="25411"/>
            </a:xfrm>
            <a:custGeom>
              <a:rect b="b" l="l" r="r" t="t"/>
              <a:pathLst>
                <a:path extrusionOk="0" h="297" w="298">
                  <a:moveTo>
                    <a:pt x="0" y="0"/>
                  </a:moveTo>
                  <a:lnTo>
                    <a:pt x="0" y="297"/>
                  </a:lnTo>
                  <a:cubicBezTo>
                    <a:pt x="166" y="297"/>
                    <a:pt x="298" y="165"/>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6"/>
            <p:cNvSpPr/>
            <p:nvPr/>
          </p:nvSpPr>
          <p:spPr>
            <a:xfrm rot="10800000">
              <a:off x="368254" y="40482"/>
              <a:ext cx="19297" cy="25839"/>
            </a:xfrm>
            <a:custGeom>
              <a:rect b="b" l="l" r="r" t="t"/>
              <a:pathLst>
                <a:path extrusionOk="0" h="302" w="303">
                  <a:moveTo>
                    <a:pt x="303" y="0"/>
                  </a:moveTo>
                  <a:cubicBezTo>
                    <a:pt x="137" y="0"/>
                    <a:pt x="0" y="136"/>
                    <a:pt x="0" y="301"/>
                  </a:cubicBezTo>
                  <a:lnTo>
                    <a:pt x="303" y="301"/>
                  </a:ln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6"/>
            <p:cNvSpPr/>
            <p:nvPr/>
          </p:nvSpPr>
          <p:spPr>
            <a:xfrm rot="10800000">
              <a:off x="476392" y="40482"/>
              <a:ext cx="18979" cy="25839"/>
            </a:xfrm>
            <a:custGeom>
              <a:rect b="b" l="l" r="r" t="t"/>
              <a:pathLst>
                <a:path extrusionOk="0" h="302" w="298">
                  <a:moveTo>
                    <a:pt x="0" y="0"/>
                  </a:moveTo>
                  <a:lnTo>
                    <a:pt x="0" y="301"/>
                  </a:lnTo>
                  <a:lnTo>
                    <a:pt x="298" y="301"/>
                  </a:lnTo>
                  <a:cubicBezTo>
                    <a:pt x="298"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6"/>
            <p:cNvSpPr/>
            <p:nvPr/>
          </p:nvSpPr>
          <p:spPr>
            <a:xfrm rot="10800000">
              <a:off x="368254" y="185762"/>
              <a:ext cx="19297" cy="25411"/>
            </a:xfrm>
            <a:custGeom>
              <a:rect b="b" l="l" r="r" t="t"/>
              <a:pathLst>
                <a:path extrusionOk="0" h="297" w="303">
                  <a:moveTo>
                    <a:pt x="0" y="0"/>
                  </a:moveTo>
                  <a:cubicBezTo>
                    <a:pt x="0" y="165"/>
                    <a:pt x="137" y="297"/>
                    <a:pt x="303" y="297"/>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6"/>
            <p:cNvSpPr/>
            <p:nvPr/>
          </p:nvSpPr>
          <p:spPr>
            <a:xfrm rot="10800000">
              <a:off x="368254" y="15071"/>
              <a:ext cx="19297" cy="25497"/>
            </a:xfrm>
            <a:custGeom>
              <a:rect b="b" l="l" r="r" t="t"/>
              <a:pathLst>
                <a:path extrusionOk="0" h="298" w="303">
                  <a:moveTo>
                    <a:pt x="0" y="0"/>
                  </a:moveTo>
                  <a:cubicBezTo>
                    <a:pt x="0" y="166"/>
                    <a:pt x="137" y="298"/>
                    <a:pt x="303" y="298"/>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6"/>
            <p:cNvSpPr/>
            <p:nvPr/>
          </p:nvSpPr>
          <p:spPr>
            <a:xfrm rot="10800000">
              <a:off x="412706" y="-70488"/>
              <a:ext cx="38212" cy="51336"/>
            </a:xfrm>
            <a:custGeom>
              <a:rect b="b" l="l" r="r" t="t"/>
              <a:pathLst>
                <a:path extrusionOk="0" h="600" w="600">
                  <a:moveTo>
                    <a:pt x="298" y="1"/>
                  </a:moveTo>
                  <a:cubicBezTo>
                    <a:pt x="133" y="1"/>
                    <a:pt x="1" y="133"/>
                    <a:pt x="1" y="297"/>
                  </a:cubicBezTo>
                  <a:cubicBezTo>
                    <a:pt x="1" y="462"/>
                    <a:pt x="133" y="599"/>
                    <a:pt x="298" y="599"/>
                  </a:cubicBezTo>
                  <a:cubicBezTo>
                    <a:pt x="462" y="599"/>
                    <a:pt x="599" y="462"/>
                    <a:pt x="599" y="297"/>
                  </a:cubicBezTo>
                  <a:cubicBezTo>
                    <a:pt x="599" y="133"/>
                    <a:pt x="462"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6"/>
            <p:cNvSpPr/>
            <p:nvPr/>
          </p:nvSpPr>
          <p:spPr>
            <a:xfrm rot="10800000">
              <a:off x="476392" y="15071"/>
              <a:ext cx="18979" cy="25497"/>
            </a:xfrm>
            <a:custGeom>
              <a:rect b="b" l="l" r="r" t="t"/>
              <a:pathLst>
                <a:path extrusionOk="0" h="298" w="298">
                  <a:moveTo>
                    <a:pt x="0" y="0"/>
                  </a:moveTo>
                  <a:lnTo>
                    <a:pt x="0" y="298"/>
                  </a:lnTo>
                  <a:cubicBezTo>
                    <a:pt x="166"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6"/>
            <p:cNvSpPr/>
            <p:nvPr/>
          </p:nvSpPr>
          <p:spPr>
            <a:xfrm rot="10800000">
              <a:off x="495306" y="211087"/>
              <a:ext cx="19234" cy="26010"/>
            </a:xfrm>
            <a:custGeom>
              <a:rect b="b" l="l" r="r" t="t"/>
              <a:pathLst>
                <a:path extrusionOk="0" h="304" w="302">
                  <a:moveTo>
                    <a:pt x="301" y="1"/>
                  </a:moveTo>
                  <a:cubicBezTo>
                    <a:pt x="137" y="1"/>
                    <a:pt x="0" y="138"/>
                    <a:pt x="0" y="303"/>
                  </a:cubicBezTo>
                  <a:lnTo>
                    <a:pt x="301" y="303"/>
                  </a:lnTo>
                  <a:lnTo>
                    <a:pt x="3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6"/>
            <p:cNvSpPr/>
            <p:nvPr/>
          </p:nvSpPr>
          <p:spPr>
            <a:xfrm rot="10800000">
              <a:off x="603444" y="40482"/>
              <a:ext cx="19234" cy="25839"/>
            </a:xfrm>
            <a:custGeom>
              <a:rect b="b" l="l" r="r" t="t"/>
              <a:pathLst>
                <a:path extrusionOk="0" h="302" w="302">
                  <a:moveTo>
                    <a:pt x="1" y="0"/>
                  </a:moveTo>
                  <a:lnTo>
                    <a:pt x="1" y="301"/>
                  </a:lnTo>
                  <a:lnTo>
                    <a:pt x="302" y="301"/>
                  </a:lnTo>
                  <a:cubicBezTo>
                    <a:pt x="302" y="136"/>
                    <a:pt x="170"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6"/>
            <p:cNvSpPr/>
            <p:nvPr/>
          </p:nvSpPr>
          <p:spPr>
            <a:xfrm rot="10800000">
              <a:off x="495306" y="40482"/>
              <a:ext cx="19234" cy="25839"/>
            </a:xfrm>
            <a:custGeom>
              <a:rect b="b" l="l" r="r" t="t"/>
              <a:pathLst>
                <a:path extrusionOk="0" h="302" w="302">
                  <a:moveTo>
                    <a:pt x="301" y="0"/>
                  </a:moveTo>
                  <a:cubicBezTo>
                    <a:pt x="137" y="0"/>
                    <a:pt x="0" y="136"/>
                    <a:pt x="0" y="301"/>
                  </a:cubicBezTo>
                  <a:lnTo>
                    <a:pt x="301" y="301"/>
                  </a:ln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6"/>
            <p:cNvSpPr/>
            <p:nvPr/>
          </p:nvSpPr>
          <p:spPr>
            <a:xfrm rot="10800000">
              <a:off x="495306" y="185762"/>
              <a:ext cx="19234" cy="25411"/>
            </a:xfrm>
            <a:custGeom>
              <a:rect b="b" l="l" r="r" t="t"/>
              <a:pathLst>
                <a:path extrusionOk="0" h="297" w="302">
                  <a:moveTo>
                    <a:pt x="0" y="0"/>
                  </a:moveTo>
                  <a:cubicBezTo>
                    <a:pt x="0" y="165"/>
                    <a:pt x="137" y="297"/>
                    <a:pt x="301" y="297"/>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rot="10800000">
              <a:off x="539695" y="100117"/>
              <a:ext cx="38212" cy="51422"/>
            </a:xfrm>
            <a:custGeom>
              <a:rect b="b" l="l" r="r" t="t"/>
              <a:pathLst>
                <a:path extrusionOk="0" h="601" w="600">
                  <a:moveTo>
                    <a:pt x="297" y="0"/>
                  </a:moveTo>
                  <a:cubicBezTo>
                    <a:pt x="132" y="0"/>
                    <a:pt x="0" y="133"/>
                    <a:pt x="0" y="298"/>
                  </a:cubicBezTo>
                  <a:cubicBezTo>
                    <a:pt x="0" y="463"/>
                    <a:pt x="132"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p:nvPr/>
          </p:nvSpPr>
          <p:spPr>
            <a:xfrm rot="10800000">
              <a:off x="495306" y="15071"/>
              <a:ext cx="19234" cy="25497"/>
            </a:xfrm>
            <a:custGeom>
              <a:rect b="b" l="l" r="r" t="t"/>
              <a:pathLst>
                <a:path extrusionOk="0" h="298" w="302">
                  <a:moveTo>
                    <a:pt x="0" y="0"/>
                  </a:moveTo>
                  <a:cubicBezTo>
                    <a:pt x="0" y="166"/>
                    <a:pt x="137" y="298"/>
                    <a:pt x="301" y="298"/>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6"/>
            <p:cNvSpPr/>
            <p:nvPr/>
          </p:nvSpPr>
          <p:spPr>
            <a:xfrm rot="10800000">
              <a:off x="603444" y="15071"/>
              <a:ext cx="19234" cy="25497"/>
            </a:xfrm>
            <a:custGeom>
              <a:rect b="b" l="l" r="r" t="t"/>
              <a:pathLst>
                <a:path extrusionOk="0" h="298" w="302">
                  <a:moveTo>
                    <a:pt x="1" y="0"/>
                  </a:moveTo>
                  <a:lnTo>
                    <a:pt x="1" y="298"/>
                  </a:lnTo>
                  <a:cubicBezTo>
                    <a:pt x="170"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6"/>
            <p:cNvSpPr/>
            <p:nvPr/>
          </p:nvSpPr>
          <p:spPr>
            <a:xfrm rot="10800000">
              <a:off x="539695" y="-70488"/>
              <a:ext cx="38212" cy="51336"/>
            </a:xfrm>
            <a:custGeom>
              <a:rect b="b" l="l" r="r" t="t"/>
              <a:pathLst>
                <a:path extrusionOk="0" h="600" w="600">
                  <a:moveTo>
                    <a:pt x="297" y="1"/>
                  </a:moveTo>
                  <a:cubicBezTo>
                    <a:pt x="132" y="1"/>
                    <a:pt x="0" y="133"/>
                    <a:pt x="0" y="297"/>
                  </a:cubicBezTo>
                  <a:cubicBezTo>
                    <a:pt x="0" y="462"/>
                    <a:pt x="132"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6"/>
            <p:cNvSpPr/>
            <p:nvPr/>
          </p:nvSpPr>
          <p:spPr>
            <a:xfrm rot="10800000">
              <a:off x="667065" y="100117"/>
              <a:ext cx="37639" cy="40470"/>
            </a:xfrm>
            <a:custGeom>
              <a:rect b="b" l="l" r="r" t="t"/>
              <a:pathLst>
                <a:path extrusionOk="0" h="473" w="591">
                  <a:moveTo>
                    <a:pt x="534" y="0"/>
                  </a:moveTo>
                  <a:cubicBezTo>
                    <a:pt x="359" y="76"/>
                    <a:pt x="181" y="142"/>
                    <a:pt x="1" y="207"/>
                  </a:cubicBezTo>
                  <a:cubicBezTo>
                    <a:pt x="20" y="353"/>
                    <a:pt x="142" y="472"/>
                    <a:pt x="294" y="472"/>
                  </a:cubicBezTo>
                  <a:cubicBezTo>
                    <a:pt x="458" y="472"/>
                    <a:pt x="590" y="335"/>
                    <a:pt x="590" y="170"/>
                  </a:cubicBezTo>
                  <a:cubicBezTo>
                    <a:pt x="590" y="104"/>
                    <a:pt x="566" y="48"/>
                    <a:pt x="53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rot="10800000">
              <a:off x="730433" y="40482"/>
              <a:ext cx="19297" cy="25839"/>
            </a:xfrm>
            <a:custGeom>
              <a:rect b="b" l="l" r="r" t="t"/>
              <a:pathLst>
                <a:path extrusionOk="0" h="302" w="303">
                  <a:moveTo>
                    <a:pt x="0" y="0"/>
                  </a:moveTo>
                  <a:lnTo>
                    <a:pt x="0" y="301"/>
                  </a:lnTo>
                  <a:lnTo>
                    <a:pt x="302" y="301"/>
                  </a:lnTo>
                  <a:cubicBezTo>
                    <a:pt x="302"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rot="10800000">
              <a:off x="622614" y="40482"/>
              <a:ext cx="19042" cy="25839"/>
            </a:xfrm>
            <a:custGeom>
              <a:rect b="b" l="l" r="r" t="t"/>
              <a:pathLst>
                <a:path extrusionOk="0" h="302" w="299">
                  <a:moveTo>
                    <a:pt x="299" y="0"/>
                  </a:moveTo>
                  <a:cubicBezTo>
                    <a:pt x="133" y="0"/>
                    <a:pt x="1" y="136"/>
                    <a:pt x="1" y="301"/>
                  </a:cubicBezTo>
                  <a:lnTo>
                    <a:pt x="299" y="301"/>
                  </a:lnTo>
                  <a:lnTo>
                    <a:pt x="2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6"/>
            <p:cNvSpPr/>
            <p:nvPr/>
          </p:nvSpPr>
          <p:spPr>
            <a:xfrm rot="10800000">
              <a:off x="730433" y="15071"/>
              <a:ext cx="19297" cy="25497"/>
            </a:xfrm>
            <a:custGeom>
              <a:rect b="b" l="l" r="r" t="t"/>
              <a:pathLst>
                <a:path extrusionOk="0" h="298" w="303">
                  <a:moveTo>
                    <a:pt x="0" y="0"/>
                  </a:moveTo>
                  <a:lnTo>
                    <a:pt x="0" y="298"/>
                  </a:lnTo>
                  <a:cubicBezTo>
                    <a:pt x="165"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6"/>
            <p:cNvSpPr/>
            <p:nvPr/>
          </p:nvSpPr>
          <p:spPr>
            <a:xfrm rot="10800000">
              <a:off x="667065" y="-70488"/>
              <a:ext cx="38212" cy="51336"/>
            </a:xfrm>
            <a:custGeom>
              <a:rect b="b" l="l" r="r" t="t"/>
              <a:pathLst>
                <a:path extrusionOk="0" h="600" w="600">
                  <a:moveTo>
                    <a:pt x="303" y="1"/>
                  </a:moveTo>
                  <a:cubicBezTo>
                    <a:pt x="137" y="1"/>
                    <a:pt x="0" y="133"/>
                    <a:pt x="0" y="297"/>
                  </a:cubicBezTo>
                  <a:cubicBezTo>
                    <a:pt x="0" y="462"/>
                    <a:pt x="137" y="599"/>
                    <a:pt x="303" y="599"/>
                  </a:cubicBezTo>
                  <a:cubicBezTo>
                    <a:pt x="467" y="599"/>
                    <a:pt x="599" y="462"/>
                    <a:pt x="599" y="297"/>
                  </a:cubicBezTo>
                  <a:cubicBezTo>
                    <a:pt x="599" y="133"/>
                    <a:pt x="467"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rot="10800000">
              <a:off x="622614" y="15071"/>
              <a:ext cx="19042" cy="25497"/>
            </a:xfrm>
            <a:custGeom>
              <a:rect b="b" l="l" r="r" t="t"/>
              <a:pathLst>
                <a:path extrusionOk="0" h="298" w="299">
                  <a:moveTo>
                    <a:pt x="1" y="0"/>
                  </a:moveTo>
                  <a:cubicBezTo>
                    <a:pt x="1" y="166"/>
                    <a:pt x="133" y="298"/>
                    <a:pt x="299" y="298"/>
                  </a:cubicBezTo>
                  <a:lnTo>
                    <a:pt x="2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rot="10800000">
              <a:off x="749666" y="40482"/>
              <a:ext cx="18979" cy="25839"/>
            </a:xfrm>
            <a:custGeom>
              <a:rect b="b" l="l" r="r" t="t"/>
              <a:pathLst>
                <a:path extrusionOk="0" h="302" w="298">
                  <a:moveTo>
                    <a:pt x="297" y="0"/>
                  </a:moveTo>
                  <a:cubicBezTo>
                    <a:pt x="132" y="0"/>
                    <a:pt x="1" y="136"/>
                    <a:pt x="1" y="301"/>
                  </a:cubicBezTo>
                  <a:lnTo>
                    <a:pt x="297" y="301"/>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rot="10800000">
              <a:off x="857549" y="40482"/>
              <a:ext cx="19234" cy="25497"/>
            </a:xfrm>
            <a:custGeom>
              <a:rect b="b" l="l" r="r" t="t"/>
              <a:pathLst>
                <a:path extrusionOk="0" h="298" w="302">
                  <a:moveTo>
                    <a:pt x="19" y="1"/>
                  </a:moveTo>
                  <a:cubicBezTo>
                    <a:pt x="15" y="1"/>
                    <a:pt x="5" y="1"/>
                    <a:pt x="1" y="5"/>
                  </a:cubicBezTo>
                  <a:lnTo>
                    <a:pt x="1" y="297"/>
                  </a:lnTo>
                  <a:lnTo>
                    <a:pt x="302" y="297"/>
                  </a:lnTo>
                  <a:cubicBezTo>
                    <a:pt x="302" y="138"/>
                    <a:pt x="175" y="10"/>
                    <a:pt x="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6"/>
            <p:cNvSpPr/>
            <p:nvPr/>
          </p:nvSpPr>
          <p:spPr>
            <a:xfrm rot="10800000">
              <a:off x="857549" y="15071"/>
              <a:ext cx="19234" cy="25497"/>
            </a:xfrm>
            <a:custGeom>
              <a:rect b="b" l="l" r="r" t="t"/>
              <a:pathLst>
                <a:path extrusionOk="0" h="298" w="302">
                  <a:moveTo>
                    <a:pt x="1" y="0"/>
                  </a:moveTo>
                  <a:lnTo>
                    <a:pt x="1" y="298"/>
                  </a:lnTo>
                  <a:cubicBezTo>
                    <a:pt x="166"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6"/>
            <p:cNvSpPr/>
            <p:nvPr/>
          </p:nvSpPr>
          <p:spPr>
            <a:xfrm rot="10800000">
              <a:off x="749666" y="15071"/>
              <a:ext cx="18979" cy="25497"/>
            </a:xfrm>
            <a:custGeom>
              <a:rect b="b" l="l" r="r" t="t"/>
              <a:pathLst>
                <a:path extrusionOk="0" h="298" w="298">
                  <a:moveTo>
                    <a:pt x="1" y="0"/>
                  </a:moveTo>
                  <a:cubicBezTo>
                    <a:pt x="1" y="166"/>
                    <a:pt x="132"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rot="10800000">
              <a:off x="794118" y="-70488"/>
              <a:ext cx="38212" cy="51336"/>
            </a:xfrm>
            <a:custGeom>
              <a:rect b="b" l="l" r="r" t="t"/>
              <a:pathLst>
                <a:path extrusionOk="0" h="600" w="600">
                  <a:moveTo>
                    <a:pt x="302" y="1"/>
                  </a:moveTo>
                  <a:cubicBezTo>
                    <a:pt x="137" y="1"/>
                    <a:pt x="0" y="133"/>
                    <a:pt x="0" y="297"/>
                  </a:cubicBezTo>
                  <a:cubicBezTo>
                    <a:pt x="0" y="462"/>
                    <a:pt x="137" y="599"/>
                    <a:pt x="302" y="599"/>
                  </a:cubicBezTo>
                  <a:cubicBezTo>
                    <a:pt x="468" y="599"/>
                    <a:pt x="600" y="462"/>
                    <a:pt x="600" y="297"/>
                  </a:cubicBezTo>
                  <a:cubicBezTo>
                    <a:pt x="600" y="133"/>
                    <a:pt x="468"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rot="10800000">
              <a:off x="876718" y="40482"/>
              <a:ext cx="18979" cy="25069"/>
            </a:xfrm>
            <a:custGeom>
              <a:rect b="b" l="l" r="r" t="t"/>
              <a:pathLst>
                <a:path extrusionOk="0" h="293" w="298">
                  <a:moveTo>
                    <a:pt x="298" y="0"/>
                  </a:moveTo>
                  <a:cubicBezTo>
                    <a:pt x="270" y="0"/>
                    <a:pt x="237" y="9"/>
                    <a:pt x="203" y="9"/>
                  </a:cubicBezTo>
                  <a:cubicBezTo>
                    <a:pt x="85" y="52"/>
                    <a:pt x="0" y="161"/>
                    <a:pt x="0" y="292"/>
                  </a:cubicBezTo>
                  <a:lnTo>
                    <a:pt x="298" y="292"/>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rot="10800000">
              <a:off x="984538" y="40482"/>
              <a:ext cx="19297" cy="16171"/>
            </a:xfrm>
            <a:custGeom>
              <a:rect b="b" l="l" r="r" t="t"/>
              <a:pathLst>
                <a:path extrusionOk="0" h="189" w="303">
                  <a:moveTo>
                    <a:pt x="1" y="0"/>
                  </a:moveTo>
                  <a:lnTo>
                    <a:pt x="1" y="188"/>
                  </a:lnTo>
                  <a:lnTo>
                    <a:pt x="303" y="188"/>
                  </a:lnTo>
                  <a:cubicBezTo>
                    <a:pt x="303" y="114"/>
                    <a:pt x="274" y="51"/>
                    <a:pt x="2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rot="10800000">
              <a:off x="921170" y="-70488"/>
              <a:ext cx="38212" cy="51336"/>
            </a:xfrm>
            <a:custGeom>
              <a:rect b="b" l="l" r="r" t="t"/>
              <a:pathLst>
                <a:path extrusionOk="0" h="600" w="600">
                  <a:moveTo>
                    <a:pt x="303" y="1"/>
                  </a:moveTo>
                  <a:cubicBezTo>
                    <a:pt x="138" y="1"/>
                    <a:pt x="1" y="133"/>
                    <a:pt x="1" y="297"/>
                  </a:cubicBezTo>
                  <a:cubicBezTo>
                    <a:pt x="1" y="462"/>
                    <a:pt x="138" y="599"/>
                    <a:pt x="303" y="599"/>
                  </a:cubicBezTo>
                  <a:cubicBezTo>
                    <a:pt x="467" y="599"/>
                    <a:pt x="600" y="462"/>
                    <a:pt x="600" y="297"/>
                  </a:cubicBezTo>
                  <a:cubicBezTo>
                    <a:pt x="600" y="133"/>
                    <a:pt x="467"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rot="10800000">
              <a:off x="876718" y="15071"/>
              <a:ext cx="18979" cy="25497"/>
            </a:xfrm>
            <a:custGeom>
              <a:rect b="b" l="l" r="r" t="t"/>
              <a:pathLst>
                <a:path extrusionOk="0" h="298" w="298">
                  <a:moveTo>
                    <a:pt x="0" y="0"/>
                  </a:moveTo>
                  <a:cubicBezTo>
                    <a:pt x="0"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rot="10800000">
              <a:off x="984538" y="15071"/>
              <a:ext cx="19297" cy="25497"/>
            </a:xfrm>
            <a:custGeom>
              <a:rect b="b" l="l" r="r" t="t"/>
              <a:pathLst>
                <a:path extrusionOk="0" h="298" w="303">
                  <a:moveTo>
                    <a:pt x="1" y="0"/>
                  </a:moveTo>
                  <a:lnTo>
                    <a:pt x="1" y="298"/>
                  </a:lnTo>
                  <a:cubicBezTo>
                    <a:pt x="166" y="298"/>
                    <a:pt x="303" y="166"/>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rot="10800000">
              <a:off x="1003771" y="40482"/>
              <a:ext cx="18915" cy="16684"/>
            </a:xfrm>
            <a:custGeom>
              <a:rect b="b" l="l" r="r" t="t"/>
              <a:pathLst>
                <a:path extrusionOk="0" h="195" w="297">
                  <a:moveTo>
                    <a:pt x="75" y="1"/>
                  </a:moveTo>
                  <a:cubicBezTo>
                    <a:pt x="28" y="53"/>
                    <a:pt x="0" y="120"/>
                    <a:pt x="0" y="194"/>
                  </a:cubicBezTo>
                  <a:lnTo>
                    <a:pt x="297" y="194"/>
                  </a:lnTo>
                  <a:lnTo>
                    <a:pt x="297" y="6"/>
                  </a:lnTo>
                  <a:cubicBezTo>
                    <a:pt x="222" y="6"/>
                    <a:pt x="151" y="1"/>
                    <a:pt x="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rot="10800000">
              <a:off x="1111590" y="40482"/>
              <a:ext cx="19234" cy="25839"/>
            </a:xfrm>
            <a:custGeom>
              <a:rect b="b" l="l" r="r" t="t"/>
              <a:pathLst>
                <a:path extrusionOk="0" h="302" w="302">
                  <a:moveTo>
                    <a:pt x="0" y="0"/>
                  </a:moveTo>
                  <a:lnTo>
                    <a:pt x="0" y="301"/>
                  </a:lnTo>
                  <a:lnTo>
                    <a:pt x="301" y="301"/>
                  </a:lnTo>
                  <a:cubicBezTo>
                    <a:pt x="301"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rot="10800000">
              <a:off x="1048159" y="-70488"/>
              <a:ext cx="38276" cy="51336"/>
            </a:xfrm>
            <a:custGeom>
              <a:rect b="b" l="l" r="r" t="t"/>
              <a:pathLst>
                <a:path extrusionOk="0" h="600" w="601">
                  <a:moveTo>
                    <a:pt x="303" y="1"/>
                  </a:moveTo>
                  <a:cubicBezTo>
                    <a:pt x="137" y="1"/>
                    <a:pt x="1" y="133"/>
                    <a:pt x="1" y="297"/>
                  </a:cubicBezTo>
                  <a:cubicBezTo>
                    <a:pt x="1" y="462"/>
                    <a:pt x="137" y="599"/>
                    <a:pt x="303" y="599"/>
                  </a:cubicBezTo>
                  <a:cubicBezTo>
                    <a:pt x="468" y="599"/>
                    <a:pt x="600" y="462"/>
                    <a:pt x="600" y="297"/>
                  </a:cubicBezTo>
                  <a:cubicBezTo>
                    <a:pt x="600" y="133"/>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rot="10800000">
              <a:off x="1003771" y="15071"/>
              <a:ext cx="18915" cy="25497"/>
            </a:xfrm>
            <a:custGeom>
              <a:rect b="b" l="l" r="r" t="t"/>
              <a:pathLst>
                <a:path extrusionOk="0" h="298" w="297">
                  <a:moveTo>
                    <a:pt x="0" y="0"/>
                  </a:moveTo>
                  <a:cubicBezTo>
                    <a:pt x="0" y="166"/>
                    <a:pt x="131"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rot="10800000">
              <a:off x="1111590" y="15071"/>
              <a:ext cx="19234" cy="25497"/>
            </a:xfrm>
            <a:custGeom>
              <a:rect b="b" l="l" r="r" t="t"/>
              <a:pathLst>
                <a:path extrusionOk="0" h="298" w="302">
                  <a:moveTo>
                    <a:pt x="0" y="0"/>
                  </a:moveTo>
                  <a:lnTo>
                    <a:pt x="0" y="298"/>
                  </a:lnTo>
                  <a:cubicBezTo>
                    <a:pt x="166" y="298"/>
                    <a:pt x="301" y="166"/>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rot="10800000">
              <a:off x="1130760" y="40482"/>
              <a:ext cx="19042" cy="25839"/>
            </a:xfrm>
            <a:custGeom>
              <a:rect b="b" l="l" r="r" t="t"/>
              <a:pathLst>
                <a:path extrusionOk="0" h="302" w="299">
                  <a:moveTo>
                    <a:pt x="298" y="0"/>
                  </a:moveTo>
                  <a:cubicBezTo>
                    <a:pt x="133" y="0"/>
                    <a:pt x="1" y="136"/>
                    <a:pt x="1"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rot="10800000">
              <a:off x="1238579" y="40482"/>
              <a:ext cx="19361" cy="25839"/>
            </a:xfrm>
            <a:custGeom>
              <a:rect b="b" l="l" r="r" t="t"/>
              <a:pathLst>
                <a:path extrusionOk="0" h="302" w="304">
                  <a:moveTo>
                    <a:pt x="1" y="0"/>
                  </a:moveTo>
                  <a:lnTo>
                    <a:pt x="1" y="301"/>
                  </a:lnTo>
                  <a:lnTo>
                    <a:pt x="303" y="301"/>
                  </a:lnTo>
                  <a:cubicBezTo>
                    <a:pt x="303"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rot="10800000">
              <a:off x="1175275" y="-70488"/>
              <a:ext cx="38149" cy="51336"/>
            </a:xfrm>
            <a:custGeom>
              <a:rect b="b" l="l" r="r" t="t"/>
              <a:pathLst>
                <a:path extrusionOk="0" h="600" w="599">
                  <a:moveTo>
                    <a:pt x="302" y="1"/>
                  </a:moveTo>
                  <a:cubicBezTo>
                    <a:pt x="137" y="1"/>
                    <a:pt x="0" y="133"/>
                    <a:pt x="0" y="297"/>
                  </a:cubicBezTo>
                  <a:cubicBezTo>
                    <a:pt x="0" y="462"/>
                    <a:pt x="137" y="599"/>
                    <a:pt x="302" y="599"/>
                  </a:cubicBezTo>
                  <a:cubicBezTo>
                    <a:pt x="467" y="599"/>
                    <a:pt x="599" y="462"/>
                    <a:pt x="599" y="297"/>
                  </a:cubicBezTo>
                  <a:cubicBezTo>
                    <a:pt x="599" y="133"/>
                    <a:pt x="467"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rot="10800000">
              <a:off x="1130760" y="15071"/>
              <a:ext cx="19042" cy="25497"/>
            </a:xfrm>
            <a:custGeom>
              <a:rect b="b" l="l" r="r" t="t"/>
              <a:pathLst>
                <a:path extrusionOk="0" h="298" w="299">
                  <a:moveTo>
                    <a:pt x="1" y="0"/>
                  </a:moveTo>
                  <a:cubicBezTo>
                    <a:pt x="1"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rot="10800000">
              <a:off x="1238579" y="15071"/>
              <a:ext cx="19361" cy="25497"/>
            </a:xfrm>
            <a:custGeom>
              <a:rect b="b" l="l" r="r" t="t"/>
              <a:pathLst>
                <a:path extrusionOk="0" h="298" w="304">
                  <a:moveTo>
                    <a:pt x="1" y="0"/>
                  </a:moveTo>
                  <a:lnTo>
                    <a:pt x="1" y="298"/>
                  </a:lnTo>
                  <a:cubicBezTo>
                    <a:pt x="166" y="298"/>
                    <a:pt x="303" y="166"/>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rot="10800000">
              <a:off x="1365950" y="40482"/>
              <a:ext cx="18979" cy="25839"/>
            </a:xfrm>
            <a:custGeom>
              <a:rect b="b" l="l" r="r" t="t"/>
              <a:pathLst>
                <a:path extrusionOk="0" h="302" w="298">
                  <a:moveTo>
                    <a:pt x="1" y="0"/>
                  </a:moveTo>
                  <a:lnTo>
                    <a:pt x="1" y="301"/>
                  </a:lnTo>
                  <a:lnTo>
                    <a:pt x="297" y="301"/>
                  </a:lnTo>
                  <a:cubicBezTo>
                    <a:pt x="297"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rot="10800000">
              <a:off x="1257876" y="40482"/>
              <a:ext cx="18915" cy="25839"/>
            </a:xfrm>
            <a:custGeom>
              <a:rect b="b" l="l" r="r" t="t"/>
              <a:pathLst>
                <a:path extrusionOk="0" h="302" w="297">
                  <a:moveTo>
                    <a:pt x="297" y="0"/>
                  </a:moveTo>
                  <a:cubicBezTo>
                    <a:pt x="132" y="0"/>
                    <a:pt x="0" y="136"/>
                    <a:pt x="0" y="301"/>
                  </a:cubicBezTo>
                  <a:lnTo>
                    <a:pt x="297" y="301"/>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rot="10800000">
              <a:off x="1306531" y="100117"/>
              <a:ext cx="33054" cy="20363"/>
            </a:xfrm>
            <a:custGeom>
              <a:rect b="b" l="l" r="r" t="t"/>
              <a:pathLst>
                <a:path extrusionOk="0" h="238" w="519">
                  <a:moveTo>
                    <a:pt x="1" y="1"/>
                  </a:moveTo>
                  <a:lnTo>
                    <a:pt x="1" y="1"/>
                  </a:lnTo>
                  <a:cubicBezTo>
                    <a:pt x="29" y="133"/>
                    <a:pt x="142" y="237"/>
                    <a:pt x="288" y="237"/>
                  </a:cubicBezTo>
                  <a:cubicBezTo>
                    <a:pt x="382" y="237"/>
                    <a:pt x="462" y="190"/>
                    <a:pt x="519" y="118"/>
                  </a:cubicBezTo>
                  <a:cubicBezTo>
                    <a:pt x="345" y="81"/>
                    <a:pt x="170" y="44"/>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rot="10800000">
              <a:off x="1302264" y="-70488"/>
              <a:ext cx="38276" cy="51336"/>
            </a:xfrm>
            <a:custGeom>
              <a:rect b="b" l="l" r="r" t="t"/>
              <a:pathLst>
                <a:path extrusionOk="0" h="600" w="601">
                  <a:moveTo>
                    <a:pt x="303" y="1"/>
                  </a:moveTo>
                  <a:cubicBezTo>
                    <a:pt x="133" y="1"/>
                    <a:pt x="1" y="133"/>
                    <a:pt x="1" y="297"/>
                  </a:cubicBezTo>
                  <a:cubicBezTo>
                    <a:pt x="1" y="462"/>
                    <a:pt x="133" y="599"/>
                    <a:pt x="303" y="599"/>
                  </a:cubicBezTo>
                  <a:cubicBezTo>
                    <a:pt x="468" y="599"/>
                    <a:pt x="601" y="462"/>
                    <a:pt x="601" y="297"/>
                  </a:cubicBezTo>
                  <a:cubicBezTo>
                    <a:pt x="601" y="133"/>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rot="10800000">
              <a:off x="1257876" y="15071"/>
              <a:ext cx="18915" cy="25497"/>
            </a:xfrm>
            <a:custGeom>
              <a:rect b="b" l="l" r="r" t="t"/>
              <a:pathLst>
                <a:path extrusionOk="0" h="298" w="297">
                  <a:moveTo>
                    <a:pt x="0" y="0"/>
                  </a:moveTo>
                  <a:cubicBezTo>
                    <a:pt x="0" y="166"/>
                    <a:pt x="132"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rot="10800000">
              <a:off x="1365950" y="15071"/>
              <a:ext cx="18979" cy="25497"/>
            </a:xfrm>
            <a:custGeom>
              <a:rect b="b" l="l" r="r" t="t"/>
              <a:pathLst>
                <a:path extrusionOk="0" h="298" w="298">
                  <a:moveTo>
                    <a:pt x="1" y="0"/>
                  </a:moveTo>
                  <a:lnTo>
                    <a:pt x="1"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rot="10800000">
              <a:off x="1384865" y="40482"/>
              <a:ext cx="18979" cy="25839"/>
            </a:xfrm>
            <a:custGeom>
              <a:rect b="b" l="l" r="r" t="t"/>
              <a:pathLst>
                <a:path extrusionOk="0" h="302" w="298">
                  <a:moveTo>
                    <a:pt x="298" y="0"/>
                  </a:moveTo>
                  <a:cubicBezTo>
                    <a:pt x="132" y="0"/>
                    <a:pt x="0" y="136"/>
                    <a:pt x="0"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rot="10800000">
              <a:off x="1492939" y="40482"/>
              <a:ext cx="19042" cy="25839"/>
            </a:xfrm>
            <a:custGeom>
              <a:rect b="b" l="l" r="r" t="t"/>
              <a:pathLst>
                <a:path extrusionOk="0" h="302" w="299">
                  <a:moveTo>
                    <a:pt x="0" y="0"/>
                  </a:moveTo>
                  <a:lnTo>
                    <a:pt x="0" y="301"/>
                  </a:lnTo>
                  <a:lnTo>
                    <a:pt x="298" y="301"/>
                  </a:lnTo>
                  <a:cubicBezTo>
                    <a:pt x="298"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rot="10800000">
              <a:off x="1429317" y="100117"/>
              <a:ext cx="38212" cy="51422"/>
            </a:xfrm>
            <a:custGeom>
              <a:rect b="b" l="l" r="r" t="t"/>
              <a:pathLst>
                <a:path extrusionOk="0" h="601" w="600">
                  <a:moveTo>
                    <a:pt x="297" y="0"/>
                  </a:moveTo>
                  <a:cubicBezTo>
                    <a:pt x="133" y="0"/>
                    <a:pt x="1" y="133"/>
                    <a:pt x="1" y="298"/>
                  </a:cubicBezTo>
                  <a:cubicBezTo>
                    <a:pt x="1" y="463"/>
                    <a:pt x="133"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rot="10800000">
              <a:off x="1492939" y="15071"/>
              <a:ext cx="19042" cy="25497"/>
            </a:xfrm>
            <a:custGeom>
              <a:rect b="b" l="l" r="r" t="t"/>
              <a:pathLst>
                <a:path extrusionOk="0" h="298" w="299">
                  <a:moveTo>
                    <a:pt x="0" y="0"/>
                  </a:moveTo>
                  <a:lnTo>
                    <a:pt x="0" y="298"/>
                  </a:lnTo>
                  <a:cubicBezTo>
                    <a:pt x="166"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rot="10800000">
              <a:off x="1384865" y="15071"/>
              <a:ext cx="18979" cy="25497"/>
            </a:xfrm>
            <a:custGeom>
              <a:rect b="b" l="l" r="r" t="t"/>
              <a:pathLst>
                <a:path extrusionOk="0" h="298" w="298">
                  <a:moveTo>
                    <a:pt x="0" y="0"/>
                  </a:moveTo>
                  <a:cubicBezTo>
                    <a:pt x="0" y="166"/>
                    <a:pt x="132"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rot="10800000">
              <a:off x="1429317" y="-70488"/>
              <a:ext cx="38212" cy="51336"/>
            </a:xfrm>
            <a:custGeom>
              <a:rect b="b" l="l" r="r" t="t"/>
              <a:pathLst>
                <a:path extrusionOk="0" h="600" w="600">
                  <a:moveTo>
                    <a:pt x="297" y="1"/>
                  </a:moveTo>
                  <a:cubicBezTo>
                    <a:pt x="133" y="1"/>
                    <a:pt x="1" y="133"/>
                    <a:pt x="1" y="297"/>
                  </a:cubicBezTo>
                  <a:cubicBezTo>
                    <a:pt x="1" y="462"/>
                    <a:pt x="133"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rot="10800000">
              <a:off x="1620055" y="211088"/>
              <a:ext cx="18915" cy="7358"/>
            </a:xfrm>
            <a:custGeom>
              <a:rect b="b" l="l" r="r" t="t"/>
              <a:pathLst>
                <a:path extrusionOk="0" h="86" w="297">
                  <a:moveTo>
                    <a:pt x="0" y="0"/>
                  </a:moveTo>
                  <a:lnTo>
                    <a:pt x="0" y="85"/>
                  </a:lnTo>
                  <a:lnTo>
                    <a:pt x="297" y="85"/>
                  </a:lnTo>
                  <a:lnTo>
                    <a:pt x="297" y="70"/>
                  </a:lnTo>
                  <a:cubicBezTo>
                    <a:pt x="198" y="47"/>
                    <a:pt x="99" y="24"/>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6"/>
            <p:cNvSpPr/>
            <p:nvPr/>
          </p:nvSpPr>
          <p:spPr>
            <a:xfrm rot="10800000">
              <a:off x="1511917" y="40482"/>
              <a:ext cx="19234" cy="25839"/>
            </a:xfrm>
            <a:custGeom>
              <a:rect b="b" l="l" r="r" t="t"/>
              <a:pathLst>
                <a:path extrusionOk="0" h="302" w="302">
                  <a:moveTo>
                    <a:pt x="301" y="0"/>
                  </a:moveTo>
                  <a:cubicBezTo>
                    <a:pt x="136" y="0"/>
                    <a:pt x="0" y="136"/>
                    <a:pt x="0" y="301"/>
                  </a:cubicBezTo>
                  <a:lnTo>
                    <a:pt x="301" y="301"/>
                  </a:ln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rot="10800000">
              <a:off x="1620055" y="185762"/>
              <a:ext cx="18915" cy="25411"/>
            </a:xfrm>
            <a:custGeom>
              <a:rect b="b" l="l" r="r" t="t"/>
              <a:pathLst>
                <a:path extrusionOk="0" h="297" w="297">
                  <a:moveTo>
                    <a:pt x="0" y="0"/>
                  </a:moveTo>
                  <a:lnTo>
                    <a:pt x="0" y="297"/>
                  </a:lnTo>
                  <a:cubicBezTo>
                    <a:pt x="165"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rot="10800000">
              <a:off x="1556305" y="100117"/>
              <a:ext cx="38276" cy="51422"/>
            </a:xfrm>
            <a:custGeom>
              <a:rect b="b" l="l" r="r" t="t"/>
              <a:pathLst>
                <a:path extrusionOk="0" h="601" w="601">
                  <a:moveTo>
                    <a:pt x="298" y="0"/>
                  </a:moveTo>
                  <a:cubicBezTo>
                    <a:pt x="133" y="0"/>
                    <a:pt x="0" y="133"/>
                    <a:pt x="0" y="298"/>
                  </a:cubicBezTo>
                  <a:cubicBezTo>
                    <a:pt x="0" y="463"/>
                    <a:pt x="133" y="600"/>
                    <a:pt x="298" y="600"/>
                  </a:cubicBezTo>
                  <a:cubicBezTo>
                    <a:pt x="463" y="600"/>
                    <a:pt x="600" y="463"/>
                    <a:pt x="600" y="298"/>
                  </a:cubicBezTo>
                  <a:cubicBezTo>
                    <a:pt x="600" y="133"/>
                    <a:pt x="463"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6"/>
            <p:cNvSpPr/>
            <p:nvPr/>
          </p:nvSpPr>
          <p:spPr>
            <a:xfrm rot="10800000">
              <a:off x="1620055" y="40482"/>
              <a:ext cx="18915" cy="25839"/>
            </a:xfrm>
            <a:custGeom>
              <a:rect b="b" l="l" r="r" t="t"/>
              <a:pathLst>
                <a:path extrusionOk="0" h="302" w="297">
                  <a:moveTo>
                    <a:pt x="0" y="0"/>
                  </a:moveTo>
                  <a:lnTo>
                    <a:pt x="0" y="301"/>
                  </a:lnTo>
                  <a:lnTo>
                    <a:pt x="297" y="301"/>
                  </a:lnTo>
                  <a:cubicBezTo>
                    <a:pt x="297"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6"/>
            <p:cNvSpPr/>
            <p:nvPr/>
          </p:nvSpPr>
          <p:spPr>
            <a:xfrm rot="10800000">
              <a:off x="1620055" y="15071"/>
              <a:ext cx="18915" cy="25497"/>
            </a:xfrm>
            <a:custGeom>
              <a:rect b="b" l="l" r="r" t="t"/>
              <a:pathLst>
                <a:path extrusionOk="0" h="298" w="297">
                  <a:moveTo>
                    <a:pt x="0" y="0"/>
                  </a:moveTo>
                  <a:lnTo>
                    <a:pt x="0" y="298"/>
                  </a:lnTo>
                  <a:cubicBezTo>
                    <a:pt x="165"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6"/>
            <p:cNvSpPr/>
            <p:nvPr/>
          </p:nvSpPr>
          <p:spPr>
            <a:xfrm rot="10800000">
              <a:off x="1556305" y="-70488"/>
              <a:ext cx="38276" cy="51336"/>
            </a:xfrm>
            <a:custGeom>
              <a:rect b="b" l="l" r="r" t="t"/>
              <a:pathLst>
                <a:path extrusionOk="0" h="600" w="601">
                  <a:moveTo>
                    <a:pt x="298" y="1"/>
                  </a:moveTo>
                  <a:cubicBezTo>
                    <a:pt x="133" y="1"/>
                    <a:pt x="0" y="133"/>
                    <a:pt x="0" y="297"/>
                  </a:cubicBezTo>
                  <a:cubicBezTo>
                    <a:pt x="0" y="462"/>
                    <a:pt x="133" y="599"/>
                    <a:pt x="298" y="599"/>
                  </a:cubicBezTo>
                  <a:cubicBezTo>
                    <a:pt x="463" y="599"/>
                    <a:pt x="600" y="462"/>
                    <a:pt x="600" y="297"/>
                  </a:cubicBezTo>
                  <a:cubicBezTo>
                    <a:pt x="600" y="133"/>
                    <a:pt x="463"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6"/>
            <p:cNvSpPr/>
            <p:nvPr/>
          </p:nvSpPr>
          <p:spPr>
            <a:xfrm rot="10800000">
              <a:off x="1511917" y="15071"/>
              <a:ext cx="19234" cy="25497"/>
            </a:xfrm>
            <a:custGeom>
              <a:rect b="b" l="l" r="r" t="t"/>
              <a:pathLst>
                <a:path extrusionOk="0" h="298" w="302">
                  <a:moveTo>
                    <a:pt x="0" y="0"/>
                  </a:moveTo>
                  <a:cubicBezTo>
                    <a:pt x="0" y="166"/>
                    <a:pt x="136" y="298"/>
                    <a:pt x="301" y="298"/>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rot="10800000">
              <a:off x="1638906" y="211088"/>
              <a:ext cx="19361" cy="12235"/>
            </a:xfrm>
            <a:custGeom>
              <a:rect b="b" l="l" r="r" t="t"/>
              <a:pathLst>
                <a:path extrusionOk="0" h="143" w="304">
                  <a:moveTo>
                    <a:pt x="44" y="1"/>
                  </a:moveTo>
                  <a:cubicBezTo>
                    <a:pt x="20" y="42"/>
                    <a:pt x="1" y="90"/>
                    <a:pt x="1" y="142"/>
                  </a:cubicBezTo>
                  <a:lnTo>
                    <a:pt x="303" y="142"/>
                  </a:lnTo>
                  <a:lnTo>
                    <a:pt x="303" y="57"/>
                  </a:lnTo>
                  <a:cubicBezTo>
                    <a:pt x="214" y="38"/>
                    <a:pt x="129" y="19"/>
                    <a:pt x="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rot="10800000">
              <a:off x="1747044" y="211087"/>
              <a:ext cx="19042" cy="26010"/>
            </a:xfrm>
            <a:custGeom>
              <a:rect b="b" l="l" r="r" t="t"/>
              <a:pathLst>
                <a:path extrusionOk="0" h="304" w="299">
                  <a:moveTo>
                    <a:pt x="1" y="1"/>
                  </a:moveTo>
                  <a:lnTo>
                    <a:pt x="1" y="303"/>
                  </a:lnTo>
                  <a:lnTo>
                    <a:pt x="298" y="303"/>
                  </a:lnTo>
                  <a:cubicBezTo>
                    <a:pt x="298"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6"/>
            <p:cNvSpPr/>
            <p:nvPr/>
          </p:nvSpPr>
          <p:spPr>
            <a:xfrm rot="10800000">
              <a:off x="1747044" y="185762"/>
              <a:ext cx="19042" cy="25411"/>
            </a:xfrm>
            <a:custGeom>
              <a:rect b="b" l="l" r="r" t="t"/>
              <a:pathLst>
                <a:path extrusionOk="0" h="297" w="299">
                  <a:moveTo>
                    <a:pt x="1" y="0"/>
                  </a:moveTo>
                  <a:lnTo>
                    <a:pt x="1" y="297"/>
                  </a:lnTo>
                  <a:cubicBezTo>
                    <a:pt x="166" y="297"/>
                    <a:pt x="298" y="165"/>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6"/>
            <p:cNvSpPr/>
            <p:nvPr/>
          </p:nvSpPr>
          <p:spPr>
            <a:xfrm rot="10800000">
              <a:off x="1747044" y="40482"/>
              <a:ext cx="19042" cy="25839"/>
            </a:xfrm>
            <a:custGeom>
              <a:rect b="b" l="l" r="r" t="t"/>
              <a:pathLst>
                <a:path extrusionOk="0" h="302" w="299">
                  <a:moveTo>
                    <a:pt x="1" y="0"/>
                  </a:moveTo>
                  <a:lnTo>
                    <a:pt x="1" y="301"/>
                  </a:lnTo>
                  <a:lnTo>
                    <a:pt x="298" y="301"/>
                  </a:lnTo>
                  <a:cubicBezTo>
                    <a:pt x="298"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rot="10800000">
              <a:off x="1638906" y="40482"/>
              <a:ext cx="19361" cy="25839"/>
            </a:xfrm>
            <a:custGeom>
              <a:rect b="b" l="l" r="r" t="t"/>
              <a:pathLst>
                <a:path extrusionOk="0" h="302" w="304">
                  <a:moveTo>
                    <a:pt x="303" y="0"/>
                  </a:moveTo>
                  <a:cubicBezTo>
                    <a:pt x="138" y="0"/>
                    <a:pt x="1" y="136"/>
                    <a:pt x="1" y="301"/>
                  </a:cubicBezTo>
                  <a:lnTo>
                    <a:pt x="303" y="301"/>
                  </a:ln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rot="10800000">
              <a:off x="1638906" y="185762"/>
              <a:ext cx="19361" cy="25411"/>
            </a:xfrm>
            <a:custGeom>
              <a:rect b="b" l="l" r="r" t="t"/>
              <a:pathLst>
                <a:path extrusionOk="0" h="297" w="304">
                  <a:moveTo>
                    <a:pt x="1" y="0"/>
                  </a:moveTo>
                  <a:cubicBezTo>
                    <a:pt x="1" y="165"/>
                    <a:pt x="138" y="297"/>
                    <a:pt x="303" y="297"/>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rot="10800000">
              <a:off x="1683422" y="100117"/>
              <a:ext cx="38149" cy="51422"/>
            </a:xfrm>
            <a:custGeom>
              <a:rect b="b" l="l" r="r" t="t"/>
              <a:pathLst>
                <a:path extrusionOk="0" h="601" w="599">
                  <a:moveTo>
                    <a:pt x="297" y="0"/>
                  </a:moveTo>
                  <a:cubicBezTo>
                    <a:pt x="133" y="0"/>
                    <a:pt x="0" y="133"/>
                    <a:pt x="0" y="298"/>
                  </a:cubicBezTo>
                  <a:cubicBezTo>
                    <a:pt x="0" y="463"/>
                    <a:pt x="133"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6"/>
            <p:cNvSpPr/>
            <p:nvPr/>
          </p:nvSpPr>
          <p:spPr>
            <a:xfrm rot="10800000">
              <a:off x="1747044" y="15071"/>
              <a:ext cx="19042" cy="25497"/>
            </a:xfrm>
            <a:custGeom>
              <a:rect b="b" l="l" r="r" t="t"/>
              <a:pathLst>
                <a:path extrusionOk="0" h="298" w="299">
                  <a:moveTo>
                    <a:pt x="1" y="0"/>
                  </a:moveTo>
                  <a:lnTo>
                    <a:pt x="1" y="298"/>
                  </a:lnTo>
                  <a:cubicBezTo>
                    <a:pt x="166"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6"/>
            <p:cNvSpPr/>
            <p:nvPr/>
          </p:nvSpPr>
          <p:spPr>
            <a:xfrm rot="10800000">
              <a:off x="1638906" y="15071"/>
              <a:ext cx="19361" cy="25497"/>
            </a:xfrm>
            <a:custGeom>
              <a:rect b="b" l="l" r="r" t="t"/>
              <a:pathLst>
                <a:path extrusionOk="0" h="298" w="304">
                  <a:moveTo>
                    <a:pt x="1" y="0"/>
                  </a:moveTo>
                  <a:cubicBezTo>
                    <a:pt x="1" y="166"/>
                    <a:pt x="138" y="298"/>
                    <a:pt x="303" y="298"/>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6"/>
            <p:cNvSpPr/>
            <p:nvPr/>
          </p:nvSpPr>
          <p:spPr>
            <a:xfrm rot="10800000">
              <a:off x="1683422" y="-70488"/>
              <a:ext cx="38149" cy="51336"/>
            </a:xfrm>
            <a:custGeom>
              <a:rect b="b" l="l" r="r" t="t"/>
              <a:pathLst>
                <a:path extrusionOk="0" h="600" w="599">
                  <a:moveTo>
                    <a:pt x="297" y="1"/>
                  </a:moveTo>
                  <a:cubicBezTo>
                    <a:pt x="133" y="1"/>
                    <a:pt x="0" y="133"/>
                    <a:pt x="0" y="297"/>
                  </a:cubicBezTo>
                  <a:cubicBezTo>
                    <a:pt x="0" y="462"/>
                    <a:pt x="133"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rot="10800000">
              <a:off x="1874096" y="211087"/>
              <a:ext cx="18979" cy="26010"/>
            </a:xfrm>
            <a:custGeom>
              <a:rect b="b" l="l" r="r" t="t"/>
              <a:pathLst>
                <a:path extrusionOk="0" h="304" w="298">
                  <a:moveTo>
                    <a:pt x="1" y="1"/>
                  </a:moveTo>
                  <a:lnTo>
                    <a:pt x="1" y="303"/>
                  </a:lnTo>
                  <a:lnTo>
                    <a:pt x="297" y="303"/>
                  </a:lnTo>
                  <a:cubicBezTo>
                    <a:pt x="297"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6"/>
            <p:cNvSpPr/>
            <p:nvPr/>
          </p:nvSpPr>
          <p:spPr>
            <a:xfrm rot="10800000">
              <a:off x="1766022" y="211087"/>
              <a:ext cx="19234" cy="26010"/>
            </a:xfrm>
            <a:custGeom>
              <a:rect b="b" l="l" r="r" t="t"/>
              <a:pathLst>
                <a:path extrusionOk="0" h="304" w="302">
                  <a:moveTo>
                    <a:pt x="302" y="1"/>
                  </a:moveTo>
                  <a:cubicBezTo>
                    <a:pt x="137" y="1"/>
                    <a:pt x="1" y="138"/>
                    <a:pt x="1" y="303"/>
                  </a:cubicBezTo>
                  <a:lnTo>
                    <a:pt x="302" y="303"/>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6"/>
            <p:cNvSpPr/>
            <p:nvPr/>
          </p:nvSpPr>
          <p:spPr>
            <a:xfrm rot="10800000">
              <a:off x="1874096" y="40482"/>
              <a:ext cx="18979" cy="25839"/>
            </a:xfrm>
            <a:custGeom>
              <a:rect b="b" l="l" r="r" t="t"/>
              <a:pathLst>
                <a:path extrusionOk="0" h="302" w="298">
                  <a:moveTo>
                    <a:pt x="1" y="0"/>
                  </a:moveTo>
                  <a:lnTo>
                    <a:pt x="1" y="301"/>
                  </a:lnTo>
                  <a:lnTo>
                    <a:pt x="297" y="301"/>
                  </a:lnTo>
                  <a:cubicBezTo>
                    <a:pt x="297"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6"/>
            <p:cNvSpPr/>
            <p:nvPr/>
          </p:nvSpPr>
          <p:spPr>
            <a:xfrm rot="10800000">
              <a:off x="1766022" y="185762"/>
              <a:ext cx="19234" cy="25411"/>
            </a:xfrm>
            <a:custGeom>
              <a:rect b="b" l="l" r="r" t="t"/>
              <a:pathLst>
                <a:path extrusionOk="0" h="297" w="302">
                  <a:moveTo>
                    <a:pt x="1" y="0"/>
                  </a:moveTo>
                  <a:cubicBezTo>
                    <a:pt x="1" y="165"/>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6"/>
            <p:cNvSpPr/>
            <p:nvPr/>
          </p:nvSpPr>
          <p:spPr>
            <a:xfrm rot="10800000">
              <a:off x="1766022" y="40482"/>
              <a:ext cx="19234" cy="25839"/>
            </a:xfrm>
            <a:custGeom>
              <a:rect b="b" l="l" r="r" t="t"/>
              <a:pathLst>
                <a:path extrusionOk="0" h="302" w="302">
                  <a:moveTo>
                    <a:pt x="302" y="0"/>
                  </a:moveTo>
                  <a:cubicBezTo>
                    <a:pt x="137" y="0"/>
                    <a:pt x="1" y="136"/>
                    <a:pt x="1" y="301"/>
                  </a:cubicBezTo>
                  <a:lnTo>
                    <a:pt x="302" y="301"/>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6"/>
            <p:cNvSpPr/>
            <p:nvPr/>
          </p:nvSpPr>
          <p:spPr>
            <a:xfrm rot="10800000">
              <a:off x="1810410" y="100117"/>
              <a:ext cx="38276" cy="51422"/>
            </a:xfrm>
            <a:custGeom>
              <a:rect b="b" l="l" r="r" t="t"/>
              <a:pathLst>
                <a:path extrusionOk="0" h="601" w="601">
                  <a:moveTo>
                    <a:pt x="298" y="0"/>
                  </a:moveTo>
                  <a:cubicBezTo>
                    <a:pt x="133" y="0"/>
                    <a:pt x="1" y="133"/>
                    <a:pt x="1" y="298"/>
                  </a:cubicBezTo>
                  <a:cubicBezTo>
                    <a:pt x="1" y="463"/>
                    <a:pt x="133" y="600"/>
                    <a:pt x="298" y="600"/>
                  </a:cubicBezTo>
                  <a:cubicBezTo>
                    <a:pt x="464" y="600"/>
                    <a:pt x="601" y="463"/>
                    <a:pt x="601" y="298"/>
                  </a:cubicBezTo>
                  <a:cubicBezTo>
                    <a:pt x="601" y="133"/>
                    <a:pt x="464"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6"/>
            <p:cNvSpPr/>
            <p:nvPr/>
          </p:nvSpPr>
          <p:spPr>
            <a:xfrm rot="10800000">
              <a:off x="1874096" y="185762"/>
              <a:ext cx="18979" cy="25411"/>
            </a:xfrm>
            <a:custGeom>
              <a:rect b="b" l="l" r="r" t="t"/>
              <a:pathLst>
                <a:path extrusionOk="0" h="297" w="298">
                  <a:moveTo>
                    <a:pt x="1" y="0"/>
                  </a:moveTo>
                  <a:lnTo>
                    <a:pt x="1" y="297"/>
                  </a:lnTo>
                  <a:cubicBezTo>
                    <a:pt x="166"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6"/>
            <p:cNvSpPr/>
            <p:nvPr/>
          </p:nvSpPr>
          <p:spPr>
            <a:xfrm rot="10800000">
              <a:off x="1766022" y="15071"/>
              <a:ext cx="19234" cy="25497"/>
            </a:xfrm>
            <a:custGeom>
              <a:rect b="b" l="l" r="r" t="t"/>
              <a:pathLst>
                <a:path extrusionOk="0" h="298" w="302">
                  <a:moveTo>
                    <a:pt x="1" y="0"/>
                  </a:moveTo>
                  <a:cubicBezTo>
                    <a:pt x="1" y="166"/>
                    <a:pt x="137" y="298"/>
                    <a:pt x="302" y="298"/>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6"/>
            <p:cNvSpPr/>
            <p:nvPr/>
          </p:nvSpPr>
          <p:spPr>
            <a:xfrm rot="10800000">
              <a:off x="1874096" y="15071"/>
              <a:ext cx="18979" cy="25497"/>
            </a:xfrm>
            <a:custGeom>
              <a:rect b="b" l="l" r="r" t="t"/>
              <a:pathLst>
                <a:path extrusionOk="0" h="298" w="298">
                  <a:moveTo>
                    <a:pt x="1" y="0"/>
                  </a:moveTo>
                  <a:lnTo>
                    <a:pt x="1"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6"/>
            <p:cNvSpPr/>
            <p:nvPr/>
          </p:nvSpPr>
          <p:spPr>
            <a:xfrm rot="10800000">
              <a:off x="1810410" y="-70488"/>
              <a:ext cx="38276" cy="51336"/>
            </a:xfrm>
            <a:custGeom>
              <a:rect b="b" l="l" r="r" t="t"/>
              <a:pathLst>
                <a:path extrusionOk="0" h="600" w="601">
                  <a:moveTo>
                    <a:pt x="298" y="1"/>
                  </a:moveTo>
                  <a:cubicBezTo>
                    <a:pt x="133" y="1"/>
                    <a:pt x="1" y="133"/>
                    <a:pt x="1" y="297"/>
                  </a:cubicBezTo>
                  <a:cubicBezTo>
                    <a:pt x="1" y="462"/>
                    <a:pt x="133" y="599"/>
                    <a:pt x="298" y="599"/>
                  </a:cubicBezTo>
                  <a:cubicBezTo>
                    <a:pt x="464" y="599"/>
                    <a:pt x="601" y="462"/>
                    <a:pt x="601" y="297"/>
                  </a:cubicBezTo>
                  <a:cubicBezTo>
                    <a:pt x="601" y="133"/>
                    <a:pt x="464"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6"/>
            <p:cNvSpPr/>
            <p:nvPr/>
          </p:nvSpPr>
          <p:spPr>
            <a:xfrm rot="10800000">
              <a:off x="2001149" y="211087"/>
              <a:ext cx="18979" cy="26010"/>
            </a:xfrm>
            <a:custGeom>
              <a:rect b="b" l="l" r="r" t="t"/>
              <a:pathLst>
                <a:path extrusionOk="0" h="304" w="298">
                  <a:moveTo>
                    <a:pt x="0" y="1"/>
                  </a:moveTo>
                  <a:lnTo>
                    <a:pt x="0" y="303"/>
                  </a:lnTo>
                  <a:lnTo>
                    <a:pt x="298" y="303"/>
                  </a:lnTo>
                  <a:cubicBezTo>
                    <a:pt x="298" y="138"/>
                    <a:pt x="165"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6"/>
            <p:cNvSpPr/>
            <p:nvPr/>
          </p:nvSpPr>
          <p:spPr>
            <a:xfrm rot="10800000">
              <a:off x="1940775" y="270894"/>
              <a:ext cx="32799" cy="14631"/>
            </a:xfrm>
            <a:custGeom>
              <a:rect b="b" l="l" r="r" t="t"/>
              <a:pathLst>
                <a:path extrusionOk="0" h="171" w="515">
                  <a:moveTo>
                    <a:pt x="0" y="1"/>
                  </a:moveTo>
                  <a:cubicBezTo>
                    <a:pt x="48" y="101"/>
                    <a:pt x="146" y="171"/>
                    <a:pt x="264" y="171"/>
                  </a:cubicBezTo>
                  <a:cubicBezTo>
                    <a:pt x="373" y="171"/>
                    <a:pt x="462" y="110"/>
                    <a:pt x="514" y="25"/>
                  </a:cubicBezTo>
                  <a:cubicBezTo>
                    <a:pt x="344" y="16"/>
                    <a:pt x="170" y="6"/>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6"/>
            <p:cNvSpPr/>
            <p:nvPr/>
          </p:nvSpPr>
          <p:spPr>
            <a:xfrm rot="10800000">
              <a:off x="1893011" y="211087"/>
              <a:ext cx="19297" cy="26010"/>
            </a:xfrm>
            <a:custGeom>
              <a:rect b="b" l="l" r="r" t="t"/>
              <a:pathLst>
                <a:path extrusionOk="0" h="304" w="303">
                  <a:moveTo>
                    <a:pt x="303" y="1"/>
                  </a:moveTo>
                  <a:cubicBezTo>
                    <a:pt x="137" y="1"/>
                    <a:pt x="0" y="138"/>
                    <a:pt x="0" y="303"/>
                  </a:cubicBezTo>
                  <a:lnTo>
                    <a:pt x="303" y="303"/>
                  </a:lnTo>
                  <a:lnTo>
                    <a:pt x="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6"/>
            <p:cNvSpPr/>
            <p:nvPr/>
          </p:nvSpPr>
          <p:spPr>
            <a:xfrm rot="10800000">
              <a:off x="2001149" y="40482"/>
              <a:ext cx="18979" cy="25839"/>
            </a:xfrm>
            <a:custGeom>
              <a:rect b="b" l="l" r="r" t="t"/>
              <a:pathLst>
                <a:path extrusionOk="0" h="302" w="298">
                  <a:moveTo>
                    <a:pt x="0" y="0"/>
                  </a:moveTo>
                  <a:lnTo>
                    <a:pt x="0" y="301"/>
                  </a:lnTo>
                  <a:lnTo>
                    <a:pt x="298" y="301"/>
                  </a:lnTo>
                  <a:cubicBezTo>
                    <a:pt x="298"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6"/>
            <p:cNvSpPr/>
            <p:nvPr/>
          </p:nvSpPr>
          <p:spPr>
            <a:xfrm rot="10800000">
              <a:off x="1937463" y="100117"/>
              <a:ext cx="38212" cy="51422"/>
            </a:xfrm>
            <a:custGeom>
              <a:rect b="b" l="l" r="r" t="t"/>
              <a:pathLst>
                <a:path extrusionOk="0" h="601" w="600">
                  <a:moveTo>
                    <a:pt x="297" y="0"/>
                  </a:moveTo>
                  <a:cubicBezTo>
                    <a:pt x="133" y="0"/>
                    <a:pt x="0" y="133"/>
                    <a:pt x="0" y="298"/>
                  </a:cubicBezTo>
                  <a:cubicBezTo>
                    <a:pt x="0" y="463"/>
                    <a:pt x="133"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6"/>
            <p:cNvSpPr/>
            <p:nvPr/>
          </p:nvSpPr>
          <p:spPr>
            <a:xfrm rot="10800000">
              <a:off x="1893011" y="40482"/>
              <a:ext cx="19297" cy="25839"/>
            </a:xfrm>
            <a:custGeom>
              <a:rect b="b" l="l" r="r" t="t"/>
              <a:pathLst>
                <a:path extrusionOk="0" h="302" w="303">
                  <a:moveTo>
                    <a:pt x="303" y="0"/>
                  </a:moveTo>
                  <a:cubicBezTo>
                    <a:pt x="137" y="0"/>
                    <a:pt x="0" y="136"/>
                    <a:pt x="0" y="301"/>
                  </a:cubicBezTo>
                  <a:lnTo>
                    <a:pt x="303" y="301"/>
                  </a:ln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6"/>
            <p:cNvSpPr/>
            <p:nvPr/>
          </p:nvSpPr>
          <p:spPr>
            <a:xfrm rot="10800000">
              <a:off x="2001149" y="185762"/>
              <a:ext cx="18979" cy="25411"/>
            </a:xfrm>
            <a:custGeom>
              <a:rect b="b" l="l" r="r" t="t"/>
              <a:pathLst>
                <a:path extrusionOk="0" h="297" w="298">
                  <a:moveTo>
                    <a:pt x="0" y="0"/>
                  </a:moveTo>
                  <a:lnTo>
                    <a:pt x="0" y="297"/>
                  </a:lnTo>
                  <a:cubicBezTo>
                    <a:pt x="165" y="297"/>
                    <a:pt x="298" y="165"/>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6"/>
            <p:cNvSpPr/>
            <p:nvPr/>
          </p:nvSpPr>
          <p:spPr>
            <a:xfrm rot="10800000">
              <a:off x="1893011" y="185762"/>
              <a:ext cx="19297" cy="25411"/>
            </a:xfrm>
            <a:custGeom>
              <a:rect b="b" l="l" r="r" t="t"/>
              <a:pathLst>
                <a:path extrusionOk="0" h="297" w="303">
                  <a:moveTo>
                    <a:pt x="0" y="0"/>
                  </a:moveTo>
                  <a:cubicBezTo>
                    <a:pt x="0" y="165"/>
                    <a:pt x="137" y="297"/>
                    <a:pt x="303" y="297"/>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6"/>
            <p:cNvSpPr/>
            <p:nvPr/>
          </p:nvSpPr>
          <p:spPr>
            <a:xfrm rot="10800000">
              <a:off x="2001149" y="15071"/>
              <a:ext cx="18979" cy="25497"/>
            </a:xfrm>
            <a:custGeom>
              <a:rect b="b" l="l" r="r" t="t"/>
              <a:pathLst>
                <a:path extrusionOk="0" h="298" w="298">
                  <a:moveTo>
                    <a:pt x="0" y="0"/>
                  </a:moveTo>
                  <a:lnTo>
                    <a:pt x="0" y="298"/>
                  </a:lnTo>
                  <a:cubicBezTo>
                    <a:pt x="165"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6"/>
            <p:cNvSpPr/>
            <p:nvPr/>
          </p:nvSpPr>
          <p:spPr>
            <a:xfrm rot="10800000">
              <a:off x="1937463" y="-70488"/>
              <a:ext cx="38212" cy="51336"/>
            </a:xfrm>
            <a:custGeom>
              <a:rect b="b" l="l" r="r" t="t"/>
              <a:pathLst>
                <a:path extrusionOk="0" h="600" w="600">
                  <a:moveTo>
                    <a:pt x="297" y="1"/>
                  </a:moveTo>
                  <a:cubicBezTo>
                    <a:pt x="133" y="1"/>
                    <a:pt x="0" y="133"/>
                    <a:pt x="0" y="297"/>
                  </a:cubicBezTo>
                  <a:cubicBezTo>
                    <a:pt x="0" y="462"/>
                    <a:pt x="133"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6"/>
            <p:cNvSpPr/>
            <p:nvPr/>
          </p:nvSpPr>
          <p:spPr>
            <a:xfrm rot="10800000">
              <a:off x="1893011" y="15071"/>
              <a:ext cx="19297" cy="25497"/>
            </a:xfrm>
            <a:custGeom>
              <a:rect b="b" l="l" r="r" t="t"/>
              <a:pathLst>
                <a:path extrusionOk="0" h="298" w="303">
                  <a:moveTo>
                    <a:pt x="0" y="0"/>
                  </a:moveTo>
                  <a:cubicBezTo>
                    <a:pt x="0" y="166"/>
                    <a:pt x="137" y="298"/>
                    <a:pt x="303" y="298"/>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6"/>
            <p:cNvSpPr/>
            <p:nvPr/>
          </p:nvSpPr>
          <p:spPr>
            <a:xfrm rot="10800000">
              <a:off x="2067509" y="270894"/>
              <a:ext cx="30697" cy="12920"/>
            </a:xfrm>
            <a:custGeom>
              <a:rect b="b" l="l" r="r" t="t"/>
              <a:pathLst>
                <a:path extrusionOk="0" h="151" w="482">
                  <a:moveTo>
                    <a:pt x="481" y="0"/>
                  </a:moveTo>
                  <a:cubicBezTo>
                    <a:pt x="321" y="9"/>
                    <a:pt x="161" y="24"/>
                    <a:pt x="0" y="38"/>
                  </a:cubicBezTo>
                  <a:cubicBezTo>
                    <a:pt x="52" y="103"/>
                    <a:pt x="133" y="151"/>
                    <a:pt x="227" y="151"/>
                  </a:cubicBezTo>
                  <a:cubicBezTo>
                    <a:pt x="335" y="151"/>
                    <a:pt x="429" y="85"/>
                    <a:pt x="4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6"/>
            <p:cNvSpPr/>
            <p:nvPr/>
          </p:nvSpPr>
          <p:spPr>
            <a:xfrm rot="10800000">
              <a:off x="2128201" y="211087"/>
              <a:ext cx="19234" cy="26010"/>
            </a:xfrm>
            <a:custGeom>
              <a:rect b="b" l="l" r="r" t="t"/>
              <a:pathLst>
                <a:path extrusionOk="0" h="304" w="302">
                  <a:moveTo>
                    <a:pt x="0" y="1"/>
                  </a:moveTo>
                  <a:lnTo>
                    <a:pt x="0" y="303"/>
                  </a:lnTo>
                  <a:lnTo>
                    <a:pt x="301" y="303"/>
                  </a:lnTo>
                  <a:cubicBezTo>
                    <a:pt x="301" y="138"/>
                    <a:pt x="17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6"/>
            <p:cNvSpPr/>
            <p:nvPr/>
          </p:nvSpPr>
          <p:spPr>
            <a:xfrm rot="10800000">
              <a:off x="2020063" y="211087"/>
              <a:ext cx="19234" cy="26010"/>
            </a:xfrm>
            <a:custGeom>
              <a:rect b="b" l="l" r="r" t="t"/>
              <a:pathLst>
                <a:path extrusionOk="0" h="304" w="302">
                  <a:moveTo>
                    <a:pt x="301" y="1"/>
                  </a:moveTo>
                  <a:cubicBezTo>
                    <a:pt x="136" y="1"/>
                    <a:pt x="0" y="138"/>
                    <a:pt x="0" y="303"/>
                  </a:cubicBezTo>
                  <a:lnTo>
                    <a:pt x="301" y="303"/>
                  </a:lnTo>
                  <a:lnTo>
                    <a:pt x="3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6"/>
            <p:cNvSpPr/>
            <p:nvPr/>
          </p:nvSpPr>
          <p:spPr>
            <a:xfrm rot="10800000">
              <a:off x="2128201" y="185762"/>
              <a:ext cx="19234" cy="25411"/>
            </a:xfrm>
            <a:custGeom>
              <a:rect b="b" l="l" r="r" t="t"/>
              <a:pathLst>
                <a:path extrusionOk="0" h="297" w="302">
                  <a:moveTo>
                    <a:pt x="0" y="0"/>
                  </a:moveTo>
                  <a:lnTo>
                    <a:pt x="0" y="297"/>
                  </a:lnTo>
                  <a:cubicBezTo>
                    <a:pt x="170" y="297"/>
                    <a:pt x="301" y="165"/>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6"/>
            <p:cNvSpPr/>
            <p:nvPr/>
          </p:nvSpPr>
          <p:spPr>
            <a:xfrm rot="10800000">
              <a:off x="2020063" y="185762"/>
              <a:ext cx="19234" cy="25411"/>
            </a:xfrm>
            <a:custGeom>
              <a:rect b="b" l="l" r="r" t="t"/>
              <a:pathLst>
                <a:path extrusionOk="0" h="297" w="302">
                  <a:moveTo>
                    <a:pt x="0" y="0"/>
                  </a:moveTo>
                  <a:cubicBezTo>
                    <a:pt x="0" y="165"/>
                    <a:pt x="136" y="297"/>
                    <a:pt x="301" y="297"/>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6"/>
            <p:cNvSpPr/>
            <p:nvPr/>
          </p:nvSpPr>
          <p:spPr>
            <a:xfrm rot="10800000">
              <a:off x="2020063" y="40482"/>
              <a:ext cx="19234" cy="25839"/>
            </a:xfrm>
            <a:custGeom>
              <a:rect b="b" l="l" r="r" t="t"/>
              <a:pathLst>
                <a:path extrusionOk="0" h="302" w="302">
                  <a:moveTo>
                    <a:pt x="301" y="0"/>
                  </a:moveTo>
                  <a:cubicBezTo>
                    <a:pt x="136" y="0"/>
                    <a:pt x="0" y="136"/>
                    <a:pt x="0" y="301"/>
                  </a:cubicBezTo>
                  <a:lnTo>
                    <a:pt x="301" y="301"/>
                  </a:ln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6"/>
            <p:cNvSpPr/>
            <p:nvPr/>
          </p:nvSpPr>
          <p:spPr>
            <a:xfrm rot="10800000">
              <a:off x="2128201" y="40482"/>
              <a:ext cx="19234" cy="25839"/>
            </a:xfrm>
            <a:custGeom>
              <a:rect b="b" l="l" r="r" t="t"/>
              <a:pathLst>
                <a:path extrusionOk="0" h="302" w="302">
                  <a:moveTo>
                    <a:pt x="0" y="0"/>
                  </a:moveTo>
                  <a:lnTo>
                    <a:pt x="0" y="301"/>
                  </a:lnTo>
                  <a:lnTo>
                    <a:pt x="301" y="301"/>
                  </a:lnTo>
                  <a:cubicBezTo>
                    <a:pt x="301" y="136"/>
                    <a:pt x="170"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6"/>
            <p:cNvSpPr/>
            <p:nvPr/>
          </p:nvSpPr>
          <p:spPr>
            <a:xfrm rot="10800000">
              <a:off x="2064834" y="100117"/>
              <a:ext cx="37894" cy="51422"/>
            </a:xfrm>
            <a:custGeom>
              <a:rect b="b" l="l" r="r" t="t"/>
              <a:pathLst>
                <a:path extrusionOk="0" h="601" w="595">
                  <a:moveTo>
                    <a:pt x="298" y="0"/>
                  </a:moveTo>
                  <a:cubicBezTo>
                    <a:pt x="133" y="0"/>
                    <a:pt x="0" y="133"/>
                    <a:pt x="0" y="298"/>
                  </a:cubicBezTo>
                  <a:cubicBezTo>
                    <a:pt x="0" y="463"/>
                    <a:pt x="133" y="600"/>
                    <a:pt x="298" y="600"/>
                  </a:cubicBezTo>
                  <a:cubicBezTo>
                    <a:pt x="463" y="600"/>
                    <a:pt x="594" y="463"/>
                    <a:pt x="594" y="298"/>
                  </a:cubicBezTo>
                  <a:cubicBezTo>
                    <a:pt x="594" y="133"/>
                    <a:pt x="463"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6"/>
            <p:cNvSpPr/>
            <p:nvPr/>
          </p:nvSpPr>
          <p:spPr>
            <a:xfrm rot="10800000">
              <a:off x="2064834" y="-70488"/>
              <a:ext cx="37894" cy="51336"/>
            </a:xfrm>
            <a:custGeom>
              <a:rect b="b" l="l" r="r" t="t"/>
              <a:pathLst>
                <a:path extrusionOk="0" h="600" w="595">
                  <a:moveTo>
                    <a:pt x="298" y="1"/>
                  </a:moveTo>
                  <a:cubicBezTo>
                    <a:pt x="133" y="1"/>
                    <a:pt x="0" y="133"/>
                    <a:pt x="0" y="297"/>
                  </a:cubicBezTo>
                  <a:cubicBezTo>
                    <a:pt x="0" y="462"/>
                    <a:pt x="133" y="599"/>
                    <a:pt x="298" y="599"/>
                  </a:cubicBezTo>
                  <a:cubicBezTo>
                    <a:pt x="463" y="599"/>
                    <a:pt x="594" y="462"/>
                    <a:pt x="594" y="297"/>
                  </a:cubicBezTo>
                  <a:cubicBezTo>
                    <a:pt x="594" y="133"/>
                    <a:pt x="463"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6"/>
            <p:cNvSpPr/>
            <p:nvPr/>
          </p:nvSpPr>
          <p:spPr>
            <a:xfrm rot="10800000">
              <a:off x="2128201" y="15071"/>
              <a:ext cx="19234" cy="25497"/>
            </a:xfrm>
            <a:custGeom>
              <a:rect b="b" l="l" r="r" t="t"/>
              <a:pathLst>
                <a:path extrusionOk="0" h="298" w="302">
                  <a:moveTo>
                    <a:pt x="0" y="0"/>
                  </a:moveTo>
                  <a:lnTo>
                    <a:pt x="0" y="298"/>
                  </a:lnTo>
                  <a:cubicBezTo>
                    <a:pt x="170" y="298"/>
                    <a:pt x="301" y="166"/>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6"/>
            <p:cNvSpPr/>
            <p:nvPr/>
          </p:nvSpPr>
          <p:spPr>
            <a:xfrm rot="10800000">
              <a:off x="2020063" y="15071"/>
              <a:ext cx="19234" cy="25497"/>
            </a:xfrm>
            <a:custGeom>
              <a:rect b="b" l="l" r="r" t="t"/>
              <a:pathLst>
                <a:path extrusionOk="0" h="298" w="302">
                  <a:moveTo>
                    <a:pt x="0" y="0"/>
                  </a:moveTo>
                  <a:cubicBezTo>
                    <a:pt x="0" y="166"/>
                    <a:pt x="136" y="298"/>
                    <a:pt x="301" y="298"/>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p:nvPr/>
          </p:nvSpPr>
          <p:spPr>
            <a:xfrm rot="10800000">
              <a:off x="2255190" y="211088"/>
              <a:ext cx="19297" cy="23529"/>
            </a:xfrm>
            <a:custGeom>
              <a:rect b="b" l="l" r="r" t="t"/>
              <a:pathLst>
                <a:path extrusionOk="0" h="275" w="303">
                  <a:moveTo>
                    <a:pt x="122" y="0"/>
                  </a:moveTo>
                  <a:cubicBezTo>
                    <a:pt x="80" y="15"/>
                    <a:pt x="43" y="24"/>
                    <a:pt x="0" y="38"/>
                  </a:cubicBezTo>
                  <a:lnTo>
                    <a:pt x="0" y="274"/>
                  </a:lnTo>
                  <a:lnTo>
                    <a:pt x="302" y="274"/>
                  </a:lnTo>
                  <a:cubicBezTo>
                    <a:pt x="302" y="151"/>
                    <a:pt x="226" y="48"/>
                    <a:pt x="1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6"/>
            <p:cNvSpPr/>
            <p:nvPr/>
          </p:nvSpPr>
          <p:spPr>
            <a:xfrm rot="10800000">
              <a:off x="2147371" y="211087"/>
              <a:ext cx="19042" cy="26010"/>
            </a:xfrm>
            <a:custGeom>
              <a:rect b="b" l="l" r="r" t="t"/>
              <a:pathLst>
                <a:path extrusionOk="0" h="304" w="299">
                  <a:moveTo>
                    <a:pt x="298" y="1"/>
                  </a:moveTo>
                  <a:cubicBezTo>
                    <a:pt x="133" y="1"/>
                    <a:pt x="1" y="138"/>
                    <a:pt x="1" y="303"/>
                  </a:cubicBezTo>
                  <a:lnTo>
                    <a:pt x="298" y="303"/>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6"/>
            <p:cNvSpPr/>
            <p:nvPr/>
          </p:nvSpPr>
          <p:spPr>
            <a:xfrm rot="10800000">
              <a:off x="2191822" y="100117"/>
              <a:ext cx="38212" cy="51422"/>
            </a:xfrm>
            <a:custGeom>
              <a:rect b="b" l="l" r="r" t="t"/>
              <a:pathLst>
                <a:path extrusionOk="0" h="601" w="600">
                  <a:moveTo>
                    <a:pt x="301" y="0"/>
                  </a:moveTo>
                  <a:cubicBezTo>
                    <a:pt x="137" y="0"/>
                    <a:pt x="0" y="133"/>
                    <a:pt x="0" y="298"/>
                  </a:cubicBezTo>
                  <a:cubicBezTo>
                    <a:pt x="0" y="463"/>
                    <a:pt x="137" y="600"/>
                    <a:pt x="301" y="600"/>
                  </a:cubicBezTo>
                  <a:cubicBezTo>
                    <a:pt x="467" y="600"/>
                    <a:pt x="599" y="463"/>
                    <a:pt x="599" y="298"/>
                  </a:cubicBezTo>
                  <a:cubicBezTo>
                    <a:pt x="599" y="133"/>
                    <a:pt x="467" y="0"/>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6"/>
            <p:cNvSpPr/>
            <p:nvPr/>
          </p:nvSpPr>
          <p:spPr>
            <a:xfrm rot="10800000">
              <a:off x="2147371" y="185762"/>
              <a:ext cx="19042" cy="25411"/>
            </a:xfrm>
            <a:custGeom>
              <a:rect b="b" l="l" r="r" t="t"/>
              <a:pathLst>
                <a:path extrusionOk="0" h="297" w="299">
                  <a:moveTo>
                    <a:pt x="1" y="0"/>
                  </a:moveTo>
                  <a:cubicBezTo>
                    <a:pt x="1" y="165"/>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6"/>
            <p:cNvSpPr/>
            <p:nvPr/>
          </p:nvSpPr>
          <p:spPr>
            <a:xfrm rot="10800000">
              <a:off x="2255190" y="40482"/>
              <a:ext cx="19297" cy="25839"/>
            </a:xfrm>
            <a:custGeom>
              <a:rect b="b" l="l" r="r" t="t"/>
              <a:pathLst>
                <a:path extrusionOk="0" h="302" w="303">
                  <a:moveTo>
                    <a:pt x="0" y="0"/>
                  </a:moveTo>
                  <a:lnTo>
                    <a:pt x="0" y="301"/>
                  </a:lnTo>
                  <a:lnTo>
                    <a:pt x="302" y="301"/>
                  </a:lnTo>
                  <a:cubicBezTo>
                    <a:pt x="302"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rot="10800000">
              <a:off x="2255190" y="185762"/>
              <a:ext cx="19297" cy="25411"/>
            </a:xfrm>
            <a:custGeom>
              <a:rect b="b" l="l" r="r" t="t"/>
              <a:pathLst>
                <a:path extrusionOk="0" h="297" w="303">
                  <a:moveTo>
                    <a:pt x="0" y="0"/>
                  </a:moveTo>
                  <a:lnTo>
                    <a:pt x="0" y="297"/>
                  </a:lnTo>
                  <a:cubicBezTo>
                    <a:pt x="165" y="297"/>
                    <a:pt x="302" y="165"/>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6"/>
            <p:cNvSpPr/>
            <p:nvPr/>
          </p:nvSpPr>
          <p:spPr>
            <a:xfrm rot="10800000">
              <a:off x="2147371" y="40482"/>
              <a:ext cx="19042" cy="25839"/>
            </a:xfrm>
            <a:custGeom>
              <a:rect b="b" l="l" r="r" t="t"/>
              <a:pathLst>
                <a:path extrusionOk="0" h="302" w="299">
                  <a:moveTo>
                    <a:pt x="298" y="0"/>
                  </a:moveTo>
                  <a:cubicBezTo>
                    <a:pt x="133" y="0"/>
                    <a:pt x="1" y="136"/>
                    <a:pt x="1"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6"/>
            <p:cNvSpPr/>
            <p:nvPr/>
          </p:nvSpPr>
          <p:spPr>
            <a:xfrm rot="10800000">
              <a:off x="2191822" y="-70488"/>
              <a:ext cx="38212" cy="51336"/>
            </a:xfrm>
            <a:custGeom>
              <a:rect b="b" l="l" r="r" t="t"/>
              <a:pathLst>
                <a:path extrusionOk="0" h="600" w="600">
                  <a:moveTo>
                    <a:pt x="301" y="1"/>
                  </a:moveTo>
                  <a:cubicBezTo>
                    <a:pt x="137" y="1"/>
                    <a:pt x="0" y="133"/>
                    <a:pt x="0" y="297"/>
                  </a:cubicBezTo>
                  <a:cubicBezTo>
                    <a:pt x="0" y="462"/>
                    <a:pt x="137" y="599"/>
                    <a:pt x="301" y="599"/>
                  </a:cubicBezTo>
                  <a:cubicBezTo>
                    <a:pt x="467" y="599"/>
                    <a:pt x="599" y="462"/>
                    <a:pt x="599" y="297"/>
                  </a:cubicBezTo>
                  <a:cubicBezTo>
                    <a:pt x="599" y="133"/>
                    <a:pt x="467" y="1"/>
                    <a:pt x="3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6"/>
            <p:cNvSpPr/>
            <p:nvPr/>
          </p:nvSpPr>
          <p:spPr>
            <a:xfrm rot="10800000">
              <a:off x="2147371" y="15071"/>
              <a:ext cx="19042" cy="25497"/>
            </a:xfrm>
            <a:custGeom>
              <a:rect b="b" l="l" r="r" t="t"/>
              <a:pathLst>
                <a:path extrusionOk="0" h="298" w="299">
                  <a:moveTo>
                    <a:pt x="1" y="0"/>
                  </a:moveTo>
                  <a:cubicBezTo>
                    <a:pt x="1"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6"/>
            <p:cNvSpPr/>
            <p:nvPr/>
          </p:nvSpPr>
          <p:spPr>
            <a:xfrm rot="10800000">
              <a:off x="2255190" y="15071"/>
              <a:ext cx="19297" cy="25497"/>
            </a:xfrm>
            <a:custGeom>
              <a:rect b="b" l="l" r="r" t="t"/>
              <a:pathLst>
                <a:path extrusionOk="0" h="298" w="303">
                  <a:moveTo>
                    <a:pt x="0" y="0"/>
                  </a:moveTo>
                  <a:lnTo>
                    <a:pt x="0" y="298"/>
                  </a:lnTo>
                  <a:cubicBezTo>
                    <a:pt x="165"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p:nvPr/>
          </p:nvSpPr>
          <p:spPr>
            <a:xfrm rot="10800000">
              <a:off x="2274423" y="211088"/>
              <a:ext cx="18979" cy="20363"/>
            </a:xfrm>
            <a:custGeom>
              <a:rect b="b" l="l" r="r" t="t"/>
              <a:pathLst>
                <a:path extrusionOk="0" h="238" w="298">
                  <a:moveTo>
                    <a:pt x="297" y="1"/>
                  </a:moveTo>
                  <a:cubicBezTo>
                    <a:pt x="212" y="29"/>
                    <a:pt x="127" y="57"/>
                    <a:pt x="42" y="91"/>
                  </a:cubicBezTo>
                  <a:cubicBezTo>
                    <a:pt x="19" y="133"/>
                    <a:pt x="1" y="180"/>
                    <a:pt x="1" y="237"/>
                  </a:cubicBezTo>
                  <a:lnTo>
                    <a:pt x="297" y="237"/>
                  </a:ln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6"/>
            <p:cNvSpPr/>
            <p:nvPr/>
          </p:nvSpPr>
          <p:spPr>
            <a:xfrm rot="10800000">
              <a:off x="2274423" y="185762"/>
              <a:ext cx="18979" cy="25411"/>
            </a:xfrm>
            <a:custGeom>
              <a:rect b="b" l="l" r="r" t="t"/>
              <a:pathLst>
                <a:path extrusionOk="0" h="297" w="298">
                  <a:moveTo>
                    <a:pt x="1" y="0"/>
                  </a:moveTo>
                  <a:cubicBezTo>
                    <a:pt x="1" y="165"/>
                    <a:pt x="132" y="297"/>
                    <a:pt x="297" y="297"/>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rot="10800000">
              <a:off x="2274423" y="40482"/>
              <a:ext cx="18979" cy="25839"/>
            </a:xfrm>
            <a:custGeom>
              <a:rect b="b" l="l" r="r" t="t"/>
              <a:pathLst>
                <a:path extrusionOk="0" h="302" w="298">
                  <a:moveTo>
                    <a:pt x="297" y="0"/>
                  </a:moveTo>
                  <a:cubicBezTo>
                    <a:pt x="132" y="0"/>
                    <a:pt x="1" y="136"/>
                    <a:pt x="1" y="301"/>
                  </a:cubicBezTo>
                  <a:lnTo>
                    <a:pt x="297" y="301"/>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6"/>
            <p:cNvSpPr/>
            <p:nvPr/>
          </p:nvSpPr>
          <p:spPr>
            <a:xfrm rot="10800000">
              <a:off x="2274423" y="15071"/>
              <a:ext cx="18979" cy="25497"/>
            </a:xfrm>
            <a:custGeom>
              <a:rect b="b" l="l" r="r" t="t"/>
              <a:pathLst>
                <a:path extrusionOk="0" h="298" w="298">
                  <a:moveTo>
                    <a:pt x="1" y="0"/>
                  </a:moveTo>
                  <a:cubicBezTo>
                    <a:pt x="1" y="166"/>
                    <a:pt x="132"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0" name="Google Shape;630;p16"/>
          <p:cNvSpPr/>
          <p:nvPr/>
        </p:nvSpPr>
        <p:spPr>
          <a:xfrm rot="10800000">
            <a:off x="627759" y="4238613"/>
            <a:ext cx="1749416"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1" name="Google Shape;631;p16"/>
          <p:cNvGrpSpPr/>
          <p:nvPr/>
        </p:nvGrpSpPr>
        <p:grpSpPr>
          <a:xfrm flipH="1">
            <a:off x="-1144866" y="1872219"/>
            <a:ext cx="3177349" cy="3271275"/>
            <a:chOff x="5723467" y="1953462"/>
            <a:chExt cx="3791133" cy="3271275"/>
          </a:xfrm>
        </p:grpSpPr>
        <p:sp>
          <p:nvSpPr>
            <p:cNvPr id="632" name="Google Shape;632;p16"/>
            <p:cNvSpPr/>
            <p:nvPr/>
          </p:nvSpPr>
          <p:spPr>
            <a:xfrm flipH="1" rot="10800000">
              <a:off x="8907055" y="1956800"/>
              <a:ext cx="134046" cy="131934"/>
            </a:xfrm>
            <a:custGeom>
              <a:rect b="b" l="l" r="r" t="t"/>
              <a:pathLst>
                <a:path extrusionOk="0" h="1542" w="1764">
                  <a:moveTo>
                    <a:pt x="218" y="0"/>
                  </a:moveTo>
                  <a:lnTo>
                    <a:pt x="1" y="212"/>
                  </a:lnTo>
                  <a:lnTo>
                    <a:pt x="1278" y="1495"/>
                  </a:lnTo>
                  <a:cubicBezTo>
                    <a:pt x="1439" y="1513"/>
                    <a:pt x="1600" y="1528"/>
                    <a:pt x="1764" y="1542"/>
                  </a:cubicBez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6"/>
            <p:cNvSpPr/>
            <p:nvPr/>
          </p:nvSpPr>
          <p:spPr>
            <a:xfrm flipH="1" rot="10800000">
              <a:off x="9071189" y="1974509"/>
              <a:ext cx="275692" cy="299118"/>
            </a:xfrm>
            <a:custGeom>
              <a:rect b="b" l="l" r="r" t="t"/>
              <a:pathLst>
                <a:path extrusionOk="0" h="3496" w="3628">
                  <a:moveTo>
                    <a:pt x="217" y="1"/>
                  </a:moveTo>
                  <a:lnTo>
                    <a:pt x="0" y="213"/>
                  </a:lnTo>
                  <a:lnTo>
                    <a:pt x="3282" y="3496"/>
                  </a:lnTo>
                  <a:cubicBezTo>
                    <a:pt x="3395" y="3472"/>
                    <a:pt x="3514" y="3439"/>
                    <a:pt x="3627" y="3411"/>
                  </a:cubicBez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6"/>
            <p:cNvSpPr/>
            <p:nvPr/>
          </p:nvSpPr>
          <p:spPr>
            <a:xfrm flipH="1" rot="10800000">
              <a:off x="9235323" y="2129457"/>
              <a:ext cx="275996" cy="330689"/>
            </a:xfrm>
            <a:custGeom>
              <a:rect b="b" l="l" r="r" t="t"/>
              <a:pathLst>
                <a:path extrusionOk="0" h="3865" w="3632">
                  <a:moveTo>
                    <a:pt x="196" y="0"/>
                  </a:moveTo>
                  <a:lnTo>
                    <a:pt x="217" y="21"/>
                  </a:lnTo>
                  <a:lnTo>
                    <a:pt x="1" y="238"/>
                  </a:lnTo>
                  <a:lnTo>
                    <a:pt x="3627" y="3865"/>
                  </a:lnTo>
                  <a:cubicBezTo>
                    <a:pt x="3627" y="3723"/>
                    <a:pt x="3631" y="3577"/>
                    <a:pt x="3631" y="3436"/>
                  </a:cubicBezTo>
                  <a:lnTo>
                    <a:pt x="19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flipH="1" rot="10800000">
              <a:off x="8986311" y="1953462"/>
              <a:ext cx="219687" cy="227675"/>
            </a:xfrm>
            <a:custGeom>
              <a:rect b="b" l="l" r="r" t="t"/>
              <a:pathLst>
                <a:path extrusionOk="0" h="2661" w="2891">
                  <a:moveTo>
                    <a:pt x="0" y="175"/>
                  </a:moveTo>
                  <a:lnTo>
                    <a:pt x="37" y="212"/>
                  </a:lnTo>
                  <a:lnTo>
                    <a:pt x="37" y="212"/>
                  </a:lnTo>
                  <a:lnTo>
                    <a:pt x="0" y="175"/>
                  </a:lnTo>
                  <a:close/>
                  <a:moveTo>
                    <a:pt x="255" y="0"/>
                  </a:moveTo>
                  <a:lnTo>
                    <a:pt x="37" y="212"/>
                  </a:lnTo>
                  <a:lnTo>
                    <a:pt x="37" y="212"/>
                  </a:lnTo>
                  <a:lnTo>
                    <a:pt x="2485" y="2660"/>
                  </a:lnTo>
                  <a:cubicBezTo>
                    <a:pt x="2617" y="2654"/>
                    <a:pt x="2754" y="2645"/>
                    <a:pt x="2891" y="2636"/>
                  </a:cubicBezTo>
                  <a:lnTo>
                    <a:pt x="2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6"/>
            <p:cNvSpPr/>
            <p:nvPr/>
          </p:nvSpPr>
          <p:spPr>
            <a:xfrm flipH="1" rot="10800000">
              <a:off x="9150369" y="2016091"/>
              <a:ext cx="320450" cy="349940"/>
            </a:xfrm>
            <a:custGeom>
              <a:rect b="b" l="l" r="r" t="t"/>
              <a:pathLst>
                <a:path extrusionOk="0" h="4090" w="4217">
                  <a:moveTo>
                    <a:pt x="255" y="1"/>
                  </a:moveTo>
                  <a:lnTo>
                    <a:pt x="39" y="218"/>
                  </a:lnTo>
                  <a:lnTo>
                    <a:pt x="0" y="181"/>
                  </a:lnTo>
                  <a:lnTo>
                    <a:pt x="0" y="181"/>
                  </a:lnTo>
                  <a:lnTo>
                    <a:pt x="3910" y="4090"/>
                  </a:lnTo>
                  <a:cubicBezTo>
                    <a:pt x="4014" y="4047"/>
                    <a:pt x="4113" y="4005"/>
                    <a:pt x="4216" y="3962"/>
                  </a:cubicBezTo>
                  <a:lnTo>
                    <a:pt x="25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6"/>
            <p:cNvSpPr/>
            <p:nvPr/>
          </p:nvSpPr>
          <p:spPr>
            <a:xfrm flipH="1" rot="10800000">
              <a:off x="8904244" y="2070595"/>
              <a:ext cx="19377" cy="21476"/>
            </a:xfrm>
            <a:custGeom>
              <a:rect b="b" l="l" r="r" t="t"/>
              <a:pathLst>
                <a:path extrusionOk="0" h="251" w="255">
                  <a:moveTo>
                    <a:pt x="216" y="1"/>
                  </a:moveTo>
                  <a:lnTo>
                    <a:pt x="0" y="213"/>
                  </a:lnTo>
                  <a:lnTo>
                    <a:pt x="38" y="251"/>
                  </a:lnTo>
                  <a:lnTo>
                    <a:pt x="255" y="39"/>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flipH="1" rot="10800000">
              <a:off x="9068302" y="2255317"/>
              <a:ext cx="19453" cy="21476"/>
            </a:xfrm>
            <a:custGeom>
              <a:rect b="b" l="l" r="r" t="t"/>
              <a:pathLst>
                <a:path extrusionOk="0" h="251" w="256">
                  <a:moveTo>
                    <a:pt x="218" y="0"/>
                  </a:moveTo>
                  <a:lnTo>
                    <a:pt x="1" y="217"/>
                  </a:lnTo>
                  <a:lnTo>
                    <a:pt x="38" y="250"/>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6"/>
            <p:cNvSpPr/>
            <p:nvPr/>
          </p:nvSpPr>
          <p:spPr>
            <a:xfrm flipH="1" rot="10800000">
              <a:off x="9232436" y="2439698"/>
              <a:ext cx="2964" cy="3422"/>
            </a:xfrm>
            <a:custGeom>
              <a:rect b="b" l="l" r="r" t="t"/>
              <a:pathLst>
                <a:path extrusionOk="0" h="40" w="39">
                  <a:moveTo>
                    <a:pt x="0" y="1"/>
                  </a:moveTo>
                  <a:lnTo>
                    <a:pt x="39"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6"/>
            <p:cNvSpPr/>
            <p:nvPr/>
          </p:nvSpPr>
          <p:spPr>
            <a:xfrm flipH="1" rot="10800000">
              <a:off x="9232436" y="2439697"/>
              <a:ext cx="19377" cy="21903"/>
            </a:xfrm>
            <a:custGeom>
              <a:rect b="b" l="l" r="r" t="t"/>
              <a:pathLst>
                <a:path extrusionOk="0" h="256" w="255">
                  <a:moveTo>
                    <a:pt x="217" y="1"/>
                  </a:moveTo>
                  <a:lnTo>
                    <a:pt x="0" y="217"/>
                  </a:lnTo>
                  <a:lnTo>
                    <a:pt x="39" y="255"/>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6"/>
            <p:cNvSpPr/>
            <p:nvPr/>
          </p:nvSpPr>
          <p:spPr>
            <a:xfrm flipH="1" rot="10800000">
              <a:off x="9002800" y="2181052"/>
              <a:ext cx="2888" cy="3422"/>
            </a:xfrm>
            <a:custGeom>
              <a:rect b="b" l="l" r="r" t="t"/>
              <a:pathLst>
                <a:path extrusionOk="0" h="40" w="38">
                  <a:moveTo>
                    <a:pt x="38" y="39"/>
                  </a:move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6"/>
            <p:cNvSpPr/>
            <p:nvPr/>
          </p:nvSpPr>
          <p:spPr>
            <a:xfrm flipH="1" rot="10800000">
              <a:off x="8986235" y="2162913"/>
              <a:ext cx="19453" cy="21561"/>
            </a:xfrm>
            <a:custGeom>
              <a:rect b="b" l="l" r="r" t="t"/>
              <a:pathLst>
                <a:path extrusionOk="0" h="252" w="256">
                  <a:moveTo>
                    <a:pt x="218" y="1"/>
                  </a:moveTo>
                  <a:lnTo>
                    <a:pt x="1" y="214"/>
                  </a:lnTo>
                  <a:lnTo>
                    <a:pt x="38" y="251"/>
                  </a:lnTo>
                  <a:lnTo>
                    <a:pt x="256"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6"/>
            <p:cNvSpPr/>
            <p:nvPr/>
          </p:nvSpPr>
          <p:spPr>
            <a:xfrm flipH="1" rot="10800000">
              <a:off x="9166858" y="2365946"/>
              <a:ext cx="2964" cy="3251"/>
            </a:xfrm>
            <a:custGeom>
              <a:rect b="b" l="l" r="r" t="t"/>
              <a:pathLst>
                <a:path extrusionOk="0" h="38" w="39">
                  <a:moveTo>
                    <a:pt x="38" y="38"/>
                  </a:moveTo>
                  <a:lnTo>
                    <a:pt x="38" y="38"/>
                  </a:lnTo>
                  <a:lnTo>
                    <a:pt x="1" y="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6"/>
            <p:cNvSpPr/>
            <p:nvPr/>
          </p:nvSpPr>
          <p:spPr>
            <a:xfrm flipH="1" rot="10800000">
              <a:off x="9150369" y="2347293"/>
              <a:ext cx="19453" cy="21903"/>
            </a:xfrm>
            <a:custGeom>
              <a:rect b="b" l="l" r="r" t="t"/>
              <a:pathLst>
                <a:path extrusionOk="0" h="256" w="256">
                  <a:moveTo>
                    <a:pt x="218" y="0"/>
                  </a:moveTo>
                  <a:lnTo>
                    <a:pt x="0" y="218"/>
                  </a:lnTo>
                  <a:lnTo>
                    <a:pt x="39"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6"/>
            <p:cNvSpPr/>
            <p:nvPr/>
          </p:nvSpPr>
          <p:spPr>
            <a:xfrm flipH="1" rot="10800000">
              <a:off x="8742998" y="2864663"/>
              <a:ext cx="771602" cy="887257"/>
            </a:xfrm>
            <a:custGeom>
              <a:rect b="b" l="l" r="r" t="t"/>
              <a:pathLst>
                <a:path extrusionOk="0" h="10370" w="10154">
                  <a:moveTo>
                    <a:pt x="216" y="0"/>
                  </a:moveTo>
                  <a:lnTo>
                    <a:pt x="0" y="217"/>
                  </a:lnTo>
                  <a:lnTo>
                    <a:pt x="10153" y="10370"/>
                  </a:lnTo>
                  <a:cubicBezTo>
                    <a:pt x="10153" y="10224"/>
                    <a:pt x="10153" y="10082"/>
                    <a:pt x="10148" y="9936"/>
                  </a:cubicBez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flipH="1" rot="10800000">
              <a:off x="8907055" y="3236163"/>
              <a:ext cx="605716" cy="700651"/>
            </a:xfrm>
            <a:custGeom>
              <a:rect b="b" l="l" r="r" t="t"/>
              <a:pathLst>
                <a:path extrusionOk="0" h="8189" w="7971">
                  <a:moveTo>
                    <a:pt x="218" y="1"/>
                  </a:moveTo>
                  <a:lnTo>
                    <a:pt x="1" y="218"/>
                  </a:lnTo>
                  <a:lnTo>
                    <a:pt x="7971" y="8188"/>
                  </a:lnTo>
                  <a:lnTo>
                    <a:pt x="7971" y="7754"/>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6"/>
            <p:cNvSpPr/>
            <p:nvPr/>
          </p:nvSpPr>
          <p:spPr>
            <a:xfrm flipH="1" rot="10800000">
              <a:off x="9071189" y="3608604"/>
              <a:ext cx="439070" cy="512932"/>
            </a:xfrm>
            <a:custGeom>
              <a:rect b="b" l="l" r="r" t="t"/>
              <a:pathLst>
                <a:path extrusionOk="0" h="5995" w="5778">
                  <a:moveTo>
                    <a:pt x="217" y="0"/>
                  </a:moveTo>
                  <a:lnTo>
                    <a:pt x="0" y="218"/>
                  </a:lnTo>
                  <a:lnTo>
                    <a:pt x="5778" y="5994"/>
                  </a:lnTo>
                  <a:cubicBezTo>
                    <a:pt x="5772" y="5848"/>
                    <a:pt x="5772" y="5702"/>
                    <a:pt x="5772" y="5561"/>
                  </a:cubicBez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6"/>
            <p:cNvSpPr/>
            <p:nvPr/>
          </p:nvSpPr>
          <p:spPr>
            <a:xfrm flipH="1" rot="10800000">
              <a:off x="9235323" y="3981473"/>
              <a:ext cx="272044" cy="324871"/>
            </a:xfrm>
            <a:custGeom>
              <a:rect b="b" l="l" r="r" t="t"/>
              <a:pathLst>
                <a:path extrusionOk="0" h="3797" w="3580">
                  <a:moveTo>
                    <a:pt x="217" y="1"/>
                  </a:moveTo>
                  <a:lnTo>
                    <a:pt x="1" y="217"/>
                  </a:lnTo>
                  <a:lnTo>
                    <a:pt x="3579" y="3797"/>
                  </a:lnTo>
                  <a:cubicBezTo>
                    <a:pt x="3579" y="3655"/>
                    <a:pt x="3579" y="3509"/>
                    <a:pt x="3575" y="3363"/>
                  </a:cubicBez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6"/>
            <p:cNvSpPr/>
            <p:nvPr/>
          </p:nvSpPr>
          <p:spPr>
            <a:xfrm flipH="1" rot="10800000">
              <a:off x="8824988" y="3050156"/>
              <a:ext cx="688849" cy="796649"/>
            </a:xfrm>
            <a:custGeom>
              <a:rect b="b" l="l" r="r" t="t"/>
              <a:pathLst>
                <a:path extrusionOk="0" h="9311" w="9065">
                  <a:moveTo>
                    <a:pt x="189" y="0"/>
                  </a:moveTo>
                  <a:lnTo>
                    <a:pt x="218" y="30"/>
                  </a:lnTo>
                  <a:lnTo>
                    <a:pt x="1" y="246"/>
                  </a:lnTo>
                  <a:lnTo>
                    <a:pt x="9064" y="9310"/>
                  </a:lnTo>
                  <a:lnTo>
                    <a:pt x="9064" y="8876"/>
                  </a:lnTo>
                  <a:lnTo>
                    <a:pt x="18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flipH="1" rot="10800000">
              <a:off x="8989122" y="3422170"/>
              <a:ext cx="522507" cy="610214"/>
            </a:xfrm>
            <a:custGeom>
              <a:rect b="b" l="l" r="r" t="t"/>
              <a:pathLst>
                <a:path extrusionOk="0" h="7132" w="6876">
                  <a:moveTo>
                    <a:pt x="180" y="1"/>
                  </a:moveTo>
                  <a:lnTo>
                    <a:pt x="218" y="38"/>
                  </a:lnTo>
                  <a:lnTo>
                    <a:pt x="218" y="38"/>
                  </a:lnTo>
                  <a:lnTo>
                    <a:pt x="218" y="38"/>
                  </a:lnTo>
                  <a:lnTo>
                    <a:pt x="180" y="1"/>
                  </a:lnTo>
                  <a:close/>
                  <a:moveTo>
                    <a:pt x="218" y="38"/>
                  </a:moveTo>
                  <a:lnTo>
                    <a:pt x="0" y="255"/>
                  </a:lnTo>
                  <a:lnTo>
                    <a:pt x="6876" y="7131"/>
                  </a:lnTo>
                  <a:cubicBezTo>
                    <a:pt x="6871" y="6985"/>
                    <a:pt x="6871" y="6839"/>
                    <a:pt x="6871" y="6698"/>
                  </a:cubicBezTo>
                  <a:lnTo>
                    <a:pt x="21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6"/>
            <p:cNvSpPr/>
            <p:nvPr/>
          </p:nvSpPr>
          <p:spPr>
            <a:xfrm flipH="1" rot="10800000">
              <a:off x="9150369" y="3795038"/>
              <a:ext cx="358445" cy="418902"/>
            </a:xfrm>
            <a:custGeom>
              <a:rect b="b" l="l" r="r" t="t"/>
              <a:pathLst>
                <a:path extrusionOk="0" h="4896" w="4717">
                  <a:moveTo>
                    <a:pt x="255" y="1"/>
                  </a:moveTo>
                  <a:lnTo>
                    <a:pt x="39" y="218"/>
                  </a:lnTo>
                  <a:lnTo>
                    <a:pt x="0" y="179"/>
                  </a:lnTo>
                  <a:lnTo>
                    <a:pt x="4717" y="4896"/>
                  </a:lnTo>
                  <a:cubicBezTo>
                    <a:pt x="4712" y="4750"/>
                    <a:pt x="4712" y="4604"/>
                    <a:pt x="4712" y="4462"/>
                  </a:cubicBezTo>
                  <a:lnTo>
                    <a:pt x="25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6"/>
            <p:cNvSpPr/>
            <p:nvPr/>
          </p:nvSpPr>
          <p:spPr>
            <a:xfrm flipH="1" rot="10800000">
              <a:off x="8756523" y="3751835"/>
              <a:ext cx="2964" cy="3422"/>
            </a:xfrm>
            <a:custGeom>
              <a:rect b="b" l="l" r="r" t="t"/>
              <a:pathLst>
                <a:path extrusionOk="0" h="40" w="39">
                  <a:moveTo>
                    <a:pt x="38" y="39"/>
                  </a:moveTo>
                  <a:lnTo>
                    <a:pt x="38" y="39"/>
                  </a:lnTo>
                  <a:lnTo>
                    <a:pt x="1" y="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flipH="1" rot="10800000">
              <a:off x="8740034" y="3733354"/>
              <a:ext cx="19453" cy="21903"/>
            </a:xfrm>
            <a:custGeom>
              <a:rect b="b" l="l" r="r" t="t"/>
              <a:pathLst>
                <a:path extrusionOk="0" h="256" w="256">
                  <a:moveTo>
                    <a:pt x="218" y="1"/>
                  </a:moveTo>
                  <a:lnTo>
                    <a:pt x="1" y="218"/>
                  </a:lnTo>
                  <a:lnTo>
                    <a:pt x="39" y="256"/>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flipH="1" rot="10800000">
              <a:off x="8904244" y="3918076"/>
              <a:ext cx="2888" cy="3337"/>
            </a:xfrm>
            <a:custGeom>
              <a:rect b="b" l="l" r="r" t="t"/>
              <a:pathLst>
                <a:path extrusionOk="0" h="39" w="38">
                  <a:moveTo>
                    <a:pt x="0" y="1"/>
                  </a:move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flipH="1" rot="10800000">
              <a:off x="8904244" y="3918076"/>
              <a:ext cx="19377" cy="21903"/>
            </a:xfrm>
            <a:custGeom>
              <a:rect b="b" l="l" r="r" t="t"/>
              <a:pathLst>
                <a:path extrusionOk="0" h="256" w="255">
                  <a:moveTo>
                    <a:pt x="216" y="0"/>
                  </a:moveTo>
                  <a:lnTo>
                    <a:pt x="0" y="218"/>
                  </a:lnTo>
                  <a:lnTo>
                    <a:pt x="38" y="255"/>
                  </a:lnTo>
                  <a:lnTo>
                    <a:pt x="255" y="38"/>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flipH="1" rot="10800000">
              <a:off x="9068302" y="4102884"/>
              <a:ext cx="19453" cy="21903"/>
            </a:xfrm>
            <a:custGeom>
              <a:rect b="b" l="l" r="r" t="t"/>
              <a:pathLst>
                <a:path extrusionOk="0" h="256" w="256">
                  <a:moveTo>
                    <a:pt x="218" y="1"/>
                  </a:moveTo>
                  <a:lnTo>
                    <a:pt x="1" y="217"/>
                  </a:lnTo>
                  <a:lnTo>
                    <a:pt x="38" y="256"/>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flipH="1" rot="10800000">
              <a:off x="9248925" y="4306259"/>
              <a:ext cx="2888" cy="3337"/>
            </a:xfrm>
            <a:custGeom>
              <a:rect b="b" l="l" r="r" t="t"/>
              <a:pathLst>
                <a:path extrusionOk="0" h="39" w="38">
                  <a:moveTo>
                    <a:pt x="38" y="39"/>
                  </a:moveTo>
                  <a:lnTo>
                    <a:pt x="38" y="39"/>
                  </a:lnTo>
                  <a:lnTo>
                    <a:pt x="0" y="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flipH="1" rot="10800000">
              <a:off x="9232436" y="4287778"/>
              <a:ext cx="19377" cy="21818"/>
            </a:xfrm>
            <a:custGeom>
              <a:rect b="b" l="l" r="r" t="t"/>
              <a:pathLst>
                <a:path extrusionOk="0" h="255" w="255">
                  <a:moveTo>
                    <a:pt x="217" y="0"/>
                  </a:moveTo>
                  <a:lnTo>
                    <a:pt x="0" y="218"/>
                  </a:lnTo>
                  <a:lnTo>
                    <a:pt x="39" y="255"/>
                  </a:lnTo>
                  <a:lnTo>
                    <a:pt x="255" y="3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6"/>
            <p:cNvSpPr/>
            <p:nvPr/>
          </p:nvSpPr>
          <p:spPr>
            <a:xfrm flipH="1" rot="10800000">
              <a:off x="8822177" y="3825758"/>
              <a:ext cx="2888" cy="3251"/>
            </a:xfrm>
            <a:custGeom>
              <a:rect b="b" l="l" r="r" t="t"/>
              <a:pathLst>
                <a:path extrusionOk="0" h="38" w="38">
                  <a:moveTo>
                    <a:pt x="0" y="0"/>
                  </a:move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6"/>
            <p:cNvSpPr/>
            <p:nvPr/>
          </p:nvSpPr>
          <p:spPr>
            <a:xfrm flipH="1" rot="10800000">
              <a:off x="8822177" y="3825758"/>
              <a:ext cx="19453" cy="21818"/>
            </a:xfrm>
            <a:custGeom>
              <a:rect b="b" l="l" r="r" t="t"/>
              <a:pathLst>
                <a:path extrusionOk="0" h="255" w="256">
                  <a:moveTo>
                    <a:pt x="217" y="0"/>
                  </a:moveTo>
                  <a:lnTo>
                    <a:pt x="0" y="217"/>
                  </a:lnTo>
                  <a:lnTo>
                    <a:pt x="38" y="255"/>
                  </a:lnTo>
                  <a:lnTo>
                    <a:pt x="255" y="3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flipH="1" rot="10800000">
              <a:off x="8986235" y="4010480"/>
              <a:ext cx="19453" cy="21903"/>
            </a:xfrm>
            <a:custGeom>
              <a:rect b="b" l="l" r="r" t="t"/>
              <a:pathLst>
                <a:path extrusionOk="0" h="256" w="256">
                  <a:moveTo>
                    <a:pt x="218" y="1"/>
                  </a:moveTo>
                  <a:lnTo>
                    <a:pt x="1" y="218"/>
                  </a:lnTo>
                  <a:lnTo>
                    <a:pt x="38" y="255"/>
                  </a:lnTo>
                  <a:lnTo>
                    <a:pt x="256"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flipH="1" rot="10800000">
              <a:off x="9166858" y="4213855"/>
              <a:ext cx="2964" cy="3251"/>
            </a:xfrm>
            <a:custGeom>
              <a:rect b="b" l="l" r="r" t="t"/>
              <a:pathLst>
                <a:path extrusionOk="0" h="38" w="39">
                  <a:moveTo>
                    <a:pt x="38" y="38"/>
                  </a:moveTo>
                  <a:lnTo>
                    <a:pt x="38" y="38"/>
                  </a:lnTo>
                  <a:lnTo>
                    <a:pt x="1" y="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flipH="1" rot="10800000">
              <a:off x="9150369" y="4195288"/>
              <a:ext cx="19453" cy="21818"/>
            </a:xfrm>
            <a:custGeom>
              <a:rect b="b" l="l" r="r" t="t"/>
              <a:pathLst>
                <a:path extrusionOk="0" h="255" w="256">
                  <a:moveTo>
                    <a:pt x="218" y="0"/>
                  </a:moveTo>
                  <a:lnTo>
                    <a:pt x="0" y="216"/>
                  </a:lnTo>
                  <a:lnTo>
                    <a:pt x="39"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flipH="1" rot="10800000">
              <a:off x="9081904" y="2276707"/>
              <a:ext cx="2964" cy="3337"/>
            </a:xfrm>
            <a:custGeom>
              <a:rect b="b" l="l" r="r" t="t"/>
              <a:pathLst>
                <a:path extrusionOk="0" h="39" w="39">
                  <a:moveTo>
                    <a:pt x="0" y="1"/>
                  </a:moveTo>
                  <a:lnTo>
                    <a:pt x="39" y="38"/>
                  </a:lnTo>
                  <a:lnTo>
                    <a:pt x="39"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
            <p:cNvSpPr/>
            <p:nvPr/>
          </p:nvSpPr>
          <p:spPr>
            <a:xfrm flipH="1" rot="10800000">
              <a:off x="9246113" y="2461515"/>
              <a:ext cx="2888" cy="3337"/>
            </a:xfrm>
            <a:custGeom>
              <a:rect b="b" l="l" r="r" t="t"/>
              <a:pathLst>
                <a:path extrusionOk="0" h="39" w="38">
                  <a:moveTo>
                    <a:pt x="0" y="0"/>
                  </a:moveTo>
                  <a:lnTo>
                    <a:pt x="37" y="39"/>
                  </a:lnTo>
                  <a:lnTo>
                    <a:pt x="37"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flipH="1" rot="10800000">
              <a:off x="8983423" y="2166165"/>
              <a:ext cx="2888" cy="2909"/>
            </a:xfrm>
            <a:custGeom>
              <a:rect b="b" l="l" r="r" t="t"/>
              <a:pathLst>
                <a:path extrusionOk="0" h="34" w="38">
                  <a:moveTo>
                    <a:pt x="1" y="1"/>
                  </a:moveTo>
                  <a:lnTo>
                    <a:pt x="38" y="34"/>
                  </a:lnTo>
                  <a:lnTo>
                    <a:pt x="38" y="3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flipH="1" rot="10800000">
              <a:off x="9147557" y="2350545"/>
              <a:ext cx="2888" cy="3337"/>
            </a:xfrm>
            <a:custGeom>
              <a:rect b="b" l="l" r="r" t="t"/>
              <a:pathLst>
                <a:path extrusionOk="0" h="39" w="38">
                  <a:moveTo>
                    <a:pt x="37" y="39"/>
                  </a:moveTo>
                  <a:lnTo>
                    <a:pt x="37" y="39"/>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6"/>
            <p:cNvSpPr/>
            <p:nvPr/>
          </p:nvSpPr>
          <p:spPr>
            <a:xfrm flipH="1" rot="10800000">
              <a:off x="8086386" y="2076918"/>
              <a:ext cx="831483" cy="935855"/>
            </a:xfrm>
            <a:custGeom>
              <a:rect b="b" l="l" r="r" t="t"/>
              <a:pathLst>
                <a:path extrusionOk="0" h="10938" w="10942">
                  <a:moveTo>
                    <a:pt x="218" y="0"/>
                  </a:moveTo>
                  <a:lnTo>
                    <a:pt x="1" y="218"/>
                  </a:lnTo>
                  <a:lnTo>
                    <a:pt x="10725" y="10937"/>
                  </a:lnTo>
                  <a:lnTo>
                    <a:pt x="10942" y="10724"/>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6"/>
            <p:cNvSpPr/>
            <p:nvPr/>
          </p:nvSpPr>
          <p:spPr>
            <a:xfrm flipH="1" rot="10800000">
              <a:off x="8901280" y="2073761"/>
              <a:ext cx="19453" cy="21476"/>
            </a:xfrm>
            <a:custGeom>
              <a:rect b="b" l="l" r="r" t="t"/>
              <a:pathLst>
                <a:path extrusionOk="0" h="251" w="256">
                  <a:moveTo>
                    <a:pt x="218" y="0"/>
                  </a:moveTo>
                  <a:lnTo>
                    <a:pt x="1" y="213"/>
                  </a:lnTo>
                  <a:lnTo>
                    <a:pt x="39" y="250"/>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6"/>
            <p:cNvSpPr/>
            <p:nvPr/>
          </p:nvSpPr>
          <p:spPr>
            <a:xfrm flipH="1" rot="10800000">
              <a:off x="8250596" y="2261470"/>
              <a:ext cx="831407" cy="936112"/>
            </a:xfrm>
            <a:custGeom>
              <a:rect b="b" l="l" r="r" t="t"/>
              <a:pathLst>
                <a:path extrusionOk="0" h="10941" w="10941">
                  <a:moveTo>
                    <a:pt x="217" y="1"/>
                  </a:moveTo>
                  <a:lnTo>
                    <a:pt x="0" y="217"/>
                  </a:lnTo>
                  <a:lnTo>
                    <a:pt x="10724" y="10941"/>
                  </a:lnTo>
                  <a:lnTo>
                    <a:pt x="10940" y="10725"/>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6"/>
            <p:cNvSpPr/>
            <p:nvPr/>
          </p:nvSpPr>
          <p:spPr>
            <a:xfrm flipH="1" rot="10800000">
              <a:off x="9065490" y="2258141"/>
              <a:ext cx="19377" cy="21903"/>
            </a:xfrm>
            <a:custGeom>
              <a:rect b="b" l="l" r="r" t="t"/>
              <a:pathLst>
                <a:path extrusionOk="0" h="256" w="255">
                  <a:moveTo>
                    <a:pt x="216" y="1"/>
                  </a:moveTo>
                  <a:lnTo>
                    <a:pt x="0" y="217"/>
                  </a:lnTo>
                  <a:lnTo>
                    <a:pt x="38" y="255"/>
                  </a:lnTo>
                  <a:lnTo>
                    <a:pt x="255" y="38"/>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6"/>
            <p:cNvSpPr/>
            <p:nvPr/>
          </p:nvSpPr>
          <p:spPr>
            <a:xfrm flipH="1" rot="10800000">
              <a:off x="8414654" y="2443026"/>
              <a:ext cx="831559" cy="939363"/>
            </a:xfrm>
            <a:custGeom>
              <a:rect b="b" l="l" r="r" t="t"/>
              <a:pathLst>
                <a:path extrusionOk="0" h="10979" w="10943">
                  <a:moveTo>
                    <a:pt x="218" y="0"/>
                  </a:moveTo>
                  <a:lnTo>
                    <a:pt x="1" y="218"/>
                  </a:lnTo>
                  <a:lnTo>
                    <a:pt x="10762" y="10979"/>
                  </a:lnTo>
                  <a:lnTo>
                    <a:pt x="10725" y="10941"/>
                  </a:lnTo>
                  <a:lnTo>
                    <a:pt x="10942" y="10724"/>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6"/>
            <p:cNvSpPr/>
            <p:nvPr/>
          </p:nvSpPr>
          <p:spPr>
            <a:xfrm flipH="1" rot="10800000">
              <a:off x="9229548" y="2443034"/>
              <a:ext cx="19453" cy="21818"/>
            </a:xfrm>
            <a:custGeom>
              <a:rect b="b" l="l" r="r" t="t"/>
              <a:pathLst>
                <a:path extrusionOk="0" h="255" w="256">
                  <a:moveTo>
                    <a:pt x="218" y="0"/>
                  </a:moveTo>
                  <a:lnTo>
                    <a:pt x="1" y="217"/>
                  </a:lnTo>
                  <a:lnTo>
                    <a:pt x="38" y="255"/>
                  </a:lnTo>
                  <a:lnTo>
                    <a:pt x="255" y="3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6"/>
            <p:cNvSpPr/>
            <p:nvPr/>
          </p:nvSpPr>
          <p:spPr>
            <a:xfrm flipH="1" rot="10800000">
              <a:off x="8578788" y="2630915"/>
              <a:ext cx="831483" cy="936283"/>
            </a:xfrm>
            <a:custGeom>
              <a:rect b="b" l="l" r="r" t="t"/>
              <a:pathLst>
                <a:path extrusionOk="0" h="10943" w="10942">
                  <a:moveTo>
                    <a:pt x="218" y="1"/>
                  </a:moveTo>
                  <a:lnTo>
                    <a:pt x="0" y="218"/>
                  </a:lnTo>
                  <a:lnTo>
                    <a:pt x="10724" y="10942"/>
                  </a:lnTo>
                  <a:lnTo>
                    <a:pt x="10942" y="10725"/>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6"/>
            <p:cNvSpPr/>
            <p:nvPr/>
          </p:nvSpPr>
          <p:spPr>
            <a:xfrm flipH="1" rot="10800000">
              <a:off x="8144897" y="2003595"/>
              <a:ext cx="690293" cy="777569"/>
            </a:xfrm>
            <a:custGeom>
              <a:rect b="b" l="l" r="r" t="t"/>
              <a:pathLst>
                <a:path extrusionOk="0" h="9088" w="9084">
                  <a:moveTo>
                    <a:pt x="1" y="1"/>
                  </a:moveTo>
                  <a:lnTo>
                    <a:pt x="1" y="1"/>
                  </a:lnTo>
                  <a:cubicBezTo>
                    <a:pt x="208" y="358"/>
                    <a:pt x="419" y="713"/>
                    <a:pt x="632" y="1066"/>
                  </a:cubicBezTo>
                  <a:lnTo>
                    <a:pt x="8418" y="8853"/>
                  </a:lnTo>
                  <a:cubicBezTo>
                    <a:pt x="8635" y="8937"/>
                    <a:pt x="8857" y="9012"/>
                    <a:pt x="9083" y="9088"/>
                  </a:cubicBez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6"/>
            <p:cNvSpPr/>
            <p:nvPr/>
          </p:nvSpPr>
          <p:spPr>
            <a:xfrm flipH="1" rot="10800000">
              <a:off x="8168529" y="2168980"/>
              <a:ext cx="834370" cy="936198"/>
            </a:xfrm>
            <a:custGeom>
              <a:rect b="b" l="l" r="r" t="t"/>
              <a:pathLst>
                <a:path extrusionOk="0" h="10942" w="10980">
                  <a:moveTo>
                    <a:pt x="217" y="1"/>
                  </a:moveTo>
                  <a:lnTo>
                    <a:pt x="1" y="218"/>
                  </a:lnTo>
                  <a:lnTo>
                    <a:pt x="10725" y="10942"/>
                  </a:lnTo>
                  <a:lnTo>
                    <a:pt x="10941" y="10725"/>
                  </a:lnTo>
                  <a:lnTo>
                    <a:pt x="10979" y="10762"/>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6"/>
            <p:cNvSpPr/>
            <p:nvPr/>
          </p:nvSpPr>
          <p:spPr>
            <a:xfrm flipH="1" rot="10800000">
              <a:off x="8983423" y="2166165"/>
              <a:ext cx="19453" cy="21476"/>
            </a:xfrm>
            <a:custGeom>
              <a:rect b="b" l="l" r="r" t="t"/>
              <a:pathLst>
                <a:path extrusionOk="0" h="251" w="256">
                  <a:moveTo>
                    <a:pt x="217" y="1"/>
                  </a:moveTo>
                  <a:lnTo>
                    <a:pt x="1" y="218"/>
                  </a:lnTo>
                  <a:lnTo>
                    <a:pt x="38" y="251"/>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6"/>
            <p:cNvSpPr/>
            <p:nvPr/>
          </p:nvSpPr>
          <p:spPr>
            <a:xfrm flipH="1" rot="10800000">
              <a:off x="8332663" y="2353788"/>
              <a:ext cx="831483" cy="939449"/>
            </a:xfrm>
            <a:custGeom>
              <a:rect b="b" l="l" r="r" t="t"/>
              <a:pathLst>
                <a:path extrusionOk="0" h="10980" w="10942">
                  <a:moveTo>
                    <a:pt x="179" y="1"/>
                  </a:moveTo>
                  <a:lnTo>
                    <a:pt x="218" y="39"/>
                  </a:lnTo>
                  <a:lnTo>
                    <a:pt x="218" y="39"/>
                  </a:lnTo>
                  <a:lnTo>
                    <a:pt x="218" y="39"/>
                  </a:lnTo>
                  <a:lnTo>
                    <a:pt x="179" y="1"/>
                  </a:lnTo>
                  <a:close/>
                  <a:moveTo>
                    <a:pt x="218" y="39"/>
                  </a:moveTo>
                  <a:lnTo>
                    <a:pt x="0" y="255"/>
                  </a:lnTo>
                  <a:lnTo>
                    <a:pt x="10724" y="10979"/>
                  </a:lnTo>
                  <a:lnTo>
                    <a:pt x="10941" y="10763"/>
                  </a:lnTo>
                  <a:lnTo>
                    <a:pt x="218"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6"/>
            <p:cNvSpPr/>
            <p:nvPr/>
          </p:nvSpPr>
          <p:spPr>
            <a:xfrm flipH="1" rot="10800000">
              <a:off x="9147557" y="2350545"/>
              <a:ext cx="19377" cy="21818"/>
            </a:xfrm>
            <a:custGeom>
              <a:rect b="b" l="l" r="r" t="t"/>
              <a:pathLst>
                <a:path extrusionOk="0" h="255" w="255">
                  <a:moveTo>
                    <a:pt x="217" y="0"/>
                  </a:moveTo>
                  <a:lnTo>
                    <a:pt x="0" y="216"/>
                  </a:lnTo>
                  <a:lnTo>
                    <a:pt x="37" y="255"/>
                  </a:lnTo>
                  <a:lnTo>
                    <a:pt x="255" y="37"/>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6"/>
            <p:cNvSpPr/>
            <p:nvPr/>
          </p:nvSpPr>
          <p:spPr>
            <a:xfrm flipH="1" rot="10800000">
              <a:off x="8496721" y="2538596"/>
              <a:ext cx="834370" cy="936198"/>
            </a:xfrm>
            <a:custGeom>
              <a:rect b="b" l="l" r="r" t="t"/>
              <a:pathLst>
                <a:path extrusionOk="0" h="10942" w="10980">
                  <a:moveTo>
                    <a:pt x="10942" y="10724"/>
                  </a:moveTo>
                  <a:lnTo>
                    <a:pt x="10941" y="10725"/>
                  </a:lnTo>
                  <a:lnTo>
                    <a:pt x="10941" y="10725"/>
                  </a:lnTo>
                  <a:lnTo>
                    <a:pt x="10979" y="10763"/>
                  </a:lnTo>
                  <a:lnTo>
                    <a:pt x="10979" y="10763"/>
                  </a:lnTo>
                  <a:lnTo>
                    <a:pt x="10942" y="10724"/>
                  </a:lnTo>
                  <a:close/>
                  <a:moveTo>
                    <a:pt x="218" y="1"/>
                  </a:moveTo>
                  <a:lnTo>
                    <a:pt x="1" y="218"/>
                  </a:lnTo>
                  <a:lnTo>
                    <a:pt x="10725" y="10942"/>
                  </a:lnTo>
                  <a:lnTo>
                    <a:pt x="10941" y="10725"/>
                  </a:lnTo>
                  <a:lnTo>
                    <a:pt x="10941" y="10725"/>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6"/>
            <p:cNvSpPr/>
            <p:nvPr/>
          </p:nvSpPr>
          <p:spPr>
            <a:xfrm flipH="1" rot="10800000">
              <a:off x="8657967" y="2720153"/>
              <a:ext cx="834370" cy="939363"/>
            </a:xfrm>
            <a:custGeom>
              <a:rect b="b" l="l" r="r" t="t"/>
              <a:pathLst>
                <a:path extrusionOk="0" h="10979" w="10980">
                  <a:moveTo>
                    <a:pt x="1" y="179"/>
                  </a:moveTo>
                  <a:lnTo>
                    <a:pt x="39" y="217"/>
                  </a:lnTo>
                  <a:lnTo>
                    <a:pt x="39" y="217"/>
                  </a:lnTo>
                  <a:lnTo>
                    <a:pt x="1" y="179"/>
                  </a:lnTo>
                  <a:close/>
                  <a:moveTo>
                    <a:pt x="255" y="0"/>
                  </a:moveTo>
                  <a:lnTo>
                    <a:pt x="39" y="217"/>
                  </a:lnTo>
                  <a:lnTo>
                    <a:pt x="39" y="217"/>
                  </a:lnTo>
                  <a:lnTo>
                    <a:pt x="10800" y="10979"/>
                  </a:lnTo>
                  <a:lnTo>
                    <a:pt x="10763" y="10941"/>
                  </a:lnTo>
                  <a:lnTo>
                    <a:pt x="10979" y="10724"/>
                  </a:lnTo>
                  <a:lnTo>
                    <a:pt x="2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6"/>
            <p:cNvSpPr/>
            <p:nvPr/>
          </p:nvSpPr>
          <p:spPr>
            <a:xfrm flipH="1" rot="10800000">
              <a:off x="8083575" y="2994122"/>
              <a:ext cx="19453" cy="21818"/>
            </a:xfrm>
            <a:custGeom>
              <a:rect b="b" l="l" r="r" t="t"/>
              <a:pathLst>
                <a:path extrusionOk="0" h="255" w="256">
                  <a:moveTo>
                    <a:pt x="218" y="0"/>
                  </a:moveTo>
                  <a:lnTo>
                    <a:pt x="1" y="216"/>
                  </a:lnTo>
                  <a:lnTo>
                    <a:pt x="38" y="255"/>
                  </a:lnTo>
                  <a:lnTo>
                    <a:pt x="255" y="37"/>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6"/>
            <p:cNvSpPr/>
            <p:nvPr/>
          </p:nvSpPr>
          <p:spPr>
            <a:xfrm flipH="1" rot="10800000">
              <a:off x="8264198" y="3197496"/>
              <a:ext cx="2888" cy="3337"/>
            </a:xfrm>
            <a:custGeom>
              <a:rect b="b" l="l" r="r" t="t"/>
              <a:pathLst>
                <a:path extrusionOk="0" h="39" w="38">
                  <a:moveTo>
                    <a:pt x="38" y="39"/>
                  </a:moveTo>
                  <a:lnTo>
                    <a:pt x="38" y="39"/>
                  </a:lnTo>
                  <a:lnTo>
                    <a:pt x="0" y="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6"/>
            <p:cNvSpPr/>
            <p:nvPr/>
          </p:nvSpPr>
          <p:spPr>
            <a:xfrm flipH="1" rot="10800000">
              <a:off x="8247708" y="3178930"/>
              <a:ext cx="19377" cy="21903"/>
            </a:xfrm>
            <a:custGeom>
              <a:rect b="b" l="l" r="r" t="t"/>
              <a:pathLst>
                <a:path extrusionOk="0" h="256" w="255">
                  <a:moveTo>
                    <a:pt x="217" y="0"/>
                  </a:moveTo>
                  <a:lnTo>
                    <a:pt x="0" y="218"/>
                  </a:lnTo>
                  <a:lnTo>
                    <a:pt x="38" y="255"/>
                  </a:lnTo>
                  <a:lnTo>
                    <a:pt x="255" y="3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6"/>
            <p:cNvSpPr/>
            <p:nvPr/>
          </p:nvSpPr>
          <p:spPr>
            <a:xfrm flipH="1" rot="10800000">
              <a:off x="8411842" y="3363738"/>
              <a:ext cx="2888" cy="3251"/>
            </a:xfrm>
            <a:custGeom>
              <a:rect b="b" l="l" r="r" t="t"/>
              <a:pathLst>
                <a:path extrusionOk="0" h="38" w="38">
                  <a:moveTo>
                    <a:pt x="1" y="0"/>
                  </a:move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6"/>
            <p:cNvSpPr/>
            <p:nvPr/>
          </p:nvSpPr>
          <p:spPr>
            <a:xfrm flipH="1" rot="10800000">
              <a:off x="8411842" y="3363738"/>
              <a:ext cx="19453" cy="21818"/>
            </a:xfrm>
            <a:custGeom>
              <a:rect b="b" l="l" r="r" t="t"/>
              <a:pathLst>
                <a:path extrusionOk="0" h="255" w="256">
                  <a:moveTo>
                    <a:pt x="217" y="0"/>
                  </a:moveTo>
                  <a:lnTo>
                    <a:pt x="1" y="217"/>
                  </a:lnTo>
                  <a:lnTo>
                    <a:pt x="38" y="255"/>
                  </a:lnTo>
                  <a:lnTo>
                    <a:pt x="255" y="37"/>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6"/>
            <p:cNvSpPr/>
            <p:nvPr/>
          </p:nvSpPr>
          <p:spPr>
            <a:xfrm flipH="1" rot="10800000">
              <a:off x="8575976" y="3548460"/>
              <a:ext cx="19377" cy="21903"/>
            </a:xfrm>
            <a:custGeom>
              <a:rect b="b" l="l" r="r" t="t"/>
              <a:pathLst>
                <a:path extrusionOk="0" h="256" w="255">
                  <a:moveTo>
                    <a:pt x="217" y="1"/>
                  </a:moveTo>
                  <a:lnTo>
                    <a:pt x="0" y="217"/>
                  </a:lnTo>
                  <a:lnTo>
                    <a:pt x="37" y="255"/>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6"/>
            <p:cNvSpPr/>
            <p:nvPr/>
          </p:nvSpPr>
          <p:spPr>
            <a:xfrm flipH="1" rot="10800000">
              <a:off x="8182131" y="3105092"/>
              <a:ext cx="2888" cy="3251"/>
            </a:xfrm>
            <a:custGeom>
              <a:rect b="b" l="l" r="r" t="t"/>
              <a:pathLst>
                <a:path extrusionOk="0" h="38" w="38">
                  <a:moveTo>
                    <a:pt x="38" y="38"/>
                  </a:moveTo>
                  <a:lnTo>
                    <a:pt x="38" y="38"/>
                  </a:lnTo>
                  <a:lnTo>
                    <a:pt x="1" y="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6"/>
            <p:cNvSpPr/>
            <p:nvPr/>
          </p:nvSpPr>
          <p:spPr>
            <a:xfrm flipH="1" rot="10800000">
              <a:off x="8165642" y="3086526"/>
              <a:ext cx="19377" cy="21818"/>
            </a:xfrm>
            <a:custGeom>
              <a:rect b="b" l="l" r="r" t="t"/>
              <a:pathLst>
                <a:path extrusionOk="0" h="255" w="255">
                  <a:moveTo>
                    <a:pt x="218" y="0"/>
                  </a:moveTo>
                  <a:lnTo>
                    <a:pt x="0" y="217"/>
                  </a:lnTo>
                  <a:lnTo>
                    <a:pt x="39"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6"/>
            <p:cNvSpPr/>
            <p:nvPr/>
          </p:nvSpPr>
          <p:spPr>
            <a:xfrm flipH="1" rot="10800000">
              <a:off x="8329775" y="3271334"/>
              <a:ext cx="2964" cy="3251"/>
            </a:xfrm>
            <a:custGeom>
              <a:rect b="b" l="l" r="r" t="t"/>
              <a:pathLst>
                <a:path extrusionOk="0" h="38" w="39">
                  <a:moveTo>
                    <a:pt x="1" y="0"/>
                  </a:moveTo>
                  <a:lnTo>
                    <a:pt x="38" y="37"/>
                  </a:lnTo>
                  <a:lnTo>
                    <a:pt x="38" y="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6"/>
            <p:cNvSpPr/>
            <p:nvPr/>
          </p:nvSpPr>
          <p:spPr>
            <a:xfrm flipH="1" rot="10800000">
              <a:off x="8329775" y="3271334"/>
              <a:ext cx="19453" cy="21903"/>
            </a:xfrm>
            <a:custGeom>
              <a:rect b="b" l="l" r="r" t="t"/>
              <a:pathLst>
                <a:path extrusionOk="0" h="256" w="256">
                  <a:moveTo>
                    <a:pt x="217" y="1"/>
                  </a:moveTo>
                  <a:lnTo>
                    <a:pt x="1" y="218"/>
                  </a:lnTo>
                  <a:lnTo>
                    <a:pt x="38" y="255"/>
                  </a:lnTo>
                  <a:lnTo>
                    <a:pt x="256"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6"/>
            <p:cNvSpPr/>
            <p:nvPr/>
          </p:nvSpPr>
          <p:spPr>
            <a:xfrm flipH="1" rot="10800000">
              <a:off x="8493909" y="3456142"/>
              <a:ext cx="19377" cy="21818"/>
            </a:xfrm>
            <a:custGeom>
              <a:rect b="b" l="l" r="r" t="t"/>
              <a:pathLst>
                <a:path extrusionOk="0" h="255" w="255">
                  <a:moveTo>
                    <a:pt x="218" y="0"/>
                  </a:moveTo>
                  <a:lnTo>
                    <a:pt x="0" y="218"/>
                  </a:lnTo>
                  <a:lnTo>
                    <a:pt x="38"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6"/>
            <p:cNvSpPr/>
            <p:nvPr/>
          </p:nvSpPr>
          <p:spPr>
            <a:xfrm flipH="1" rot="10800000">
              <a:off x="8674532" y="3659431"/>
              <a:ext cx="2888" cy="3337"/>
            </a:xfrm>
            <a:custGeom>
              <a:rect b="b" l="l" r="r" t="t"/>
              <a:pathLst>
                <a:path extrusionOk="0" h="39" w="38">
                  <a:moveTo>
                    <a:pt x="37" y="38"/>
                  </a:moveTo>
                  <a:lnTo>
                    <a:pt x="37" y="38"/>
                  </a:lnTo>
                  <a:lnTo>
                    <a:pt x="0"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6"/>
            <p:cNvSpPr/>
            <p:nvPr/>
          </p:nvSpPr>
          <p:spPr>
            <a:xfrm flipH="1" rot="10800000">
              <a:off x="8657967" y="3640864"/>
              <a:ext cx="19453" cy="21903"/>
            </a:xfrm>
            <a:custGeom>
              <a:rect b="b" l="l" r="r" t="t"/>
              <a:pathLst>
                <a:path extrusionOk="0" h="256" w="256">
                  <a:moveTo>
                    <a:pt x="218" y="1"/>
                  </a:moveTo>
                  <a:lnTo>
                    <a:pt x="1" y="217"/>
                  </a:lnTo>
                  <a:lnTo>
                    <a:pt x="39" y="255"/>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6"/>
            <p:cNvSpPr/>
            <p:nvPr/>
          </p:nvSpPr>
          <p:spPr>
            <a:xfrm flipH="1" rot="10800000">
              <a:off x="9059335" y="4722244"/>
              <a:ext cx="446669" cy="502494"/>
            </a:xfrm>
            <a:custGeom>
              <a:rect b="b" l="l" r="r" t="t"/>
              <a:pathLst>
                <a:path extrusionOk="0" h="5873" w="5878">
                  <a:moveTo>
                    <a:pt x="1" y="1"/>
                  </a:moveTo>
                  <a:lnTo>
                    <a:pt x="5872" y="5873"/>
                  </a:lnTo>
                  <a:cubicBezTo>
                    <a:pt x="5872" y="5727"/>
                    <a:pt x="5872" y="5585"/>
                    <a:pt x="5877" y="5444"/>
                  </a:cubicBez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6"/>
            <p:cNvSpPr/>
            <p:nvPr/>
          </p:nvSpPr>
          <p:spPr>
            <a:xfrm flipH="1" rot="10800000">
              <a:off x="9223469" y="4905855"/>
              <a:ext cx="283519" cy="318882"/>
            </a:xfrm>
            <a:custGeom>
              <a:rect b="b" l="l" r="r" t="t"/>
              <a:pathLst>
                <a:path extrusionOk="0" h="3727" w="3731">
                  <a:moveTo>
                    <a:pt x="0" y="1"/>
                  </a:moveTo>
                  <a:lnTo>
                    <a:pt x="3726" y="3727"/>
                  </a:lnTo>
                  <a:cubicBezTo>
                    <a:pt x="3726" y="3581"/>
                    <a:pt x="3726" y="3439"/>
                    <a:pt x="3731" y="3298"/>
                  </a:cubicBezTo>
                  <a:lnTo>
                    <a:pt x="4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6"/>
            <p:cNvSpPr/>
            <p:nvPr/>
          </p:nvSpPr>
          <p:spPr>
            <a:xfrm flipH="1" rot="10800000">
              <a:off x="8835779" y="3847490"/>
              <a:ext cx="2888" cy="3337"/>
            </a:xfrm>
            <a:custGeom>
              <a:rect b="b" l="l" r="r" t="t"/>
              <a:pathLst>
                <a:path extrusionOk="0" h="39" w="38">
                  <a:moveTo>
                    <a:pt x="38" y="38"/>
                  </a:moveTo>
                  <a:lnTo>
                    <a:pt x="38" y="3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6"/>
            <p:cNvSpPr/>
            <p:nvPr/>
          </p:nvSpPr>
          <p:spPr>
            <a:xfrm flipH="1" rot="10800000">
              <a:off x="8999837" y="4032298"/>
              <a:ext cx="3040" cy="3251"/>
            </a:xfrm>
            <a:custGeom>
              <a:rect b="b" l="l" r="r" t="t"/>
              <a:pathLst>
                <a:path extrusionOk="0" h="38" w="40">
                  <a:moveTo>
                    <a:pt x="1" y="0"/>
                  </a:moveTo>
                  <a:lnTo>
                    <a:pt x="39" y="38"/>
                  </a:lnTo>
                  <a:lnTo>
                    <a:pt x="39"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6"/>
            <p:cNvSpPr/>
            <p:nvPr/>
          </p:nvSpPr>
          <p:spPr>
            <a:xfrm flipH="1" rot="10800000">
              <a:off x="9147557" y="4198540"/>
              <a:ext cx="2888" cy="3251"/>
            </a:xfrm>
            <a:custGeom>
              <a:rect b="b" l="l" r="r" t="t"/>
              <a:pathLst>
                <a:path extrusionOk="0" h="38" w="38">
                  <a:moveTo>
                    <a:pt x="37" y="37"/>
                  </a:moveTo>
                  <a:lnTo>
                    <a:pt x="37" y="3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6"/>
            <p:cNvSpPr/>
            <p:nvPr/>
          </p:nvSpPr>
          <p:spPr>
            <a:xfrm flipH="1" rot="10800000">
              <a:off x="7935930" y="4675875"/>
              <a:ext cx="2964" cy="2909"/>
            </a:xfrm>
            <a:custGeom>
              <a:rect b="b" l="l" r="r" t="t"/>
              <a:pathLst>
                <a:path extrusionOk="0" h="34" w="39">
                  <a:moveTo>
                    <a:pt x="39" y="34"/>
                  </a:moveTo>
                  <a:lnTo>
                    <a:pt x="0"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6"/>
            <p:cNvSpPr/>
            <p:nvPr/>
          </p:nvSpPr>
          <p:spPr>
            <a:xfrm flipH="1" rot="10800000">
              <a:off x="8753712" y="3755171"/>
              <a:ext cx="2888" cy="3251"/>
            </a:xfrm>
            <a:custGeom>
              <a:rect b="b" l="l" r="r" t="t"/>
              <a:pathLst>
                <a:path extrusionOk="0" h="38" w="38">
                  <a:moveTo>
                    <a:pt x="38" y="38"/>
                  </a:moveTo>
                  <a:lnTo>
                    <a:pt x="38" y="38"/>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6"/>
            <p:cNvSpPr/>
            <p:nvPr/>
          </p:nvSpPr>
          <p:spPr>
            <a:xfrm flipH="1" rot="10800000">
              <a:off x="7922328" y="3739763"/>
              <a:ext cx="831483" cy="936198"/>
            </a:xfrm>
            <a:custGeom>
              <a:rect b="b" l="l" r="r" t="t"/>
              <a:pathLst>
                <a:path extrusionOk="0" h="10942" w="10942">
                  <a:moveTo>
                    <a:pt x="218" y="1"/>
                  </a:moveTo>
                  <a:lnTo>
                    <a:pt x="0" y="218"/>
                  </a:lnTo>
                  <a:lnTo>
                    <a:pt x="10724" y="10942"/>
                  </a:lnTo>
                  <a:lnTo>
                    <a:pt x="10942" y="10725"/>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6"/>
            <p:cNvSpPr/>
            <p:nvPr/>
          </p:nvSpPr>
          <p:spPr>
            <a:xfrm flipH="1" rot="10800000">
              <a:off x="8737222" y="3736519"/>
              <a:ext cx="19377" cy="21903"/>
            </a:xfrm>
            <a:custGeom>
              <a:rect b="b" l="l" r="r" t="t"/>
              <a:pathLst>
                <a:path extrusionOk="0" h="256" w="255">
                  <a:moveTo>
                    <a:pt x="218" y="1"/>
                  </a:moveTo>
                  <a:lnTo>
                    <a:pt x="0" y="218"/>
                  </a:lnTo>
                  <a:lnTo>
                    <a:pt x="38" y="255"/>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6"/>
            <p:cNvSpPr/>
            <p:nvPr/>
          </p:nvSpPr>
          <p:spPr>
            <a:xfrm flipH="1" rot="10800000">
              <a:off x="8083575" y="4842116"/>
              <a:ext cx="2888" cy="3251"/>
            </a:xfrm>
            <a:custGeom>
              <a:rect b="b" l="l" r="r" t="t"/>
              <a:pathLst>
                <a:path extrusionOk="0" h="38" w="38">
                  <a:moveTo>
                    <a:pt x="1" y="0"/>
                  </a:moveTo>
                  <a:lnTo>
                    <a:pt x="1" y="0"/>
                  </a:lnTo>
                  <a:lnTo>
                    <a:pt x="38" y="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6"/>
            <p:cNvSpPr/>
            <p:nvPr/>
          </p:nvSpPr>
          <p:spPr>
            <a:xfrm flipH="1" rot="10800000">
              <a:off x="8086386" y="3924571"/>
              <a:ext cx="831483" cy="935770"/>
            </a:xfrm>
            <a:custGeom>
              <a:rect b="b" l="l" r="r" t="t"/>
              <a:pathLst>
                <a:path extrusionOk="0" h="10937" w="10942">
                  <a:moveTo>
                    <a:pt x="218" y="1"/>
                  </a:moveTo>
                  <a:lnTo>
                    <a:pt x="1" y="212"/>
                  </a:lnTo>
                  <a:lnTo>
                    <a:pt x="10725" y="10936"/>
                  </a:lnTo>
                  <a:lnTo>
                    <a:pt x="10942" y="10720"/>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6"/>
            <p:cNvSpPr/>
            <p:nvPr/>
          </p:nvSpPr>
          <p:spPr>
            <a:xfrm flipH="1" rot="10800000">
              <a:off x="8901280" y="3921328"/>
              <a:ext cx="3040" cy="3337"/>
            </a:xfrm>
            <a:custGeom>
              <a:rect b="b" l="l" r="r" t="t"/>
              <a:pathLst>
                <a:path extrusionOk="0" h="39" w="40">
                  <a:moveTo>
                    <a:pt x="1" y="0"/>
                  </a:moveTo>
                  <a:lnTo>
                    <a:pt x="39"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6"/>
            <p:cNvSpPr/>
            <p:nvPr/>
          </p:nvSpPr>
          <p:spPr>
            <a:xfrm flipH="1" rot="10800000">
              <a:off x="8901280" y="3921327"/>
              <a:ext cx="19453" cy="21818"/>
            </a:xfrm>
            <a:custGeom>
              <a:rect b="b" l="l" r="r" t="t"/>
              <a:pathLst>
                <a:path extrusionOk="0" h="255" w="256">
                  <a:moveTo>
                    <a:pt x="218" y="0"/>
                  </a:moveTo>
                  <a:lnTo>
                    <a:pt x="1" y="216"/>
                  </a:lnTo>
                  <a:lnTo>
                    <a:pt x="39" y="255"/>
                  </a:lnTo>
                  <a:lnTo>
                    <a:pt x="255" y="37"/>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6"/>
            <p:cNvSpPr/>
            <p:nvPr/>
          </p:nvSpPr>
          <p:spPr>
            <a:xfrm flipH="1" rot="10800000">
              <a:off x="8250596" y="4109379"/>
              <a:ext cx="831407" cy="935684"/>
            </a:xfrm>
            <a:custGeom>
              <a:rect b="b" l="l" r="r" t="t"/>
              <a:pathLst>
                <a:path extrusionOk="0" h="10936" w="10941">
                  <a:moveTo>
                    <a:pt x="217" y="0"/>
                  </a:moveTo>
                  <a:lnTo>
                    <a:pt x="0" y="212"/>
                  </a:lnTo>
                  <a:lnTo>
                    <a:pt x="10724" y="10936"/>
                  </a:lnTo>
                  <a:lnTo>
                    <a:pt x="10940" y="1071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6"/>
            <p:cNvSpPr/>
            <p:nvPr/>
          </p:nvSpPr>
          <p:spPr>
            <a:xfrm flipH="1" rot="10800000">
              <a:off x="9065490" y="4106135"/>
              <a:ext cx="19377" cy="21903"/>
            </a:xfrm>
            <a:custGeom>
              <a:rect b="b" l="l" r="r" t="t"/>
              <a:pathLst>
                <a:path extrusionOk="0" h="256" w="255">
                  <a:moveTo>
                    <a:pt x="216" y="0"/>
                  </a:moveTo>
                  <a:lnTo>
                    <a:pt x="0" y="218"/>
                  </a:lnTo>
                  <a:lnTo>
                    <a:pt x="38" y="255"/>
                  </a:lnTo>
                  <a:lnTo>
                    <a:pt x="255" y="39"/>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6"/>
            <p:cNvSpPr/>
            <p:nvPr/>
          </p:nvSpPr>
          <p:spPr>
            <a:xfrm flipH="1" rot="10800000">
              <a:off x="9246113" y="4309510"/>
              <a:ext cx="2888" cy="3337"/>
            </a:xfrm>
            <a:custGeom>
              <a:rect b="b" l="l" r="r" t="t"/>
              <a:pathLst>
                <a:path extrusionOk="0" h="39" w="38">
                  <a:moveTo>
                    <a:pt x="37" y="38"/>
                  </a:move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6"/>
            <p:cNvSpPr/>
            <p:nvPr/>
          </p:nvSpPr>
          <p:spPr>
            <a:xfrm flipH="1" rot="10800000">
              <a:off x="8414654" y="4294101"/>
              <a:ext cx="831559" cy="930636"/>
            </a:xfrm>
            <a:custGeom>
              <a:rect b="b" l="l" r="r" t="t"/>
              <a:pathLst>
                <a:path extrusionOk="0" h="10877" w="10943">
                  <a:moveTo>
                    <a:pt x="157" y="1"/>
                  </a:moveTo>
                  <a:lnTo>
                    <a:pt x="1" y="152"/>
                  </a:lnTo>
                  <a:lnTo>
                    <a:pt x="10725" y="10876"/>
                  </a:lnTo>
                  <a:lnTo>
                    <a:pt x="10942" y="10659"/>
                  </a:lnTo>
                  <a:lnTo>
                    <a:pt x="2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6"/>
            <p:cNvSpPr/>
            <p:nvPr/>
          </p:nvSpPr>
          <p:spPr>
            <a:xfrm flipH="1" rot="10800000">
              <a:off x="9229548" y="4290943"/>
              <a:ext cx="19453" cy="21903"/>
            </a:xfrm>
            <a:custGeom>
              <a:rect b="b" l="l" r="r" t="t"/>
              <a:pathLst>
                <a:path extrusionOk="0" h="256" w="256">
                  <a:moveTo>
                    <a:pt x="218" y="1"/>
                  </a:moveTo>
                  <a:lnTo>
                    <a:pt x="1" y="218"/>
                  </a:lnTo>
                  <a:lnTo>
                    <a:pt x="38" y="256"/>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6"/>
            <p:cNvSpPr/>
            <p:nvPr/>
          </p:nvSpPr>
          <p:spPr>
            <a:xfrm flipH="1" rot="10800000">
              <a:off x="8731067" y="4478997"/>
              <a:ext cx="679199" cy="745741"/>
            </a:xfrm>
            <a:custGeom>
              <a:rect b="b" l="l" r="r" t="t"/>
              <a:pathLst>
                <a:path extrusionOk="0" h="8716" w="8938">
                  <a:moveTo>
                    <a:pt x="1" y="1"/>
                  </a:moveTo>
                  <a:lnTo>
                    <a:pt x="8720" y="8716"/>
                  </a:lnTo>
                  <a:lnTo>
                    <a:pt x="8938" y="8504"/>
                  </a:lnTo>
                  <a:lnTo>
                    <a:pt x="4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6"/>
            <p:cNvSpPr/>
            <p:nvPr/>
          </p:nvSpPr>
          <p:spPr>
            <a:xfrm flipH="1" rot="10800000">
              <a:off x="8001508" y="3828916"/>
              <a:ext cx="834370" cy="939021"/>
            </a:xfrm>
            <a:custGeom>
              <a:rect b="b" l="l" r="r" t="t"/>
              <a:pathLst>
                <a:path extrusionOk="0" h="10975" w="10980">
                  <a:moveTo>
                    <a:pt x="1" y="175"/>
                  </a:moveTo>
                  <a:lnTo>
                    <a:pt x="38" y="213"/>
                  </a:lnTo>
                  <a:lnTo>
                    <a:pt x="39" y="213"/>
                  </a:lnTo>
                  <a:lnTo>
                    <a:pt x="39" y="213"/>
                  </a:lnTo>
                  <a:lnTo>
                    <a:pt x="1" y="175"/>
                  </a:lnTo>
                  <a:close/>
                  <a:moveTo>
                    <a:pt x="255" y="1"/>
                  </a:moveTo>
                  <a:lnTo>
                    <a:pt x="39" y="213"/>
                  </a:lnTo>
                  <a:lnTo>
                    <a:pt x="39" y="213"/>
                  </a:lnTo>
                  <a:lnTo>
                    <a:pt x="10763" y="10937"/>
                  </a:lnTo>
                  <a:lnTo>
                    <a:pt x="10763" y="10937"/>
                  </a:lnTo>
                  <a:lnTo>
                    <a:pt x="10979" y="10720"/>
                  </a:lnTo>
                  <a:lnTo>
                    <a:pt x="255" y="1"/>
                  </a:lnTo>
                  <a:close/>
                  <a:moveTo>
                    <a:pt x="10763" y="10937"/>
                  </a:moveTo>
                  <a:lnTo>
                    <a:pt x="10762" y="10937"/>
                  </a:lnTo>
                  <a:lnTo>
                    <a:pt x="10800" y="10974"/>
                  </a:lnTo>
                  <a:lnTo>
                    <a:pt x="10763" y="109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6"/>
            <p:cNvSpPr/>
            <p:nvPr/>
          </p:nvSpPr>
          <p:spPr>
            <a:xfrm flipH="1" rot="10800000">
              <a:off x="8819213" y="3828923"/>
              <a:ext cx="19453" cy="21903"/>
            </a:xfrm>
            <a:custGeom>
              <a:rect b="b" l="l" r="r" t="t"/>
              <a:pathLst>
                <a:path extrusionOk="0" h="256" w="256">
                  <a:moveTo>
                    <a:pt x="218" y="1"/>
                  </a:moveTo>
                  <a:lnTo>
                    <a:pt x="1" y="218"/>
                  </a:lnTo>
                  <a:lnTo>
                    <a:pt x="39" y="255"/>
                  </a:lnTo>
                  <a:lnTo>
                    <a:pt x="256"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6"/>
            <p:cNvSpPr/>
            <p:nvPr/>
          </p:nvSpPr>
          <p:spPr>
            <a:xfrm flipH="1" rot="10800000">
              <a:off x="8168529" y="4016975"/>
              <a:ext cx="831407" cy="935684"/>
            </a:xfrm>
            <a:custGeom>
              <a:rect b="b" l="l" r="r" t="t"/>
              <a:pathLst>
                <a:path extrusionOk="0" h="10936" w="10941">
                  <a:moveTo>
                    <a:pt x="217" y="0"/>
                  </a:moveTo>
                  <a:lnTo>
                    <a:pt x="1" y="212"/>
                  </a:lnTo>
                  <a:lnTo>
                    <a:pt x="10725" y="10936"/>
                  </a:lnTo>
                  <a:lnTo>
                    <a:pt x="10941" y="1071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6"/>
            <p:cNvSpPr/>
            <p:nvPr/>
          </p:nvSpPr>
          <p:spPr>
            <a:xfrm flipH="1" rot="10800000">
              <a:off x="8983423" y="4013731"/>
              <a:ext cx="19453" cy="21818"/>
            </a:xfrm>
            <a:custGeom>
              <a:rect b="b" l="l" r="r" t="t"/>
              <a:pathLst>
                <a:path extrusionOk="0" h="255" w="256">
                  <a:moveTo>
                    <a:pt x="217" y="0"/>
                  </a:moveTo>
                  <a:lnTo>
                    <a:pt x="1" y="217"/>
                  </a:lnTo>
                  <a:lnTo>
                    <a:pt x="38" y="255"/>
                  </a:lnTo>
                  <a:lnTo>
                    <a:pt x="255" y="3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6"/>
            <p:cNvSpPr/>
            <p:nvPr/>
          </p:nvSpPr>
          <p:spPr>
            <a:xfrm flipH="1" rot="10800000">
              <a:off x="8332663" y="4201697"/>
              <a:ext cx="834294" cy="939021"/>
            </a:xfrm>
            <a:custGeom>
              <a:rect b="b" l="l" r="r" t="t"/>
              <a:pathLst>
                <a:path extrusionOk="0" h="10975" w="10979">
                  <a:moveTo>
                    <a:pt x="179" y="0"/>
                  </a:moveTo>
                  <a:lnTo>
                    <a:pt x="217" y="38"/>
                  </a:lnTo>
                  <a:lnTo>
                    <a:pt x="217" y="38"/>
                  </a:lnTo>
                  <a:lnTo>
                    <a:pt x="218" y="37"/>
                  </a:lnTo>
                  <a:lnTo>
                    <a:pt x="179" y="0"/>
                  </a:lnTo>
                  <a:close/>
                  <a:moveTo>
                    <a:pt x="10941" y="10757"/>
                  </a:moveTo>
                  <a:lnTo>
                    <a:pt x="10941" y="10757"/>
                  </a:lnTo>
                  <a:lnTo>
                    <a:pt x="10941" y="10757"/>
                  </a:lnTo>
                  <a:lnTo>
                    <a:pt x="10979" y="10795"/>
                  </a:lnTo>
                  <a:lnTo>
                    <a:pt x="10941" y="10757"/>
                  </a:lnTo>
                  <a:close/>
                  <a:moveTo>
                    <a:pt x="217" y="38"/>
                  </a:moveTo>
                  <a:lnTo>
                    <a:pt x="0" y="250"/>
                  </a:lnTo>
                  <a:lnTo>
                    <a:pt x="10724" y="10974"/>
                  </a:lnTo>
                  <a:lnTo>
                    <a:pt x="10941" y="10757"/>
                  </a:lnTo>
                  <a:lnTo>
                    <a:pt x="10941" y="10757"/>
                  </a:lnTo>
                  <a:lnTo>
                    <a:pt x="217"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6"/>
            <p:cNvSpPr/>
            <p:nvPr/>
          </p:nvSpPr>
          <p:spPr>
            <a:xfrm flipH="1" rot="10800000">
              <a:off x="9147557" y="4198539"/>
              <a:ext cx="19377" cy="21903"/>
            </a:xfrm>
            <a:custGeom>
              <a:rect b="b" l="l" r="r" t="t"/>
              <a:pathLst>
                <a:path extrusionOk="0" h="256" w="255">
                  <a:moveTo>
                    <a:pt x="217" y="1"/>
                  </a:moveTo>
                  <a:lnTo>
                    <a:pt x="0" y="218"/>
                  </a:lnTo>
                  <a:lnTo>
                    <a:pt x="37" y="255"/>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6"/>
            <p:cNvSpPr/>
            <p:nvPr/>
          </p:nvSpPr>
          <p:spPr>
            <a:xfrm flipH="1" rot="10800000">
              <a:off x="8567010" y="4386506"/>
              <a:ext cx="761192" cy="838231"/>
            </a:xfrm>
            <a:custGeom>
              <a:rect b="b" l="l" r="r" t="t"/>
              <a:pathLst>
                <a:path extrusionOk="0" h="9797" w="10017">
                  <a:moveTo>
                    <a:pt x="0" y="1"/>
                  </a:moveTo>
                  <a:lnTo>
                    <a:pt x="9800" y="9797"/>
                  </a:lnTo>
                  <a:lnTo>
                    <a:pt x="10017" y="9579"/>
                  </a:ln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6"/>
            <p:cNvSpPr/>
            <p:nvPr/>
          </p:nvSpPr>
          <p:spPr>
            <a:xfrm flipH="1" rot="10800000">
              <a:off x="8895277" y="4571401"/>
              <a:ext cx="597053" cy="653336"/>
            </a:xfrm>
            <a:custGeom>
              <a:rect b="b" l="l" r="r" t="t"/>
              <a:pathLst>
                <a:path extrusionOk="0" h="7636" w="7857">
                  <a:moveTo>
                    <a:pt x="0" y="1"/>
                  </a:moveTo>
                  <a:lnTo>
                    <a:pt x="7640" y="7636"/>
                  </a:lnTo>
                  <a:lnTo>
                    <a:pt x="7856" y="7424"/>
                  </a:ln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6"/>
            <p:cNvSpPr/>
            <p:nvPr/>
          </p:nvSpPr>
          <p:spPr>
            <a:xfrm flipH="1" rot="10800000">
              <a:off x="7919517" y="4657223"/>
              <a:ext cx="19377" cy="21561"/>
            </a:xfrm>
            <a:custGeom>
              <a:rect b="b" l="l" r="r" t="t"/>
              <a:pathLst>
                <a:path extrusionOk="0" h="252" w="255">
                  <a:moveTo>
                    <a:pt x="216" y="1"/>
                  </a:moveTo>
                  <a:lnTo>
                    <a:pt x="0" y="213"/>
                  </a:lnTo>
                  <a:lnTo>
                    <a:pt x="37" y="251"/>
                  </a:lnTo>
                  <a:lnTo>
                    <a:pt x="255" y="34"/>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6"/>
            <p:cNvSpPr/>
            <p:nvPr/>
          </p:nvSpPr>
          <p:spPr>
            <a:xfrm flipH="1" rot="10800000">
              <a:off x="8083575" y="4842116"/>
              <a:ext cx="19453" cy="21390"/>
            </a:xfrm>
            <a:custGeom>
              <a:rect b="b" l="l" r="r" t="t"/>
              <a:pathLst>
                <a:path extrusionOk="0" h="250" w="256">
                  <a:moveTo>
                    <a:pt x="218" y="0"/>
                  </a:moveTo>
                  <a:lnTo>
                    <a:pt x="1" y="212"/>
                  </a:lnTo>
                  <a:lnTo>
                    <a:pt x="38" y="249"/>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6"/>
            <p:cNvSpPr/>
            <p:nvPr/>
          </p:nvSpPr>
          <p:spPr>
            <a:xfrm flipH="1" rot="10800000">
              <a:off x="8018073" y="4767851"/>
              <a:ext cx="2888" cy="3251"/>
            </a:xfrm>
            <a:custGeom>
              <a:rect b="b" l="l" r="r" t="t"/>
              <a:pathLst>
                <a:path extrusionOk="0" h="38" w="38">
                  <a:moveTo>
                    <a:pt x="0" y="0"/>
                  </a:moveTo>
                  <a:lnTo>
                    <a:pt x="0" y="0"/>
                  </a:lnTo>
                  <a:lnTo>
                    <a:pt x="37"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6"/>
            <p:cNvSpPr/>
            <p:nvPr/>
          </p:nvSpPr>
          <p:spPr>
            <a:xfrm flipH="1" rot="10800000">
              <a:off x="8001508" y="4749627"/>
              <a:ext cx="19453" cy="21476"/>
            </a:xfrm>
            <a:custGeom>
              <a:rect b="b" l="l" r="r" t="t"/>
              <a:pathLst>
                <a:path extrusionOk="0" h="251" w="256">
                  <a:moveTo>
                    <a:pt x="218" y="0"/>
                  </a:moveTo>
                  <a:lnTo>
                    <a:pt x="1" y="212"/>
                  </a:lnTo>
                  <a:lnTo>
                    <a:pt x="38" y="250"/>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6"/>
            <p:cNvSpPr/>
            <p:nvPr/>
          </p:nvSpPr>
          <p:spPr>
            <a:xfrm flipH="1" rot="10800000">
              <a:off x="8182131" y="4952573"/>
              <a:ext cx="2888" cy="3422"/>
            </a:xfrm>
            <a:custGeom>
              <a:rect b="b" l="l" r="r" t="t"/>
              <a:pathLst>
                <a:path extrusionOk="0" h="40" w="38">
                  <a:moveTo>
                    <a:pt x="38" y="39"/>
                  </a:moveTo>
                  <a:lnTo>
                    <a:pt x="38" y="39"/>
                  </a:lnTo>
                  <a:lnTo>
                    <a:pt x="1" y="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6"/>
            <p:cNvSpPr/>
            <p:nvPr/>
          </p:nvSpPr>
          <p:spPr>
            <a:xfrm flipH="1" rot="10800000">
              <a:off x="8165642" y="4934520"/>
              <a:ext cx="19377" cy="21476"/>
            </a:xfrm>
            <a:custGeom>
              <a:rect b="b" l="l" r="r" t="t"/>
              <a:pathLst>
                <a:path extrusionOk="0" h="251" w="255">
                  <a:moveTo>
                    <a:pt x="218" y="1"/>
                  </a:moveTo>
                  <a:lnTo>
                    <a:pt x="0" y="213"/>
                  </a:lnTo>
                  <a:lnTo>
                    <a:pt x="39" y="251"/>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6"/>
            <p:cNvSpPr/>
            <p:nvPr/>
          </p:nvSpPr>
          <p:spPr>
            <a:xfrm flipH="1" rot="10800000">
              <a:off x="8343377" y="3293151"/>
              <a:ext cx="2964" cy="3251"/>
            </a:xfrm>
            <a:custGeom>
              <a:rect b="b" l="l" r="r" t="t"/>
              <a:pathLst>
                <a:path extrusionOk="0" h="38" w="39">
                  <a:moveTo>
                    <a:pt x="38" y="38"/>
                  </a:moveTo>
                  <a:lnTo>
                    <a:pt x="38" y="38"/>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6"/>
            <p:cNvSpPr/>
            <p:nvPr/>
          </p:nvSpPr>
          <p:spPr>
            <a:xfrm flipH="1" rot="10800000">
              <a:off x="8655156" y="3644201"/>
              <a:ext cx="2888" cy="3251"/>
            </a:xfrm>
            <a:custGeom>
              <a:rect b="b" l="l" r="r" t="t"/>
              <a:pathLst>
                <a:path extrusionOk="0" h="38" w="38">
                  <a:moveTo>
                    <a:pt x="38" y="38"/>
                  </a:moveTo>
                  <a:lnTo>
                    <a:pt x="38" y="3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6"/>
            <p:cNvSpPr/>
            <p:nvPr/>
          </p:nvSpPr>
          <p:spPr>
            <a:xfrm flipH="1" rot="10800000">
              <a:off x="7099152" y="3523903"/>
              <a:ext cx="221587" cy="228017"/>
            </a:xfrm>
            <a:custGeom>
              <a:rect b="b" l="l" r="r" t="t"/>
              <a:pathLst>
                <a:path extrusionOk="0" h="2665" w="2916">
                  <a:moveTo>
                    <a:pt x="251" y="0"/>
                  </a:moveTo>
                  <a:lnTo>
                    <a:pt x="39" y="217"/>
                  </a:lnTo>
                  <a:lnTo>
                    <a:pt x="1" y="179"/>
                  </a:lnTo>
                  <a:lnTo>
                    <a:pt x="2349" y="2528"/>
                  </a:lnTo>
                  <a:cubicBezTo>
                    <a:pt x="2538" y="2571"/>
                    <a:pt x="2727" y="2617"/>
                    <a:pt x="2915" y="2665"/>
                  </a:cubicBezTo>
                  <a:lnTo>
                    <a:pt x="2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6"/>
            <p:cNvSpPr/>
            <p:nvPr/>
          </p:nvSpPr>
          <p:spPr>
            <a:xfrm flipH="1" rot="10800000">
              <a:off x="7266173" y="3000616"/>
              <a:ext cx="831103" cy="936198"/>
            </a:xfrm>
            <a:custGeom>
              <a:rect b="b" l="l" r="r" t="t"/>
              <a:pathLst>
                <a:path extrusionOk="0" h="10942" w="10937">
                  <a:moveTo>
                    <a:pt x="213" y="1"/>
                  </a:moveTo>
                  <a:lnTo>
                    <a:pt x="1" y="218"/>
                  </a:lnTo>
                  <a:lnTo>
                    <a:pt x="10720" y="10942"/>
                  </a:lnTo>
                  <a:lnTo>
                    <a:pt x="10936" y="10725"/>
                  </a:lnTo>
                  <a:lnTo>
                    <a:pt x="21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6"/>
            <p:cNvSpPr/>
            <p:nvPr/>
          </p:nvSpPr>
          <p:spPr>
            <a:xfrm flipH="1" rot="10800000">
              <a:off x="8080763" y="2997373"/>
              <a:ext cx="19377" cy="21903"/>
            </a:xfrm>
            <a:custGeom>
              <a:rect b="b" l="l" r="r" t="t"/>
              <a:pathLst>
                <a:path extrusionOk="0" h="256" w="255">
                  <a:moveTo>
                    <a:pt x="216" y="1"/>
                  </a:moveTo>
                  <a:lnTo>
                    <a:pt x="0" y="218"/>
                  </a:lnTo>
                  <a:lnTo>
                    <a:pt x="38" y="255"/>
                  </a:lnTo>
                  <a:lnTo>
                    <a:pt x="255" y="39"/>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6"/>
            <p:cNvSpPr/>
            <p:nvPr/>
          </p:nvSpPr>
          <p:spPr>
            <a:xfrm flipH="1" rot="10800000">
              <a:off x="7429927" y="3185339"/>
              <a:ext cx="831483" cy="936198"/>
            </a:xfrm>
            <a:custGeom>
              <a:rect b="b" l="l" r="r" t="t"/>
              <a:pathLst>
                <a:path extrusionOk="0" h="10942" w="10942">
                  <a:moveTo>
                    <a:pt x="218" y="0"/>
                  </a:moveTo>
                  <a:lnTo>
                    <a:pt x="1" y="218"/>
                  </a:lnTo>
                  <a:lnTo>
                    <a:pt x="10725" y="10941"/>
                  </a:lnTo>
                  <a:lnTo>
                    <a:pt x="10942" y="10724"/>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6"/>
            <p:cNvSpPr/>
            <p:nvPr/>
          </p:nvSpPr>
          <p:spPr>
            <a:xfrm flipH="1" rot="10800000">
              <a:off x="8261310" y="3200747"/>
              <a:ext cx="2964" cy="3251"/>
            </a:xfrm>
            <a:custGeom>
              <a:rect b="b" l="l" r="r" t="t"/>
              <a:pathLst>
                <a:path extrusionOk="0" h="38" w="39">
                  <a:moveTo>
                    <a:pt x="38" y="37"/>
                  </a:moveTo>
                  <a:lnTo>
                    <a:pt x="38" y="37"/>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6"/>
            <p:cNvSpPr/>
            <p:nvPr/>
          </p:nvSpPr>
          <p:spPr>
            <a:xfrm flipH="1" rot="10800000">
              <a:off x="8244821" y="3182181"/>
              <a:ext cx="19453" cy="21818"/>
            </a:xfrm>
            <a:custGeom>
              <a:rect b="b" l="l" r="r" t="t"/>
              <a:pathLst>
                <a:path extrusionOk="0" h="255" w="256">
                  <a:moveTo>
                    <a:pt x="218" y="0"/>
                  </a:moveTo>
                  <a:lnTo>
                    <a:pt x="1" y="217"/>
                  </a:lnTo>
                  <a:lnTo>
                    <a:pt x="38" y="255"/>
                  </a:lnTo>
                  <a:lnTo>
                    <a:pt x="255" y="37"/>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6"/>
            <p:cNvSpPr/>
            <p:nvPr/>
          </p:nvSpPr>
          <p:spPr>
            <a:xfrm flipH="1" rot="10800000">
              <a:off x="8408955" y="3366903"/>
              <a:ext cx="2964" cy="3422"/>
            </a:xfrm>
            <a:custGeom>
              <a:rect b="b" l="l" r="r" t="t"/>
              <a:pathLst>
                <a:path extrusionOk="0" h="40" w="39">
                  <a:moveTo>
                    <a:pt x="0" y="1"/>
                  </a:moveTo>
                  <a:lnTo>
                    <a:pt x="39"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6"/>
            <p:cNvSpPr/>
            <p:nvPr/>
          </p:nvSpPr>
          <p:spPr>
            <a:xfrm flipH="1" rot="10800000">
              <a:off x="7591173" y="4287778"/>
              <a:ext cx="2964" cy="3251"/>
            </a:xfrm>
            <a:custGeom>
              <a:rect b="b" l="l" r="r" t="t"/>
              <a:pathLst>
                <a:path extrusionOk="0" h="38" w="39">
                  <a:moveTo>
                    <a:pt x="1" y="1"/>
                  </a:moveTo>
                  <a:lnTo>
                    <a:pt x="1" y="1"/>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6"/>
            <p:cNvSpPr/>
            <p:nvPr/>
          </p:nvSpPr>
          <p:spPr>
            <a:xfrm flipH="1" rot="10800000">
              <a:off x="7594061" y="3370232"/>
              <a:ext cx="831483" cy="936112"/>
            </a:xfrm>
            <a:custGeom>
              <a:rect b="b" l="l" r="r" t="t"/>
              <a:pathLst>
                <a:path extrusionOk="0" h="10941" w="10942">
                  <a:moveTo>
                    <a:pt x="218" y="1"/>
                  </a:moveTo>
                  <a:lnTo>
                    <a:pt x="0" y="217"/>
                  </a:lnTo>
                  <a:lnTo>
                    <a:pt x="10724" y="10941"/>
                  </a:lnTo>
                  <a:lnTo>
                    <a:pt x="10941" y="10725"/>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6"/>
            <p:cNvSpPr/>
            <p:nvPr/>
          </p:nvSpPr>
          <p:spPr>
            <a:xfrm flipH="1" rot="10800000">
              <a:off x="8408955" y="3366903"/>
              <a:ext cx="19377" cy="21903"/>
            </a:xfrm>
            <a:custGeom>
              <a:rect b="b" l="l" r="r" t="t"/>
              <a:pathLst>
                <a:path extrusionOk="0" h="256" w="255">
                  <a:moveTo>
                    <a:pt x="217" y="1"/>
                  </a:moveTo>
                  <a:lnTo>
                    <a:pt x="0" y="217"/>
                  </a:lnTo>
                  <a:lnTo>
                    <a:pt x="39" y="255"/>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6"/>
            <p:cNvSpPr/>
            <p:nvPr/>
          </p:nvSpPr>
          <p:spPr>
            <a:xfrm flipH="1" rot="10800000">
              <a:off x="7758195" y="3554955"/>
              <a:ext cx="831407" cy="936198"/>
            </a:xfrm>
            <a:custGeom>
              <a:rect b="b" l="l" r="r" t="t"/>
              <a:pathLst>
                <a:path extrusionOk="0" h="10942" w="10941">
                  <a:moveTo>
                    <a:pt x="217" y="0"/>
                  </a:moveTo>
                  <a:lnTo>
                    <a:pt x="1" y="218"/>
                  </a:lnTo>
                  <a:lnTo>
                    <a:pt x="10725" y="10941"/>
                  </a:lnTo>
                  <a:lnTo>
                    <a:pt x="10941" y="10724"/>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6"/>
            <p:cNvSpPr/>
            <p:nvPr/>
          </p:nvSpPr>
          <p:spPr>
            <a:xfrm flipH="1" rot="10800000">
              <a:off x="8573089" y="3551797"/>
              <a:ext cx="19453" cy="21818"/>
            </a:xfrm>
            <a:custGeom>
              <a:rect b="b" l="l" r="r" t="t"/>
              <a:pathLst>
                <a:path extrusionOk="0" h="255" w="256">
                  <a:moveTo>
                    <a:pt x="217" y="0"/>
                  </a:moveTo>
                  <a:lnTo>
                    <a:pt x="1" y="217"/>
                  </a:lnTo>
                  <a:lnTo>
                    <a:pt x="38" y="255"/>
                  </a:lnTo>
                  <a:lnTo>
                    <a:pt x="255" y="3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6"/>
            <p:cNvSpPr/>
            <p:nvPr/>
          </p:nvSpPr>
          <p:spPr>
            <a:xfrm flipH="1" rot="10800000">
              <a:off x="7184182" y="3431925"/>
              <a:ext cx="382458" cy="412399"/>
            </a:xfrm>
            <a:custGeom>
              <a:rect b="b" l="l" r="r" t="t"/>
              <a:pathLst>
                <a:path extrusionOk="0" h="4820" w="5033">
                  <a:moveTo>
                    <a:pt x="212" y="1"/>
                  </a:moveTo>
                  <a:lnTo>
                    <a:pt x="0" y="217"/>
                  </a:lnTo>
                  <a:lnTo>
                    <a:pt x="4301" y="4518"/>
                  </a:lnTo>
                  <a:cubicBezTo>
                    <a:pt x="4545" y="4613"/>
                    <a:pt x="4791" y="4716"/>
                    <a:pt x="5032" y="4820"/>
                  </a:cubicBez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6"/>
            <p:cNvSpPr/>
            <p:nvPr/>
          </p:nvSpPr>
          <p:spPr>
            <a:xfrm flipH="1" rot="10800000">
              <a:off x="8179319" y="3108258"/>
              <a:ext cx="2888" cy="3422"/>
            </a:xfrm>
            <a:custGeom>
              <a:rect b="b" l="l" r="r" t="t"/>
              <a:pathLst>
                <a:path extrusionOk="0" h="40" w="38">
                  <a:moveTo>
                    <a:pt x="38" y="39"/>
                  </a:moveTo>
                  <a:lnTo>
                    <a:pt x="38" y="39"/>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6"/>
            <p:cNvSpPr/>
            <p:nvPr/>
          </p:nvSpPr>
          <p:spPr>
            <a:xfrm flipH="1" rot="10800000">
              <a:off x="7348240" y="3092935"/>
              <a:ext cx="831179" cy="939449"/>
            </a:xfrm>
            <a:custGeom>
              <a:rect b="b" l="l" r="r" t="t"/>
              <a:pathLst>
                <a:path extrusionOk="0" h="10980" w="10938">
                  <a:moveTo>
                    <a:pt x="175" y="1"/>
                  </a:moveTo>
                  <a:lnTo>
                    <a:pt x="213" y="39"/>
                  </a:lnTo>
                  <a:lnTo>
                    <a:pt x="213" y="39"/>
                  </a:lnTo>
                  <a:lnTo>
                    <a:pt x="213" y="38"/>
                  </a:lnTo>
                  <a:lnTo>
                    <a:pt x="175" y="1"/>
                  </a:lnTo>
                  <a:close/>
                  <a:moveTo>
                    <a:pt x="213" y="39"/>
                  </a:moveTo>
                  <a:lnTo>
                    <a:pt x="1" y="255"/>
                  </a:lnTo>
                  <a:lnTo>
                    <a:pt x="10720" y="10979"/>
                  </a:lnTo>
                  <a:lnTo>
                    <a:pt x="10937" y="10762"/>
                  </a:lnTo>
                  <a:lnTo>
                    <a:pt x="213"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6"/>
            <p:cNvSpPr/>
            <p:nvPr/>
          </p:nvSpPr>
          <p:spPr>
            <a:xfrm flipH="1" rot="10800000">
              <a:off x="8162754" y="3089777"/>
              <a:ext cx="19453" cy="21903"/>
            </a:xfrm>
            <a:custGeom>
              <a:rect b="b" l="l" r="r" t="t"/>
              <a:pathLst>
                <a:path extrusionOk="0" h="256" w="256">
                  <a:moveTo>
                    <a:pt x="218" y="1"/>
                  </a:moveTo>
                  <a:lnTo>
                    <a:pt x="1" y="218"/>
                  </a:lnTo>
                  <a:lnTo>
                    <a:pt x="38" y="256"/>
                  </a:lnTo>
                  <a:lnTo>
                    <a:pt x="256"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6"/>
            <p:cNvSpPr/>
            <p:nvPr/>
          </p:nvSpPr>
          <p:spPr>
            <a:xfrm flipH="1" rot="10800000">
              <a:off x="7509182" y="3274491"/>
              <a:ext cx="834294" cy="939449"/>
            </a:xfrm>
            <a:custGeom>
              <a:rect b="b" l="l" r="r" t="t"/>
              <a:pathLst>
                <a:path extrusionOk="0" h="10980" w="10979">
                  <a:moveTo>
                    <a:pt x="0" y="179"/>
                  </a:moveTo>
                  <a:lnTo>
                    <a:pt x="31" y="210"/>
                  </a:lnTo>
                  <a:lnTo>
                    <a:pt x="5" y="179"/>
                  </a:lnTo>
                  <a:close/>
                  <a:moveTo>
                    <a:pt x="31" y="210"/>
                  </a:moveTo>
                  <a:lnTo>
                    <a:pt x="38" y="218"/>
                  </a:lnTo>
                  <a:lnTo>
                    <a:pt x="38" y="217"/>
                  </a:lnTo>
                  <a:lnTo>
                    <a:pt x="31" y="210"/>
                  </a:lnTo>
                  <a:close/>
                  <a:moveTo>
                    <a:pt x="255" y="1"/>
                  </a:moveTo>
                  <a:lnTo>
                    <a:pt x="38" y="217"/>
                  </a:lnTo>
                  <a:lnTo>
                    <a:pt x="10762" y="10941"/>
                  </a:lnTo>
                  <a:lnTo>
                    <a:pt x="10762" y="10941"/>
                  </a:lnTo>
                  <a:lnTo>
                    <a:pt x="10979" y="10724"/>
                  </a:lnTo>
                  <a:lnTo>
                    <a:pt x="255" y="1"/>
                  </a:lnTo>
                  <a:close/>
                  <a:moveTo>
                    <a:pt x="10762" y="10941"/>
                  </a:moveTo>
                  <a:lnTo>
                    <a:pt x="10761" y="10942"/>
                  </a:lnTo>
                  <a:lnTo>
                    <a:pt x="10800" y="10979"/>
                  </a:lnTo>
                  <a:lnTo>
                    <a:pt x="10762" y="1094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6"/>
            <p:cNvSpPr/>
            <p:nvPr/>
          </p:nvSpPr>
          <p:spPr>
            <a:xfrm flipH="1" rot="10800000">
              <a:off x="8326888" y="3274499"/>
              <a:ext cx="19453" cy="21903"/>
            </a:xfrm>
            <a:custGeom>
              <a:rect b="b" l="l" r="r" t="t"/>
              <a:pathLst>
                <a:path extrusionOk="0" h="256" w="256">
                  <a:moveTo>
                    <a:pt x="218" y="0"/>
                  </a:moveTo>
                  <a:lnTo>
                    <a:pt x="0" y="218"/>
                  </a:lnTo>
                  <a:lnTo>
                    <a:pt x="39"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6"/>
            <p:cNvSpPr/>
            <p:nvPr/>
          </p:nvSpPr>
          <p:spPr>
            <a:xfrm flipH="1" rot="10800000">
              <a:off x="7676204" y="3462551"/>
              <a:ext cx="831407" cy="936112"/>
            </a:xfrm>
            <a:custGeom>
              <a:rect b="b" l="l" r="r" t="t"/>
              <a:pathLst>
                <a:path extrusionOk="0" h="10941" w="10941">
                  <a:moveTo>
                    <a:pt x="216" y="0"/>
                  </a:moveTo>
                  <a:lnTo>
                    <a:pt x="0" y="216"/>
                  </a:lnTo>
                  <a:lnTo>
                    <a:pt x="10724" y="10940"/>
                  </a:lnTo>
                  <a:lnTo>
                    <a:pt x="10940" y="10724"/>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6"/>
            <p:cNvSpPr/>
            <p:nvPr/>
          </p:nvSpPr>
          <p:spPr>
            <a:xfrm flipH="1" rot="10800000">
              <a:off x="8491098" y="3459307"/>
              <a:ext cx="19377" cy="21903"/>
            </a:xfrm>
            <a:custGeom>
              <a:rect b="b" l="l" r="r" t="t"/>
              <a:pathLst>
                <a:path extrusionOk="0" h="256" w="255">
                  <a:moveTo>
                    <a:pt x="216" y="1"/>
                  </a:moveTo>
                  <a:lnTo>
                    <a:pt x="0" y="217"/>
                  </a:lnTo>
                  <a:lnTo>
                    <a:pt x="37" y="256"/>
                  </a:lnTo>
                  <a:lnTo>
                    <a:pt x="255" y="38"/>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6"/>
            <p:cNvSpPr/>
            <p:nvPr/>
          </p:nvSpPr>
          <p:spPr>
            <a:xfrm flipH="1" rot="10800000">
              <a:off x="7840261" y="3647359"/>
              <a:ext cx="834370" cy="939021"/>
            </a:xfrm>
            <a:custGeom>
              <a:rect b="b" l="l" r="r" t="t"/>
              <a:pathLst>
                <a:path extrusionOk="0" h="10975" w="10980">
                  <a:moveTo>
                    <a:pt x="179" y="1"/>
                  </a:moveTo>
                  <a:lnTo>
                    <a:pt x="215" y="36"/>
                  </a:lnTo>
                  <a:lnTo>
                    <a:pt x="218" y="33"/>
                  </a:lnTo>
                  <a:lnTo>
                    <a:pt x="179" y="1"/>
                  </a:lnTo>
                  <a:close/>
                  <a:moveTo>
                    <a:pt x="10942" y="10757"/>
                  </a:moveTo>
                  <a:lnTo>
                    <a:pt x="10941" y="10758"/>
                  </a:lnTo>
                  <a:lnTo>
                    <a:pt x="10941" y="10758"/>
                  </a:lnTo>
                  <a:lnTo>
                    <a:pt x="10979" y="10796"/>
                  </a:lnTo>
                  <a:lnTo>
                    <a:pt x="10942" y="10757"/>
                  </a:lnTo>
                  <a:close/>
                  <a:moveTo>
                    <a:pt x="215" y="36"/>
                  </a:moveTo>
                  <a:lnTo>
                    <a:pt x="1" y="251"/>
                  </a:lnTo>
                  <a:lnTo>
                    <a:pt x="10724" y="10975"/>
                  </a:lnTo>
                  <a:lnTo>
                    <a:pt x="10941" y="10758"/>
                  </a:lnTo>
                  <a:lnTo>
                    <a:pt x="10941" y="10758"/>
                  </a:lnTo>
                  <a:lnTo>
                    <a:pt x="215" y="3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6"/>
            <p:cNvSpPr/>
            <p:nvPr/>
          </p:nvSpPr>
          <p:spPr>
            <a:xfrm flipH="1" rot="10800000">
              <a:off x="8655156" y="3644201"/>
              <a:ext cx="19453" cy="21818"/>
            </a:xfrm>
            <a:custGeom>
              <a:rect b="b" l="l" r="r" t="t"/>
              <a:pathLst>
                <a:path extrusionOk="0" h="255" w="256">
                  <a:moveTo>
                    <a:pt x="218" y="0"/>
                  </a:moveTo>
                  <a:lnTo>
                    <a:pt x="0" y="218"/>
                  </a:lnTo>
                  <a:lnTo>
                    <a:pt x="38" y="255"/>
                  </a:lnTo>
                  <a:lnTo>
                    <a:pt x="255" y="3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6"/>
            <p:cNvSpPr/>
            <p:nvPr/>
          </p:nvSpPr>
          <p:spPr>
            <a:xfrm flipH="1" rot="10800000">
              <a:off x="7115337" y="3751835"/>
              <a:ext cx="2964" cy="3422"/>
            </a:xfrm>
            <a:custGeom>
              <a:rect b="b" l="l" r="r" t="t"/>
              <a:pathLst>
                <a:path extrusionOk="0" h="40" w="39">
                  <a:moveTo>
                    <a:pt x="38" y="39"/>
                  </a:moveTo>
                  <a:lnTo>
                    <a:pt x="38" y="39"/>
                  </a:lnTo>
                  <a:lnTo>
                    <a:pt x="1" y="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6"/>
            <p:cNvSpPr/>
            <p:nvPr/>
          </p:nvSpPr>
          <p:spPr>
            <a:xfrm flipH="1" rot="10800000">
              <a:off x="7099152" y="3733354"/>
              <a:ext cx="19149" cy="21903"/>
            </a:xfrm>
            <a:custGeom>
              <a:rect b="b" l="l" r="r" t="t"/>
              <a:pathLst>
                <a:path extrusionOk="0" h="256" w="252">
                  <a:moveTo>
                    <a:pt x="214" y="1"/>
                  </a:moveTo>
                  <a:lnTo>
                    <a:pt x="1" y="218"/>
                  </a:lnTo>
                  <a:lnTo>
                    <a:pt x="39" y="256"/>
                  </a:lnTo>
                  <a:lnTo>
                    <a:pt x="251" y="39"/>
                  </a:lnTo>
                  <a:lnTo>
                    <a:pt x="21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6"/>
            <p:cNvSpPr/>
            <p:nvPr/>
          </p:nvSpPr>
          <p:spPr>
            <a:xfrm flipH="1" rot="10800000">
              <a:off x="7263361" y="3918076"/>
              <a:ext cx="18998" cy="21903"/>
            </a:xfrm>
            <a:custGeom>
              <a:rect b="b" l="l" r="r" t="t"/>
              <a:pathLst>
                <a:path extrusionOk="0" h="256" w="250">
                  <a:moveTo>
                    <a:pt x="212" y="0"/>
                  </a:moveTo>
                  <a:lnTo>
                    <a:pt x="1" y="218"/>
                  </a:lnTo>
                  <a:lnTo>
                    <a:pt x="38" y="255"/>
                  </a:lnTo>
                  <a:lnTo>
                    <a:pt x="250" y="38"/>
                  </a:lnTo>
                  <a:lnTo>
                    <a:pt x="21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6"/>
            <p:cNvSpPr/>
            <p:nvPr/>
          </p:nvSpPr>
          <p:spPr>
            <a:xfrm flipH="1" rot="10800000">
              <a:off x="7427495" y="4102884"/>
              <a:ext cx="19073" cy="21903"/>
            </a:xfrm>
            <a:custGeom>
              <a:rect b="b" l="l" r="r" t="t"/>
              <a:pathLst>
                <a:path extrusionOk="0" h="256" w="251">
                  <a:moveTo>
                    <a:pt x="212" y="1"/>
                  </a:moveTo>
                  <a:lnTo>
                    <a:pt x="0" y="217"/>
                  </a:lnTo>
                  <a:lnTo>
                    <a:pt x="33" y="256"/>
                  </a:lnTo>
                  <a:lnTo>
                    <a:pt x="250" y="38"/>
                  </a:ln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6"/>
            <p:cNvSpPr/>
            <p:nvPr/>
          </p:nvSpPr>
          <p:spPr>
            <a:xfrm flipH="1" rot="10800000">
              <a:off x="7591173" y="4287778"/>
              <a:ext cx="19453" cy="21818"/>
            </a:xfrm>
            <a:custGeom>
              <a:rect b="b" l="l" r="r" t="t"/>
              <a:pathLst>
                <a:path extrusionOk="0" h="255" w="256">
                  <a:moveTo>
                    <a:pt x="218" y="0"/>
                  </a:moveTo>
                  <a:lnTo>
                    <a:pt x="1" y="218"/>
                  </a:lnTo>
                  <a:lnTo>
                    <a:pt x="38" y="255"/>
                  </a:lnTo>
                  <a:lnTo>
                    <a:pt x="256" y="3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6"/>
            <p:cNvSpPr/>
            <p:nvPr/>
          </p:nvSpPr>
          <p:spPr>
            <a:xfrm flipH="1" rot="10800000">
              <a:off x="7755307" y="4472500"/>
              <a:ext cx="19453" cy="21903"/>
            </a:xfrm>
            <a:custGeom>
              <a:rect b="b" l="l" r="r" t="t"/>
              <a:pathLst>
                <a:path extrusionOk="0" h="256" w="256">
                  <a:moveTo>
                    <a:pt x="218" y="1"/>
                  </a:moveTo>
                  <a:lnTo>
                    <a:pt x="0" y="218"/>
                  </a:lnTo>
                  <a:lnTo>
                    <a:pt x="39" y="256"/>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6"/>
            <p:cNvSpPr/>
            <p:nvPr/>
          </p:nvSpPr>
          <p:spPr>
            <a:xfrm flipH="1" rot="10800000">
              <a:off x="7181219" y="3825758"/>
              <a:ext cx="19073" cy="21818"/>
            </a:xfrm>
            <a:custGeom>
              <a:rect b="b" l="l" r="r" t="t"/>
              <a:pathLst>
                <a:path extrusionOk="0" h="255" w="251">
                  <a:moveTo>
                    <a:pt x="213" y="0"/>
                  </a:moveTo>
                  <a:lnTo>
                    <a:pt x="1" y="217"/>
                  </a:lnTo>
                  <a:lnTo>
                    <a:pt x="39" y="255"/>
                  </a:lnTo>
                  <a:lnTo>
                    <a:pt x="251" y="39"/>
                  </a:lnTo>
                  <a:lnTo>
                    <a:pt x="2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6"/>
            <p:cNvSpPr/>
            <p:nvPr/>
          </p:nvSpPr>
          <p:spPr>
            <a:xfrm flipH="1" rot="10800000">
              <a:off x="7345428" y="4010480"/>
              <a:ext cx="2888" cy="3337"/>
            </a:xfrm>
            <a:custGeom>
              <a:rect b="b" l="l" r="r" t="t"/>
              <a:pathLst>
                <a:path extrusionOk="0" h="39" w="38">
                  <a:moveTo>
                    <a:pt x="38" y="38"/>
                  </a:moveTo>
                  <a:lnTo>
                    <a:pt x="0"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6"/>
            <p:cNvSpPr/>
            <p:nvPr/>
          </p:nvSpPr>
          <p:spPr>
            <a:xfrm flipH="1" rot="10800000">
              <a:off x="7345428" y="4010480"/>
              <a:ext cx="19073" cy="21903"/>
            </a:xfrm>
            <a:custGeom>
              <a:rect b="b" l="l" r="r" t="t"/>
              <a:pathLst>
                <a:path extrusionOk="0" h="256" w="251">
                  <a:moveTo>
                    <a:pt x="212" y="1"/>
                  </a:moveTo>
                  <a:lnTo>
                    <a:pt x="0" y="218"/>
                  </a:lnTo>
                  <a:lnTo>
                    <a:pt x="38" y="255"/>
                  </a:lnTo>
                  <a:lnTo>
                    <a:pt x="250" y="38"/>
                  </a:ln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6"/>
            <p:cNvSpPr/>
            <p:nvPr/>
          </p:nvSpPr>
          <p:spPr>
            <a:xfrm flipH="1" rot="10800000">
              <a:off x="7525672" y="4213855"/>
              <a:ext cx="2888" cy="3251"/>
            </a:xfrm>
            <a:custGeom>
              <a:rect b="b" l="l" r="r" t="t"/>
              <a:pathLst>
                <a:path extrusionOk="0" h="38" w="38">
                  <a:moveTo>
                    <a:pt x="1" y="0"/>
                  </a:moveTo>
                  <a:lnTo>
                    <a:pt x="1" y="0"/>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6"/>
            <p:cNvSpPr/>
            <p:nvPr/>
          </p:nvSpPr>
          <p:spPr>
            <a:xfrm flipH="1" rot="10800000">
              <a:off x="7509486" y="4195288"/>
              <a:ext cx="19073" cy="21818"/>
            </a:xfrm>
            <a:custGeom>
              <a:rect b="b" l="l" r="r" t="t"/>
              <a:pathLst>
                <a:path extrusionOk="0" h="255" w="251">
                  <a:moveTo>
                    <a:pt x="214" y="0"/>
                  </a:moveTo>
                  <a:lnTo>
                    <a:pt x="1" y="216"/>
                  </a:lnTo>
                  <a:lnTo>
                    <a:pt x="34" y="255"/>
                  </a:lnTo>
                  <a:lnTo>
                    <a:pt x="251" y="38"/>
                  </a:lnTo>
                  <a:lnTo>
                    <a:pt x="2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6"/>
            <p:cNvSpPr/>
            <p:nvPr/>
          </p:nvSpPr>
          <p:spPr>
            <a:xfrm flipH="1" rot="10800000">
              <a:off x="7673240" y="4380096"/>
              <a:ext cx="19453" cy="21903"/>
            </a:xfrm>
            <a:custGeom>
              <a:rect b="b" l="l" r="r" t="t"/>
              <a:pathLst>
                <a:path extrusionOk="0" h="256" w="256">
                  <a:moveTo>
                    <a:pt x="218" y="1"/>
                  </a:moveTo>
                  <a:lnTo>
                    <a:pt x="1" y="218"/>
                  </a:lnTo>
                  <a:lnTo>
                    <a:pt x="39" y="255"/>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6"/>
            <p:cNvSpPr/>
            <p:nvPr/>
          </p:nvSpPr>
          <p:spPr>
            <a:xfrm flipH="1" rot="10800000">
              <a:off x="7837450" y="4564904"/>
              <a:ext cx="2888" cy="3251"/>
            </a:xfrm>
            <a:custGeom>
              <a:rect b="b" l="l" r="r" t="t"/>
              <a:pathLst>
                <a:path extrusionOk="0" h="38" w="38">
                  <a:moveTo>
                    <a:pt x="0" y="0"/>
                  </a:moveTo>
                  <a:lnTo>
                    <a:pt x="0" y="0"/>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6"/>
            <p:cNvSpPr/>
            <p:nvPr/>
          </p:nvSpPr>
          <p:spPr>
            <a:xfrm flipH="1" rot="10800000">
              <a:off x="7837450" y="4564904"/>
              <a:ext cx="19377" cy="21476"/>
            </a:xfrm>
            <a:custGeom>
              <a:rect b="b" l="l" r="r" t="t"/>
              <a:pathLst>
                <a:path extrusionOk="0" h="251" w="255">
                  <a:moveTo>
                    <a:pt x="216" y="1"/>
                  </a:moveTo>
                  <a:lnTo>
                    <a:pt x="0" y="213"/>
                  </a:lnTo>
                  <a:lnTo>
                    <a:pt x="38" y="251"/>
                  </a:lnTo>
                  <a:lnTo>
                    <a:pt x="255" y="33"/>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6"/>
            <p:cNvSpPr/>
            <p:nvPr/>
          </p:nvSpPr>
          <p:spPr>
            <a:xfrm flipH="1" rot="10800000">
              <a:off x="7017161" y="3571561"/>
              <a:ext cx="97115" cy="87956"/>
            </a:xfrm>
            <a:custGeom>
              <a:rect b="b" l="l" r="r" t="t"/>
              <a:pathLst>
                <a:path extrusionOk="0" h="1028" w="1278">
                  <a:moveTo>
                    <a:pt x="0" y="179"/>
                  </a:moveTo>
                  <a:lnTo>
                    <a:pt x="38" y="217"/>
                  </a:lnTo>
                  <a:lnTo>
                    <a:pt x="38" y="217"/>
                  </a:lnTo>
                  <a:lnTo>
                    <a:pt x="0" y="179"/>
                  </a:lnTo>
                  <a:close/>
                  <a:moveTo>
                    <a:pt x="250" y="0"/>
                  </a:moveTo>
                  <a:lnTo>
                    <a:pt x="38" y="217"/>
                  </a:lnTo>
                  <a:lnTo>
                    <a:pt x="769" y="947"/>
                  </a:lnTo>
                  <a:cubicBezTo>
                    <a:pt x="938" y="976"/>
                    <a:pt x="1108" y="1000"/>
                    <a:pt x="1278" y="1028"/>
                  </a:cubicBezTo>
                  <a:lnTo>
                    <a:pt x="25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6"/>
            <p:cNvSpPr/>
            <p:nvPr/>
          </p:nvSpPr>
          <p:spPr>
            <a:xfrm flipH="1" rot="10800000">
              <a:off x="7033270" y="3659431"/>
              <a:ext cx="2964" cy="3337"/>
            </a:xfrm>
            <a:custGeom>
              <a:rect b="b" l="l" r="r" t="t"/>
              <a:pathLst>
                <a:path extrusionOk="0" h="39" w="39">
                  <a:moveTo>
                    <a:pt x="38" y="38"/>
                  </a:move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6"/>
            <p:cNvSpPr/>
            <p:nvPr/>
          </p:nvSpPr>
          <p:spPr>
            <a:xfrm flipH="1" rot="10800000">
              <a:off x="7017161" y="3640864"/>
              <a:ext cx="19073" cy="21903"/>
            </a:xfrm>
            <a:custGeom>
              <a:rect b="b" l="l" r="r" t="t"/>
              <a:pathLst>
                <a:path extrusionOk="0" h="256" w="251">
                  <a:moveTo>
                    <a:pt x="213" y="1"/>
                  </a:moveTo>
                  <a:lnTo>
                    <a:pt x="0" y="217"/>
                  </a:lnTo>
                  <a:lnTo>
                    <a:pt x="38" y="255"/>
                  </a:lnTo>
                  <a:lnTo>
                    <a:pt x="250" y="38"/>
                  </a:lnTo>
                  <a:lnTo>
                    <a:pt x="21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6"/>
            <p:cNvSpPr/>
            <p:nvPr/>
          </p:nvSpPr>
          <p:spPr>
            <a:xfrm flipH="1" rot="10800000">
              <a:off x="7933043" y="4678698"/>
              <a:ext cx="2964" cy="3251"/>
            </a:xfrm>
            <a:custGeom>
              <a:rect b="b" l="l" r="r" t="t"/>
              <a:pathLst>
                <a:path extrusionOk="0" h="38" w="39">
                  <a:moveTo>
                    <a:pt x="38" y="38"/>
                  </a:move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6"/>
            <p:cNvSpPr/>
            <p:nvPr/>
          </p:nvSpPr>
          <p:spPr>
            <a:xfrm flipH="1" rot="10800000">
              <a:off x="8080763" y="4845282"/>
              <a:ext cx="2888" cy="3337"/>
            </a:xfrm>
            <a:custGeom>
              <a:rect b="b" l="l" r="r" t="t"/>
              <a:pathLst>
                <a:path extrusionOk="0" h="39" w="38">
                  <a:moveTo>
                    <a:pt x="0" y="1"/>
                  </a:moveTo>
                  <a:lnTo>
                    <a:pt x="0" y="1"/>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6"/>
            <p:cNvSpPr/>
            <p:nvPr/>
          </p:nvSpPr>
          <p:spPr>
            <a:xfrm flipH="1" rot="10800000">
              <a:off x="7998696" y="4752964"/>
              <a:ext cx="2888" cy="3251"/>
            </a:xfrm>
            <a:custGeom>
              <a:rect b="b" l="l" r="r" t="t"/>
              <a:pathLst>
                <a:path extrusionOk="0" h="38" w="38">
                  <a:moveTo>
                    <a:pt x="0" y="0"/>
                  </a:moveTo>
                  <a:lnTo>
                    <a:pt x="0" y="0"/>
                  </a:ln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6"/>
            <p:cNvSpPr/>
            <p:nvPr/>
          </p:nvSpPr>
          <p:spPr>
            <a:xfrm flipH="1" rot="10800000">
              <a:off x="7418529" y="4663721"/>
              <a:ext cx="514604" cy="561017"/>
            </a:xfrm>
            <a:custGeom>
              <a:rect b="b" l="l" r="r" t="t"/>
              <a:pathLst>
                <a:path extrusionOk="0" h="6557" w="6772">
                  <a:moveTo>
                    <a:pt x="0" y="1"/>
                  </a:moveTo>
                  <a:lnTo>
                    <a:pt x="6555" y="6556"/>
                  </a:lnTo>
                  <a:lnTo>
                    <a:pt x="6772" y="6345"/>
                  </a:lnTo>
                  <a:lnTo>
                    <a:pt x="42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6"/>
            <p:cNvSpPr/>
            <p:nvPr/>
          </p:nvSpPr>
          <p:spPr>
            <a:xfrm flipH="1" rot="10800000">
              <a:off x="7916553" y="4660559"/>
              <a:ext cx="19453" cy="21390"/>
            </a:xfrm>
            <a:custGeom>
              <a:rect b="b" l="l" r="r" t="t"/>
              <a:pathLst>
                <a:path extrusionOk="0" h="250" w="256">
                  <a:moveTo>
                    <a:pt x="218" y="1"/>
                  </a:moveTo>
                  <a:lnTo>
                    <a:pt x="1" y="212"/>
                  </a:lnTo>
                  <a:lnTo>
                    <a:pt x="39" y="250"/>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6"/>
            <p:cNvSpPr/>
            <p:nvPr/>
          </p:nvSpPr>
          <p:spPr>
            <a:xfrm flipH="1" rot="10800000">
              <a:off x="7746720" y="4848530"/>
              <a:ext cx="350542" cy="376207"/>
            </a:xfrm>
            <a:custGeom>
              <a:rect b="b" l="l" r="r" t="t"/>
              <a:pathLst>
                <a:path extrusionOk="0" h="4397" w="4613">
                  <a:moveTo>
                    <a:pt x="0" y="1"/>
                  </a:moveTo>
                  <a:lnTo>
                    <a:pt x="4396" y="4397"/>
                  </a:lnTo>
                  <a:lnTo>
                    <a:pt x="4612" y="4184"/>
                  </a:lnTo>
                  <a:lnTo>
                    <a:pt x="4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6"/>
            <p:cNvSpPr/>
            <p:nvPr/>
          </p:nvSpPr>
          <p:spPr>
            <a:xfrm flipH="1" rot="10800000">
              <a:off x="8080763" y="4845282"/>
              <a:ext cx="19377" cy="21561"/>
            </a:xfrm>
            <a:custGeom>
              <a:rect b="b" l="l" r="r" t="t"/>
              <a:pathLst>
                <a:path extrusionOk="0" h="252" w="255">
                  <a:moveTo>
                    <a:pt x="216" y="1"/>
                  </a:moveTo>
                  <a:lnTo>
                    <a:pt x="0" y="214"/>
                  </a:lnTo>
                  <a:lnTo>
                    <a:pt x="38" y="251"/>
                  </a:lnTo>
                  <a:lnTo>
                    <a:pt x="255" y="39"/>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6"/>
            <p:cNvSpPr/>
            <p:nvPr/>
          </p:nvSpPr>
          <p:spPr>
            <a:xfrm flipH="1" rot="10800000">
              <a:off x="7582587" y="4756125"/>
              <a:ext cx="432611" cy="468612"/>
            </a:xfrm>
            <a:custGeom>
              <a:rect b="b" l="l" r="r" t="t"/>
              <a:pathLst>
                <a:path extrusionOk="0" h="5477" w="5693">
                  <a:moveTo>
                    <a:pt x="1" y="1"/>
                  </a:moveTo>
                  <a:lnTo>
                    <a:pt x="5476" y="5476"/>
                  </a:lnTo>
                  <a:lnTo>
                    <a:pt x="5693" y="5264"/>
                  </a:lnTo>
                  <a:lnTo>
                    <a:pt x="4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6"/>
            <p:cNvSpPr/>
            <p:nvPr/>
          </p:nvSpPr>
          <p:spPr>
            <a:xfrm flipH="1" rot="10800000">
              <a:off x="7998696" y="4752963"/>
              <a:ext cx="19453" cy="21476"/>
            </a:xfrm>
            <a:custGeom>
              <a:rect b="b" l="l" r="r" t="t"/>
              <a:pathLst>
                <a:path extrusionOk="0" h="251" w="256">
                  <a:moveTo>
                    <a:pt x="217" y="1"/>
                  </a:moveTo>
                  <a:lnTo>
                    <a:pt x="0" y="213"/>
                  </a:lnTo>
                  <a:lnTo>
                    <a:pt x="38" y="251"/>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6"/>
            <p:cNvSpPr/>
            <p:nvPr/>
          </p:nvSpPr>
          <p:spPr>
            <a:xfrm flipH="1" rot="10800000">
              <a:off x="8179319" y="4955910"/>
              <a:ext cx="2888" cy="3251"/>
            </a:xfrm>
            <a:custGeom>
              <a:rect b="b" l="l" r="r" t="t"/>
              <a:pathLst>
                <a:path extrusionOk="0" h="38" w="38">
                  <a:moveTo>
                    <a:pt x="38" y="38"/>
                  </a:move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6"/>
            <p:cNvSpPr/>
            <p:nvPr/>
          </p:nvSpPr>
          <p:spPr>
            <a:xfrm flipH="1" rot="10800000">
              <a:off x="7910854" y="4940935"/>
              <a:ext cx="268549" cy="283803"/>
            </a:xfrm>
            <a:custGeom>
              <a:rect b="b" l="l" r="r" t="t"/>
              <a:pathLst>
                <a:path extrusionOk="0" h="3317" w="3534">
                  <a:moveTo>
                    <a:pt x="1" y="1"/>
                  </a:moveTo>
                  <a:lnTo>
                    <a:pt x="3316" y="3317"/>
                  </a:lnTo>
                  <a:lnTo>
                    <a:pt x="3533" y="3104"/>
                  </a:lnTo>
                  <a:lnTo>
                    <a:pt x="4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6"/>
            <p:cNvSpPr/>
            <p:nvPr/>
          </p:nvSpPr>
          <p:spPr>
            <a:xfrm flipH="1" rot="10800000">
              <a:off x="8162754" y="4937686"/>
              <a:ext cx="19453" cy="21476"/>
            </a:xfrm>
            <a:custGeom>
              <a:rect b="b" l="l" r="r" t="t"/>
              <a:pathLst>
                <a:path extrusionOk="0" h="251" w="256">
                  <a:moveTo>
                    <a:pt x="218" y="0"/>
                  </a:moveTo>
                  <a:lnTo>
                    <a:pt x="1" y="213"/>
                  </a:lnTo>
                  <a:lnTo>
                    <a:pt x="38" y="250"/>
                  </a:lnTo>
                  <a:lnTo>
                    <a:pt x="256"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6"/>
            <p:cNvSpPr/>
            <p:nvPr/>
          </p:nvSpPr>
          <p:spPr>
            <a:xfrm flipH="1" rot="10800000">
              <a:off x="7096340" y="3736519"/>
              <a:ext cx="2888" cy="3337"/>
            </a:xfrm>
            <a:custGeom>
              <a:rect b="b" l="l" r="r" t="t"/>
              <a:pathLst>
                <a:path extrusionOk="0" h="39" w="38">
                  <a:moveTo>
                    <a:pt x="1" y="1"/>
                  </a:move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6"/>
            <p:cNvSpPr/>
            <p:nvPr/>
          </p:nvSpPr>
          <p:spPr>
            <a:xfrm flipH="1" rot="10800000">
              <a:off x="7588362" y="4290944"/>
              <a:ext cx="2888" cy="3251"/>
            </a:xfrm>
            <a:custGeom>
              <a:rect b="b" l="l" r="r" t="t"/>
              <a:pathLst>
                <a:path extrusionOk="0" h="38" w="38">
                  <a:moveTo>
                    <a:pt x="38" y="38"/>
                  </a:moveTo>
                  <a:lnTo>
                    <a:pt x="38" y="38"/>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6"/>
            <p:cNvSpPr/>
            <p:nvPr/>
          </p:nvSpPr>
          <p:spPr>
            <a:xfrm flipH="1" rot="10800000">
              <a:off x="7358650" y="4032298"/>
              <a:ext cx="2888" cy="3251"/>
            </a:xfrm>
            <a:custGeom>
              <a:rect b="b" l="l" r="r" t="t"/>
              <a:pathLst>
                <a:path extrusionOk="0" h="38" w="38">
                  <a:moveTo>
                    <a:pt x="38" y="38"/>
                  </a:moveTo>
                  <a:lnTo>
                    <a:pt x="1" y="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6"/>
            <p:cNvSpPr/>
            <p:nvPr/>
          </p:nvSpPr>
          <p:spPr>
            <a:xfrm flipH="1" rot="10800000">
              <a:off x="7506675" y="4198540"/>
              <a:ext cx="2888" cy="3251"/>
            </a:xfrm>
            <a:custGeom>
              <a:rect b="b" l="l" r="r" t="t"/>
              <a:pathLst>
                <a:path extrusionOk="0" h="38" w="38">
                  <a:moveTo>
                    <a:pt x="0" y="0"/>
                  </a:moveTo>
                  <a:lnTo>
                    <a:pt x="33" y="37"/>
                  </a:lnTo>
                  <a:lnTo>
                    <a:pt x="38" y="3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6"/>
            <p:cNvSpPr/>
            <p:nvPr/>
          </p:nvSpPr>
          <p:spPr>
            <a:xfrm flipH="1" rot="10800000">
              <a:off x="7851052" y="4586294"/>
              <a:ext cx="2888" cy="3251"/>
            </a:xfrm>
            <a:custGeom>
              <a:rect b="b" l="l" r="r" t="t"/>
              <a:pathLst>
                <a:path extrusionOk="0" h="38" w="38">
                  <a:moveTo>
                    <a:pt x="37" y="38"/>
                  </a:moveTo>
                  <a:lnTo>
                    <a:pt x="0" y="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6"/>
            <p:cNvSpPr/>
            <p:nvPr/>
          </p:nvSpPr>
          <p:spPr>
            <a:xfrm flipH="1" rot="10800000">
              <a:off x="6281446" y="3739763"/>
              <a:ext cx="833990" cy="936198"/>
            </a:xfrm>
            <a:custGeom>
              <a:rect b="b" l="l" r="r" t="t"/>
              <a:pathLst>
                <a:path extrusionOk="0" h="10942" w="10975">
                  <a:moveTo>
                    <a:pt x="218" y="1"/>
                  </a:moveTo>
                  <a:lnTo>
                    <a:pt x="1" y="218"/>
                  </a:lnTo>
                  <a:lnTo>
                    <a:pt x="10725" y="10942"/>
                  </a:lnTo>
                  <a:lnTo>
                    <a:pt x="10936" y="10725"/>
                  </a:lnTo>
                  <a:lnTo>
                    <a:pt x="10975" y="10762"/>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6"/>
            <p:cNvSpPr/>
            <p:nvPr/>
          </p:nvSpPr>
          <p:spPr>
            <a:xfrm flipH="1" rot="10800000">
              <a:off x="6295048" y="4675875"/>
              <a:ext cx="3040" cy="2909"/>
            </a:xfrm>
            <a:custGeom>
              <a:rect b="b" l="l" r="r" t="t"/>
              <a:pathLst>
                <a:path extrusionOk="0" h="34" w="40">
                  <a:moveTo>
                    <a:pt x="39" y="34"/>
                  </a:moveTo>
                  <a:lnTo>
                    <a:pt x="1" y="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6"/>
            <p:cNvSpPr/>
            <p:nvPr/>
          </p:nvSpPr>
          <p:spPr>
            <a:xfrm flipH="1" rot="10800000">
              <a:off x="7096340" y="3736519"/>
              <a:ext cx="19073" cy="21903"/>
            </a:xfrm>
            <a:custGeom>
              <a:rect b="b" l="l" r="r" t="t"/>
              <a:pathLst>
                <a:path extrusionOk="0" h="256" w="251">
                  <a:moveTo>
                    <a:pt x="212" y="1"/>
                  </a:moveTo>
                  <a:lnTo>
                    <a:pt x="1" y="218"/>
                  </a:lnTo>
                  <a:lnTo>
                    <a:pt x="38" y="255"/>
                  </a:lnTo>
                  <a:lnTo>
                    <a:pt x="251" y="38"/>
                  </a:ln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6"/>
            <p:cNvSpPr/>
            <p:nvPr/>
          </p:nvSpPr>
          <p:spPr>
            <a:xfrm flipH="1" rot="10800000">
              <a:off x="6444364" y="3924571"/>
              <a:ext cx="832318" cy="935770"/>
            </a:xfrm>
            <a:custGeom>
              <a:rect b="b" l="l" r="r" t="t"/>
              <a:pathLst>
                <a:path extrusionOk="0" h="10937" w="10953">
                  <a:moveTo>
                    <a:pt x="0" y="196"/>
                  </a:moveTo>
                  <a:lnTo>
                    <a:pt x="16" y="212"/>
                  </a:lnTo>
                  <a:lnTo>
                    <a:pt x="16" y="212"/>
                  </a:lnTo>
                  <a:lnTo>
                    <a:pt x="0" y="196"/>
                  </a:lnTo>
                  <a:close/>
                  <a:moveTo>
                    <a:pt x="234" y="1"/>
                  </a:moveTo>
                  <a:lnTo>
                    <a:pt x="16" y="212"/>
                  </a:lnTo>
                  <a:lnTo>
                    <a:pt x="16" y="212"/>
                  </a:lnTo>
                  <a:lnTo>
                    <a:pt x="10740" y="10936"/>
                  </a:lnTo>
                  <a:lnTo>
                    <a:pt x="10953" y="10720"/>
                  </a:lnTo>
                  <a:lnTo>
                    <a:pt x="2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6"/>
            <p:cNvSpPr/>
            <p:nvPr/>
          </p:nvSpPr>
          <p:spPr>
            <a:xfrm flipH="1" rot="10800000">
              <a:off x="7260474" y="3921327"/>
              <a:ext cx="19073" cy="21818"/>
            </a:xfrm>
            <a:custGeom>
              <a:rect b="b" l="l" r="r" t="t"/>
              <a:pathLst>
                <a:path extrusionOk="0" h="255" w="251">
                  <a:moveTo>
                    <a:pt x="213" y="0"/>
                  </a:moveTo>
                  <a:lnTo>
                    <a:pt x="0" y="216"/>
                  </a:lnTo>
                  <a:lnTo>
                    <a:pt x="39" y="255"/>
                  </a:lnTo>
                  <a:lnTo>
                    <a:pt x="250" y="37"/>
                  </a:lnTo>
                  <a:lnTo>
                    <a:pt x="2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6"/>
            <p:cNvSpPr/>
            <p:nvPr/>
          </p:nvSpPr>
          <p:spPr>
            <a:xfrm flipH="1" rot="10800000">
              <a:off x="6609714" y="4109379"/>
              <a:ext cx="831103" cy="935684"/>
            </a:xfrm>
            <a:custGeom>
              <a:rect b="b" l="l" r="r" t="t"/>
              <a:pathLst>
                <a:path extrusionOk="0" h="10936" w="10937">
                  <a:moveTo>
                    <a:pt x="217" y="0"/>
                  </a:moveTo>
                  <a:lnTo>
                    <a:pt x="1" y="212"/>
                  </a:lnTo>
                  <a:lnTo>
                    <a:pt x="10725" y="10936"/>
                  </a:lnTo>
                  <a:lnTo>
                    <a:pt x="10936" y="1071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6"/>
            <p:cNvSpPr/>
            <p:nvPr/>
          </p:nvSpPr>
          <p:spPr>
            <a:xfrm flipH="1" rot="10800000">
              <a:off x="7424608" y="4106135"/>
              <a:ext cx="18998" cy="21903"/>
            </a:xfrm>
            <a:custGeom>
              <a:rect b="b" l="l" r="r" t="t"/>
              <a:pathLst>
                <a:path extrusionOk="0" h="256" w="250">
                  <a:moveTo>
                    <a:pt x="212" y="0"/>
                  </a:moveTo>
                  <a:lnTo>
                    <a:pt x="1" y="218"/>
                  </a:lnTo>
                  <a:lnTo>
                    <a:pt x="38" y="255"/>
                  </a:lnTo>
                  <a:lnTo>
                    <a:pt x="250" y="39"/>
                  </a:lnTo>
                  <a:lnTo>
                    <a:pt x="21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6"/>
            <p:cNvSpPr/>
            <p:nvPr/>
          </p:nvSpPr>
          <p:spPr>
            <a:xfrm flipH="1" rot="10800000">
              <a:off x="6770960" y="4294101"/>
              <a:ext cx="833914" cy="930636"/>
            </a:xfrm>
            <a:custGeom>
              <a:rect b="b" l="l" r="r" t="t"/>
              <a:pathLst>
                <a:path extrusionOk="0" h="10877" w="10974">
                  <a:moveTo>
                    <a:pt x="189" y="1"/>
                  </a:moveTo>
                  <a:lnTo>
                    <a:pt x="38" y="152"/>
                  </a:lnTo>
                  <a:lnTo>
                    <a:pt x="1" y="120"/>
                  </a:lnTo>
                  <a:lnTo>
                    <a:pt x="1" y="120"/>
                  </a:lnTo>
                  <a:lnTo>
                    <a:pt x="10758" y="10876"/>
                  </a:lnTo>
                  <a:lnTo>
                    <a:pt x="10974" y="10659"/>
                  </a:lnTo>
                  <a:lnTo>
                    <a:pt x="3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6"/>
            <p:cNvSpPr/>
            <p:nvPr/>
          </p:nvSpPr>
          <p:spPr>
            <a:xfrm flipH="1" rot="10800000">
              <a:off x="7588362" y="4290943"/>
              <a:ext cx="19453" cy="21903"/>
            </a:xfrm>
            <a:custGeom>
              <a:rect b="b" l="l" r="r" t="t"/>
              <a:pathLst>
                <a:path extrusionOk="0" h="256" w="256">
                  <a:moveTo>
                    <a:pt x="217" y="1"/>
                  </a:moveTo>
                  <a:lnTo>
                    <a:pt x="1" y="218"/>
                  </a:lnTo>
                  <a:lnTo>
                    <a:pt x="38" y="256"/>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6"/>
            <p:cNvSpPr/>
            <p:nvPr/>
          </p:nvSpPr>
          <p:spPr>
            <a:xfrm flipH="1" rot="10800000">
              <a:off x="7090261" y="4478997"/>
              <a:ext cx="678819" cy="745741"/>
            </a:xfrm>
            <a:custGeom>
              <a:rect b="b" l="l" r="r" t="t"/>
              <a:pathLst>
                <a:path extrusionOk="0" h="8716" w="8933">
                  <a:moveTo>
                    <a:pt x="0" y="1"/>
                  </a:moveTo>
                  <a:lnTo>
                    <a:pt x="8715" y="8716"/>
                  </a:lnTo>
                  <a:lnTo>
                    <a:pt x="8932" y="8504"/>
                  </a:lnTo>
                  <a:lnTo>
                    <a:pt x="42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6"/>
            <p:cNvSpPr/>
            <p:nvPr/>
          </p:nvSpPr>
          <p:spPr>
            <a:xfrm flipH="1" rot="10800000">
              <a:off x="7752495" y="4475666"/>
              <a:ext cx="19377" cy="21476"/>
            </a:xfrm>
            <a:custGeom>
              <a:rect b="b" l="l" r="r" t="t"/>
              <a:pathLst>
                <a:path extrusionOk="0" h="251" w="255">
                  <a:moveTo>
                    <a:pt x="217" y="0"/>
                  </a:moveTo>
                  <a:lnTo>
                    <a:pt x="0" y="212"/>
                  </a:lnTo>
                  <a:lnTo>
                    <a:pt x="37" y="250"/>
                  </a:lnTo>
                  <a:lnTo>
                    <a:pt x="255" y="33"/>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6"/>
            <p:cNvSpPr/>
            <p:nvPr/>
          </p:nvSpPr>
          <p:spPr>
            <a:xfrm flipH="1" rot="10800000">
              <a:off x="6363513" y="3832081"/>
              <a:ext cx="831179" cy="935855"/>
            </a:xfrm>
            <a:custGeom>
              <a:rect b="b" l="l" r="r" t="t"/>
              <a:pathLst>
                <a:path extrusionOk="0" h="10938" w="10938">
                  <a:moveTo>
                    <a:pt x="218" y="1"/>
                  </a:moveTo>
                  <a:lnTo>
                    <a:pt x="0" y="213"/>
                  </a:lnTo>
                  <a:lnTo>
                    <a:pt x="10724" y="10937"/>
                  </a:lnTo>
                  <a:lnTo>
                    <a:pt x="10937" y="10720"/>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6"/>
            <p:cNvSpPr/>
            <p:nvPr/>
          </p:nvSpPr>
          <p:spPr>
            <a:xfrm flipH="1" rot="10800000">
              <a:off x="7178407" y="3828923"/>
              <a:ext cx="19073" cy="21903"/>
            </a:xfrm>
            <a:custGeom>
              <a:rect b="b" l="l" r="r" t="t"/>
              <a:pathLst>
                <a:path extrusionOk="0" h="256" w="251">
                  <a:moveTo>
                    <a:pt x="213" y="1"/>
                  </a:moveTo>
                  <a:lnTo>
                    <a:pt x="0" y="218"/>
                  </a:lnTo>
                  <a:lnTo>
                    <a:pt x="38" y="255"/>
                  </a:lnTo>
                  <a:lnTo>
                    <a:pt x="250" y="38"/>
                  </a:lnTo>
                  <a:lnTo>
                    <a:pt x="21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6"/>
            <p:cNvSpPr/>
            <p:nvPr/>
          </p:nvSpPr>
          <p:spPr>
            <a:xfrm flipH="1" rot="10800000">
              <a:off x="6524759" y="4934520"/>
              <a:ext cx="2888" cy="3251"/>
            </a:xfrm>
            <a:custGeom>
              <a:rect b="b" l="l" r="r" t="t"/>
              <a:pathLst>
                <a:path extrusionOk="0" h="38" w="38">
                  <a:moveTo>
                    <a:pt x="1" y="0"/>
                  </a:moveTo>
                  <a:lnTo>
                    <a:pt x="1" y="0"/>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6"/>
            <p:cNvSpPr/>
            <p:nvPr/>
          </p:nvSpPr>
          <p:spPr>
            <a:xfrm flipH="1" rot="10800000">
              <a:off x="6527571" y="4014151"/>
              <a:ext cx="831179" cy="938508"/>
            </a:xfrm>
            <a:custGeom>
              <a:rect b="b" l="l" r="r" t="t"/>
              <a:pathLst>
                <a:path extrusionOk="0" h="10969" w="10938">
                  <a:moveTo>
                    <a:pt x="218" y="0"/>
                  </a:moveTo>
                  <a:lnTo>
                    <a:pt x="1" y="212"/>
                  </a:lnTo>
                  <a:lnTo>
                    <a:pt x="10757" y="10968"/>
                  </a:lnTo>
                  <a:lnTo>
                    <a:pt x="10725" y="10936"/>
                  </a:lnTo>
                  <a:lnTo>
                    <a:pt x="10938" y="1071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6"/>
            <p:cNvSpPr/>
            <p:nvPr/>
          </p:nvSpPr>
          <p:spPr>
            <a:xfrm flipH="1" rot="10800000">
              <a:off x="7342465" y="4013731"/>
              <a:ext cx="19073" cy="21818"/>
            </a:xfrm>
            <a:custGeom>
              <a:rect b="b" l="l" r="r" t="t"/>
              <a:pathLst>
                <a:path extrusionOk="0" h="255" w="251">
                  <a:moveTo>
                    <a:pt x="214" y="0"/>
                  </a:moveTo>
                  <a:lnTo>
                    <a:pt x="1" y="217"/>
                  </a:lnTo>
                  <a:lnTo>
                    <a:pt x="39" y="255"/>
                  </a:lnTo>
                  <a:lnTo>
                    <a:pt x="251" y="38"/>
                  </a:lnTo>
                  <a:lnTo>
                    <a:pt x="2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6"/>
            <p:cNvSpPr/>
            <p:nvPr/>
          </p:nvSpPr>
          <p:spPr>
            <a:xfrm flipH="1" rot="10800000">
              <a:off x="6691781" y="4201697"/>
              <a:ext cx="832926" cy="937224"/>
            </a:xfrm>
            <a:custGeom>
              <a:rect b="b" l="l" r="r" t="t"/>
              <a:pathLst>
                <a:path extrusionOk="0" h="10954" w="10961">
                  <a:moveTo>
                    <a:pt x="201" y="0"/>
                  </a:moveTo>
                  <a:lnTo>
                    <a:pt x="217" y="16"/>
                  </a:lnTo>
                  <a:lnTo>
                    <a:pt x="217" y="16"/>
                  </a:lnTo>
                  <a:lnTo>
                    <a:pt x="201" y="0"/>
                  </a:lnTo>
                  <a:close/>
                  <a:moveTo>
                    <a:pt x="217" y="16"/>
                  </a:moveTo>
                  <a:lnTo>
                    <a:pt x="1" y="229"/>
                  </a:lnTo>
                  <a:lnTo>
                    <a:pt x="10724" y="10953"/>
                  </a:lnTo>
                  <a:lnTo>
                    <a:pt x="10936" y="10736"/>
                  </a:lnTo>
                  <a:lnTo>
                    <a:pt x="10961" y="10760"/>
                  </a:lnTo>
                  <a:lnTo>
                    <a:pt x="217" y="1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6"/>
            <p:cNvSpPr/>
            <p:nvPr/>
          </p:nvSpPr>
          <p:spPr>
            <a:xfrm flipH="1" rot="10800000">
              <a:off x="7506675" y="4198539"/>
              <a:ext cx="19073" cy="21903"/>
            </a:xfrm>
            <a:custGeom>
              <a:rect b="b" l="l" r="r" t="t"/>
              <a:pathLst>
                <a:path extrusionOk="0" h="256" w="251">
                  <a:moveTo>
                    <a:pt x="212" y="1"/>
                  </a:moveTo>
                  <a:lnTo>
                    <a:pt x="0" y="218"/>
                  </a:lnTo>
                  <a:lnTo>
                    <a:pt x="38" y="255"/>
                  </a:lnTo>
                  <a:lnTo>
                    <a:pt x="251" y="39"/>
                  </a:ln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6"/>
            <p:cNvSpPr/>
            <p:nvPr/>
          </p:nvSpPr>
          <p:spPr>
            <a:xfrm flipH="1" rot="10800000">
              <a:off x="6926127" y="4386506"/>
              <a:ext cx="760888" cy="838231"/>
            </a:xfrm>
            <a:custGeom>
              <a:rect b="b" l="l" r="r" t="t"/>
              <a:pathLst>
                <a:path extrusionOk="0" h="9797" w="10013">
                  <a:moveTo>
                    <a:pt x="1" y="1"/>
                  </a:moveTo>
                  <a:lnTo>
                    <a:pt x="9795" y="9797"/>
                  </a:lnTo>
                  <a:lnTo>
                    <a:pt x="10013" y="9579"/>
                  </a:ln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6"/>
            <p:cNvSpPr/>
            <p:nvPr/>
          </p:nvSpPr>
          <p:spPr>
            <a:xfrm flipH="1" rot="10800000">
              <a:off x="7670429" y="4383347"/>
              <a:ext cx="19377" cy="21818"/>
            </a:xfrm>
            <a:custGeom>
              <a:rect b="b" l="l" r="r" t="t"/>
              <a:pathLst>
                <a:path extrusionOk="0" h="255" w="255">
                  <a:moveTo>
                    <a:pt x="218" y="0"/>
                  </a:moveTo>
                  <a:lnTo>
                    <a:pt x="0" y="218"/>
                  </a:lnTo>
                  <a:lnTo>
                    <a:pt x="38"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6"/>
            <p:cNvSpPr/>
            <p:nvPr/>
          </p:nvSpPr>
          <p:spPr>
            <a:xfrm flipH="1" rot="10800000">
              <a:off x="7254319" y="4571401"/>
              <a:ext cx="596825" cy="653336"/>
            </a:xfrm>
            <a:custGeom>
              <a:rect b="b" l="l" r="r" t="t"/>
              <a:pathLst>
                <a:path extrusionOk="0" h="7636" w="7854">
                  <a:moveTo>
                    <a:pt x="1" y="1"/>
                  </a:moveTo>
                  <a:lnTo>
                    <a:pt x="7636" y="7636"/>
                  </a:lnTo>
                  <a:lnTo>
                    <a:pt x="7853" y="7424"/>
                  </a:lnTo>
                  <a:lnTo>
                    <a:pt x="43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6"/>
            <p:cNvSpPr/>
            <p:nvPr/>
          </p:nvSpPr>
          <p:spPr>
            <a:xfrm flipH="1" rot="10800000">
              <a:off x="7834486" y="4568070"/>
              <a:ext cx="19453" cy="21476"/>
            </a:xfrm>
            <a:custGeom>
              <a:rect b="b" l="l" r="r" t="t"/>
              <a:pathLst>
                <a:path extrusionOk="0" h="251" w="256">
                  <a:moveTo>
                    <a:pt x="218" y="0"/>
                  </a:moveTo>
                  <a:lnTo>
                    <a:pt x="1" y="212"/>
                  </a:lnTo>
                  <a:lnTo>
                    <a:pt x="39" y="250"/>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6"/>
            <p:cNvSpPr/>
            <p:nvPr/>
          </p:nvSpPr>
          <p:spPr>
            <a:xfrm flipH="1" rot="10800000">
              <a:off x="6278634" y="4657223"/>
              <a:ext cx="19453" cy="21561"/>
            </a:xfrm>
            <a:custGeom>
              <a:rect b="b" l="l" r="r" t="t"/>
              <a:pathLst>
                <a:path extrusionOk="0" h="252" w="256">
                  <a:moveTo>
                    <a:pt x="217" y="1"/>
                  </a:moveTo>
                  <a:lnTo>
                    <a:pt x="0" y="213"/>
                  </a:lnTo>
                  <a:lnTo>
                    <a:pt x="38" y="251"/>
                  </a:lnTo>
                  <a:lnTo>
                    <a:pt x="255" y="34"/>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6"/>
            <p:cNvSpPr/>
            <p:nvPr/>
          </p:nvSpPr>
          <p:spPr>
            <a:xfrm flipH="1" rot="10800000">
              <a:off x="6459258" y="4860255"/>
              <a:ext cx="2888" cy="3251"/>
            </a:xfrm>
            <a:custGeom>
              <a:rect b="b" l="l" r="r" t="t"/>
              <a:pathLst>
                <a:path extrusionOk="0" h="38" w="38">
                  <a:moveTo>
                    <a:pt x="0" y="0"/>
                  </a:moveTo>
                  <a:lnTo>
                    <a:pt x="0" y="0"/>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6"/>
            <p:cNvSpPr/>
            <p:nvPr/>
          </p:nvSpPr>
          <p:spPr>
            <a:xfrm flipH="1" rot="10800000">
              <a:off x="6442692" y="4842116"/>
              <a:ext cx="19453" cy="21390"/>
            </a:xfrm>
            <a:custGeom>
              <a:rect b="b" l="l" r="r" t="t"/>
              <a:pathLst>
                <a:path extrusionOk="0" h="250" w="256">
                  <a:moveTo>
                    <a:pt x="218" y="0"/>
                  </a:moveTo>
                  <a:lnTo>
                    <a:pt x="1" y="212"/>
                  </a:lnTo>
                  <a:lnTo>
                    <a:pt x="38" y="249"/>
                  </a:lnTo>
                  <a:lnTo>
                    <a:pt x="256"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6"/>
            <p:cNvSpPr/>
            <p:nvPr/>
          </p:nvSpPr>
          <p:spPr>
            <a:xfrm flipH="1" rot="10800000">
              <a:off x="6360701" y="4749627"/>
              <a:ext cx="19377" cy="21476"/>
            </a:xfrm>
            <a:custGeom>
              <a:rect b="b" l="l" r="r" t="t"/>
              <a:pathLst>
                <a:path extrusionOk="0" h="251" w="255">
                  <a:moveTo>
                    <a:pt x="216" y="0"/>
                  </a:moveTo>
                  <a:lnTo>
                    <a:pt x="0" y="212"/>
                  </a:lnTo>
                  <a:lnTo>
                    <a:pt x="37" y="250"/>
                  </a:lnTo>
                  <a:lnTo>
                    <a:pt x="255" y="38"/>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6"/>
            <p:cNvSpPr/>
            <p:nvPr/>
          </p:nvSpPr>
          <p:spPr>
            <a:xfrm flipH="1" rot="10800000">
              <a:off x="6524759" y="4934520"/>
              <a:ext cx="19453" cy="21476"/>
            </a:xfrm>
            <a:custGeom>
              <a:rect b="b" l="l" r="r" t="t"/>
              <a:pathLst>
                <a:path extrusionOk="0" h="251" w="256">
                  <a:moveTo>
                    <a:pt x="218" y="1"/>
                  </a:moveTo>
                  <a:lnTo>
                    <a:pt x="1" y="213"/>
                  </a:lnTo>
                  <a:lnTo>
                    <a:pt x="38" y="251"/>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6"/>
            <p:cNvSpPr/>
            <p:nvPr/>
          </p:nvSpPr>
          <p:spPr>
            <a:xfrm flipH="1" rot="10800000">
              <a:off x="7014273" y="3644201"/>
              <a:ext cx="2964" cy="3251"/>
            </a:xfrm>
            <a:custGeom>
              <a:rect b="b" l="l" r="r" t="t"/>
              <a:pathLst>
                <a:path extrusionOk="0" h="38" w="39">
                  <a:moveTo>
                    <a:pt x="1" y="1"/>
                  </a:move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6"/>
            <p:cNvSpPr/>
            <p:nvPr/>
          </p:nvSpPr>
          <p:spPr>
            <a:xfrm flipH="1" rot="10800000">
              <a:off x="5953178" y="3674398"/>
              <a:ext cx="577448" cy="631946"/>
            </a:xfrm>
            <a:custGeom>
              <a:rect b="b" l="l" r="r" t="t"/>
              <a:pathLst>
                <a:path extrusionOk="0" h="7386" w="7599">
                  <a:moveTo>
                    <a:pt x="218" y="1"/>
                  </a:moveTo>
                  <a:lnTo>
                    <a:pt x="1" y="217"/>
                  </a:lnTo>
                  <a:lnTo>
                    <a:pt x="7037" y="7253"/>
                  </a:lnTo>
                  <a:cubicBezTo>
                    <a:pt x="7226" y="7301"/>
                    <a:pt x="7409" y="7343"/>
                    <a:pt x="7598" y="7386"/>
                  </a:cubicBez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6"/>
            <p:cNvSpPr/>
            <p:nvPr/>
          </p:nvSpPr>
          <p:spPr>
            <a:xfrm flipH="1" rot="10800000">
              <a:off x="6114425" y="3603382"/>
              <a:ext cx="807850" cy="887771"/>
            </a:xfrm>
            <a:custGeom>
              <a:rect b="b" l="l" r="r" t="t"/>
              <a:pathLst>
                <a:path extrusionOk="0" h="10376" w="10631">
                  <a:moveTo>
                    <a:pt x="255" y="0"/>
                  </a:moveTo>
                  <a:lnTo>
                    <a:pt x="39" y="218"/>
                  </a:lnTo>
                  <a:lnTo>
                    <a:pt x="1" y="180"/>
                  </a:lnTo>
                  <a:lnTo>
                    <a:pt x="1" y="180"/>
                  </a:lnTo>
                  <a:lnTo>
                    <a:pt x="10130" y="10310"/>
                  </a:lnTo>
                  <a:cubicBezTo>
                    <a:pt x="10296" y="10334"/>
                    <a:pt x="10461" y="10356"/>
                    <a:pt x="10631" y="10375"/>
                  </a:cubicBezTo>
                  <a:lnTo>
                    <a:pt x="2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6"/>
            <p:cNvSpPr/>
            <p:nvPr/>
          </p:nvSpPr>
          <p:spPr>
            <a:xfrm flipH="1" rot="10800000">
              <a:off x="5871111" y="3749007"/>
              <a:ext cx="429419" cy="464933"/>
            </a:xfrm>
            <a:custGeom>
              <a:rect b="b" l="l" r="r" t="t"/>
              <a:pathLst>
                <a:path extrusionOk="0" h="5434" w="5651">
                  <a:moveTo>
                    <a:pt x="218" y="1"/>
                  </a:moveTo>
                  <a:lnTo>
                    <a:pt x="1" y="218"/>
                  </a:lnTo>
                  <a:lnTo>
                    <a:pt x="4933" y="5150"/>
                  </a:lnTo>
                  <a:cubicBezTo>
                    <a:pt x="5066" y="5207"/>
                    <a:pt x="5203" y="5263"/>
                    <a:pt x="5335" y="5320"/>
                  </a:cubicBezTo>
                  <a:cubicBezTo>
                    <a:pt x="5438" y="5357"/>
                    <a:pt x="5542" y="5396"/>
                    <a:pt x="5651" y="5433"/>
                  </a:cubicBez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6"/>
            <p:cNvSpPr/>
            <p:nvPr/>
          </p:nvSpPr>
          <p:spPr>
            <a:xfrm flipH="1" rot="10800000">
              <a:off x="6035245" y="3633585"/>
              <a:ext cx="695992" cy="768414"/>
            </a:xfrm>
            <a:custGeom>
              <a:rect b="b" l="l" r="r" t="t"/>
              <a:pathLst>
                <a:path extrusionOk="0" h="8981" w="9159">
                  <a:moveTo>
                    <a:pt x="180" y="1"/>
                  </a:moveTo>
                  <a:lnTo>
                    <a:pt x="218" y="39"/>
                  </a:lnTo>
                  <a:lnTo>
                    <a:pt x="0" y="255"/>
                  </a:lnTo>
                  <a:lnTo>
                    <a:pt x="8645" y="8900"/>
                  </a:lnTo>
                  <a:cubicBezTo>
                    <a:pt x="8815" y="8928"/>
                    <a:pt x="8985" y="8957"/>
                    <a:pt x="9159" y="8980"/>
                  </a:cubicBezTo>
                  <a:lnTo>
                    <a:pt x="18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6"/>
            <p:cNvSpPr/>
            <p:nvPr/>
          </p:nvSpPr>
          <p:spPr>
            <a:xfrm flipH="1" rot="10800000">
              <a:off x="6199455" y="3647359"/>
              <a:ext cx="831027" cy="939021"/>
            </a:xfrm>
            <a:custGeom>
              <a:rect b="b" l="l" r="r" t="t"/>
              <a:pathLst>
                <a:path extrusionOk="0" h="10975" w="10936">
                  <a:moveTo>
                    <a:pt x="179" y="1"/>
                  </a:moveTo>
                  <a:lnTo>
                    <a:pt x="214" y="36"/>
                  </a:lnTo>
                  <a:lnTo>
                    <a:pt x="216" y="33"/>
                  </a:lnTo>
                  <a:lnTo>
                    <a:pt x="179" y="1"/>
                  </a:lnTo>
                  <a:close/>
                  <a:moveTo>
                    <a:pt x="214" y="36"/>
                  </a:moveTo>
                  <a:lnTo>
                    <a:pt x="0" y="251"/>
                  </a:lnTo>
                  <a:lnTo>
                    <a:pt x="10724" y="10975"/>
                  </a:lnTo>
                  <a:lnTo>
                    <a:pt x="10935" y="10757"/>
                  </a:lnTo>
                  <a:lnTo>
                    <a:pt x="214" y="3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6"/>
            <p:cNvSpPr/>
            <p:nvPr/>
          </p:nvSpPr>
          <p:spPr>
            <a:xfrm flipH="1" rot="10800000">
              <a:off x="7014273" y="3644201"/>
              <a:ext cx="19073" cy="21818"/>
            </a:xfrm>
            <a:custGeom>
              <a:rect b="b" l="l" r="r" t="t"/>
              <a:pathLst>
                <a:path extrusionOk="0" h="255" w="251">
                  <a:moveTo>
                    <a:pt x="212" y="0"/>
                  </a:moveTo>
                  <a:lnTo>
                    <a:pt x="1" y="218"/>
                  </a:lnTo>
                  <a:lnTo>
                    <a:pt x="38" y="255"/>
                  </a:lnTo>
                  <a:lnTo>
                    <a:pt x="251" y="39"/>
                  </a:lnTo>
                  <a:lnTo>
                    <a:pt x="21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6"/>
            <p:cNvSpPr/>
            <p:nvPr/>
          </p:nvSpPr>
          <p:spPr>
            <a:xfrm flipH="1" rot="10800000">
              <a:off x="5966856" y="4306259"/>
              <a:ext cx="2888" cy="3337"/>
            </a:xfrm>
            <a:custGeom>
              <a:rect b="b" l="l" r="r" t="t"/>
              <a:pathLst>
                <a:path extrusionOk="0" h="39" w="38">
                  <a:moveTo>
                    <a:pt x="38" y="39"/>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6"/>
            <p:cNvSpPr/>
            <p:nvPr/>
          </p:nvSpPr>
          <p:spPr>
            <a:xfrm flipH="1" rot="10800000">
              <a:off x="5950367" y="4287778"/>
              <a:ext cx="19377" cy="21818"/>
            </a:xfrm>
            <a:custGeom>
              <a:rect b="b" l="l" r="r" t="t"/>
              <a:pathLst>
                <a:path extrusionOk="0" h="255" w="255">
                  <a:moveTo>
                    <a:pt x="218" y="0"/>
                  </a:moveTo>
                  <a:lnTo>
                    <a:pt x="0" y="218"/>
                  </a:lnTo>
                  <a:lnTo>
                    <a:pt x="38" y="255"/>
                  </a:lnTo>
                  <a:lnTo>
                    <a:pt x="255" y="3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6"/>
            <p:cNvSpPr/>
            <p:nvPr/>
          </p:nvSpPr>
          <p:spPr>
            <a:xfrm flipH="1" rot="10800000">
              <a:off x="6130990" y="4491067"/>
              <a:ext cx="2888" cy="3337"/>
            </a:xfrm>
            <a:custGeom>
              <a:rect b="b" l="l" r="r" t="t"/>
              <a:pathLst>
                <a:path extrusionOk="0" h="39" w="38">
                  <a:moveTo>
                    <a:pt x="37" y="38"/>
                  </a:moveTo>
                  <a:lnTo>
                    <a:pt x="37" y="38"/>
                  </a:lnTo>
                  <a:lnTo>
                    <a:pt x="0"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6"/>
            <p:cNvSpPr/>
            <p:nvPr/>
          </p:nvSpPr>
          <p:spPr>
            <a:xfrm flipH="1" rot="10800000">
              <a:off x="6114425" y="4472500"/>
              <a:ext cx="19453" cy="21903"/>
            </a:xfrm>
            <a:custGeom>
              <a:rect b="b" l="l" r="r" t="t"/>
              <a:pathLst>
                <a:path extrusionOk="0" h="256" w="256">
                  <a:moveTo>
                    <a:pt x="218" y="1"/>
                  </a:moveTo>
                  <a:lnTo>
                    <a:pt x="1" y="218"/>
                  </a:lnTo>
                  <a:lnTo>
                    <a:pt x="39" y="256"/>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6"/>
            <p:cNvSpPr/>
            <p:nvPr/>
          </p:nvSpPr>
          <p:spPr>
            <a:xfrm flipH="1" rot="10800000">
              <a:off x="5868300" y="4195288"/>
              <a:ext cx="19453" cy="21818"/>
            </a:xfrm>
            <a:custGeom>
              <a:rect b="b" l="l" r="r" t="t"/>
              <a:pathLst>
                <a:path extrusionOk="0" h="255" w="256">
                  <a:moveTo>
                    <a:pt x="217" y="0"/>
                  </a:moveTo>
                  <a:lnTo>
                    <a:pt x="1" y="216"/>
                  </a:lnTo>
                  <a:lnTo>
                    <a:pt x="38" y="255"/>
                  </a:lnTo>
                  <a:lnTo>
                    <a:pt x="255" y="3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6"/>
            <p:cNvSpPr/>
            <p:nvPr/>
          </p:nvSpPr>
          <p:spPr>
            <a:xfrm flipH="1" rot="10800000">
              <a:off x="6032434" y="4380096"/>
              <a:ext cx="2888" cy="3337"/>
            </a:xfrm>
            <a:custGeom>
              <a:rect b="b" l="l" r="r" t="t"/>
              <a:pathLst>
                <a:path extrusionOk="0" h="39" w="38">
                  <a:moveTo>
                    <a:pt x="0" y="1"/>
                  </a:moveTo>
                  <a:lnTo>
                    <a:pt x="37" y="38"/>
                  </a:lnTo>
                  <a:lnTo>
                    <a:pt x="37"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6"/>
            <p:cNvSpPr/>
            <p:nvPr/>
          </p:nvSpPr>
          <p:spPr>
            <a:xfrm flipH="1" rot="10800000">
              <a:off x="6032434" y="4380096"/>
              <a:ext cx="19377" cy="21903"/>
            </a:xfrm>
            <a:custGeom>
              <a:rect b="b" l="l" r="r" t="t"/>
              <a:pathLst>
                <a:path extrusionOk="0" h="256" w="255">
                  <a:moveTo>
                    <a:pt x="217" y="1"/>
                  </a:moveTo>
                  <a:lnTo>
                    <a:pt x="0" y="218"/>
                  </a:lnTo>
                  <a:lnTo>
                    <a:pt x="37" y="255"/>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6"/>
            <p:cNvSpPr/>
            <p:nvPr/>
          </p:nvSpPr>
          <p:spPr>
            <a:xfrm flipH="1" rot="10800000">
              <a:off x="6196491" y="4564904"/>
              <a:ext cx="3040" cy="3251"/>
            </a:xfrm>
            <a:custGeom>
              <a:rect b="b" l="l" r="r" t="t"/>
              <a:pathLst>
                <a:path extrusionOk="0" h="38" w="40">
                  <a:moveTo>
                    <a:pt x="1" y="0"/>
                  </a:moveTo>
                  <a:lnTo>
                    <a:pt x="39"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6"/>
            <p:cNvSpPr/>
            <p:nvPr/>
          </p:nvSpPr>
          <p:spPr>
            <a:xfrm flipH="1" rot="10800000">
              <a:off x="6196491" y="4564904"/>
              <a:ext cx="19453" cy="21476"/>
            </a:xfrm>
            <a:custGeom>
              <a:rect b="b" l="l" r="r" t="t"/>
              <a:pathLst>
                <a:path extrusionOk="0" h="251" w="256">
                  <a:moveTo>
                    <a:pt x="218" y="1"/>
                  </a:moveTo>
                  <a:lnTo>
                    <a:pt x="1" y="213"/>
                  </a:lnTo>
                  <a:lnTo>
                    <a:pt x="39" y="251"/>
                  </a:lnTo>
                  <a:lnTo>
                    <a:pt x="255" y="33"/>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6"/>
            <p:cNvSpPr/>
            <p:nvPr/>
          </p:nvSpPr>
          <p:spPr>
            <a:xfrm flipH="1" rot="10800000">
              <a:off x="6292236" y="4678698"/>
              <a:ext cx="2888" cy="3251"/>
            </a:xfrm>
            <a:custGeom>
              <a:rect b="b" l="l" r="r" t="t"/>
              <a:pathLst>
                <a:path extrusionOk="0" h="38" w="38">
                  <a:moveTo>
                    <a:pt x="38" y="38"/>
                  </a:move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6"/>
            <p:cNvSpPr/>
            <p:nvPr/>
          </p:nvSpPr>
          <p:spPr>
            <a:xfrm flipH="1" rot="10800000">
              <a:off x="6439881" y="4845282"/>
              <a:ext cx="2888" cy="3337"/>
            </a:xfrm>
            <a:custGeom>
              <a:rect b="b" l="l" r="r" t="t"/>
              <a:pathLst>
                <a:path extrusionOk="0" h="39" w="38">
                  <a:moveTo>
                    <a:pt x="1" y="1"/>
                  </a:moveTo>
                  <a:lnTo>
                    <a:pt x="1" y="1"/>
                  </a:ln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6"/>
            <p:cNvSpPr/>
            <p:nvPr/>
          </p:nvSpPr>
          <p:spPr>
            <a:xfrm flipH="1" rot="10800000">
              <a:off x="6521948" y="4937686"/>
              <a:ext cx="2888" cy="3337"/>
            </a:xfrm>
            <a:custGeom>
              <a:rect b="b" l="l" r="r" t="t"/>
              <a:pathLst>
                <a:path extrusionOk="0" h="39" w="38">
                  <a:moveTo>
                    <a:pt x="0" y="1"/>
                  </a:moveTo>
                  <a:lnTo>
                    <a:pt x="0" y="1"/>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6"/>
            <p:cNvSpPr/>
            <p:nvPr/>
          </p:nvSpPr>
          <p:spPr>
            <a:xfrm flipH="1" rot="10800000">
              <a:off x="5913133" y="4663722"/>
              <a:ext cx="379190" cy="428228"/>
            </a:xfrm>
            <a:custGeom>
              <a:rect b="b" l="l" r="r" t="t"/>
              <a:pathLst>
                <a:path extrusionOk="0" h="5005" w="4990">
                  <a:moveTo>
                    <a:pt x="198" y="0"/>
                  </a:moveTo>
                  <a:cubicBezTo>
                    <a:pt x="132" y="76"/>
                    <a:pt x="66" y="157"/>
                    <a:pt x="0" y="237"/>
                  </a:cubicBezTo>
                  <a:lnTo>
                    <a:pt x="4772" y="5004"/>
                  </a:lnTo>
                  <a:lnTo>
                    <a:pt x="4989" y="4793"/>
                  </a:lnTo>
                  <a:lnTo>
                    <a:pt x="19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6"/>
            <p:cNvSpPr/>
            <p:nvPr/>
          </p:nvSpPr>
          <p:spPr>
            <a:xfrm flipH="1" rot="10800000">
              <a:off x="6275671" y="4660559"/>
              <a:ext cx="19453" cy="21390"/>
            </a:xfrm>
            <a:custGeom>
              <a:rect b="b" l="l" r="r" t="t"/>
              <a:pathLst>
                <a:path extrusionOk="0" h="250" w="256">
                  <a:moveTo>
                    <a:pt x="218" y="1"/>
                  </a:moveTo>
                  <a:lnTo>
                    <a:pt x="1" y="212"/>
                  </a:lnTo>
                  <a:lnTo>
                    <a:pt x="39" y="250"/>
                  </a:lnTo>
                  <a:lnTo>
                    <a:pt x="256"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6"/>
            <p:cNvSpPr/>
            <p:nvPr/>
          </p:nvSpPr>
          <p:spPr>
            <a:xfrm flipH="1" rot="10800000">
              <a:off x="6105534" y="4848530"/>
              <a:ext cx="352898" cy="376207"/>
            </a:xfrm>
            <a:custGeom>
              <a:rect b="b" l="l" r="r" t="t"/>
              <a:pathLst>
                <a:path extrusionOk="0" h="4397" w="4644">
                  <a:moveTo>
                    <a:pt x="4617" y="4184"/>
                  </a:moveTo>
                  <a:lnTo>
                    <a:pt x="4644" y="4211"/>
                  </a:lnTo>
                  <a:lnTo>
                    <a:pt x="4644" y="4211"/>
                  </a:lnTo>
                  <a:lnTo>
                    <a:pt x="4617" y="4184"/>
                  </a:lnTo>
                  <a:close/>
                  <a:moveTo>
                    <a:pt x="0" y="1"/>
                  </a:moveTo>
                  <a:lnTo>
                    <a:pt x="4401" y="4397"/>
                  </a:lnTo>
                  <a:lnTo>
                    <a:pt x="4617" y="4184"/>
                  </a:lnTo>
                  <a:lnTo>
                    <a:pt x="4617" y="4184"/>
                  </a:ln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6"/>
            <p:cNvSpPr/>
            <p:nvPr/>
          </p:nvSpPr>
          <p:spPr>
            <a:xfrm flipH="1" rot="10800000">
              <a:off x="6439881" y="4845282"/>
              <a:ext cx="19453" cy="21561"/>
            </a:xfrm>
            <a:custGeom>
              <a:rect b="b" l="l" r="r" t="t"/>
              <a:pathLst>
                <a:path extrusionOk="0" h="252" w="256">
                  <a:moveTo>
                    <a:pt x="217" y="1"/>
                  </a:moveTo>
                  <a:lnTo>
                    <a:pt x="1" y="214"/>
                  </a:lnTo>
                  <a:lnTo>
                    <a:pt x="38" y="251"/>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6"/>
            <p:cNvSpPr/>
            <p:nvPr/>
          </p:nvSpPr>
          <p:spPr>
            <a:xfrm flipH="1" rot="10800000">
              <a:off x="5992996" y="4756126"/>
              <a:ext cx="381318" cy="428570"/>
            </a:xfrm>
            <a:custGeom>
              <a:rect b="b" l="l" r="r" t="t"/>
              <a:pathLst>
                <a:path extrusionOk="0" h="5009" w="5018">
                  <a:moveTo>
                    <a:pt x="223" y="0"/>
                  </a:moveTo>
                  <a:cubicBezTo>
                    <a:pt x="147" y="66"/>
                    <a:pt x="75" y="142"/>
                    <a:pt x="1" y="207"/>
                  </a:cubicBezTo>
                  <a:lnTo>
                    <a:pt x="4801" y="5008"/>
                  </a:lnTo>
                  <a:lnTo>
                    <a:pt x="5018" y="4796"/>
                  </a:lnTo>
                  <a:lnTo>
                    <a:pt x="2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6"/>
            <p:cNvSpPr/>
            <p:nvPr/>
          </p:nvSpPr>
          <p:spPr>
            <a:xfrm flipH="1" rot="10800000">
              <a:off x="6357738" y="4752963"/>
              <a:ext cx="19453" cy="21476"/>
            </a:xfrm>
            <a:custGeom>
              <a:rect b="b" l="l" r="r" t="t"/>
              <a:pathLst>
                <a:path extrusionOk="0" h="251" w="256">
                  <a:moveTo>
                    <a:pt x="218" y="1"/>
                  </a:moveTo>
                  <a:lnTo>
                    <a:pt x="1" y="213"/>
                  </a:lnTo>
                  <a:lnTo>
                    <a:pt x="39" y="251"/>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6"/>
            <p:cNvSpPr/>
            <p:nvPr/>
          </p:nvSpPr>
          <p:spPr>
            <a:xfrm flipH="1" rot="10800000">
              <a:off x="6269592" y="4940935"/>
              <a:ext cx="268853" cy="283803"/>
            </a:xfrm>
            <a:custGeom>
              <a:rect b="b" l="l" r="r" t="t"/>
              <a:pathLst>
                <a:path extrusionOk="0" h="3317" w="3538">
                  <a:moveTo>
                    <a:pt x="1" y="1"/>
                  </a:moveTo>
                  <a:lnTo>
                    <a:pt x="3321" y="3317"/>
                  </a:lnTo>
                  <a:lnTo>
                    <a:pt x="3537" y="3104"/>
                  </a:lnTo>
                  <a:lnTo>
                    <a:pt x="4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6"/>
            <p:cNvSpPr/>
            <p:nvPr/>
          </p:nvSpPr>
          <p:spPr>
            <a:xfrm flipH="1" rot="10800000">
              <a:off x="6521948" y="4937686"/>
              <a:ext cx="19377" cy="21476"/>
            </a:xfrm>
            <a:custGeom>
              <a:rect b="b" l="l" r="r" t="t"/>
              <a:pathLst>
                <a:path extrusionOk="0" h="251" w="255">
                  <a:moveTo>
                    <a:pt x="216" y="0"/>
                  </a:moveTo>
                  <a:lnTo>
                    <a:pt x="0" y="213"/>
                  </a:lnTo>
                  <a:lnTo>
                    <a:pt x="38" y="250"/>
                  </a:lnTo>
                  <a:lnTo>
                    <a:pt x="255" y="38"/>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6"/>
            <p:cNvSpPr/>
            <p:nvPr/>
          </p:nvSpPr>
          <p:spPr>
            <a:xfrm flipH="1" rot="10800000">
              <a:off x="5947479" y="4290944"/>
              <a:ext cx="2964" cy="3251"/>
            </a:xfrm>
            <a:custGeom>
              <a:rect b="b" l="l" r="r" t="t"/>
              <a:pathLst>
                <a:path extrusionOk="0" h="38" w="39">
                  <a:moveTo>
                    <a:pt x="1" y="0"/>
                  </a:move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6"/>
            <p:cNvSpPr/>
            <p:nvPr/>
          </p:nvSpPr>
          <p:spPr>
            <a:xfrm flipH="1" rot="10800000">
              <a:off x="6111613" y="4475666"/>
              <a:ext cx="2888" cy="3422"/>
            </a:xfrm>
            <a:custGeom>
              <a:rect b="b" l="l" r="r" t="t"/>
              <a:pathLst>
                <a:path extrusionOk="0" h="40" w="38">
                  <a:moveTo>
                    <a:pt x="0" y="1"/>
                  </a:moveTo>
                  <a:lnTo>
                    <a:pt x="38" y="39"/>
                  </a:lnTo>
                  <a:lnTo>
                    <a:pt x="38"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6"/>
            <p:cNvSpPr/>
            <p:nvPr/>
          </p:nvSpPr>
          <p:spPr>
            <a:xfrm flipH="1" rot="10800000">
              <a:off x="6045959" y="4401914"/>
              <a:ext cx="3040" cy="3251"/>
            </a:xfrm>
            <a:custGeom>
              <a:rect b="b" l="l" r="r" t="t"/>
              <a:pathLst>
                <a:path extrusionOk="0" h="38" w="40">
                  <a:moveTo>
                    <a:pt x="39" y="38"/>
                  </a:moveTo>
                  <a:lnTo>
                    <a:pt x="39" y="38"/>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6"/>
            <p:cNvSpPr/>
            <p:nvPr/>
          </p:nvSpPr>
          <p:spPr>
            <a:xfrm flipH="1" rot="10800000">
              <a:off x="6210169" y="4586294"/>
              <a:ext cx="2888" cy="3251"/>
            </a:xfrm>
            <a:custGeom>
              <a:rect b="b" l="l" r="r" t="t"/>
              <a:pathLst>
                <a:path extrusionOk="0" h="38" w="38">
                  <a:moveTo>
                    <a:pt x="38" y="38"/>
                  </a:moveTo>
                  <a:lnTo>
                    <a:pt x="0" y="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6"/>
            <p:cNvSpPr/>
            <p:nvPr/>
          </p:nvSpPr>
          <p:spPr>
            <a:xfrm flipH="1" rot="10800000">
              <a:off x="5723467" y="4294107"/>
              <a:ext cx="243472" cy="287054"/>
            </a:xfrm>
            <a:custGeom>
              <a:rect b="b" l="l" r="r" t="t"/>
              <a:pathLst>
                <a:path extrusionOk="0" h="3355" w="3204">
                  <a:moveTo>
                    <a:pt x="24" y="1"/>
                  </a:moveTo>
                  <a:cubicBezTo>
                    <a:pt x="15" y="138"/>
                    <a:pt x="6" y="275"/>
                    <a:pt x="1" y="412"/>
                  </a:cubicBezTo>
                  <a:lnTo>
                    <a:pt x="2949" y="3354"/>
                  </a:lnTo>
                  <a:lnTo>
                    <a:pt x="3165" y="3137"/>
                  </a:lnTo>
                  <a:lnTo>
                    <a:pt x="3204" y="3174"/>
                  </a:lnTo>
                  <a:lnTo>
                    <a:pt x="2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6"/>
            <p:cNvSpPr/>
            <p:nvPr/>
          </p:nvSpPr>
          <p:spPr>
            <a:xfrm flipH="1" rot="10800000">
              <a:off x="5947479" y="4290943"/>
              <a:ext cx="19453" cy="21903"/>
            </a:xfrm>
            <a:custGeom>
              <a:rect b="b" l="l" r="r" t="t"/>
              <a:pathLst>
                <a:path extrusionOk="0" h="256" w="256">
                  <a:moveTo>
                    <a:pt x="217" y="1"/>
                  </a:moveTo>
                  <a:lnTo>
                    <a:pt x="1" y="218"/>
                  </a:lnTo>
                  <a:lnTo>
                    <a:pt x="38" y="256"/>
                  </a:lnTo>
                  <a:lnTo>
                    <a:pt x="256"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6"/>
            <p:cNvSpPr/>
            <p:nvPr/>
          </p:nvSpPr>
          <p:spPr>
            <a:xfrm flipH="1" rot="10800000">
              <a:off x="5786613" y="4479000"/>
              <a:ext cx="344463" cy="391009"/>
            </a:xfrm>
            <a:custGeom>
              <a:rect b="b" l="l" r="r" t="t"/>
              <a:pathLst>
                <a:path extrusionOk="0" h="4570" w="4533">
                  <a:moveTo>
                    <a:pt x="142" y="1"/>
                  </a:moveTo>
                  <a:cubicBezTo>
                    <a:pt x="94" y="99"/>
                    <a:pt x="42" y="194"/>
                    <a:pt x="0" y="293"/>
                  </a:cubicBezTo>
                  <a:lnTo>
                    <a:pt x="4277" y="4570"/>
                  </a:lnTo>
                  <a:lnTo>
                    <a:pt x="4495" y="4358"/>
                  </a:lnTo>
                  <a:lnTo>
                    <a:pt x="4532" y="4391"/>
                  </a:lnTo>
                  <a:lnTo>
                    <a:pt x="1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6"/>
            <p:cNvSpPr/>
            <p:nvPr/>
          </p:nvSpPr>
          <p:spPr>
            <a:xfrm flipH="1" rot="10800000">
              <a:off x="6111613" y="4475666"/>
              <a:ext cx="19453" cy="21476"/>
            </a:xfrm>
            <a:custGeom>
              <a:rect b="b" l="l" r="r" t="t"/>
              <a:pathLst>
                <a:path extrusionOk="0" h="251" w="256">
                  <a:moveTo>
                    <a:pt x="218" y="0"/>
                  </a:moveTo>
                  <a:lnTo>
                    <a:pt x="0" y="212"/>
                  </a:lnTo>
                  <a:lnTo>
                    <a:pt x="38" y="250"/>
                  </a:lnTo>
                  <a:lnTo>
                    <a:pt x="255" y="33"/>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6"/>
            <p:cNvSpPr/>
            <p:nvPr/>
          </p:nvSpPr>
          <p:spPr>
            <a:xfrm flipH="1" rot="10800000">
              <a:off x="5736385" y="4201704"/>
              <a:ext cx="145597" cy="182072"/>
            </a:xfrm>
            <a:custGeom>
              <a:rect b="b" l="l" r="r" t="t"/>
              <a:pathLst>
                <a:path extrusionOk="0" h="2128" w="1916">
                  <a:moveTo>
                    <a:pt x="0" y="0"/>
                  </a:moveTo>
                  <a:lnTo>
                    <a:pt x="6" y="6"/>
                  </a:lnTo>
                  <a:lnTo>
                    <a:pt x="6" y="6"/>
                  </a:lnTo>
                  <a:cubicBezTo>
                    <a:pt x="6" y="6"/>
                    <a:pt x="6" y="5"/>
                    <a:pt x="6" y="5"/>
                  </a:cubicBezTo>
                  <a:cubicBezTo>
                    <a:pt x="6" y="5"/>
                    <a:pt x="6" y="0"/>
                    <a:pt x="0" y="0"/>
                  </a:cubicBezTo>
                  <a:close/>
                  <a:moveTo>
                    <a:pt x="6" y="6"/>
                  </a:moveTo>
                  <a:cubicBezTo>
                    <a:pt x="48" y="204"/>
                    <a:pt x="100" y="397"/>
                    <a:pt x="157" y="584"/>
                  </a:cubicBezTo>
                  <a:lnTo>
                    <a:pt x="1698" y="2127"/>
                  </a:lnTo>
                  <a:lnTo>
                    <a:pt x="1915" y="1910"/>
                  </a:lnTo>
                  <a:lnTo>
                    <a:pt x="6" y="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6"/>
            <p:cNvSpPr/>
            <p:nvPr/>
          </p:nvSpPr>
          <p:spPr>
            <a:xfrm flipH="1" rot="10800000">
              <a:off x="5865412" y="4198539"/>
              <a:ext cx="19377" cy="21903"/>
            </a:xfrm>
            <a:custGeom>
              <a:rect b="b" l="l" r="r" t="t"/>
              <a:pathLst>
                <a:path extrusionOk="0" h="256" w="255">
                  <a:moveTo>
                    <a:pt x="217" y="1"/>
                  </a:moveTo>
                  <a:lnTo>
                    <a:pt x="0" y="218"/>
                  </a:lnTo>
                  <a:lnTo>
                    <a:pt x="39" y="255"/>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6"/>
            <p:cNvSpPr/>
            <p:nvPr/>
          </p:nvSpPr>
          <p:spPr>
            <a:xfrm flipH="1" rot="10800000">
              <a:off x="5744288" y="4386510"/>
              <a:ext cx="301756" cy="350710"/>
            </a:xfrm>
            <a:custGeom>
              <a:rect b="b" l="l" r="r" t="t"/>
              <a:pathLst>
                <a:path extrusionOk="0" h="4099" w="3971">
                  <a:moveTo>
                    <a:pt x="90" y="0"/>
                  </a:moveTo>
                  <a:cubicBezTo>
                    <a:pt x="57" y="113"/>
                    <a:pt x="29" y="231"/>
                    <a:pt x="1" y="344"/>
                  </a:cubicBezTo>
                  <a:lnTo>
                    <a:pt x="3755" y="4099"/>
                  </a:lnTo>
                  <a:lnTo>
                    <a:pt x="3971" y="3881"/>
                  </a:lnTo>
                  <a:lnTo>
                    <a:pt x="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6"/>
            <p:cNvSpPr/>
            <p:nvPr/>
          </p:nvSpPr>
          <p:spPr>
            <a:xfrm flipH="1" rot="10800000">
              <a:off x="6029546" y="4383347"/>
              <a:ext cx="19453" cy="21818"/>
            </a:xfrm>
            <a:custGeom>
              <a:rect b="b" l="l" r="r" t="t"/>
              <a:pathLst>
                <a:path extrusionOk="0" h="255" w="256">
                  <a:moveTo>
                    <a:pt x="217" y="0"/>
                  </a:moveTo>
                  <a:lnTo>
                    <a:pt x="1" y="218"/>
                  </a:lnTo>
                  <a:lnTo>
                    <a:pt x="38" y="255"/>
                  </a:lnTo>
                  <a:lnTo>
                    <a:pt x="255" y="3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6"/>
            <p:cNvSpPr/>
            <p:nvPr/>
          </p:nvSpPr>
          <p:spPr>
            <a:xfrm flipH="1" rot="10800000">
              <a:off x="5843908" y="4568066"/>
              <a:ext cx="366348" cy="419415"/>
            </a:xfrm>
            <a:custGeom>
              <a:rect b="b" l="l" r="r" t="t"/>
              <a:pathLst>
                <a:path extrusionOk="0" h="4902" w="4821">
                  <a:moveTo>
                    <a:pt x="176" y="1"/>
                  </a:moveTo>
                  <a:cubicBezTo>
                    <a:pt x="113" y="91"/>
                    <a:pt x="57" y="176"/>
                    <a:pt x="0" y="266"/>
                  </a:cubicBezTo>
                  <a:lnTo>
                    <a:pt x="4641" y="4901"/>
                  </a:lnTo>
                  <a:lnTo>
                    <a:pt x="4603" y="4863"/>
                  </a:lnTo>
                  <a:lnTo>
                    <a:pt x="4820" y="4651"/>
                  </a:lnTo>
                  <a:lnTo>
                    <a:pt x="1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6"/>
            <p:cNvSpPr/>
            <p:nvPr/>
          </p:nvSpPr>
          <p:spPr>
            <a:xfrm flipH="1" rot="10800000">
              <a:off x="6193680" y="4568070"/>
              <a:ext cx="19377" cy="21476"/>
            </a:xfrm>
            <a:custGeom>
              <a:rect b="b" l="l" r="r" t="t"/>
              <a:pathLst>
                <a:path extrusionOk="0" h="251" w="255">
                  <a:moveTo>
                    <a:pt x="217" y="0"/>
                  </a:moveTo>
                  <a:lnTo>
                    <a:pt x="0" y="212"/>
                  </a:lnTo>
                  <a:lnTo>
                    <a:pt x="38" y="250"/>
                  </a:lnTo>
                  <a:lnTo>
                    <a:pt x="255" y="3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
    <p:bg>
      <p:bgPr>
        <a:solidFill>
          <a:schemeClr val="accent1"/>
        </a:solidFill>
      </p:bgPr>
    </p:bg>
    <p:spTree>
      <p:nvGrpSpPr>
        <p:cNvPr id="854" name="Shape 854"/>
        <p:cNvGrpSpPr/>
        <p:nvPr/>
      </p:nvGrpSpPr>
      <p:grpSpPr>
        <a:xfrm>
          <a:off x="0" y="0"/>
          <a:ext cx="0" cy="0"/>
          <a:chOff x="0" y="0"/>
          <a:chExt cx="0" cy="0"/>
        </a:xfrm>
      </p:grpSpPr>
      <p:sp>
        <p:nvSpPr>
          <p:cNvPr id="855" name="Google Shape;855;p17"/>
          <p:cNvSpPr txBox="1"/>
          <p:nvPr>
            <p:ph type="title"/>
          </p:nvPr>
        </p:nvSpPr>
        <p:spPr>
          <a:xfrm>
            <a:off x="914400" y="505910"/>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atin typeface="Montserrat Black"/>
                <a:ea typeface="Montserrat Black"/>
                <a:cs typeface="Montserrat Black"/>
                <a:sym typeface="Montserrat Black"/>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6" name="Google Shape;856;p17"/>
          <p:cNvSpPr txBox="1"/>
          <p:nvPr>
            <p:ph hasCustomPrompt="1" idx="2" type="title"/>
          </p:nvPr>
        </p:nvSpPr>
        <p:spPr>
          <a:xfrm>
            <a:off x="2973013" y="2023455"/>
            <a:ext cx="1371600" cy="54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857" name="Google Shape;857;p17"/>
          <p:cNvSpPr txBox="1"/>
          <p:nvPr>
            <p:ph hasCustomPrompt="1" idx="3" type="title"/>
          </p:nvPr>
        </p:nvSpPr>
        <p:spPr>
          <a:xfrm>
            <a:off x="1137230" y="2023455"/>
            <a:ext cx="1371600" cy="54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858" name="Google Shape;858;p17"/>
          <p:cNvSpPr txBox="1"/>
          <p:nvPr>
            <p:ph hasCustomPrompt="1" idx="4" type="title"/>
          </p:nvPr>
        </p:nvSpPr>
        <p:spPr>
          <a:xfrm>
            <a:off x="6644579" y="2023455"/>
            <a:ext cx="1371600" cy="54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859" name="Google Shape;859;p17"/>
          <p:cNvSpPr txBox="1"/>
          <p:nvPr>
            <p:ph hasCustomPrompt="1" idx="5" type="title"/>
          </p:nvPr>
        </p:nvSpPr>
        <p:spPr>
          <a:xfrm>
            <a:off x="4808796" y="2023455"/>
            <a:ext cx="1371600" cy="54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860" name="Google Shape;860;p17"/>
          <p:cNvSpPr txBox="1"/>
          <p:nvPr>
            <p:ph idx="1" type="subTitle"/>
          </p:nvPr>
        </p:nvSpPr>
        <p:spPr>
          <a:xfrm>
            <a:off x="1000130" y="2943125"/>
            <a:ext cx="1645800" cy="45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rtl="0" algn="ctr">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p:txBody>
      </p:sp>
      <p:sp>
        <p:nvSpPr>
          <p:cNvPr id="861" name="Google Shape;861;p17"/>
          <p:cNvSpPr txBox="1"/>
          <p:nvPr>
            <p:ph idx="6" type="subTitle"/>
          </p:nvPr>
        </p:nvSpPr>
        <p:spPr>
          <a:xfrm>
            <a:off x="2835913" y="2943125"/>
            <a:ext cx="1645800" cy="45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rtl="0" algn="ctr">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p:txBody>
      </p:sp>
      <p:sp>
        <p:nvSpPr>
          <p:cNvPr id="862" name="Google Shape;862;p17"/>
          <p:cNvSpPr txBox="1"/>
          <p:nvPr>
            <p:ph idx="7" type="subTitle"/>
          </p:nvPr>
        </p:nvSpPr>
        <p:spPr>
          <a:xfrm>
            <a:off x="4671696" y="2943125"/>
            <a:ext cx="1645800" cy="45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rtl="0" algn="ctr">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p:txBody>
      </p:sp>
      <p:sp>
        <p:nvSpPr>
          <p:cNvPr id="863" name="Google Shape;863;p17"/>
          <p:cNvSpPr txBox="1"/>
          <p:nvPr>
            <p:ph idx="8" type="subTitle"/>
          </p:nvPr>
        </p:nvSpPr>
        <p:spPr>
          <a:xfrm>
            <a:off x="6507479" y="2943125"/>
            <a:ext cx="1645800" cy="45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rtl="0" algn="ctr">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p:txBody>
      </p:sp>
      <p:sp>
        <p:nvSpPr>
          <p:cNvPr id="864" name="Google Shape;864;p17"/>
          <p:cNvSpPr txBox="1"/>
          <p:nvPr>
            <p:ph idx="9" type="subTitle"/>
          </p:nvPr>
        </p:nvSpPr>
        <p:spPr>
          <a:xfrm>
            <a:off x="1000130" y="3349457"/>
            <a:ext cx="16458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200">
                <a:solidFill>
                  <a:schemeClr val="accent3"/>
                </a:solidFill>
              </a:defRPr>
            </a:lvl1pPr>
            <a:lvl2pPr lvl="1" rtl="0" algn="ctr">
              <a:lnSpc>
                <a:spcPct val="100000"/>
              </a:lnSpc>
              <a:spcBef>
                <a:spcPts val="1600"/>
              </a:spcBef>
              <a:spcAft>
                <a:spcPts val="0"/>
              </a:spcAft>
              <a:buNone/>
              <a:defRPr sz="1200">
                <a:solidFill>
                  <a:schemeClr val="accent3"/>
                </a:solidFill>
              </a:defRPr>
            </a:lvl2pPr>
            <a:lvl3pPr lvl="2" rtl="0" algn="ctr">
              <a:lnSpc>
                <a:spcPct val="100000"/>
              </a:lnSpc>
              <a:spcBef>
                <a:spcPts val="1600"/>
              </a:spcBef>
              <a:spcAft>
                <a:spcPts val="0"/>
              </a:spcAft>
              <a:buNone/>
              <a:defRPr sz="1200">
                <a:solidFill>
                  <a:schemeClr val="accent3"/>
                </a:solidFill>
              </a:defRPr>
            </a:lvl3pPr>
            <a:lvl4pPr lvl="3" rtl="0" algn="ctr">
              <a:lnSpc>
                <a:spcPct val="100000"/>
              </a:lnSpc>
              <a:spcBef>
                <a:spcPts val="1600"/>
              </a:spcBef>
              <a:spcAft>
                <a:spcPts val="0"/>
              </a:spcAft>
              <a:buNone/>
              <a:defRPr sz="1200">
                <a:solidFill>
                  <a:schemeClr val="accent3"/>
                </a:solidFill>
              </a:defRPr>
            </a:lvl4pPr>
            <a:lvl5pPr lvl="4" rtl="0" algn="ctr">
              <a:lnSpc>
                <a:spcPct val="100000"/>
              </a:lnSpc>
              <a:spcBef>
                <a:spcPts val="1600"/>
              </a:spcBef>
              <a:spcAft>
                <a:spcPts val="0"/>
              </a:spcAft>
              <a:buNone/>
              <a:defRPr sz="1200">
                <a:solidFill>
                  <a:schemeClr val="accent3"/>
                </a:solidFill>
              </a:defRPr>
            </a:lvl5pPr>
            <a:lvl6pPr lvl="5" rtl="0" algn="ctr">
              <a:lnSpc>
                <a:spcPct val="100000"/>
              </a:lnSpc>
              <a:spcBef>
                <a:spcPts val="1600"/>
              </a:spcBef>
              <a:spcAft>
                <a:spcPts val="0"/>
              </a:spcAft>
              <a:buNone/>
              <a:defRPr sz="1200">
                <a:solidFill>
                  <a:schemeClr val="accent3"/>
                </a:solidFill>
              </a:defRPr>
            </a:lvl6pPr>
            <a:lvl7pPr lvl="6" rtl="0" algn="ctr">
              <a:lnSpc>
                <a:spcPct val="100000"/>
              </a:lnSpc>
              <a:spcBef>
                <a:spcPts val="1600"/>
              </a:spcBef>
              <a:spcAft>
                <a:spcPts val="0"/>
              </a:spcAft>
              <a:buNone/>
              <a:defRPr sz="1200">
                <a:solidFill>
                  <a:schemeClr val="accent3"/>
                </a:solidFill>
              </a:defRPr>
            </a:lvl7pPr>
            <a:lvl8pPr lvl="7" rtl="0" algn="ctr">
              <a:lnSpc>
                <a:spcPct val="100000"/>
              </a:lnSpc>
              <a:spcBef>
                <a:spcPts val="1600"/>
              </a:spcBef>
              <a:spcAft>
                <a:spcPts val="0"/>
              </a:spcAft>
              <a:buNone/>
              <a:defRPr sz="1200">
                <a:solidFill>
                  <a:schemeClr val="accent3"/>
                </a:solidFill>
              </a:defRPr>
            </a:lvl8pPr>
            <a:lvl9pPr lvl="8" rtl="0" algn="ctr">
              <a:lnSpc>
                <a:spcPct val="100000"/>
              </a:lnSpc>
              <a:spcBef>
                <a:spcPts val="1600"/>
              </a:spcBef>
              <a:spcAft>
                <a:spcPts val="1600"/>
              </a:spcAft>
              <a:buNone/>
              <a:defRPr sz="1200">
                <a:solidFill>
                  <a:schemeClr val="accent3"/>
                </a:solidFill>
              </a:defRPr>
            </a:lvl9pPr>
          </a:lstStyle>
          <a:p/>
        </p:txBody>
      </p:sp>
      <p:sp>
        <p:nvSpPr>
          <p:cNvPr id="865" name="Google Shape;865;p17"/>
          <p:cNvSpPr txBox="1"/>
          <p:nvPr>
            <p:ph idx="13" type="subTitle"/>
          </p:nvPr>
        </p:nvSpPr>
        <p:spPr>
          <a:xfrm>
            <a:off x="2835913" y="3349457"/>
            <a:ext cx="16458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200">
                <a:solidFill>
                  <a:schemeClr val="accent3"/>
                </a:solidFill>
              </a:defRPr>
            </a:lvl1pPr>
            <a:lvl2pPr lvl="1" rtl="0" algn="ctr">
              <a:lnSpc>
                <a:spcPct val="100000"/>
              </a:lnSpc>
              <a:spcBef>
                <a:spcPts val="1600"/>
              </a:spcBef>
              <a:spcAft>
                <a:spcPts val="0"/>
              </a:spcAft>
              <a:buNone/>
              <a:defRPr sz="1200">
                <a:solidFill>
                  <a:schemeClr val="accent3"/>
                </a:solidFill>
              </a:defRPr>
            </a:lvl2pPr>
            <a:lvl3pPr lvl="2" rtl="0" algn="ctr">
              <a:lnSpc>
                <a:spcPct val="100000"/>
              </a:lnSpc>
              <a:spcBef>
                <a:spcPts val="1600"/>
              </a:spcBef>
              <a:spcAft>
                <a:spcPts val="0"/>
              </a:spcAft>
              <a:buNone/>
              <a:defRPr sz="1200">
                <a:solidFill>
                  <a:schemeClr val="accent3"/>
                </a:solidFill>
              </a:defRPr>
            </a:lvl3pPr>
            <a:lvl4pPr lvl="3" rtl="0" algn="ctr">
              <a:lnSpc>
                <a:spcPct val="100000"/>
              </a:lnSpc>
              <a:spcBef>
                <a:spcPts val="1600"/>
              </a:spcBef>
              <a:spcAft>
                <a:spcPts val="0"/>
              </a:spcAft>
              <a:buNone/>
              <a:defRPr sz="1200">
                <a:solidFill>
                  <a:schemeClr val="accent3"/>
                </a:solidFill>
              </a:defRPr>
            </a:lvl4pPr>
            <a:lvl5pPr lvl="4" rtl="0" algn="ctr">
              <a:lnSpc>
                <a:spcPct val="100000"/>
              </a:lnSpc>
              <a:spcBef>
                <a:spcPts val="1600"/>
              </a:spcBef>
              <a:spcAft>
                <a:spcPts val="0"/>
              </a:spcAft>
              <a:buNone/>
              <a:defRPr sz="1200">
                <a:solidFill>
                  <a:schemeClr val="accent3"/>
                </a:solidFill>
              </a:defRPr>
            </a:lvl5pPr>
            <a:lvl6pPr lvl="5" rtl="0" algn="ctr">
              <a:lnSpc>
                <a:spcPct val="100000"/>
              </a:lnSpc>
              <a:spcBef>
                <a:spcPts val="1600"/>
              </a:spcBef>
              <a:spcAft>
                <a:spcPts val="0"/>
              </a:spcAft>
              <a:buNone/>
              <a:defRPr sz="1200">
                <a:solidFill>
                  <a:schemeClr val="accent3"/>
                </a:solidFill>
              </a:defRPr>
            </a:lvl6pPr>
            <a:lvl7pPr lvl="6" rtl="0" algn="ctr">
              <a:lnSpc>
                <a:spcPct val="100000"/>
              </a:lnSpc>
              <a:spcBef>
                <a:spcPts val="1600"/>
              </a:spcBef>
              <a:spcAft>
                <a:spcPts val="0"/>
              </a:spcAft>
              <a:buNone/>
              <a:defRPr sz="1200">
                <a:solidFill>
                  <a:schemeClr val="accent3"/>
                </a:solidFill>
              </a:defRPr>
            </a:lvl7pPr>
            <a:lvl8pPr lvl="7" rtl="0" algn="ctr">
              <a:lnSpc>
                <a:spcPct val="100000"/>
              </a:lnSpc>
              <a:spcBef>
                <a:spcPts val="1600"/>
              </a:spcBef>
              <a:spcAft>
                <a:spcPts val="0"/>
              </a:spcAft>
              <a:buNone/>
              <a:defRPr sz="1200">
                <a:solidFill>
                  <a:schemeClr val="accent3"/>
                </a:solidFill>
              </a:defRPr>
            </a:lvl8pPr>
            <a:lvl9pPr lvl="8" rtl="0" algn="ctr">
              <a:lnSpc>
                <a:spcPct val="100000"/>
              </a:lnSpc>
              <a:spcBef>
                <a:spcPts val="1600"/>
              </a:spcBef>
              <a:spcAft>
                <a:spcPts val="1600"/>
              </a:spcAft>
              <a:buNone/>
              <a:defRPr sz="1200">
                <a:solidFill>
                  <a:schemeClr val="accent3"/>
                </a:solidFill>
              </a:defRPr>
            </a:lvl9pPr>
          </a:lstStyle>
          <a:p/>
        </p:txBody>
      </p:sp>
      <p:sp>
        <p:nvSpPr>
          <p:cNvPr id="866" name="Google Shape;866;p17"/>
          <p:cNvSpPr txBox="1"/>
          <p:nvPr>
            <p:ph idx="14" type="subTitle"/>
          </p:nvPr>
        </p:nvSpPr>
        <p:spPr>
          <a:xfrm>
            <a:off x="4671696" y="3349457"/>
            <a:ext cx="16458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200">
                <a:solidFill>
                  <a:schemeClr val="accent3"/>
                </a:solidFill>
              </a:defRPr>
            </a:lvl1pPr>
            <a:lvl2pPr lvl="1" rtl="0" algn="ctr">
              <a:lnSpc>
                <a:spcPct val="100000"/>
              </a:lnSpc>
              <a:spcBef>
                <a:spcPts val="1600"/>
              </a:spcBef>
              <a:spcAft>
                <a:spcPts val="0"/>
              </a:spcAft>
              <a:buNone/>
              <a:defRPr sz="1200">
                <a:solidFill>
                  <a:schemeClr val="accent3"/>
                </a:solidFill>
              </a:defRPr>
            </a:lvl2pPr>
            <a:lvl3pPr lvl="2" rtl="0" algn="ctr">
              <a:lnSpc>
                <a:spcPct val="100000"/>
              </a:lnSpc>
              <a:spcBef>
                <a:spcPts val="1600"/>
              </a:spcBef>
              <a:spcAft>
                <a:spcPts val="0"/>
              </a:spcAft>
              <a:buNone/>
              <a:defRPr sz="1200">
                <a:solidFill>
                  <a:schemeClr val="accent3"/>
                </a:solidFill>
              </a:defRPr>
            </a:lvl3pPr>
            <a:lvl4pPr lvl="3" rtl="0" algn="ctr">
              <a:lnSpc>
                <a:spcPct val="100000"/>
              </a:lnSpc>
              <a:spcBef>
                <a:spcPts val="1600"/>
              </a:spcBef>
              <a:spcAft>
                <a:spcPts val="0"/>
              </a:spcAft>
              <a:buNone/>
              <a:defRPr sz="1200">
                <a:solidFill>
                  <a:schemeClr val="accent3"/>
                </a:solidFill>
              </a:defRPr>
            </a:lvl4pPr>
            <a:lvl5pPr lvl="4" rtl="0" algn="ctr">
              <a:lnSpc>
                <a:spcPct val="100000"/>
              </a:lnSpc>
              <a:spcBef>
                <a:spcPts val="1600"/>
              </a:spcBef>
              <a:spcAft>
                <a:spcPts val="0"/>
              </a:spcAft>
              <a:buNone/>
              <a:defRPr sz="1200">
                <a:solidFill>
                  <a:schemeClr val="accent3"/>
                </a:solidFill>
              </a:defRPr>
            </a:lvl5pPr>
            <a:lvl6pPr lvl="5" rtl="0" algn="ctr">
              <a:lnSpc>
                <a:spcPct val="100000"/>
              </a:lnSpc>
              <a:spcBef>
                <a:spcPts val="1600"/>
              </a:spcBef>
              <a:spcAft>
                <a:spcPts val="0"/>
              </a:spcAft>
              <a:buNone/>
              <a:defRPr sz="1200">
                <a:solidFill>
                  <a:schemeClr val="accent3"/>
                </a:solidFill>
              </a:defRPr>
            </a:lvl6pPr>
            <a:lvl7pPr lvl="6" rtl="0" algn="ctr">
              <a:lnSpc>
                <a:spcPct val="100000"/>
              </a:lnSpc>
              <a:spcBef>
                <a:spcPts val="1600"/>
              </a:spcBef>
              <a:spcAft>
                <a:spcPts val="0"/>
              </a:spcAft>
              <a:buNone/>
              <a:defRPr sz="1200">
                <a:solidFill>
                  <a:schemeClr val="accent3"/>
                </a:solidFill>
              </a:defRPr>
            </a:lvl7pPr>
            <a:lvl8pPr lvl="7" rtl="0" algn="ctr">
              <a:lnSpc>
                <a:spcPct val="100000"/>
              </a:lnSpc>
              <a:spcBef>
                <a:spcPts val="1600"/>
              </a:spcBef>
              <a:spcAft>
                <a:spcPts val="0"/>
              </a:spcAft>
              <a:buNone/>
              <a:defRPr sz="1200">
                <a:solidFill>
                  <a:schemeClr val="accent3"/>
                </a:solidFill>
              </a:defRPr>
            </a:lvl8pPr>
            <a:lvl9pPr lvl="8" rtl="0" algn="ctr">
              <a:lnSpc>
                <a:spcPct val="100000"/>
              </a:lnSpc>
              <a:spcBef>
                <a:spcPts val="1600"/>
              </a:spcBef>
              <a:spcAft>
                <a:spcPts val="1600"/>
              </a:spcAft>
              <a:buNone/>
              <a:defRPr sz="1200">
                <a:solidFill>
                  <a:schemeClr val="accent3"/>
                </a:solidFill>
              </a:defRPr>
            </a:lvl9pPr>
          </a:lstStyle>
          <a:p/>
        </p:txBody>
      </p:sp>
      <p:sp>
        <p:nvSpPr>
          <p:cNvPr id="867" name="Google Shape;867;p17"/>
          <p:cNvSpPr txBox="1"/>
          <p:nvPr>
            <p:ph idx="15" type="subTitle"/>
          </p:nvPr>
        </p:nvSpPr>
        <p:spPr>
          <a:xfrm>
            <a:off x="6507479" y="3349457"/>
            <a:ext cx="16458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200">
                <a:solidFill>
                  <a:schemeClr val="accent3"/>
                </a:solidFill>
              </a:defRPr>
            </a:lvl1pPr>
            <a:lvl2pPr lvl="1" rtl="0" algn="ctr">
              <a:lnSpc>
                <a:spcPct val="100000"/>
              </a:lnSpc>
              <a:spcBef>
                <a:spcPts val="1600"/>
              </a:spcBef>
              <a:spcAft>
                <a:spcPts val="0"/>
              </a:spcAft>
              <a:buNone/>
              <a:defRPr sz="1200">
                <a:solidFill>
                  <a:schemeClr val="accent3"/>
                </a:solidFill>
              </a:defRPr>
            </a:lvl2pPr>
            <a:lvl3pPr lvl="2" rtl="0" algn="ctr">
              <a:lnSpc>
                <a:spcPct val="100000"/>
              </a:lnSpc>
              <a:spcBef>
                <a:spcPts val="1600"/>
              </a:spcBef>
              <a:spcAft>
                <a:spcPts val="0"/>
              </a:spcAft>
              <a:buNone/>
              <a:defRPr sz="1200">
                <a:solidFill>
                  <a:schemeClr val="accent3"/>
                </a:solidFill>
              </a:defRPr>
            </a:lvl3pPr>
            <a:lvl4pPr lvl="3" rtl="0" algn="ctr">
              <a:lnSpc>
                <a:spcPct val="100000"/>
              </a:lnSpc>
              <a:spcBef>
                <a:spcPts val="1600"/>
              </a:spcBef>
              <a:spcAft>
                <a:spcPts val="0"/>
              </a:spcAft>
              <a:buNone/>
              <a:defRPr sz="1200">
                <a:solidFill>
                  <a:schemeClr val="accent3"/>
                </a:solidFill>
              </a:defRPr>
            </a:lvl4pPr>
            <a:lvl5pPr lvl="4" rtl="0" algn="ctr">
              <a:lnSpc>
                <a:spcPct val="100000"/>
              </a:lnSpc>
              <a:spcBef>
                <a:spcPts val="1600"/>
              </a:spcBef>
              <a:spcAft>
                <a:spcPts val="0"/>
              </a:spcAft>
              <a:buNone/>
              <a:defRPr sz="1200">
                <a:solidFill>
                  <a:schemeClr val="accent3"/>
                </a:solidFill>
              </a:defRPr>
            </a:lvl5pPr>
            <a:lvl6pPr lvl="5" rtl="0" algn="ctr">
              <a:lnSpc>
                <a:spcPct val="100000"/>
              </a:lnSpc>
              <a:spcBef>
                <a:spcPts val="1600"/>
              </a:spcBef>
              <a:spcAft>
                <a:spcPts val="0"/>
              </a:spcAft>
              <a:buNone/>
              <a:defRPr sz="1200">
                <a:solidFill>
                  <a:schemeClr val="accent3"/>
                </a:solidFill>
              </a:defRPr>
            </a:lvl6pPr>
            <a:lvl7pPr lvl="6" rtl="0" algn="ctr">
              <a:lnSpc>
                <a:spcPct val="100000"/>
              </a:lnSpc>
              <a:spcBef>
                <a:spcPts val="1600"/>
              </a:spcBef>
              <a:spcAft>
                <a:spcPts val="0"/>
              </a:spcAft>
              <a:buNone/>
              <a:defRPr sz="1200">
                <a:solidFill>
                  <a:schemeClr val="accent3"/>
                </a:solidFill>
              </a:defRPr>
            </a:lvl7pPr>
            <a:lvl8pPr lvl="7" rtl="0" algn="ctr">
              <a:lnSpc>
                <a:spcPct val="100000"/>
              </a:lnSpc>
              <a:spcBef>
                <a:spcPts val="1600"/>
              </a:spcBef>
              <a:spcAft>
                <a:spcPts val="0"/>
              </a:spcAft>
              <a:buNone/>
              <a:defRPr sz="1200">
                <a:solidFill>
                  <a:schemeClr val="accent3"/>
                </a:solidFill>
              </a:defRPr>
            </a:lvl8pPr>
            <a:lvl9pPr lvl="8" rtl="0" algn="ctr">
              <a:lnSpc>
                <a:spcPct val="100000"/>
              </a:lnSpc>
              <a:spcBef>
                <a:spcPts val="1600"/>
              </a:spcBef>
              <a:spcAft>
                <a:spcPts val="1600"/>
              </a:spcAft>
              <a:buNone/>
              <a:defRPr sz="1200">
                <a:solidFill>
                  <a:schemeClr val="accent3"/>
                </a:solidFill>
              </a:defRPr>
            </a:lvl9pPr>
          </a:lstStyle>
          <a:p/>
        </p:txBody>
      </p:sp>
      <p:grpSp>
        <p:nvGrpSpPr>
          <p:cNvPr id="868" name="Google Shape;868;p17"/>
          <p:cNvGrpSpPr/>
          <p:nvPr/>
        </p:nvGrpSpPr>
        <p:grpSpPr>
          <a:xfrm>
            <a:off x="6529813" y="3757661"/>
            <a:ext cx="3264035" cy="1583051"/>
            <a:chOff x="6529813" y="3757661"/>
            <a:chExt cx="3264035" cy="1583051"/>
          </a:xfrm>
        </p:grpSpPr>
        <p:sp>
          <p:nvSpPr>
            <p:cNvPr id="869" name="Google Shape;869;p17"/>
            <p:cNvSpPr/>
            <p:nvPr/>
          </p:nvSpPr>
          <p:spPr>
            <a:xfrm rot="9432676">
              <a:off x="8129941" y="4008591"/>
              <a:ext cx="1513587"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0" name="Google Shape;870;p17"/>
            <p:cNvGrpSpPr/>
            <p:nvPr/>
          </p:nvGrpSpPr>
          <p:grpSpPr>
            <a:xfrm>
              <a:off x="6529813" y="4336457"/>
              <a:ext cx="2878771" cy="827500"/>
              <a:chOff x="3098100" y="3849750"/>
              <a:chExt cx="940775" cy="270425"/>
            </a:xfrm>
          </p:grpSpPr>
          <p:sp>
            <p:nvSpPr>
              <p:cNvPr id="871" name="Google Shape;871;p17"/>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7"/>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873" name="Google Shape;873;p17"/>
          <p:cNvPicPr preferRelativeResize="0"/>
          <p:nvPr/>
        </p:nvPicPr>
        <p:blipFill>
          <a:blip r:embed="rId2">
            <a:alphaModFix/>
          </a:blip>
          <a:stretch>
            <a:fillRect/>
          </a:stretch>
        </p:blipFill>
        <p:spPr>
          <a:xfrm>
            <a:off x="7268650" y="-89276"/>
            <a:ext cx="1964802" cy="1508426"/>
          </a:xfrm>
          <a:prstGeom prst="rect">
            <a:avLst/>
          </a:prstGeom>
          <a:noFill/>
          <a:ln>
            <a:noFill/>
          </a:ln>
        </p:spPr>
      </p:pic>
      <p:grpSp>
        <p:nvGrpSpPr>
          <p:cNvPr id="874" name="Google Shape;874;p17"/>
          <p:cNvGrpSpPr/>
          <p:nvPr/>
        </p:nvGrpSpPr>
        <p:grpSpPr>
          <a:xfrm>
            <a:off x="-1028710" y="3387325"/>
            <a:ext cx="2711159" cy="1972460"/>
            <a:chOff x="-1028710" y="3387325"/>
            <a:chExt cx="2711159" cy="1972460"/>
          </a:xfrm>
        </p:grpSpPr>
        <p:sp>
          <p:nvSpPr>
            <p:cNvPr id="875" name="Google Shape;875;p17"/>
            <p:cNvSpPr/>
            <p:nvPr/>
          </p:nvSpPr>
          <p:spPr>
            <a:xfrm rot="9432704">
              <a:off x="-384173" y="4028063"/>
              <a:ext cx="1004493" cy="118337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7"/>
            <p:cNvSpPr/>
            <p:nvPr/>
          </p:nvSpPr>
          <p:spPr>
            <a:xfrm flipH="1">
              <a:off x="-1028710" y="44331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7" name="Google Shape;877;p17"/>
            <p:cNvPicPr preferRelativeResize="0"/>
            <p:nvPr/>
          </p:nvPicPr>
          <p:blipFill>
            <a:blip r:embed="rId3">
              <a:alphaModFix/>
            </a:blip>
            <a:stretch>
              <a:fillRect/>
            </a:stretch>
          </p:blipFill>
          <p:spPr>
            <a:xfrm>
              <a:off x="-108141" y="3387325"/>
              <a:ext cx="1790590" cy="1832376"/>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BLANK_1_2">
    <p:bg>
      <p:bgPr>
        <a:solidFill>
          <a:srgbClr val="F7F8FC"/>
        </a:solidFill>
      </p:bgPr>
    </p:bg>
    <p:spTree>
      <p:nvGrpSpPr>
        <p:cNvPr id="878" name="Shape 878"/>
        <p:cNvGrpSpPr/>
        <p:nvPr/>
      </p:nvGrpSpPr>
      <p:grpSpPr>
        <a:xfrm>
          <a:off x="0" y="0"/>
          <a:ext cx="0" cy="0"/>
          <a:chOff x="0" y="0"/>
          <a:chExt cx="0" cy="0"/>
        </a:xfrm>
      </p:grpSpPr>
      <p:sp>
        <p:nvSpPr>
          <p:cNvPr id="879" name="Google Shape;879;p18"/>
          <p:cNvSpPr txBox="1"/>
          <p:nvPr>
            <p:ph idx="1" type="subTitle"/>
          </p:nvPr>
        </p:nvSpPr>
        <p:spPr>
          <a:xfrm flipH="1">
            <a:off x="914550" y="3099195"/>
            <a:ext cx="7299900" cy="38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sz="1800">
                <a:solidFill>
                  <a:schemeClr val="accent3"/>
                </a:solidFill>
                <a:latin typeface="Lato"/>
                <a:ea typeface="Lato"/>
                <a:cs typeface="Lato"/>
                <a:sym typeface="Lato"/>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880" name="Google Shape;880;p18"/>
          <p:cNvSpPr txBox="1"/>
          <p:nvPr>
            <p:ph type="ctrTitle"/>
          </p:nvPr>
        </p:nvSpPr>
        <p:spPr>
          <a:xfrm flipH="1">
            <a:off x="914250" y="2579950"/>
            <a:ext cx="7299900" cy="506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2400"/>
              <a:buNone/>
              <a:defRPr>
                <a:solidFill>
                  <a:schemeClr val="accent3"/>
                </a:solidFill>
                <a:latin typeface="Montserrat ExtraBold"/>
                <a:ea typeface="Montserrat ExtraBold"/>
                <a:cs typeface="Montserrat ExtraBold"/>
                <a:sym typeface="Montserrat ExtraBold"/>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881" name="Google Shape;881;p18"/>
          <p:cNvSpPr txBox="1"/>
          <p:nvPr>
            <p:ph hasCustomPrompt="1" idx="2" type="title"/>
          </p:nvPr>
        </p:nvSpPr>
        <p:spPr>
          <a:xfrm>
            <a:off x="2691300" y="1948575"/>
            <a:ext cx="3734100" cy="623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grpSp>
        <p:nvGrpSpPr>
          <p:cNvPr id="882" name="Google Shape;882;p18"/>
          <p:cNvGrpSpPr/>
          <p:nvPr/>
        </p:nvGrpSpPr>
        <p:grpSpPr>
          <a:xfrm>
            <a:off x="5861375" y="4178175"/>
            <a:ext cx="3351600" cy="1021698"/>
            <a:chOff x="5861375" y="4178175"/>
            <a:chExt cx="3351600" cy="1021698"/>
          </a:xfrm>
        </p:grpSpPr>
        <p:sp>
          <p:nvSpPr>
            <p:cNvPr id="883" name="Google Shape;883;p18"/>
            <p:cNvSpPr/>
            <p:nvPr/>
          </p:nvSpPr>
          <p:spPr>
            <a:xfrm>
              <a:off x="5861375" y="4178175"/>
              <a:ext cx="3351600" cy="1021698"/>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4" name="Google Shape;884;p18"/>
            <p:cNvPicPr preferRelativeResize="0"/>
            <p:nvPr/>
          </p:nvPicPr>
          <p:blipFill>
            <a:blip r:embed="rId2">
              <a:alphaModFix/>
            </a:blip>
            <a:stretch>
              <a:fillRect/>
            </a:stretch>
          </p:blipFill>
          <p:spPr>
            <a:xfrm>
              <a:off x="6286501" y="4642934"/>
              <a:ext cx="2857497" cy="530969"/>
            </a:xfrm>
            <a:prstGeom prst="rect">
              <a:avLst/>
            </a:prstGeom>
            <a:noFill/>
            <a:ln>
              <a:noFill/>
            </a:ln>
          </p:spPr>
        </p:pic>
      </p:grpSp>
      <p:grpSp>
        <p:nvGrpSpPr>
          <p:cNvPr id="885" name="Google Shape;885;p18"/>
          <p:cNvGrpSpPr/>
          <p:nvPr/>
        </p:nvGrpSpPr>
        <p:grpSpPr>
          <a:xfrm>
            <a:off x="-103000" y="-237275"/>
            <a:ext cx="4656024" cy="2635100"/>
            <a:chOff x="-103000" y="-237275"/>
            <a:chExt cx="4656024" cy="2635100"/>
          </a:xfrm>
        </p:grpSpPr>
        <p:sp>
          <p:nvSpPr>
            <p:cNvPr id="886" name="Google Shape;886;p18"/>
            <p:cNvSpPr/>
            <p:nvPr/>
          </p:nvSpPr>
          <p:spPr>
            <a:xfrm>
              <a:off x="-19050" y="-76200"/>
              <a:ext cx="2668237" cy="114584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8"/>
            <p:cNvSpPr/>
            <p:nvPr/>
          </p:nvSpPr>
          <p:spPr>
            <a:xfrm>
              <a:off x="-19050" y="-76200"/>
              <a:ext cx="4572074" cy="247402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8" name="Google Shape;888;p18"/>
            <p:cNvPicPr preferRelativeResize="0"/>
            <p:nvPr/>
          </p:nvPicPr>
          <p:blipFill rotWithShape="1">
            <a:blip r:embed="rId3">
              <a:alphaModFix/>
            </a:blip>
            <a:srcRect b="30" l="0" r="0" t="40"/>
            <a:stretch/>
          </p:blipFill>
          <p:spPr>
            <a:xfrm>
              <a:off x="-103000" y="-237275"/>
              <a:ext cx="1360299" cy="2331747"/>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BLANK_1_1">
    <p:bg>
      <p:bgPr>
        <a:solidFill>
          <a:srgbClr val="F7F8FC"/>
        </a:solidFill>
      </p:bgPr>
    </p:bg>
    <p:spTree>
      <p:nvGrpSpPr>
        <p:cNvPr id="889" name="Shape 889"/>
        <p:cNvGrpSpPr/>
        <p:nvPr/>
      </p:nvGrpSpPr>
      <p:grpSpPr>
        <a:xfrm>
          <a:off x="0" y="0"/>
          <a:ext cx="0" cy="0"/>
          <a:chOff x="0" y="0"/>
          <a:chExt cx="0" cy="0"/>
        </a:xfrm>
      </p:grpSpPr>
      <p:sp>
        <p:nvSpPr>
          <p:cNvPr id="890" name="Google Shape;890;p19"/>
          <p:cNvSpPr/>
          <p:nvPr/>
        </p:nvSpPr>
        <p:spPr>
          <a:xfrm rot="-3450524">
            <a:off x="1259292" y="4296611"/>
            <a:ext cx="1028222" cy="1381915"/>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9"/>
          <p:cNvSpPr txBox="1"/>
          <p:nvPr>
            <p:ph idx="1" type="subTitle"/>
          </p:nvPr>
        </p:nvSpPr>
        <p:spPr>
          <a:xfrm>
            <a:off x="1256025" y="2332001"/>
            <a:ext cx="2151000" cy="89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Josefin Slab SemiBold"/>
              <a:buChar char="●"/>
              <a:defRPr sz="1200"/>
            </a:lvl1pPr>
            <a:lvl2pPr lvl="1" rtl="0" algn="ctr">
              <a:lnSpc>
                <a:spcPct val="100000"/>
              </a:lnSpc>
              <a:spcBef>
                <a:spcPts val="160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9pPr>
          </a:lstStyle>
          <a:p/>
        </p:txBody>
      </p:sp>
      <p:sp>
        <p:nvSpPr>
          <p:cNvPr id="892" name="Google Shape;892;p19"/>
          <p:cNvSpPr txBox="1"/>
          <p:nvPr>
            <p:ph idx="2" type="subTitle"/>
          </p:nvPr>
        </p:nvSpPr>
        <p:spPr>
          <a:xfrm>
            <a:off x="3504013" y="2332001"/>
            <a:ext cx="2151000" cy="89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Josefin Slab SemiBold"/>
              <a:buChar char="●"/>
              <a:defRPr sz="1200"/>
            </a:lvl1pPr>
            <a:lvl2pPr lvl="1" rtl="0" algn="ctr">
              <a:lnSpc>
                <a:spcPct val="100000"/>
              </a:lnSpc>
              <a:spcBef>
                <a:spcPts val="160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9pPr>
          </a:lstStyle>
          <a:p/>
        </p:txBody>
      </p:sp>
      <p:sp>
        <p:nvSpPr>
          <p:cNvPr id="893" name="Google Shape;893;p19"/>
          <p:cNvSpPr txBox="1"/>
          <p:nvPr>
            <p:ph idx="3" type="subTitle"/>
          </p:nvPr>
        </p:nvSpPr>
        <p:spPr>
          <a:xfrm>
            <a:off x="5752000" y="2332001"/>
            <a:ext cx="2151000" cy="89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Josefin Slab SemiBold"/>
              <a:buChar char="●"/>
              <a:defRPr sz="1200"/>
            </a:lvl1pPr>
            <a:lvl2pPr lvl="1" rtl="0" algn="ctr">
              <a:lnSpc>
                <a:spcPct val="100000"/>
              </a:lnSpc>
              <a:spcBef>
                <a:spcPts val="160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9pPr>
          </a:lstStyle>
          <a:p/>
        </p:txBody>
      </p:sp>
      <p:sp>
        <p:nvSpPr>
          <p:cNvPr id="894" name="Google Shape;894;p19"/>
          <p:cNvSpPr txBox="1"/>
          <p:nvPr>
            <p:ph idx="4" type="subTitle"/>
          </p:nvPr>
        </p:nvSpPr>
        <p:spPr>
          <a:xfrm>
            <a:off x="1409984" y="1849408"/>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895" name="Google Shape;895;p19"/>
          <p:cNvSpPr txBox="1"/>
          <p:nvPr>
            <p:ph idx="5" type="subTitle"/>
          </p:nvPr>
        </p:nvSpPr>
        <p:spPr>
          <a:xfrm>
            <a:off x="3674925" y="1849408"/>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896" name="Google Shape;896;p19"/>
          <p:cNvSpPr txBox="1"/>
          <p:nvPr>
            <p:ph idx="6" type="subTitle"/>
          </p:nvPr>
        </p:nvSpPr>
        <p:spPr>
          <a:xfrm>
            <a:off x="5927418" y="1849408"/>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897" name="Google Shape;897;p19"/>
          <p:cNvSpPr txBox="1"/>
          <p:nvPr>
            <p:ph type="title"/>
          </p:nvPr>
        </p:nvSpPr>
        <p:spPr>
          <a:xfrm>
            <a:off x="910100" y="500070"/>
            <a:ext cx="72999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98" name="Google Shape;898;p19"/>
          <p:cNvSpPr txBox="1"/>
          <p:nvPr>
            <p:ph idx="7" type="subTitle"/>
          </p:nvPr>
        </p:nvSpPr>
        <p:spPr>
          <a:xfrm>
            <a:off x="1408793" y="3279699"/>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899" name="Google Shape;899;p19"/>
          <p:cNvSpPr txBox="1"/>
          <p:nvPr>
            <p:ph idx="8" type="subTitle"/>
          </p:nvPr>
        </p:nvSpPr>
        <p:spPr>
          <a:xfrm>
            <a:off x="3658844" y="3279688"/>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900" name="Google Shape;900;p19"/>
          <p:cNvSpPr txBox="1"/>
          <p:nvPr>
            <p:ph idx="9" type="subTitle"/>
          </p:nvPr>
        </p:nvSpPr>
        <p:spPr>
          <a:xfrm>
            <a:off x="5932097" y="3279699"/>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901" name="Google Shape;901;p19"/>
          <p:cNvSpPr/>
          <p:nvPr/>
        </p:nvSpPr>
        <p:spPr>
          <a:xfrm rot="6744193">
            <a:off x="7627797" y="-227159"/>
            <a:ext cx="906848" cy="921703"/>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9"/>
          <p:cNvSpPr/>
          <p:nvPr/>
        </p:nvSpPr>
        <p:spPr>
          <a:xfrm>
            <a:off x="9264337" y="-314100"/>
            <a:ext cx="32063" cy="23513"/>
          </a:xfrm>
          <a:custGeom>
            <a:rect b="b" l="l" r="r" t="t"/>
            <a:pathLst>
              <a:path extrusionOk="0" h="440" w="600">
                <a:moveTo>
                  <a:pt x="556" y="0"/>
                </a:moveTo>
                <a:lnTo>
                  <a:pt x="19" y="33"/>
                </a:lnTo>
                <a:cubicBezTo>
                  <a:pt x="5" y="66"/>
                  <a:pt x="1" y="100"/>
                  <a:pt x="1" y="137"/>
                </a:cubicBezTo>
                <a:cubicBezTo>
                  <a:pt x="1" y="302"/>
                  <a:pt x="132" y="439"/>
                  <a:pt x="297" y="439"/>
                </a:cubicBezTo>
                <a:cubicBezTo>
                  <a:pt x="462" y="439"/>
                  <a:pt x="599" y="302"/>
                  <a:pt x="599" y="137"/>
                </a:cubicBezTo>
                <a:cubicBezTo>
                  <a:pt x="599" y="85"/>
                  <a:pt x="580" y="43"/>
                  <a:pt x="556" y="0"/>
                </a:cubicBez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9"/>
          <p:cNvSpPr/>
          <p:nvPr/>
        </p:nvSpPr>
        <p:spPr>
          <a:xfrm>
            <a:off x="9157730" y="-307581"/>
            <a:ext cx="31795" cy="16993"/>
          </a:xfrm>
          <a:custGeom>
            <a:rect b="b" l="l" r="r" t="t"/>
            <a:pathLst>
              <a:path extrusionOk="0" h="318" w="595">
                <a:moveTo>
                  <a:pt x="594" y="0"/>
                </a:moveTo>
                <a:lnTo>
                  <a:pt x="0" y="39"/>
                </a:lnTo>
                <a:cubicBezTo>
                  <a:pt x="15" y="194"/>
                  <a:pt x="142" y="317"/>
                  <a:pt x="298" y="317"/>
                </a:cubicBezTo>
                <a:cubicBezTo>
                  <a:pt x="463" y="317"/>
                  <a:pt x="594" y="180"/>
                  <a:pt x="594" y="15"/>
                </a:cubicBezTo>
                <a:lnTo>
                  <a:pt x="594" y="0"/>
                </a:ln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9"/>
          <p:cNvSpPr/>
          <p:nvPr/>
        </p:nvSpPr>
        <p:spPr>
          <a:xfrm>
            <a:off x="9053368" y="-300741"/>
            <a:ext cx="28536" cy="10153"/>
          </a:xfrm>
          <a:custGeom>
            <a:rect b="b" l="l" r="r" t="t"/>
            <a:pathLst>
              <a:path extrusionOk="0" h="190" w="534">
                <a:moveTo>
                  <a:pt x="534" y="0"/>
                </a:moveTo>
                <a:lnTo>
                  <a:pt x="1" y="33"/>
                </a:lnTo>
                <a:cubicBezTo>
                  <a:pt x="53" y="122"/>
                  <a:pt x="142" y="189"/>
                  <a:pt x="255" y="189"/>
                </a:cubicBezTo>
                <a:cubicBezTo>
                  <a:pt x="379" y="189"/>
                  <a:pt x="486" y="109"/>
                  <a:pt x="534" y="0"/>
                </a:cubicBez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9"/>
          <p:cNvSpPr/>
          <p:nvPr/>
        </p:nvSpPr>
        <p:spPr>
          <a:xfrm>
            <a:off x="8953333" y="-293420"/>
            <a:ext cx="15443" cy="2832"/>
          </a:xfrm>
          <a:custGeom>
            <a:rect b="b" l="l" r="r" t="t"/>
            <a:pathLst>
              <a:path extrusionOk="0" h="53" w="289">
                <a:moveTo>
                  <a:pt x="288" y="0"/>
                </a:moveTo>
                <a:lnTo>
                  <a:pt x="1" y="18"/>
                </a:lnTo>
                <a:cubicBezTo>
                  <a:pt x="38" y="37"/>
                  <a:pt x="86" y="52"/>
                  <a:pt x="133" y="52"/>
                </a:cubicBezTo>
                <a:cubicBezTo>
                  <a:pt x="190" y="52"/>
                  <a:pt x="246" y="28"/>
                  <a:pt x="288" y="0"/>
                </a:cubicBez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9"/>
          <p:cNvSpPr/>
          <p:nvPr/>
        </p:nvSpPr>
        <p:spPr>
          <a:xfrm>
            <a:off x="7611740" y="279588"/>
            <a:ext cx="15871" cy="9405"/>
          </a:xfrm>
          <a:custGeom>
            <a:rect b="b" l="l" r="r" t="t"/>
            <a:pathLst>
              <a:path extrusionOk="0" h="176" w="297">
                <a:moveTo>
                  <a:pt x="0" y="1"/>
                </a:moveTo>
                <a:cubicBezTo>
                  <a:pt x="0" y="67"/>
                  <a:pt x="24" y="128"/>
                  <a:pt x="61" y="175"/>
                </a:cubicBezTo>
                <a:cubicBezTo>
                  <a:pt x="142" y="161"/>
                  <a:pt x="216" y="151"/>
                  <a:pt x="297" y="138"/>
                </a:cubicBezTo>
                <a:lnTo>
                  <a:pt x="297" y="1"/>
                </a:ln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7" name="Google Shape;907;p19"/>
          <p:cNvGrpSpPr/>
          <p:nvPr/>
        </p:nvGrpSpPr>
        <p:grpSpPr>
          <a:xfrm>
            <a:off x="-65294" y="2635223"/>
            <a:ext cx="4507248" cy="2851719"/>
            <a:chOff x="-65294" y="2635223"/>
            <a:chExt cx="4507248" cy="2851719"/>
          </a:xfrm>
        </p:grpSpPr>
        <p:sp>
          <p:nvSpPr>
            <p:cNvPr id="908" name="Google Shape;908;p19"/>
            <p:cNvSpPr/>
            <p:nvPr/>
          </p:nvSpPr>
          <p:spPr>
            <a:xfrm>
              <a:off x="-37819" y="3229639"/>
              <a:ext cx="642082" cy="720274"/>
            </a:xfrm>
            <a:custGeom>
              <a:rect b="b" l="l" r="r" t="t"/>
              <a:pathLst>
                <a:path extrusionOk="0" h="13525" w="8249">
                  <a:moveTo>
                    <a:pt x="1" y="1"/>
                  </a:moveTo>
                  <a:lnTo>
                    <a:pt x="1" y="13149"/>
                  </a:lnTo>
                  <a:cubicBezTo>
                    <a:pt x="904" y="13390"/>
                    <a:pt x="1832" y="13525"/>
                    <a:pt x="2764" y="13525"/>
                  </a:cubicBezTo>
                  <a:cubicBezTo>
                    <a:pt x="2962" y="13525"/>
                    <a:pt x="3161" y="13519"/>
                    <a:pt x="3359" y="13506"/>
                  </a:cubicBezTo>
                  <a:cubicBezTo>
                    <a:pt x="4938" y="13408"/>
                    <a:pt x="6513" y="12870"/>
                    <a:pt x="7795" y="11950"/>
                  </a:cubicBezTo>
                  <a:cubicBezTo>
                    <a:pt x="8032" y="10960"/>
                    <a:pt x="8211" y="9965"/>
                    <a:pt x="8220" y="8961"/>
                  </a:cubicBezTo>
                  <a:cubicBezTo>
                    <a:pt x="8248" y="6263"/>
                    <a:pt x="6970" y="3580"/>
                    <a:pt x="4858" y="1896"/>
                  </a:cubicBezTo>
                  <a:cubicBezTo>
                    <a:pt x="3476" y="797"/>
                    <a:pt x="1760" y="147"/>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9"/>
            <p:cNvSpPr/>
            <p:nvPr/>
          </p:nvSpPr>
          <p:spPr>
            <a:xfrm>
              <a:off x="-37819" y="3866020"/>
              <a:ext cx="2675353" cy="1620922"/>
            </a:xfrm>
            <a:custGeom>
              <a:rect b="b" l="l" r="r" t="t"/>
              <a:pathLst>
                <a:path extrusionOk="0" h="30437" w="34371">
                  <a:moveTo>
                    <a:pt x="7795" y="0"/>
                  </a:moveTo>
                  <a:lnTo>
                    <a:pt x="7795" y="0"/>
                  </a:lnTo>
                  <a:cubicBezTo>
                    <a:pt x="6513" y="920"/>
                    <a:pt x="4938" y="1458"/>
                    <a:pt x="3359" y="1556"/>
                  </a:cubicBezTo>
                  <a:cubicBezTo>
                    <a:pt x="3161" y="1569"/>
                    <a:pt x="2962" y="1575"/>
                    <a:pt x="2764" y="1575"/>
                  </a:cubicBezTo>
                  <a:cubicBezTo>
                    <a:pt x="1832" y="1575"/>
                    <a:pt x="904" y="1440"/>
                    <a:pt x="1" y="1199"/>
                  </a:cubicBezTo>
                  <a:lnTo>
                    <a:pt x="1" y="30437"/>
                  </a:lnTo>
                  <a:lnTo>
                    <a:pt x="33058" y="30437"/>
                  </a:lnTo>
                  <a:cubicBezTo>
                    <a:pt x="33441" y="29682"/>
                    <a:pt x="33737" y="28895"/>
                    <a:pt x="33874" y="28051"/>
                  </a:cubicBezTo>
                  <a:cubicBezTo>
                    <a:pt x="34370" y="24967"/>
                    <a:pt x="32507" y="21872"/>
                    <a:pt x="29965" y="20052"/>
                  </a:cubicBezTo>
                  <a:cubicBezTo>
                    <a:pt x="27419" y="18237"/>
                    <a:pt x="24297" y="17464"/>
                    <a:pt x="21231" y="16836"/>
                  </a:cubicBezTo>
                  <a:cubicBezTo>
                    <a:pt x="18166" y="16209"/>
                    <a:pt x="15030" y="15681"/>
                    <a:pt x="12248" y="14252"/>
                  </a:cubicBezTo>
                  <a:cubicBezTo>
                    <a:pt x="9465" y="12828"/>
                    <a:pt x="7037" y="10305"/>
                    <a:pt x="6622" y="7206"/>
                  </a:cubicBezTo>
                  <a:cubicBezTo>
                    <a:pt x="6296" y="4777"/>
                    <a:pt x="7216" y="2405"/>
                    <a:pt x="77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0" name="Google Shape;910;p19"/>
            <p:cNvPicPr preferRelativeResize="0"/>
            <p:nvPr/>
          </p:nvPicPr>
          <p:blipFill>
            <a:blip r:embed="rId2">
              <a:alphaModFix/>
            </a:blip>
            <a:stretch>
              <a:fillRect/>
            </a:stretch>
          </p:blipFill>
          <p:spPr>
            <a:xfrm>
              <a:off x="-65294" y="2635223"/>
              <a:ext cx="429975" cy="1259569"/>
            </a:xfrm>
            <a:prstGeom prst="rect">
              <a:avLst/>
            </a:prstGeom>
            <a:noFill/>
            <a:ln>
              <a:noFill/>
            </a:ln>
          </p:spPr>
        </p:pic>
        <p:pic>
          <p:nvPicPr>
            <p:cNvPr id="911" name="Google Shape;911;p19"/>
            <p:cNvPicPr preferRelativeResize="0"/>
            <p:nvPr/>
          </p:nvPicPr>
          <p:blipFill>
            <a:blip r:embed="rId3">
              <a:alphaModFix/>
            </a:blip>
            <a:stretch>
              <a:fillRect/>
            </a:stretch>
          </p:blipFill>
          <p:spPr>
            <a:xfrm>
              <a:off x="1716277" y="4757905"/>
              <a:ext cx="2725678" cy="431892"/>
            </a:xfrm>
            <a:prstGeom prst="rect">
              <a:avLst/>
            </a:prstGeom>
            <a:noFill/>
            <a:ln>
              <a:noFill/>
            </a:ln>
          </p:spPr>
        </p:pic>
      </p:grpSp>
      <p:sp>
        <p:nvSpPr>
          <p:cNvPr id="912" name="Google Shape;912;p19"/>
          <p:cNvSpPr/>
          <p:nvPr/>
        </p:nvSpPr>
        <p:spPr>
          <a:xfrm>
            <a:off x="7667903" y="-136207"/>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3" name="Google Shape;913;p19"/>
          <p:cNvPicPr preferRelativeResize="0"/>
          <p:nvPr/>
        </p:nvPicPr>
        <p:blipFill>
          <a:blip r:embed="rId4">
            <a:alphaModFix/>
          </a:blip>
          <a:stretch>
            <a:fillRect/>
          </a:stretch>
        </p:blipFill>
        <p:spPr>
          <a:xfrm>
            <a:off x="6920084" y="-349974"/>
            <a:ext cx="2501000" cy="13836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p:cSld name="BLANK_1_1_1">
    <p:bg>
      <p:bgPr>
        <a:noFill/>
      </p:bgPr>
    </p:bg>
    <p:spTree>
      <p:nvGrpSpPr>
        <p:cNvPr id="914" name="Shape 914"/>
        <p:cNvGrpSpPr/>
        <p:nvPr/>
      </p:nvGrpSpPr>
      <p:grpSpPr>
        <a:xfrm>
          <a:off x="0" y="0"/>
          <a:ext cx="0" cy="0"/>
          <a:chOff x="0" y="0"/>
          <a:chExt cx="0" cy="0"/>
        </a:xfrm>
      </p:grpSpPr>
      <p:sp>
        <p:nvSpPr>
          <p:cNvPr id="915" name="Google Shape;915;p20"/>
          <p:cNvSpPr txBox="1"/>
          <p:nvPr>
            <p:ph idx="1" type="subTitle"/>
          </p:nvPr>
        </p:nvSpPr>
        <p:spPr>
          <a:xfrm>
            <a:off x="922199" y="3107030"/>
            <a:ext cx="1992900" cy="915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100"/>
              <a:buFont typeface="Roboto Condensed Light"/>
              <a:buNone/>
              <a:defRPr>
                <a:solidFill>
                  <a:schemeClr val="accent3"/>
                </a:solidFill>
              </a:defRPr>
            </a:lvl1pPr>
            <a:lvl2pPr lvl="1"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p:txBody>
      </p:sp>
      <p:sp>
        <p:nvSpPr>
          <p:cNvPr id="916" name="Google Shape;916;p20"/>
          <p:cNvSpPr txBox="1"/>
          <p:nvPr>
            <p:ph idx="2" type="subTitle"/>
          </p:nvPr>
        </p:nvSpPr>
        <p:spPr>
          <a:xfrm>
            <a:off x="3523076" y="3132379"/>
            <a:ext cx="640200" cy="6402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b="1" sz="3000">
                <a:latin typeface="Montserrat"/>
                <a:ea typeface="Montserrat"/>
                <a:cs typeface="Montserrat"/>
                <a:sym typeface="Montserrat"/>
              </a:defRPr>
            </a:lvl1pPr>
            <a:lvl2pPr lvl="1"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p:txBody>
      </p:sp>
      <p:sp>
        <p:nvSpPr>
          <p:cNvPr id="917" name="Google Shape;917;p20"/>
          <p:cNvSpPr txBox="1"/>
          <p:nvPr>
            <p:ph idx="3" type="subTitle"/>
          </p:nvPr>
        </p:nvSpPr>
        <p:spPr>
          <a:xfrm>
            <a:off x="6310123" y="3107020"/>
            <a:ext cx="1993500" cy="91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100"/>
              <a:buFont typeface="Roboto Condensed Light"/>
              <a:buNone/>
              <a:defRPr>
                <a:solidFill>
                  <a:schemeClr val="accent3"/>
                </a:solidFill>
              </a:defRPr>
            </a:lvl1pPr>
            <a:lvl2pPr lvl="1"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p:txBody>
      </p:sp>
      <p:sp>
        <p:nvSpPr>
          <p:cNvPr id="918" name="Google Shape;918;p20"/>
          <p:cNvSpPr txBox="1"/>
          <p:nvPr>
            <p:ph idx="4" type="subTitle"/>
          </p:nvPr>
        </p:nvSpPr>
        <p:spPr>
          <a:xfrm>
            <a:off x="4844925" y="3132379"/>
            <a:ext cx="640200" cy="6402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b="1" sz="3000">
                <a:latin typeface="Montserrat"/>
                <a:ea typeface="Montserrat"/>
                <a:cs typeface="Montserrat"/>
                <a:sym typeface="Montserrat"/>
              </a:defRPr>
            </a:lvl1pPr>
            <a:lvl2pPr lvl="1"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p:txBody>
      </p:sp>
      <p:sp>
        <p:nvSpPr>
          <p:cNvPr id="919" name="Google Shape;919;p20"/>
          <p:cNvSpPr txBox="1"/>
          <p:nvPr>
            <p:ph idx="5" type="subTitle"/>
          </p:nvPr>
        </p:nvSpPr>
        <p:spPr>
          <a:xfrm>
            <a:off x="922199" y="1715603"/>
            <a:ext cx="19956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100"/>
              <a:buFont typeface="Roboto Condensed Light"/>
              <a:buNone/>
              <a:defRPr>
                <a:solidFill>
                  <a:schemeClr val="accent3"/>
                </a:solidFill>
              </a:defRPr>
            </a:lvl1pPr>
            <a:lvl2pPr lvl="1"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p:txBody>
      </p:sp>
      <p:sp>
        <p:nvSpPr>
          <p:cNvPr id="920" name="Google Shape;920;p20"/>
          <p:cNvSpPr txBox="1"/>
          <p:nvPr>
            <p:ph idx="6" type="subTitle"/>
          </p:nvPr>
        </p:nvSpPr>
        <p:spPr>
          <a:xfrm>
            <a:off x="3523076" y="1946661"/>
            <a:ext cx="640200" cy="6402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b="1" sz="3000">
                <a:latin typeface="Montserrat"/>
                <a:ea typeface="Montserrat"/>
                <a:cs typeface="Montserrat"/>
                <a:sym typeface="Montserrat"/>
              </a:defRPr>
            </a:lvl1pPr>
            <a:lvl2pPr lvl="1"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p:txBody>
      </p:sp>
      <p:sp>
        <p:nvSpPr>
          <p:cNvPr id="921" name="Google Shape;921;p20"/>
          <p:cNvSpPr txBox="1"/>
          <p:nvPr>
            <p:ph idx="7" type="subTitle"/>
          </p:nvPr>
        </p:nvSpPr>
        <p:spPr>
          <a:xfrm>
            <a:off x="6303700" y="1715147"/>
            <a:ext cx="1993500" cy="91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100"/>
              <a:buFont typeface="Roboto Condensed Light"/>
              <a:buNone/>
              <a:defRPr>
                <a:solidFill>
                  <a:schemeClr val="accent3"/>
                </a:solidFill>
              </a:defRPr>
            </a:lvl1pPr>
            <a:lvl2pPr lvl="1"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p:txBody>
      </p:sp>
      <p:sp>
        <p:nvSpPr>
          <p:cNvPr id="922" name="Google Shape;922;p20"/>
          <p:cNvSpPr txBox="1"/>
          <p:nvPr>
            <p:ph idx="8" type="subTitle"/>
          </p:nvPr>
        </p:nvSpPr>
        <p:spPr>
          <a:xfrm>
            <a:off x="4844925" y="1946661"/>
            <a:ext cx="640200" cy="6402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b="1" sz="3000">
                <a:latin typeface="Montserrat"/>
                <a:ea typeface="Montserrat"/>
                <a:cs typeface="Montserrat"/>
                <a:sym typeface="Montserrat"/>
              </a:defRPr>
            </a:lvl1pPr>
            <a:lvl2pPr lvl="1"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p:txBody>
      </p:sp>
      <p:sp>
        <p:nvSpPr>
          <p:cNvPr id="923" name="Google Shape;923;p20"/>
          <p:cNvSpPr txBox="1"/>
          <p:nvPr>
            <p:ph type="title"/>
          </p:nvPr>
        </p:nvSpPr>
        <p:spPr>
          <a:xfrm>
            <a:off x="922200" y="503805"/>
            <a:ext cx="7315200" cy="54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accent3"/>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924" name="Google Shape;924;p20"/>
          <p:cNvGrpSpPr/>
          <p:nvPr/>
        </p:nvGrpSpPr>
        <p:grpSpPr>
          <a:xfrm>
            <a:off x="-594817" y="-1573636"/>
            <a:ext cx="2884246" cy="2884367"/>
            <a:chOff x="-594817" y="-1573636"/>
            <a:chExt cx="2884246" cy="2884367"/>
          </a:xfrm>
        </p:grpSpPr>
        <p:sp>
          <p:nvSpPr>
            <p:cNvPr id="925" name="Google Shape;925;p20"/>
            <p:cNvSpPr/>
            <p:nvPr/>
          </p:nvSpPr>
          <p:spPr>
            <a:xfrm flipH="1" rot="8100000">
              <a:off x="-421266" y="-334077"/>
              <a:ext cx="2456094" cy="842354"/>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0"/>
            <p:cNvSpPr/>
            <p:nvPr/>
          </p:nvSpPr>
          <p:spPr>
            <a:xfrm rot="8099926">
              <a:off x="-694128" y="-629532"/>
              <a:ext cx="3082868" cy="996157"/>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0"/>
            <p:cNvSpPr/>
            <p:nvPr/>
          </p:nvSpPr>
          <p:spPr>
            <a:xfrm rot="8099926">
              <a:off x="-552377" y="-407678"/>
              <a:ext cx="2180889" cy="574192"/>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8" name="Google Shape;928;p20"/>
            <p:cNvPicPr preferRelativeResize="0"/>
            <p:nvPr/>
          </p:nvPicPr>
          <p:blipFill>
            <a:blip r:embed="rId2">
              <a:alphaModFix/>
            </a:blip>
            <a:stretch>
              <a:fillRect/>
            </a:stretch>
          </p:blipFill>
          <p:spPr>
            <a:xfrm>
              <a:off x="-152400" y="-197325"/>
              <a:ext cx="2257421" cy="1269799"/>
            </a:xfrm>
            <a:prstGeom prst="rect">
              <a:avLst/>
            </a:prstGeom>
            <a:noFill/>
            <a:ln>
              <a:noFill/>
            </a:ln>
          </p:spPr>
        </p:pic>
      </p:grpSp>
      <p:grpSp>
        <p:nvGrpSpPr>
          <p:cNvPr id="929" name="Google Shape;929;p20"/>
          <p:cNvGrpSpPr/>
          <p:nvPr/>
        </p:nvGrpSpPr>
        <p:grpSpPr>
          <a:xfrm>
            <a:off x="6246325" y="-233706"/>
            <a:ext cx="4250936" cy="1877933"/>
            <a:chOff x="6246325" y="-233706"/>
            <a:chExt cx="4250936" cy="1877933"/>
          </a:xfrm>
        </p:grpSpPr>
        <p:sp>
          <p:nvSpPr>
            <p:cNvPr id="930" name="Google Shape;930;p20"/>
            <p:cNvSpPr/>
            <p:nvPr/>
          </p:nvSpPr>
          <p:spPr>
            <a:xfrm rot="9432704">
              <a:off x="8739252" y="-85362"/>
              <a:ext cx="1004493" cy="118337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31" name="Google Shape;931;p20"/>
            <p:cNvPicPr preferRelativeResize="0"/>
            <p:nvPr/>
          </p:nvPicPr>
          <p:blipFill>
            <a:blip r:embed="rId3">
              <a:alphaModFix/>
            </a:blip>
            <a:stretch>
              <a:fillRect/>
            </a:stretch>
          </p:blipFill>
          <p:spPr>
            <a:xfrm>
              <a:off x="6246325" y="-81300"/>
              <a:ext cx="3067632" cy="1725527"/>
            </a:xfrm>
            <a:prstGeom prst="rect">
              <a:avLst/>
            </a:prstGeom>
            <a:noFill/>
            <a:ln>
              <a:noFill/>
            </a:ln>
          </p:spPr>
        </p:pic>
        <p:sp>
          <p:nvSpPr>
            <p:cNvPr id="932" name="Google Shape;932;p20"/>
            <p:cNvSpPr/>
            <p:nvPr/>
          </p:nvSpPr>
          <p:spPr>
            <a:xfrm flipH="1" rot="10800000">
              <a:off x="8203701" y="-109338"/>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3" name="Google Shape;933;p20"/>
          <p:cNvGrpSpPr/>
          <p:nvPr/>
        </p:nvGrpSpPr>
        <p:grpSpPr>
          <a:xfrm>
            <a:off x="6310200" y="3498954"/>
            <a:ext cx="3808166" cy="2301773"/>
            <a:chOff x="6310200" y="3498954"/>
            <a:chExt cx="3808166" cy="2301773"/>
          </a:xfrm>
        </p:grpSpPr>
        <p:grpSp>
          <p:nvGrpSpPr>
            <p:cNvPr id="934" name="Google Shape;934;p20"/>
            <p:cNvGrpSpPr/>
            <p:nvPr/>
          </p:nvGrpSpPr>
          <p:grpSpPr>
            <a:xfrm rot="-1268445">
              <a:off x="7164341" y="3985943"/>
              <a:ext cx="2878718" cy="954798"/>
              <a:chOff x="3098100" y="3849750"/>
              <a:chExt cx="940775" cy="270425"/>
            </a:xfrm>
          </p:grpSpPr>
          <p:sp>
            <p:nvSpPr>
              <p:cNvPr id="935" name="Google Shape;935;p20"/>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0"/>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20"/>
            <p:cNvGrpSpPr/>
            <p:nvPr/>
          </p:nvGrpSpPr>
          <p:grpSpPr>
            <a:xfrm>
              <a:off x="6529813" y="4336457"/>
              <a:ext cx="2878771" cy="827500"/>
              <a:chOff x="3098100" y="3849750"/>
              <a:chExt cx="940775" cy="270425"/>
            </a:xfrm>
          </p:grpSpPr>
          <p:sp>
            <p:nvSpPr>
              <p:cNvPr id="938" name="Google Shape;938;p20"/>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0"/>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40" name="Google Shape;940;p20"/>
            <p:cNvPicPr preferRelativeResize="0"/>
            <p:nvPr/>
          </p:nvPicPr>
          <p:blipFill>
            <a:blip r:embed="rId4">
              <a:alphaModFix/>
            </a:blip>
            <a:stretch>
              <a:fillRect/>
            </a:stretch>
          </p:blipFill>
          <p:spPr>
            <a:xfrm>
              <a:off x="6310200" y="3792375"/>
              <a:ext cx="3570403" cy="2008352"/>
            </a:xfrm>
            <a:prstGeom prst="rect">
              <a:avLst/>
            </a:prstGeom>
            <a:noFill/>
            <a:ln>
              <a:noFill/>
            </a:ln>
          </p:spPr>
        </p:pic>
      </p:grpSp>
      <p:grpSp>
        <p:nvGrpSpPr>
          <p:cNvPr id="941" name="Google Shape;941;p20"/>
          <p:cNvGrpSpPr/>
          <p:nvPr/>
        </p:nvGrpSpPr>
        <p:grpSpPr>
          <a:xfrm>
            <a:off x="-1028710" y="3243250"/>
            <a:ext cx="4364586" cy="2440196"/>
            <a:chOff x="-1028710" y="3243250"/>
            <a:chExt cx="4364586" cy="2440196"/>
          </a:xfrm>
        </p:grpSpPr>
        <p:sp>
          <p:nvSpPr>
            <p:cNvPr id="942" name="Google Shape;942;p20"/>
            <p:cNvSpPr/>
            <p:nvPr/>
          </p:nvSpPr>
          <p:spPr>
            <a:xfrm flipH="1">
              <a:off x="-1028710" y="44331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0"/>
            <p:cNvSpPr/>
            <p:nvPr/>
          </p:nvSpPr>
          <p:spPr>
            <a:xfrm rot="3818127">
              <a:off x="-1175654" y="4029628"/>
              <a:ext cx="2293552" cy="867440"/>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4" name="Google Shape;944;p20"/>
            <p:cNvPicPr preferRelativeResize="0"/>
            <p:nvPr/>
          </p:nvPicPr>
          <p:blipFill>
            <a:blip r:embed="rId5">
              <a:alphaModFix/>
            </a:blip>
            <a:stretch>
              <a:fillRect/>
            </a:stretch>
          </p:blipFill>
          <p:spPr>
            <a:xfrm>
              <a:off x="-135474" y="3276600"/>
              <a:ext cx="3471350" cy="1952624"/>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BLANK_1_1_1_1">
    <p:bg>
      <p:bgPr>
        <a:solidFill>
          <a:srgbClr val="F7F8FC"/>
        </a:solidFill>
      </p:bgPr>
    </p:bg>
    <p:spTree>
      <p:nvGrpSpPr>
        <p:cNvPr id="945" name="Shape 945"/>
        <p:cNvGrpSpPr/>
        <p:nvPr/>
      </p:nvGrpSpPr>
      <p:grpSpPr>
        <a:xfrm>
          <a:off x="0" y="0"/>
          <a:ext cx="0" cy="0"/>
          <a:chOff x="0" y="0"/>
          <a:chExt cx="0" cy="0"/>
        </a:xfrm>
      </p:grpSpPr>
      <p:sp>
        <p:nvSpPr>
          <p:cNvPr id="946" name="Google Shape;946;p21"/>
          <p:cNvSpPr txBox="1"/>
          <p:nvPr>
            <p:ph idx="1" type="subTitle"/>
          </p:nvPr>
        </p:nvSpPr>
        <p:spPr>
          <a:xfrm>
            <a:off x="3962670" y="1391720"/>
            <a:ext cx="2986500" cy="721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200"/>
              <a:buNone/>
              <a:defRPr>
                <a:solidFill>
                  <a:schemeClr val="accent3"/>
                </a:solidFill>
              </a:defRPr>
            </a:lvl1pPr>
            <a:lvl2pPr lvl="1" rtl="0" algn="ctr">
              <a:lnSpc>
                <a:spcPct val="100000"/>
              </a:lnSpc>
              <a:spcBef>
                <a:spcPts val="0"/>
              </a:spcBef>
              <a:spcAft>
                <a:spcPts val="0"/>
              </a:spcAft>
              <a:buClr>
                <a:srgbClr val="F3F3F3"/>
              </a:buClr>
              <a:buSzPts val="1200"/>
              <a:buNone/>
              <a:defRPr sz="1200">
                <a:solidFill>
                  <a:srgbClr val="F3F3F3"/>
                </a:solidFill>
              </a:defRPr>
            </a:lvl2pPr>
            <a:lvl3pPr lvl="2" rtl="0" algn="ctr">
              <a:lnSpc>
                <a:spcPct val="100000"/>
              </a:lnSpc>
              <a:spcBef>
                <a:spcPts val="0"/>
              </a:spcBef>
              <a:spcAft>
                <a:spcPts val="0"/>
              </a:spcAft>
              <a:buClr>
                <a:srgbClr val="F3F3F3"/>
              </a:buClr>
              <a:buSzPts val="1200"/>
              <a:buNone/>
              <a:defRPr sz="1200">
                <a:solidFill>
                  <a:srgbClr val="F3F3F3"/>
                </a:solidFill>
              </a:defRPr>
            </a:lvl3pPr>
            <a:lvl4pPr lvl="3" rtl="0" algn="ctr">
              <a:lnSpc>
                <a:spcPct val="100000"/>
              </a:lnSpc>
              <a:spcBef>
                <a:spcPts val="0"/>
              </a:spcBef>
              <a:spcAft>
                <a:spcPts val="0"/>
              </a:spcAft>
              <a:buClr>
                <a:srgbClr val="F3F3F3"/>
              </a:buClr>
              <a:buSzPts val="1200"/>
              <a:buNone/>
              <a:defRPr sz="1200">
                <a:solidFill>
                  <a:srgbClr val="F3F3F3"/>
                </a:solidFill>
              </a:defRPr>
            </a:lvl4pPr>
            <a:lvl5pPr lvl="4" rtl="0" algn="ctr">
              <a:lnSpc>
                <a:spcPct val="100000"/>
              </a:lnSpc>
              <a:spcBef>
                <a:spcPts val="0"/>
              </a:spcBef>
              <a:spcAft>
                <a:spcPts val="0"/>
              </a:spcAft>
              <a:buClr>
                <a:srgbClr val="F3F3F3"/>
              </a:buClr>
              <a:buSzPts val="1200"/>
              <a:buNone/>
              <a:defRPr sz="1200">
                <a:solidFill>
                  <a:srgbClr val="F3F3F3"/>
                </a:solidFill>
              </a:defRPr>
            </a:lvl5pPr>
            <a:lvl6pPr lvl="5" rtl="0" algn="ctr">
              <a:lnSpc>
                <a:spcPct val="100000"/>
              </a:lnSpc>
              <a:spcBef>
                <a:spcPts val="0"/>
              </a:spcBef>
              <a:spcAft>
                <a:spcPts val="0"/>
              </a:spcAft>
              <a:buClr>
                <a:srgbClr val="F3F3F3"/>
              </a:buClr>
              <a:buSzPts val="1200"/>
              <a:buNone/>
              <a:defRPr sz="1200">
                <a:solidFill>
                  <a:srgbClr val="F3F3F3"/>
                </a:solidFill>
              </a:defRPr>
            </a:lvl6pPr>
            <a:lvl7pPr lvl="6" rtl="0" algn="ctr">
              <a:lnSpc>
                <a:spcPct val="100000"/>
              </a:lnSpc>
              <a:spcBef>
                <a:spcPts val="0"/>
              </a:spcBef>
              <a:spcAft>
                <a:spcPts val="0"/>
              </a:spcAft>
              <a:buClr>
                <a:srgbClr val="F3F3F3"/>
              </a:buClr>
              <a:buSzPts val="1200"/>
              <a:buNone/>
              <a:defRPr sz="1200">
                <a:solidFill>
                  <a:srgbClr val="F3F3F3"/>
                </a:solidFill>
              </a:defRPr>
            </a:lvl7pPr>
            <a:lvl8pPr lvl="7" rtl="0" algn="ctr">
              <a:lnSpc>
                <a:spcPct val="100000"/>
              </a:lnSpc>
              <a:spcBef>
                <a:spcPts val="0"/>
              </a:spcBef>
              <a:spcAft>
                <a:spcPts val="0"/>
              </a:spcAft>
              <a:buClr>
                <a:srgbClr val="F3F3F3"/>
              </a:buClr>
              <a:buSzPts val="1200"/>
              <a:buNone/>
              <a:defRPr sz="1200">
                <a:solidFill>
                  <a:srgbClr val="F3F3F3"/>
                </a:solidFill>
              </a:defRPr>
            </a:lvl8pPr>
            <a:lvl9pPr lvl="8" rtl="0" algn="ctr">
              <a:lnSpc>
                <a:spcPct val="100000"/>
              </a:lnSpc>
              <a:spcBef>
                <a:spcPts val="0"/>
              </a:spcBef>
              <a:spcAft>
                <a:spcPts val="0"/>
              </a:spcAft>
              <a:buClr>
                <a:srgbClr val="F3F3F3"/>
              </a:buClr>
              <a:buSzPts val="1200"/>
              <a:buNone/>
              <a:defRPr sz="1200">
                <a:solidFill>
                  <a:srgbClr val="F3F3F3"/>
                </a:solidFill>
              </a:defRPr>
            </a:lvl9pPr>
          </a:lstStyle>
          <a:p/>
        </p:txBody>
      </p:sp>
      <p:sp>
        <p:nvSpPr>
          <p:cNvPr id="947" name="Google Shape;947;p21"/>
          <p:cNvSpPr txBox="1"/>
          <p:nvPr>
            <p:ph idx="2" type="subTitle"/>
          </p:nvPr>
        </p:nvSpPr>
        <p:spPr>
          <a:xfrm>
            <a:off x="3954583" y="2161448"/>
            <a:ext cx="2986500" cy="4245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rgbClr val="F3F3F3"/>
              </a:buClr>
              <a:buSzPts val="1800"/>
              <a:buFont typeface="Montserrat ExtraBold"/>
              <a:buNone/>
              <a:defRPr sz="12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p:txBody>
      </p:sp>
      <p:sp>
        <p:nvSpPr>
          <p:cNvPr id="948" name="Google Shape;948;p21"/>
          <p:cNvSpPr txBox="1"/>
          <p:nvPr>
            <p:ph idx="3" type="subTitle"/>
          </p:nvPr>
        </p:nvSpPr>
        <p:spPr>
          <a:xfrm>
            <a:off x="2467426" y="3118946"/>
            <a:ext cx="2986500" cy="721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200"/>
              <a:buNone/>
              <a:defRPr>
                <a:solidFill>
                  <a:schemeClr val="accent3"/>
                </a:solidFill>
              </a:defRPr>
            </a:lvl1pPr>
            <a:lvl2pPr lvl="1" rtl="0" algn="ctr">
              <a:lnSpc>
                <a:spcPct val="100000"/>
              </a:lnSpc>
              <a:spcBef>
                <a:spcPts val="0"/>
              </a:spcBef>
              <a:spcAft>
                <a:spcPts val="0"/>
              </a:spcAft>
              <a:buClr>
                <a:srgbClr val="F3F3F3"/>
              </a:buClr>
              <a:buSzPts val="1200"/>
              <a:buNone/>
              <a:defRPr sz="1200">
                <a:solidFill>
                  <a:srgbClr val="F3F3F3"/>
                </a:solidFill>
              </a:defRPr>
            </a:lvl2pPr>
            <a:lvl3pPr lvl="2" rtl="0" algn="ctr">
              <a:lnSpc>
                <a:spcPct val="100000"/>
              </a:lnSpc>
              <a:spcBef>
                <a:spcPts val="0"/>
              </a:spcBef>
              <a:spcAft>
                <a:spcPts val="0"/>
              </a:spcAft>
              <a:buClr>
                <a:srgbClr val="F3F3F3"/>
              </a:buClr>
              <a:buSzPts val="1200"/>
              <a:buNone/>
              <a:defRPr sz="1200">
                <a:solidFill>
                  <a:srgbClr val="F3F3F3"/>
                </a:solidFill>
              </a:defRPr>
            </a:lvl3pPr>
            <a:lvl4pPr lvl="3" rtl="0" algn="ctr">
              <a:lnSpc>
                <a:spcPct val="100000"/>
              </a:lnSpc>
              <a:spcBef>
                <a:spcPts val="0"/>
              </a:spcBef>
              <a:spcAft>
                <a:spcPts val="0"/>
              </a:spcAft>
              <a:buClr>
                <a:srgbClr val="F3F3F3"/>
              </a:buClr>
              <a:buSzPts val="1200"/>
              <a:buNone/>
              <a:defRPr sz="1200">
                <a:solidFill>
                  <a:srgbClr val="F3F3F3"/>
                </a:solidFill>
              </a:defRPr>
            </a:lvl4pPr>
            <a:lvl5pPr lvl="4" rtl="0" algn="ctr">
              <a:lnSpc>
                <a:spcPct val="100000"/>
              </a:lnSpc>
              <a:spcBef>
                <a:spcPts val="0"/>
              </a:spcBef>
              <a:spcAft>
                <a:spcPts val="0"/>
              </a:spcAft>
              <a:buClr>
                <a:srgbClr val="F3F3F3"/>
              </a:buClr>
              <a:buSzPts val="1200"/>
              <a:buNone/>
              <a:defRPr sz="1200">
                <a:solidFill>
                  <a:srgbClr val="F3F3F3"/>
                </a:solidFill>
              </a:defRPr>
            </a:lvl5pPr>
            <a:lvl6pPr lvl="5" rtl="0" algn="ctr">
              <a:lnSpc>
                <a:spcPct val="100000"/>
              </a:lnSpc>
              <a:spcBef>
                <a:spcPts val="0"/>
              </a:spcBef>
              <a:spcAft>
                <a:spcPts val="0"/>
              </a:spcAft>
              <a:buClr>
                <a:srgbClr val="F3F3F3"/>
              </a:buClr>
              <a:buSzPts val="1200"/>
              <a:buNone/>
              <a:defRPr sz="1200">
                <a:solidFill>
                  <a:srgbClr val="F3F3F3"/>
                </a:solidFill>
              </a:defRPr>
            </a:lvl6pPr>
            <a:lvl7pPr lvl="6" rtl="0" algn="ctr">
              <a:lnSpc>
                <a:spcPct val="100000"/>
              </a:lnSpc>
              <a:spcBef>
                <a:spcPts val="0"/>
              </a:spcBef>
              <a:spcAft>
                <a:spcPts val="0"/>
              </a:spcAft>
              <a:buClr>
                <a:srgbClr val="F3F3F3"/>
              </a:buClr>
              <a:buSzPts val="1200"/>
              <a:buNone/>
              <a:defRPr sz="1200">
                <a:solidFill>
                  <a:srgbClr val="F3F3F3"/>
                </a:solidFill>
              </a:defRPr>
            </a:lvl7pPr>
            <a:lvl8pPr lvl="7" rtl="0" algn="ctr">
              <a:lnSpc>
                <a:spcPct val="100000"/>
              </a:lnSpc>
              <a:spcBef>
                <a:spcPts val="0"/>
              </a:spcBef>
              <a:spcAft>
                <a:spcPts val="0"/>
              </a:spcAft>
              <a:buClr>
                <a:srgbClr val="F3F3F3"/>
              </a:buClr>
              <a:buSzPts val="1200"/>
              <a:buNone/>
              <a:defRPr sz="1200">
                <a:solidFill>
                  <a:srgbClr val="F3F3F3"/>
                </a:solidFill>
              </a:defRPr>
            </a:lvl8pPr>
            <a:lvl9pPr lvl="8" rtl="0" algn="ctr">
              <a:lnSpc>
                <a:spcPct val="100000"/>
              </a:lnSpc>
              <a:spcBef>
                <a:spcPts val="0"/>
              </a:spcBef>
              <a:spcAft>
                <a:spcPts val="0"/>
              </a:spcAft>
              <a:buClr>
                <a:srgbClr val="F3F3F3"/>
              </a:buClr>
              <a:buSzPts val="1200"/>
              <a:buNone/>
              <a:defRPr sz="1200">
                <a:solidFill>
                  <a:srgbClr val="F3F3F3"/>
                </a:solidFill>
              </a:defRPr>
            </a:lvl9pPr>
          </a:lstStyle>
          <a:p/>
        </p:txBody>
      </p:sp>
      <p:sp>
        <p:nvSpPr>
          <p:cNvPr id="949" name="Google Shape;949;p21"/>
          <p:cNvSpPr txBox="1"/>
          <p:nvPr>
            <p:ph idx="4" type="subTitle"/>
          </p:nvPr>
        </p:nvSpPr>
        <p:spPr>
          <a:xfrm>
            <a:off x="2467426" y="3887876"/>
            <a:ext cx="2986500" cy="3741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800"/>
              <a:buFont typeface="Montserrat ExtraBold"/>
              <a:buNone/>
              <a:defRPr sz="12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p:txBody>
      </p:sp>
      <p:sp>
        <p:nvSpPr>
          <p:cNvPr id="950" name="Google Shape;950;p21"/>
          <p:cNvSpPr txBox="1"/>
          <p:nvPr>
            <p:ph type="title"/>
          </p:nvPr>
        </p:nvSpPr>
        <p:spPr>
          <a:xfrm>
            <a:off x="914400" y="551820"/>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3"/>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951" name="Google Shape;951;p21"/>
          <p:cNvGrpSpPr/>
          <p:nvPr/>
        </p:nvGrpSpPr>
        <p:grpSpPr>
          <a:xfrm>
            <a:off x="4038601" y="-137099"/>
            <a:ext cx="5314951" cy="5357097"/>
            <a:chOff x="4038601" y="-137099"/>
            <a:chExt cx="5314951" cy="5357097"/>
          </a:xfrm>
        </p:grpSpPr>
        <p:grpSp>
          <p:nvGrpSpPr>
            <p:cNvPr id="952" name="Google Shape;952;p21"/>
            <p:cNvGrpSpPr/>
            <p:nvPr/>
          </p:nvGrpSpPr>
          <p:grpSpPr>
            <a:xfrm>
              <a:off x="5827386" y="-55175"/>
              <a:ext cx="3400978" cy="5274667"/>
              <a:chOff x="5827590" y="0"/>
              <a:chExt cx="3316410" cy="5143508"/>
            </a:xfrm>
          </p:grpSpPr>
          <p:sp>
            <p:nvSpPr>
              <p:cNvPr id="953" name="Google Shape;953;p21"/>
              <p:cNvSpPr/>
              <p:nvPr/>
            </p:nvSpPr>
            <p:spPr>
              <a:xfrm flipH="1">
                <a:off x="8348056" y="1053597"/>
                <a:ext cx="795944" cy="1305112"/>
              </a:xfrm>
              <a:custGeom>
                <a:rect b="b" l="l" r="r" t="t"/>
                <a:pathLst>
                  <a:path extrusionOk="0" h="9771" w="5959">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1"/>
              <p:cNvSpPr/>
              <p:nvPr/>
            </p:nvSpPr>
            <p:spPr>
              <a:xfrm flipH="1">
                <a:off x="8079981" y="0"/>
                <a:ext cx="1064019" cy="2206710"/>
              </a:xfrm>
              <a:custGeom>
                <a:rect b="b" l="l" r="r" t="t"/>
                <a:pathLst>
                  <a:path extrusionOk="0" h="16521" w="7966">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1"/>
              <p:cNvSpPr/>
              <p:nvPr/>
            </p:nvSpPr>
            <p:spPr>
              <a:xfrm flipH="1">
                <a:off x="5827590" y="2206571"/>
                <a:ext cx="3316410" cy="2936937"/>
              </a:xfrm>
              <a:custGeom>
                <a:rect b="b" l="l" r="r" t="t"/>
                <a:pathLst>
                  <a:path extrusionOk="0" h="21988" w="24829">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56" name="Google Shape;956;p21"/>
            <p:cNvPicPr preferRelativeResize="0"/>
            <p:nvPr/>
          </p:nvPicPr>
          <p:blipFill>
            <a:blip r:embed="rId2">
              <a:alphaModFix/>
            </a:blip>
            <a:stretch>
              <a:fillRect/>
            </a:stretch>
          </p:blipFill>
          <p:spPr>
            <a:xfrm>
              <a:off x="6162675" y="-137099"/>
              <a:ext cx="3190877" cy="1794852"/>
            </a:xfrm>
            <a:prstGeom prst="rect">
              <a:avLst/>
            </a:prstGeom>
            <a:noFill/>
            <a:ln>
              <a:noFill/>
            </a:ln>
          </p:spPr>
        </p:pic>
        <p:pic>
          <p:nvPicPr>
            <p:cNvPr id="957" name="Google Shape;957;p21"/>
            <p:cNvPicPr preferRelativeResize="0"/>
            <p:nvPr/>
          </p:nvPicPr>
          <p:blipFill>
            <a:blip r:embed="rId3">
              <a:alphaModFix/>
            </a:blip>
            <a:stretch>
              <a:fillRect/>
            </a:stretch>
          </p:blipFill>
          <p:spPr>
            <a:xfrm>
              <a:off x="4038601" y="2247600"/>
              <a:ext cx="5284301" cy="2972398"/>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2">
  <p:cSld name="BLANK_1_1_1_1_1">
    <p:bg>
      <p:bgPr>
        <a:solidFill>
          <a:srgbClr val="F7F8FC"/>
        </a:solidFill>
      </p:bgPr>
    </p:bg>
    <p:spTree>
      <p:nvGrpSpPr>
        <p:cNvPr id="958" name="Shape 958"/>
        <p:cNvGrpSpPr/>
        <p:nvPr/>
      </p:nvGrpSpPr>
      <p:grpSpPr>
        <a:xfrm>
          <a:off x="0" y="0"/>
          <a:ext cx="0" cy="0"/>
          <a:chOff x="0" y="0"/>
          <a:chExt cx="0" cy="0"/>
        </a:xfrm>
      </p:grpSpPr>
      <p:sp>
        <p:nvSpPr>
          <p:cNvPr id="959" name="Google Shape;959;p22"/>
          <p:cNvSpPr txBox="1"/>
          <p:nvPr>
            <p:ph type="title"/>
          </p:nvPr>
        </p:nvSpPr>
        <p:spPr>
          <a:xfrm>
            <a:off x="922200" y="432516"/>
            <a:ext cx="7315200" cy="548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60" name="Google Shape;960;p22"/>
          <p:cNvSpPr txBox="1"/>
          <p:nvPr>
            <p:ph idx="1" type="subTitle"/>
          </p:nvPr>
        </p:nvSpPr>
        <p:spPr>
          <a:xfrm>
            <a:off x="4758372" y="3001221"/>
            <a:ext cx="2116200" cy="124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200"/>
              <a:buNone/>
              <a:defRPr>
                <a:solidFill>
                  <a:schemeClr val="accent3"/>
                </a:solidFill>
              </a:defRPr>
            </a:lvl1pPr>
            <a:lvl2pPr lvl="1" rtl="0">
              <a:lnSpc>
                <a:spcPct val="100000"/>
              </a:lnSpc>
              <a:spcBef>
                <a:spcPts val="0"/>
              </a:spcBef>
              <a:spcAft>
                <a:spcPts val="0"/>
              </a:spcAft>
              <a:buClr>
                <a:srgbClr val="F3F3F3"/>
              </a:buClr>
              <a:buSzPts val="1200"/>
              <a:buNone/>
              <a:defRPr sz="1200">
                <a:solidFill>
                  <a:srgbClr val="F3F3F3"/>
                </a:solidFill>
              </a:defRPr>
            </a:lvl2pPr>
            <a:lvl3pPr lvl="2" rtl="0">
              <a:lnSpc>
                <a:spcPct val="100000"/>
              </a:lnSpc>
              <a:spcBef>
                <a:spcPts val="0"/>
              </a:spcBef>
              <a:spcAft>
                <a:spcPts val="0"/>
              </a:spcAft>
              <a:buClr>
                <a:srgbClr val="F3F3F3"/>
              </a:buClr>
              <a:buSzPts val="1200"/>
              <a:buNone/>
              <a:defRPr sz="1200">
                <a:solidFill>
                  <a:srgbClr val="F3F3F3"/>
                </a:solidFill>
              </a:defRPr>
            </a:lvl3pPr>
            <a:lvl4pPr lvl="3" rtl="0">
              <a:lnSpc>
                <a:spcPct val="100000"/>
              </a:lnSpc>
              <a:spcBef>
                <a:spcPts val="0"/>
              </a:spcBef>
              <a:spcAft>
                <a:spcPts val="0"/>
              </a:spcAft>
              <a:buClr>
                <a:srgbClr val="F3F3F3"/>
              </a:buClr>
              <a:buSzPts val="1200"/>
              <a:buNone/>
              <a:defRPr sz="1200">
                <a:solidFill>
                  <a:srgbClr val="F3F3F3"/>
                </a:solidFill>
              </a:defRPr>
            </a:lvl4pPr>
            <a:lvl5pPr lvl="4" rtl="0">
              <a:lnSpc>
                <a:spcPct val="100000"/>
              </a:lnSpc>
              <a:spcBef>
                <a:spcPts val="0"/>
              </a:spcBef>
              <a:spcAft>
                <a:spcPts val="0"/>
              </a:spcAft>
              <a:buClr>
                <a:srgbClr val="F3F3F3"/>
              </a:buClr>
              <a:buSzPts val="1200"/>
              <a:buNone/>
              <a:defRPr sz="1200">
                <a:solidFill>
                  <a:srgbClr val="F3F3F3"/>
                </a:solidFill>
              </a:defRPr>
            </a:lvl5pPr>
            <a:lvl6pPr lvl="5" rtl="0">
              <a:lnSpc>
                <a:spcPct val="100000"/>
              </a:lnSpc>
              <a:spcBef>
                <a:spcPts val="0"/>
              </a:spcBef>
              <a:spcAft>
                <a:spcPts val="0"/>
              </a:spcAft>
              <a:buClr>
                <a:srgbClr val="F3F3F3"/>
              </a:buClr>
              <a:buSzPts val="1200"/>
              <a:buNone/>
              <a:defRPr sz="1200">
                <a:solidFill>
                  <a:srgbClr val="F3F3F3"/>
                </a:solidFill>
              </a:defRPr>
            </a:lvl6pPr>
            <a:lvl7pPr lvl="6" rtl="0">
              <a:lnSpc>
                <a:spcPct val="100000"/>
              </a:lnSpc>
              <a:spcBef>
                <a:spcPts val="0"/>
              </a:spcBef>
              <a:spcAft>
                <a:spcPts val="0"/>
              </a:spcAft>
              <a:buClr>
                <a:srgbClr val="F3F3F3"/>
              </a:buClr>
              <a:buSzPts val="1200"/>
              <a:buNone/>
              <a:defRPr sz="1200">
                <a:solidFill>
                  <a:srgbClr val="F3F3F3"/>
                </a:solidFill>
              </a:defRPr>
            </a:lvl7pPr>
            <a:lvl8pPr lvl="7" rtl="0">
              <a:lnSpc>
                <a:spcPct val="100000"/>
              </a:lnSpc>
              <a:spcBef>
                <a:spcPts val="0"/>
              </a:spcBef>
              <a:spcAft>
                <a:spcPts val="0"/>
              </a:spcAft>
              <a:buClr>
                <a:srgbClr val="F3F3F3"/>
              </a:buClr>
              <a:buSzPts val="1200"/>
              <a:buNone/>
              <a:defRPr sz="1200">
                <a:solidFill>
                  <a:srgbClr val="F3F3F3"/>
                </a:solidFill>
              </a:defRPr>
            </a:lvl8pPr>
            <a:lvl9pPr lvl="8" rtl="0">
              <a:lnSpc>
                <a:spcPct val="100000"/>
              </a:lnSpc>
              <a:spcBef>
                <a:spcPts val="0"/>
              </a:spcBef>
              <a:spcAft>
                <a:spcPts val="0"/>
              </a:spcAft>
              <a:buClr>
                <a:srgbClr val="F3F3F3"/>
              </a:buClr>
              <a:buSzPts val="1200"/>
              <a:buNone/>
              <a:defRPr sz="1200">
                <a:solidFill>
                  <a:srgbClr val="F3F3F3"/>
                </a:solidFill>
              </a:defRPr>
            </a:lvl9pPr>
          </a:lstStyle>
          <a:p/>
        </p:txBody>
      </p:sp>
      <p:sp>
        <p:nvSpPr>
          <p:cNvPr id="961" name="Google Shape;961;p22"/>
          <p:cNvSpPr txBox="1"/>
          <p:nvPr>
            <p:ph idx="2" type="subTitle"/>
          </p:nvPr>
        </p:nvSpPr>
        <p:spPr>
          <a:xfrm>
            <a:off x="2559249" y="2538821"/>
            <a:ext cx="1828800" cy="4572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800"/>
              <a:buFont typeface="Montserrat ExtraBold"/>
              <a:buNone/>
              <a:defRPr sz="1800">
                <a:solidFill>
                  <a:schemeClr val="accent3"/>
                </a:solidFill>
                <a:latin typeface="Montserrat ExtraBold"/>
                <a:ea typeface="Montserrat ExtraBold"/>
                <a:cs typeface="Montserrat ExtraBold"/>
                <a:sym typeface="Montserrat ExtraBold"/>
              </a:defRPr>
            </a:lvl1pPr>
            <a:lvl2pPr lvl="1"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p:txBody>
      </p:sp>
      <p:sp>
        <p:nvSpPr>
          <p:cNvPr id="962" name="Google Shape;962;p22"/>
          <p:cNvSpPr txBox="1"/>
          <p:nvPr>
            <p:ph idx="3" type="subTitle"/>
          </p:nvPr>
        </p:nvSpPr>
        <p:spPr>
          <a:xfrm>
            <a:off x="2273064" y="3001226"/>
            <a:ext cx="2116200" cy="1240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200"/>
              <a:buNone/>
              <a:defRPr>
                <a:solidFill>
                  <a:schemeClr val="accent3"/>
                </a:solidFill>
              </a:defRPr>
            </a:lvl1pPr>
            <a:lvl2pPr lvl="1" rtl="0" algn="r">
              <a:lnSpc>
                <a:spcPct val="100000"/>
              </a:lnSpc>
              <a:spcBef>
                <a:spcPts val="0"/>
              </a:spcBef>
              <a:spcAft>
                <a:spcPts val="0"/>
              </a:spcAft>
              <a:buClr>
                <a:srgbClr val="F3F3F3"/>
              </a:buClr>
              <a:buSzPts val="1200"/>
              <a:buNone/>
              <a:defRPr sz="1200">
                <a:solidFill>
                  <a:srgbClr val="F3F3F3"/>
                </a:solidFill>
              </a:defRPr>
            </a:lvl2pPr>
            <a:lvl3pPr lvl="2" rtl="0" algn="r">
              <a:lnSpc>
                <a:spcPct val="100000"/>
              </a:lnSpc>
              <a:spcBef>
                <a:spcPts val="0"/>
              </a:spcBef>
              <a:spcAft>
                <a:spcPts val="0"/>
              </a:spcAft>
              <a:buClr>
                <a:srgbClr val="F3F3F3"/>
              </a:buClr>
              <a:buSzPts val="1200"/>
              <a:buNone/>
              <a:defRPr sz="1200">
                <a:solidFill>
                  <a:srgbClr val="F3F3F3"/>
                </a:solidFill>
              </a:defRPr>
            </a:lvl3pPr>
            <a:lvl4pPr lvl="3" rtl="0" algn="r">
              <a:lnSpc>
                <a:spcPct val="100000"/>
              </a:lnSpc>
              <a:spcBef>
                <a:spcPts val="0"/>
              </a:spcBef>
              <a:spcAft>
                <a:spcPts val="0"/>
              </a:spcAft>
              <a:buClr>
                <a:srgbClr val="F3F3F3"/>
              </a:buClr>
              <a:buSzPts val="1200"/>
              <a:buNone/>
              <a:defRPr sz="1200">
                <a:solidFill>
                  <a:srgbClr val="F3F3F3"/>
                </a:solidFill>
              </a:defRPr>
            </a:lvl4pPr>
            <a:lvl5pPr lvl="4" rtl="0" algn="r">
              <a:lnSpc>
                <a:spcPct val="100000"/>
              </a:lnSpc>
              <a:spcBef>
                <a:spcPts val="0"/>
              </a:spcBef>
              <a:spcAft>
                <a:spcPts val="0"/>
              </a:spcAft>
              <a:buClr>
                <a:srgbClr val="F3F3F3"/>
              </a:buClr>
              <a:buSzPts val="1200"/>
              <a:buNone/>
              <a:defRPr sz="1200">
                <a:solidFill>
                  <a:srgbClr val="F3F3F3"/>
                </a:solidFill>
              </a:defRPr>
            </a:lvl5pPr>
            <a:lvl6pPr lvl="5" rtl="0" algn="r">
              <a:lnSpc>
                <a:spcPct val="100000"/>
              </a:lnSpc>
              <a:spcBef>
                <a:spcPts val="0"/>
              </a:spcBef>
              <a:spcAft>
                <a:spcPts val="0"/>
              </a:spcAft>
              <a:buClr>
                <a:srgbClr val="F3F3F3"/>
              </a:buClr>
              <a:buSzPts val="1200"/>
              <a:buNone/>
              <a:defRPr sz="1200">
                <a:solidFill>
                  <a:srgbClr val="F3F3F3"/>
                </a:solidFill>
              </a:defRPr>
            </a:lvl6pPr>
            <a:lvl7pPr lvl="6" rtl="0" algn="r">
              <a:lnSpc>
                <a:spcPct val="100000"/>
              </a:lnSpc>
              <a:spcBef>
                <a:spcPts val="0"/>
              </a:spcBef>
              <a:spcAft>
                <a:spcPts val="0"/>
              </a:spcAft>
              <a:buClr>
                <a:srgbClr val="F3F3F3"/>
              </a:buClr>
              <a:buSzPts val="1200"/>
              <a:buNone/>
              <a:defRPr sz="1200">
                <a:solidFill>
                  <a:srgbClr val="F3F3F3"/>
                </a:solidFill>
              </a:defRPr>
            </a:lvl7pPr>
            <a:lvl8pPr lvl="7" rtl="0" algn="r">
              <a:lnSpc>
                <a:spcPct val="100000"/>
              </a:lnSpc>
              <a:spcBef>
                <a:spcPts val="0"/>
              </a:spcBef>
              <a:spcAft>
                <a:spcPts val="0"/>
              </a:spcAft>
              <a:buClr>
                <a:srgbClr val="F3F3F3"/>
              </a:buClr>
              <a:buSzPts val="1200"/>
              <a:buNone/>
              <a:defRPr sz="1200">
                <a:solidFill>
                  <a:srgbClr val="F3F3F3"/>
                </a:solidFill>
              </a:defRPr>
            </a:lvl8pPr>
            <a:lvl9pPr lvl="8" rtl="0" algn="r">
              <a:lnSpc>
                <a:spcPct val="100000"/>
              </a:lnSpc>
              <a:spcBef>
                <a:spcPts val="0"/>
              </a:spcBef>
              <a:spcAft>
                <a:spcPts val="0"/>
              </a:spcAft>
              <a:buClr>
                <a:srgbClr val="F3F3F3"/>
              </a:buClr>
              <a:buSzPts val="1200"/>
              <a:buNone/>
              <a:defRPr sz="1200">
                <a:solidFill>
                  <a:srgbClr val="F3F3F3"/>
                </a:solidFill>
              </a:defRPr>
            </a:lvl9pPr>
          </a:lstStyle>
          <a:p/>
        </p:txBody>
      </p:sp>
      <p:sp>
        <p:nvSpPr>
          <p:cNvPr id="963" name="Google Shape;963;p22"/>
          <p:cNvSpPr txBox="1"/>
          <p:nvPr>
            <p:ph idx="4" type="subTitle"/>
          </p:nvPr>
        </p:nvSpPr>
        <p:spPr>
          <a:xfrm>
            <a:off x="4767476" y="2540105"/>
            <a:ext cx="1828800" cy="4572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800"/>
              <a:buFont typeface="Montserrat ExtraBold"/>
              <a:buNone/>
              <a:defRPr sz="1800">
                <a:solidFill>
                  <a:schemeClr val="accent3"/>
                </a:solidFill>
                <a:latin typeface="Montserrat ExtraBold"/>
                <a:ea typeface="Montserrat ExtraBold"/>
                <a:cs typeface="Montserrat ExtraBold"/>
                <a:sym typeface="Montserrat ExtraBold"/>
              </a:defRPr>
            </a:lvl1pPr>
            <a:lvl2pPr lvl="1"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p:txBody>
      </p:sp>
      <p:grpSp>
        <p:nvGrpSpPr>
          <p:cNvPr id="964" name="Google Shape;964;p22"/>
          <p:cNvGrpSpPr/>
          <p:nvPr/>
        </p:nvGrpSpPr>
        <p:grpSpPr>
          <a:xfrm>
            <a:off x="6002520" y="-102719"/>
            <a:ext cx="4477807" cy="5398619"/>
            <a:chOff x="6002520" y="-102719"/>
            <a:chExt cx="4477807" cy="5398619"/>
          </a:xfrm>
        </p:grpSpPr>
        <p:sp>
          <p:nvSpPr>
            <p:cNvPr id="965" name="Google Shape;965;p22"/>
            <p:cNvSpPr/>
            <p:nvPr/>
          </p:nvSpPr>
          <p:spPr>
            <a:xfrm flipH="1" rot="10800000">
              <a:off x="7915228" y="315002"/>
              <a:ext cx="1679305" cy="4839573"/>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2"/>
            <p:cNvSpPr/>
            <p:nvPr/>
          </p:nvSpPr>
          <p:spPr>
            <a:xfrm flipH="1" rot="10800000">
              <a:off x="9065267" y="201900"/>
              <a:ext cx="1287556" cy="4952684"/>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2"/>
            <p:cNvSpPr/>
            <p:nvPr/>
          </p:nvSpPr>
          <p:spPr>
            <a:xfrm flipH="1" rot="10800000">
              <a:off x="8947883" y="-102719"/>
              <a:ext cx="1404938" cy="907153"/>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flipH="1" rot="9683509">
              <a:off x="8237391" y="3788609"/>
              <a:ext cx="729045" cy="1405831"/>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9" name="Google Shape;969;p22"/>
            <p:cNvGrpSpPr/>
            <p:nvPr/>
          </p:nvGrpSpPr>
          <p:grpSpPr>
            <a:xfrm>
              <a:off x="6002520" y="4318199"/>
              <a:ext cx="4477807" cy="839588"/>
              <a:chOff x="3098100" y="3849750"/>
              <a:chExt cx="940775" cy="270425"/>
            </a:xfrm>
          </p:grpSpPr>
          <p:sp>
            <p:nvSpPr>
              <p:cNvPr id="970" name="Google Shape;970;p22"/>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2"/>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73" name="Google Shape;973;p22"/>
            <p:cNvPicPr preferRelativeResize="0"/>
            <p:nvPr/>
          </p:nvPicPr>
          <p:blipFill rotWithShape="1">
            <a:blip r:embed="rId2">
              <a:alphaModFix/>
            </a:blip>
            <a:srcRect b="0" l="70893" r="0" t="0"/>
            <a:stretch/>
          </p:blipFill>
          <p:spPr>
            <a:xfrm>
              <a:off x="8305798" y="-52600"/>
              <a:ext cx="914400" cy="1767101"/>
            </a:xfrm>
            <a:prstGeom prst="rect">
              <a:avLst/>
            </a:prstGeom>
            <a:noFill/>
            <a:ln>
              <a:noFill/>
            </a:ln>
          </p:spPr>
        </p:pic>
        <p:pic>
          <p:nvPicPr>
            <p:cNvPr id="974" name="Google Shape;974;p22"/>
            <p:cNvPicPr preferRelativeResize="0"/>
            <p:nvPr/>
          </p:nvPicPr>
          <p:blipFill rotWithShape="1">
            <a:blip r:embed="rId3">
              <a:alphaModFix/>
            </a:blip>
            <a:srcRect b="0" l="53175" r="0" t="0"/>
            <a:stretch/>
          </p:blipFill>
          <p:spPr>
            <a:xfrm>
              <a:off x="7967650" y="3608200"/>
              <a:ext cx="1404950" cy="1687700"/>
            </a:xfrm>
            <a:prstGeom prst="rect">
              <a:avLst/>
            </a:prstGeom>
            <a:noFill/>
            <a:ln>
              <a:noFill/>
            </a:ln>
          </p:spPr>
        </p:pic>
      </p:grpSp>
      <p:grpSp>
        <p:nvGrpSpPr>
          <p:cNvPr id="975" name="Google Shape;975;p22"/>
          <p:cNvGrpSpPr/>
          <p:nvPr/>
        </p:nvGrpSpPr>
        <p:grpSpPr>
          <a:xfrm>
            <a:off x="-1462108" y="-365290"/>
            <a:ext cx="4517256" cy="5656448"/>
            <a:chOff x="-1462108" y="-365290"/>
            <a:chExt cx="4517256" cy="5656448"/>
          </a:xfrm>
        </p:grpSpPr>
        <p:grpSp>
          <p:nvGrpSpPr>
            <p:cNvPr id="976" name="Google Shape;976;p22"/>
            <p:cNvGrpSpPr/>
            <p:nvPr/>
          </p:nvGrpSpPr>
          <p:grpSpPr>
            <a:xfrm flipH="1" rot="-373102">
              <a:off x="-1189137" y="-165666"/>
              <a:ext cx="3971313" cy="5257200"/>
              <a:chOff x="3268325" y="3013975"/>
              <a:chExt cx="1443800" cy="1106200"/>
            </a:xfrm>
          </p:grpSpPr>
          <p:sp>
            <p:nvSpPr>
              <p:cNvPr id="977" name="Google Shape;977;p22"/>
              <p:cNvSpPr/>
              <p:nvPr/>
            </p:nvSpPr>
            <p:spPr>
              <a:xfrm>
                <a:off x="3268325" y="3013975"/>
                <a:ext cx="274950" cy="149575"/>
              </a:xfrm>
              <a:custGeom>
                <a:rect b="b" l="l" r="r" t="t"/>
                <a:pathLst>
                  <a:path extrusionOk="0" h="5983" w="10998">
                    <a:moveTo>
                      <a:pt x="1" y="1"/>
                    </a:moveTo>
                    <a:cubicBezTo>
                      <a:pt x="1367" y="1752"/>
                      <a:pt x="2900" y="3353"/>
                      <a:pt x="4795" y="4495"/>
                    </a:cubicBezTo>
                    <a:cubicBezTo>
                      <a:pt x="6348" y="5429"/>
                      <a:pt x="8202" y="5983"/>
                      <a:pt x="10007" y="5983"/>
                    </a:cubicBezTo>
                    <a:cubicBezTo>
                      <a:pt x="10340" y="5983"/>
                      <a:pt x="10671" y="5964"/>
                      <a:pt x="10998" y="5925"/>
                    </a:cubicBezTo>
                    <a:cubicBezTo>
                      <a:pt x="10617" y="3974"/>
                      <a:pt x="10586" y="1960"/>
                      <a:pt x="109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2"/>
              <p:cNvSpPr/>
              <p:nvPr/>
            </p:nvSpPr>
            <p:spPr>
              <a:xfrm>
                <a:off x="3543250" y="3013975"/>
                <a:ext cx="893200" cy="1018300"/>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2"/>
              <p:cNvSpPr/>
              <p:nvPr/>
            </p:nvSpPr>
            <p:spPr>
              <a:xfrm>
                <a:off x="3532950" y="3013975"/>
                <a:ext cx="491525" cy="178275"/>
              </a:xfrm>
              <a:custGeom>
                <a:rect b="b" l="l" r="r" t="t"/>
                <a:pathLst>
                  <a:path extrusionOk="0" h="7131" w="19661">
                    <a:moveTo>
                      <a:pt x="362" y="1"/>
                    </a:moveTo>
                    <a:cubicBezTo>
                      <a:pt x="1" y="1960"/>
                      <a:pt x="32" y="3974"/>
                      <a:pt x="413" y="5925"/>
                    </a:cubicBezTo>
                    <a:cubicBezTo>
                      <a:pt x="1575" y="5790"/>
                      <a:pt x="2692" y="5405"/>
                      <a:pt x="3660" y="4713"/>
                    </a:cubicBezTo>
                    <a:cubicBezTo>
                      <a:pt x="5149" y="3650"/>
                      <a:pt x="6409" y="1885"/>
                      <a:pt x="8226" y="1885"/>
                    </a:cubicBezTo>
                    <a:cubicBezTo>
                      <a:pt x="8251" y="1885"/>
                      <a:pt x="8275" y="1885"/>
                      <a:pt x="8299" y="1886"/>
                    </a:cubicBezTo>
                    <a:cubicBezTo>
                      <a:pt x="9765" y="1922"/>
                      <a:pt x="10895" y="3139"/>
                      <a:pt x="11785" y="4304"/>
                    </a:cubicBezTo>
                    <a:cubicBezTo>
                      <a:pt x="12677" y="5466"/>
                      <a:pt x="13645" y="6760"/>
                      <a:pt x="15076" y="7067"/>
                    </a:cubicBezTo>
                    <a:cubicBezTo>
                      <a:pt x="15275" y="7110"/>
                      <a:pt x="15473" y="7130"/>
                      <a:pt x="15669" y="7130"/>
                    </a:cubicBezTo>
                    <a:cubicBezTo>
                      <a:pt x="17448" y="7130"/>
                      <a:pt x="19041" y="5447"/>
                      <a:pt x="19412" y="3636"/>
                    </a:cubicBezTo>
                    <a:cubicBezTo>
                      <a:pt x="19661" y="2430"/>
                      <a:pt x="19521" y="1207"/>
                      <a:pt x="192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2"/>
              <p:cNvSpPr/>
              <p:nvPr/>
            </p:nvSpPr>
            <p:spPr>
              <a:xfrm>
                <a:off x="4244025" y="3013975"/>
                <a:ext cx="468100" cy="1042100"/>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2"/>
              <p:cNvSpPr/>
              <p:nvPr/>
            </p:nvSpPr>
            <p:spPr>
              <a:xfrm>
                <a:off x="4201350" y="3929300"/>
                <a:ext cx="510775" cy="190875"/>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2"/>
              <p:cNvSpPr/>
              <p:nvPr/>
            </p:nvSpPr>
            <p:spPr>
              <a:xfrm>
                <a:off x="4057600" y="3658800"/>
                <a:ext cx="265050" cy="295800"/>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83" name="Google Shape;983;p22"/>
            <p:cNvPicPr preferRelativeResize="0"/>
            <p:nvPr/>
          </p:nvPicPr>
          <p:blipFill>
            <a:blip r:embed="rId4">
              <a:alphaModFix/>
            </a:blip>
            <a:stretch>
              <a:fillRect/>
            </a:stretch>
          </p:blipFill>
          <p:spPr>
            <a:xfrm>
              <a:off x="-381000" y="-228600"/>
              <a:ext cx="3141475" cy="1767096"/>
            </a:xfrm>
            <a:prstGeom prst="rect">
              <a:avLst/>
            </a:prstGeom>
            <a:noFill/>
            <a:ln>
              <a:noFill/>
            </a:ln>
          </p:spPr>
        </p:pic>
        <p:pic>
          <p:nvPicPr>
            <p:cNvPr id="984" name="Google Shape;984;p22"/>
            <p:cNvPicPr preferRelativeResize="0"/>
            <p:nvPr/>
          </p:nvPicPr>
          <p:blipFill rotWithShape="1">
            <a:blip r:embed="rId5">
              <a:alphaModFix/>
            </a:blip>
            <a:srcRect b="36512" l="0" r="52408" t="0"/>
            <a:stretch/>
          </p:blipFill>
          <p:spPr>
            <a:xfrm>
              <a:off x="-228600" y="4090400"/>
              <a:ext cx="1600195" cy="1200749"/>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
    <p:spTree>
      <p:nvGrpSpPr>
        <p:cNvPr id="985" name="Shape 985"/>
        <p:cNvGrpSpPr/>
        <p:nvPr/>
      </p:nvGrpSpPr>
      <p:grpSpPr>
        <a:xfrm>
          <a:off x="0" y="0"/>
          <a:ext cx="0" cy="0"/>
          <a:chOff x="0" y="0"/>
          <a:chExt cx="0" cy="0"/>
        </a:xfrm>
      </p:grpSpPr>
      <p:sp>
        <p:nvSpPr>
          <p:cNvPr id="986" name="Google Shape;986;p23"/>
          <p:cNvSpPr txBox="1"/>
          <p:nvPr>
            <p:ph idx="1" type="subTitle"/>
          </p:nvPr>
        </p:nvSpPr>
        <p:spPr>
          <a:xfrm>
            <a:off x="914400" y="1865868"/>
            <a:ext cx="3651600" cy="396300"/>
          </a:xfrm>
          <a:prstGeom prst="rect">
            <a:avLst/>
          </a:prstGeom>
        </p:spPr>
        <p:txBody>
          <a:bodyPr anchorCtr="0" anchor="t" bIns="91425" lIns="91425" spcFirstLastPara="1" rIns="91425" wrap="square" tIns="91425">
            <a:noAutofit/>
          </a:bodyPr>
          <a:lstStyle>
            <a:lvl1pPr indent="0" lvl="0" marL="0" marR="0" rtl="0">
              <a:lnSpc>
                <a:spcPct val="100000"/>
              </a:lnSpc>
              <a:spcBef>
                <a:spcPts val="0"/>
              </a:spcBef>
              <a:spcAft>
                <a:spcPts val="0"/>
              </a:spcAft>
              <a:buNone/>
              <a:defRPr sz="1400">
                <a:solidFill>
                  <a:schemeClr val="accent3"/>
                </a:solidFill>
              </a:defRPr>
            </a:lvl1pPr>
            <a:lvl2pPr lvl="1" rtl="0">
              <a:lnSpc>
                <a:spcPct val="100000"/>
              </a:lnSpc>
              <a:spcBef>
                <a:spcPts val="1600"/>
              </a:spcBef>
              <a:spcAft>
                <a:spcPts val="0"/>
              </a:spcAft>
              <a:buNone/>
              <a:defRPr sz="1400">
                <a:solidFill>
                  <a:schemeClr val="accent3"/>
                </a:solidFill>
              </a:defRPr>
            </a:lvl2pPr>
            <a:lvl3pPr lvl="2" rtl="0">
              <a:lnSpc>
                <a:spcPct val="100000"/>
              </a:lnSpc>
              <a:spcBef>
                <a:spcPts val="1600"/>
              </a:spcBef>
              <a:spcAft>
                <a:spcPts val="0"/>
              </a:spcAft>
              <a:buNone/>
              <a:defRPr sz="1400">
                <a:solidFill>
                  <a:schemeClr val="accent3"/>
                </a:solidFill>
              </a:defRPr>
            </a:lvl3pPr>
            <a:lvl4pPr lvl="3" rtl="0">
              <a:lnSpc>
                <a:spcPct val="100000"/>
              </a:lnSpc>
              <a:spcBef>
                <a:spcPts val="1600"/>
              </a:spcBef>
              <a:spcAft>
                <a:spcPts val="0"/>
              </a:spcAft>
              <a:buNone/>
              <a:defRPr sz="1400">
                <a:solidFill>
                  <a:schemeClr val="accent3"/>
                </a:solidFill>
              </a:defRPr>
            </a:lvl4pPr>
            <a:lvl5pPr lvl="4" rtl="0">
              <a:lnSpc>
                <a:spcPct val="100000"/>
              </a:lnSpc>
              <a:spcBef>
                <a:spcPts val="1600"/>
              </a:spcBef>
              <a:spcAft>
                <a:spcPts val="0"/>
              </a:spcAft>
              <a:buNone/>
              <a:defRPr sz="1400">
                <a:solidFill>
                  <a:schemeClr val="accent3"/>
                </a:solidFill>
              </a:defRPr>
            </a:lvl5pPr>
            <a:lvl6pPr lvl="5" rtl="0">
              <a:lnSpc>
                <a:spcPct val="100000"/>
              </a:lnSpc>
              <a:spcBef>
                <a:spcPts val="1600"/>
              </a:spcBef>
              <a:spcAft>
                <a:spcPts val="0"/>
              </a:spcAft>
              <a:buNone/>
              <a:defRPr sz="1400">
                <a:solidFill>
                  <a:schemeClr val="accent3"/>
                </a:solidFill>
              </a:defRPr>
            </a:lvl6pPr>
            <a:lvl7pPr lvl="6" rtl="0">
              <a:lnSpc>
                <a:spcPct val="100000"/>
              </a:lnSpc>
              <a:spcBef>
                <a:spcPts val="1600"/>
              </a:spcBef>
              <a:spcAft>
                <a:spcPts val="0"/>
              </a:spcAft>
              <a:buNone/>
              <a:defRPr sz="1400">
                <a:solidFill>
                  <a:schemeClr val="accent3"/>
                </a:solidFill>
              </a:defRPr>
            </a:lvl7pPr>
            <a:lvl8pPr lvl="7" rtl="0">
              <a:lnSpc>
                <a:spcPct val="100000"/>
              </a:lnSpc>
              <a:spcBef>
                <a:spcPts val="1600"/>
              </a:spcBef>
              <a:spcAft>
                <a:spcPts val="0"/>
              </a:spcAft>
              <a:buNone/>
              <a:defRPr sz="1400">
                <a:solidFill>
                  <a:schemeClr val="accent3"/>
                </a:solidFill>
              </a:defRPr>
            </a:lvl8pPr>
            <a:lvl9pPr lvl="8" rtl="0">
              <a:lnSpc>
                <a:spcPct val="100000"/>
              </a:lnSpc>
              <a:spcBef>
                <a:spcPts val="1600"/>
              </a:spcBef>
              <a:spcAft>
                <a:spcPts val="1600"/>
              </a:spcAft>
              <a:buNone/>
              <a:defRPr sz="1400">
                <a:solidFill>
                  <a:schemeClr val="accent3"/>
                </a:solidFill>
              </a:defRPr>
            </a:lvl9pPr>
          </a:lstStyle>
          <a:p/>
        </p:txBody>
      </p:sp>
      <p:sp>
        <p:nvSpPr>
          <p:cNvPr id="987" name="Google Shape;987;p23"/>
          <p:cNvSpPr txBox="1"/>
          <p:nvPr>
            <p:ph idx="2" type="subTitle"/>
          </p:nvPr>
        </p:nvSpPr>
        <p:spPr>
          <a:xfrm>
            <a:off x="914400" y="2859300"/>
            <a:ext cx="3651600" cy="396300"/>
          </a:xfrm>
          <a:prstGeom prst="rect">
            <a:avLst/>
          </a:prstGeom>
          <a:noFill/>
        </p:spPr>
        <p:txBody>
          <a:bodyPr anchorCtr="0" anchor="t" bIns="91425" lIns="91425" spcFirstLastPara="1" rIns="91425" wrap="square" tIns="91425">
            <a:noAutofit/>
          </a:bodyPr>
          <a:lstStyle>
            <a:lvl1pPr indent="0" lvl="0" marL="0" marR="0" rtl="0">
              <a:lnSpc>
                <a:spcPct val="100000"/>
              </a:lnSpc>
              <a:spcBef>
                <a:spcPts val="0"/>
              </a:spcBef>
              <a:spcAft>
                <a:spcPts val="0"/>
              </a:spcAft>
              <a:buNone/>
              <a:defRPr sz="1400">
                <a:solidFill>
                  <a:schemeClr val="accent3"/>
                </a:solidFill>
              </a:defRPr>
            </a:lvl1pPr>
            <a:lvl2pPr lvl="1" rtl="0">
              <a:lnSpc>
                <a:spcPct val="100000"/>
              </a:lnSpc>
              <a:spcBef>
                <a:spcPts val="1600"/>
              </a:spcBef>
              <a:spcAft>
                <a:spcPts val="0"/>
              </a:spcAft>
              <a:buNone/>
              <a:defRPr>
                <a:solidFill>
                  <a:schemeClr val="accent3"/>
                </a:solidFill>
              </a:defRPr>
            </a:lvl2pPr>
            <a:lvl3pPr lvl="2" rtl="0">
              <a:lnSpc>
                <a:spcPct val="100000"/>
              </a:lnSpc>
              <a:spcBef>
                <a:spcPts val="1600"/>
              </a:spcBef>
              <a:spcAft>
                <a:spcPts val="0"/>
              </a:spcAft>
              <a:buNone/>
              <a:defRPr>
                <a:solidFill>
                  <a:schemeClr val="accent3"/>
                </a:solidFill>
              </a:defRPr>
            </a:lvl3pPr>
            <a:lvl4pPr lvl="3" rtl="0">
              <a:lnSpc>
                <a:spcPct val="100000"/>
              </a:lnSpc>
              <a:spcBef>
                <a:spcPts val="1600"/>
              </a:spcBef>
              <a:spcAft>
                <a:spcPts val="0"/>
              </a:spcAft>
              <a:buNone/>
              <a:defRPr>
                <a:solidFill>
                  <a:schemeClr val="accent3"/>
                </a:solidFill>
              </a:defRPr>
            </a:lvl4pPr>
            <a:lvl5pPr lvl="4" rtl="0">
              <a:lnSpc>
                <a:spcPct val="100000"/>
              </a:lnSpc>
              <a:spcBef>
                <a:spcPts val="1600"/>
              </a:spcBef>
              <a:spcAft>
                <a:spcPts val="0"/>
              </a:spcAft>
              <a:buNone/>
              <a:defRPr>
                <a:solidFill>
                  <a:schemeClr val="accent3"/>
                </a:solidFill>
              </a:defRPr>
            </a:lvl5pPr>
            <a:lvl6pPr lvl="5" rtl="0">
              <a:lnSpc>
                <a:spcPct val="100000"/>
              </a:lnSpc>
              <a:spcBef>
                <a:spcPts val="1600"/>
              </a:spcBef>
              <a:spcAft>
                <a:spcPts val="0"/>
              </a:spcAft>
              <a:buNone/>
              <a:defRPr>
                <a:solidFill>
                  <a:schemeClr val="accent3"/>
                </a:solidFill>
              </a:defRPr>
            </a:lvl6pPr>
            <a:lvl7pPr lvl="6" rtl="0">
              <a:lnSpc>
                <a:spcPct val="100000"/>
              </a:lnSpc>
              <a:spcBef>
                <a:spcPts val="1600"/>
              </a:spcBef>
              <a:spcAft>
                <a:spcPts val="0"/>
              </a:spcAft>
              <a:buNone/>
              <a:defRPr>
                <a:solidFill>
                  <a:schemeClr val="accent3"/>
                </a:solidFill>
              </a:defRPr>
            </a:lvl7pPr>
            <a:lvl8pPr lvl="7" rtl="0">
              <a:lnSpc>
                <a:spcPct val="100000"/>
              </a:lnSpc>
              <a:spcBef>
                <a:spcPts val="1600"/>
              </a:spcBef>
              <a:spcAft>
                <a:spcPts val="0"/>
              </a:spcAft>
              <a:buNone/>
              <a:defRPr>
                <a:solidFill>
                  <a:schemeClr val="accent3"/>
                </a:solidFill>
              </a:defRPr>
            </a:lvl8pPr>
            <a:lvl9pPr lvl="8" rtl="0">
              <a:lnSpc>
                <a:spcPct val="100000"/>
              </a:lnSpc>
              <a:spcBef>
                <a:spcPts val="1600"/>
              </a:spcBef>
              <a:spcAft>
                <a:spcPts val="1600"/>
              </a:spcAft>
              <a:buNone/>
              <a:defRPr>
                <a:solidFill>
                  <a:schemeClr val="accent3"/>
                </a:solidFill>
              </a:defRPr>
            </a:lvl9pPr>
          </a:lstStyle>
          <a:p/>
        </p:txBody>
      </p:sp>
      <p:sp>
        <p:nvSpPr>
          <p:cNvPr id="988" name="Google Shape;988;p23"/>
          <p:cNvSpPr txBox="1"/>
          <p:nvPr>
            <p:ph idx="3" type="subTitle"/>
          </p:nvPr>
        </p:nvSpPr>
        <p:spPr>
          <a:xfrm>
            <a:off x="914400" y="3853135"/>
            <a:ext cx="3651600" cy="396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accent3"/>
                </a:solidFill>
              </a:defRPr>
            </a:lvl1pPr>
            <a:lvl2pPr lvl="1" rtl="0">
              <a:lnSpc>
                <a:spcPct val="100000"/>
              </a:lnSpc>
              <a:spcBef>
                <a:spcPts val="1600"/>
              </a:spcBef>
              <a:spcAft>
                <a:spcPts val="0"/>
              </a:spcAft>
              <a:buNone/>
              <a:defRPr sz="1400">
                <a:solidFill>
                  <a:schemeClr val="accent3"/>
                </a:solidFill>
              </a:defRPr>
            </a:lvl2pPr>
            <a:lvl3pPr lvl="2" rtl="0">
              <a:lnSpc>
                <a:spcPct val="100000"/>
              </a:lnSpc>
              <a:spcBef>
                <a:spcPts val="1600"/>
              </a:spcBef>
              <a:spcAft>
                <a:spcPts val="0"/>
              </a:spcAft>
              <a:buNone/>
              <a:defRPr sz="1400">
                <a:solidFill>
                  <a:schemeClr val="accent3"/>
                </a:solidFill>
              </a:defRPr>
            </a:lvl3pPr>
            <a:lvl4pPr lvl="3" rtl="0">
              <a:lnSpc>
                <a:spcPct val="100000"/>
              </a:lnSpc>
              <a:spcBef>
                <a:spcPts val="1600"/>
              </a:spcBef>
              <a:spcAft>
                <a:spcPts val="0"/>
              </a:spcAft>
              <a:buNone/>
              <a:defRPr sz="1400">
                <a:solidFill>
                  <a:schemeClr val="accent3"/>
                </a:solidFill>
              </a:defRPr>
            </a:lvl4pPr>
            <a:lvl5pPr lvl="4" rtl="0">
              <a:lnSpc>
                <a:spcPct val="100000"/>
              </a:lnSpc>
              <a:spcBef>
                <a:spcPts val="1600"/>
              </a:spcBef>
              <a:spcAft>
                <a:spcPts val="0"/>
              </a:spcAft>
              <a:buNone/>
              <a:defRPr sz="1400">
                <a:solidFill>
                  <a:schemeClr val="accent3"/>
                </a:solidFill>
              </a:defRPr>
            </a:lvl5pPr>
            <a:lvl6pPr lvl="5" rtl="0">
              <a:lnSpc>
                <a:spcPct val="100000"/>
              </a:lnSpc>
              <a:spcBef>
                <a:spcPts val="1600"/>
              </a:spcBef>
              <a:spcAft>
                <a:spcPts val="0"/>
              </a:spcAft>
              <a:buNone/>
              <a:defRPr sz="1400">
                <a:solidFill>
                  <a:schemeClr val="accent3"/>
                </a:solidFill>
              </a:defRPr>
            </a:lvl6pPr>
            <a:lvl7pPr lvl="6" rtl="0">
              <a:lnSpc>
                <a:spcPct val="100000"/>
              </a:lnSpc>
              <a:spcBef>
                <a:spcPts val="1600"/>
              </a:spcBef>
              <a:spcAft>
                <a:spcPts val="0"/>
              </a:spcAft>
              <a:buNone/>
              <a:defRPr sz="1400">
                <a:solidFill>
                  <a:schemeClr val="accent3"/>
                </a:solidFill>
              </a:defRPr>
            </a:lvl7pPr>
            <a:lvl8pPr lvl="7" rtl="0">
              <a:lnSpc>
                <a:spcPct val="100000"/>
              </a:lnSpc>
              <a:spcBef>
                <a:spcPts val="1600"/>
              </a:spcBef>
              <a:spcAft>
                <a:spcPts val="0"/>
              </a:spcAft>
              <a:buNone/>
              <a:defRPr sz="1400">
                <a:solidFill>
                  <a:schemeClr val="accent3"/>
                </a:solidFill>
              </a:defRPr>
            </a:lvl8pPr>
            <a:lvl9pPr lvl="8" rtl="0">
              <a:lnSpc>
                <a:spcPct val="100000"/>
              </a:lnSpc>
              <a:spcBef>
                <a:spcPts val="1600"/>
              </a:spcBef>
              <a:spcAft>
                <a:spcPts val="1600"/>
              </a:spcAft>
              <a:buNone/>
              <a:defRPr sz="1400">
                <a:solidFill>
                  <a:schemeClr val="accent3"/>
                </a:solidFill>
              </a:defRPr>
            </a:lvl9pPr>
          </a:lstStyle>
          <a:p/>
        </p:txBody>
      </p:sp>
      <p:sp>
        <p:nvSpPr>
          <p:cNvPr id="989" name="Google Shape;989;p23"/>
          <p:cNvSpPr txBox="1"/>
          <p:nvPr>
            <p:ph hasCustomPrompt="1" type="title"/>
          </p:nvPr>
        </p:nvSpPr>
        <p:spPr>
          <a:xfrm>
            <a:off x="914400" y="1373735"/>
            <a:ext cx="2009100" cy="697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a:solidFill>
                  <a:schemeClr val="accent1"/>
                </a:solidFill>
              </a:defRPr>
            </a:lvl1pPr>
            <a:lvl2pPr lvl="1" rtl="0" algn="ctr">
              <a:spcBef>
                <a:spcPts val="0"/>
              </a:spcBef>
              <a:spcAft>
                <a:spcPts val="0"/>
              </a:spcAft>
              <a:buClr>
                <a:srgbClr val="434343"/>
              </a:buClr>
              <a:buSzPts val="3600"/>
              <a:buNone/>
              <a:defRPr sz="3600">
                <a:solidFill>
                  <a:srgbClr val="434343"/>
                </a:solidFill>
              </a:defRPr>
            </a:lvl2pPr>
            <a:lvl3pPr lvl="2" rtl="0" algn="ctr">
              <a:spcBef>
                <a:spcPts val="0"/>
              </a:spcBef>
              <a:spcAft>
                <a:spcPts val="0"/>
              </a:spcAft>
              <a:buClr>
                <a:srgbClr val="434343"/>
              </a:buClr>
              <a:buSzPts val="3600"/>
              <a:buNone/>
              <a:defRPr sz="3600">
                <a:solidFill>
                  <a:srgbClr val="434343"/>
                </a:solidFill>
              </a:defRPr>
            </a:lvl3pPr>
            <a:lvl4pPr lvl="3" rtl="0" algn="ctr">
              <a:spcBef>
                <a:spcPts val="0"/>
              </a:spcBef>
              <a:spcAft>
                <a:spcPts val="0"/>
              </a:spcAft>
              <a:buClr>
                <a:srgbClr val="434343"/>
              </a:buClr>
              <a:buSzPts val="3600"/>
              <a:buNone/>
              <a:defRPr sz="3600">
                <a:solidFill>
                  <a:srgbClr val="434343"/>
                </a:solidFill>
              </a:defRPr>
            </a:lvl4pPr>
            <a:lvl5pPr lvl="4" rtl="0" algn="ctr">
              <a:spcBef>
                <a:spcPts val="0"/>
              </a:spcBef>
              <a:spcAft>
                <a:spcPts val="0"/>
              </a:spcAft>
              <a:buClr>
                <a:srgbClr val="434343"/>
              </a:buClr>
              <a:buSzPts val="3600"/>
              <a:buNone/>
              <a:defRPr sz="3600">
                <a:solidFill>
                  <a:srgbClr val="434343"/>
                </a:solidFill>
              </a:defRPr>
            </a:lvl5pPr>
            <a:lvl6pPr lvl="5" rtl="0" algn="ctr">
              <a:spcBef>
                <a:spcPts val="0"/>
              </a:spcBef>
              <a:spcAft>
                <a:spcPts val="0"/>
              </a:spcAft>
              <a:buClr>
                <a:srgbClr val="434343"/>
              </a:buClr>
              <a:buSzPts val="3600"/>
              <a:buNone/>
              <a:defRPr sz="3600">
                <a:solidFill>
                  <a:srgbClr val="434343"/>
                </a:solidFill>
              </a:defRPr>
            </a:lvl6pPr>
            <a:lvl7pPr lvl="6" rtl="0" algn="ctr">
              <a:spcBef>
                <a:spcPts val="0"/>
              </a:spcBef>
              <a:spcAft>
                <a:spcPts val="0"/>
              </a:spcAft>
              <a:buClr>
                <a:srgbClr val="434343"/>
              </a:buClr>
              <a:buSzPts val="3600"/>
              <a:buNone/>
              <a:defRPr sz="3600">
                <a:solidFill>
                  <a:srgbClr val="434343"/>
                </a:solidFill>
              </a:defRPr>
            </a:lvl7pPr>
            <a:lvl8pPr lvl="7" rtl="0" algn="ctr">
              <a:spcBef>
                <a:spcPts val="0"/>
              </a:spcBef>
              <a:spcAft>
                <a:spcPts val="0"/>
              </a:spcAft>
              <a:buClr>
                <a:srgbClr val="434343"/>
              </a:buClr>
              <a:buSzPts val="3600"/>
              <a:buNone/>
              <a:defRPr sz="3600">
                <a:solidFill>
                  <a:srgbClr val="434343"/>
                </a:solidFill>
              </a:defRPr>
            </a:lvl8pPr>
            <a:lvl9pPr lvl="8" rtl="0" algn="ctr">
              <a:spcBef>
                <a:spcPts val="0"/>
              </a:spcBef>
              <a:spcAft>
                <a:spcPts val="0"/>
              </a:spcAft>
              <a:buClr>
                <a:srgbClr val="434343"/>
              </a:buClr>
              <a:buSzPts val="3600"/>
              <a:buNone/>
              <a:defRPr sz="3600">
                <a:solidFill>
                  <a:srgbClr val="434343"/>
                </a:solidFill>
              </a:defRPr>
            </a:lvl9pPr>
          </a:lstStyle>
          <a:p>
            <a:r>
              <a:t>xx%</a:t>
            </a:r>
          </a:p>
        </p:txBody>
      </p:sp>
      <p:sp>
        <p:nvSpPr>
          <p:cNvPr id="990" name="Google Shape;990;p23"/>
          <p:cNvSpPr txBox="1"/>
          <p:nvPr>
            <p:ph hasCustomPrompt="1" idx="4" type="title"/>
          </p:nvPr>
        </p:nvSpPr>
        <p:spPr>
          <a:xfrm>
            <a:off x="914400" y="2373215"/>
            <a:ext cx="2009100" cy="697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a:solidFill>
                  <a:schemeClr val="accent2"/>
                </a:solidFill>
              </a:defRPr>
            </a:lvl1pPr>
            <a:lvl2pPr lvl="1" rtl="0" algn="ctr">
              <a:spcBef>
                <a:spcPts val="0"/>
              </a:spcBef>
              <a:spcAft>
                <a:spcPts val="0"/>
              </a:spcAft>
              <a:buClr>
                <a:srgbClr val="434343"/>
              </a:buClr>
              <a:buSzPts val="3600"/>
              <a:buNone/>
              <a:defRPr sz="3600">
                <a:solidFill>
                  <a:srgbClr val="434343"/>
                </a:solidFill>
              </a:defRPr>
            </a:lvl2pPr>
            <a:lvl3pPr lvl="2" rtl="0" algn="ctr">
              <a:spcBef>
                <a:spcPts val="0"/>
              </a:spcBef>
              <a:spcAft>
                <a:spcPts val="0"/>
              </a:spcAft>
              <a:buClr>
                <a:srgbClr val="434343"/>
              </a:buClr>
              <a:buSzPts val="3600"/>
              <a:buNone/>
              <a:defRPr sz="3600">
                <a:solidFill>
                  <a:srgbClr val="434343"/>
                </a:solidFill>
              </a:defRPr>
            </a:lvl3pPr>
            <a:lvl4pPr lvl="3" rtl="0" algn="ctr">
              <a:spcBef>
                <a:spcPts val="0"/>
              </a:spcBef>
              <a:spcAft>
                <a:spcPts val="0"/>
              </a:spcAft>
              <a:buClr>
                <a:srgbClr val="434343"/>
              </a:buClr>
              <a:buSzPts val="3600"/>
              <a:buNone/>
              <a:defRPr sz="3600">
                <a:solidFill>
                  <a:srgbClr val="434343"/>
                </a:solidFill>
              </a:defRPr>
            </a:lvl4pPr>
            <a:lvl5pPr lvl="4" rtl="0" algn="ctr">
              <a:spcBef>
                <a:spcPts val="0"/>
              </a:spcBef>
              <a:spcAft>
                <a:spcPts val="0"/>
              </a:spcAft>
              <a:buClr>
                <a:srgbClr val="434343"/>
              </a:buClr>
              <a:buSzPts val="3600"/>
              <a:buNone/>
              <a:defRPr sz="3600">
                <a:solidFill>
                  <a:srgbClr val="434343"/>
                </a:solidFill>
              </a:defRPr>
            </a:lvl5pPr>
            <a:lvl6pPr lvl="5" rtl="0" algn="ctr">
              <a:spcBef>
                <a:spcPts val="0"/>
              </a:spcBef>
              <a:spcAft>
                <a:spcPts val="0"/>
              </a:spcAft>
              <a:buClr>
                <a:srgbClr val="434343"/>
              </a:buClr>
              <a:buSzPts val="3600"/>
              <a:buNone/>
              <a:defRPr sz="3600">
                <a:solidFill>
                  <a:srgbClr val="434343"/>
                </a:solidFill>
              </a:defRPr>
            </a:lvl6pPr>
            <a:lvl7pPr lvl="6" rtl="0" algn="ctr">
              <a:spcBef>
                <a:spcPts val="0"/>
              </a:spcBef>
              <a:spcAft>
                <a:spcPts val="0"/>
              </a:spcAft>
              <a:buClr>
                <a:srgbClr val="434343"/>
              </a:buClr>
              <a:buSzPts val="3600"/>
              <a:buNone/>
              <a:defRPr sz="3600">
                <a:solidFill>
                  <a:srgbClr val="434343"/>
                </a:solidFill>
              </a:defRPr>
            </a:lvl7pPr>
            <a:lvl8pPr lvl="7" rtl="0" algn="ctr">
              <a:spcBef>
                <a:spcPts val="0"/>
              </a:spcBef>
              <a:spcAft>
                <a:spcPts val="0"/>
              </a:spcAft>
              <a:buClr>
                <a:srgbClr val="434343"/>
              </a:buClr>
              <a:buSzPts val="3600"/>
              <a:buNone/>
              <a:defRPr sz="3600">
                <a:solidFill>
                  <a:srgbClr val="434343"/>
                </a:solidFill>
              </a:defRPr>
            </a:lvl8pPr>
            <a:lvl9pPr lvl="8" rtl="0" algn="ctr">
              <a:spcBef>
                <a:spcPts val="0"/>
              </a:spcBef>
              <a:spcAft>
                <a:spcPts val="0"/>
              </a:spcAft>
              <a:buClr>
                <a:srgbClr val="434343"/>
              </a:buClr>
              <a:buSzPts val="3600"/>
              <a:buNone/>
              <a:defRPr sz="3600">
                <a:solidFill>
                  <a:srgbClr val="434343"/>
                </a:solidFill>
              </a:defRPr>
            </a:lvl9pPr>
          </a:lstStyle>
          <a:p>
            <a:r>
              <a:t>xx%</a:t>
            </a:r>
          </a:p>
        </p:txBody>
      </p:sp>
      <p:sp>
        <p:nvSpPr>
          <p:cNvPr id="991" name="Google Shape;991;p23"/>
          <p:cNvSpPr txBox="1"/>
          <p:nvPr>
            <p:ph hasCustomPrompt="1" idx="5" type="title"/>
          </p:nvPr>
        </p:nvSpPr>
        <p:spPr>
          <a:xfrm>
            <a:off x="914400" y="3362033"/>
            <a:ext cx="2009100" cy="6978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SzPts val="3600"/>
              <a:buFont typeface="Staatliches"/>
              <a:buNone/>
              <a:defRPr>
                <a:solidFill>
                  <a:schemeClr val="accent3"/>
                </a:solidFill>
              </a:defRPr>
            </a:lvl1pPr>
            <a:lvl2pPr lvl="1"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2pPr>
            <a:lvl3pPr lvl="2"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3pPr>
            <a:lvl4pPr lvl="3"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4pPr>
            <a:lvl5pPr lvl="4"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5pPr>
            <a:lvl6pPr lvl="5"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6pPr>
            <a:lvl7pPr lvl="6"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7pPr>
            <a:lvl8pPr lvl="7"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8pPr>
            <a:lvl9pPr lvl="8"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9pPr>
          </a:lstStyle>
          <a:p>
            <a:r>
              <a:t>xx%</a:t>
            </a:r>
          </a:p>
        </p:txBody>
      </p:sp>
      <p:sp>
        <p:nvSpPr>
          <p:cNvPr id="992" name="Google Shape;992;p23"/>
          <p:cNvSpPr txBox="1"/>
          <p:nvPr>
            <p:ph idx="6" type="title"/>
          </p:nvPr>
        </p:nvSpPr>
        <p:spPr>
          <a:xfrm>
            <a:off x="868325" y="548472"/>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93" name="Google Shape;993;p23"/>
          <p:cNvSpPr/>
          <p:nvPr/>
        </p:nvSpPr>
        <p:spPr>
          <a:xfrm>
            <a:off x="6411464" y="4341794"/>
            <a:ext cx="2814673" cy="858022"/>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3"/>
          <p:cNvSpPr/>
          <p:nvPr/>
        </p:nvSpPr>
        <p:spPr>
          <a:xfrm>
            <a:off x="-2" y="-118694"/>
            <a:ext cx="2668237" cy="406084"/>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3"/>
          <p:cNvSpPr/>
          <p:nvPr/>
        </p:nvSpPr>
        <p:spPr>
          <a:xfrm>
            <a:off x="-1" y="-118700"/>
            <a:ext cx="1946477" cy="876726"/>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6" name="Google Shape;996;p23"/>
          <p:cNvPicPr preferRelativeResize="0"/>
          <p:nvPr/>
        </p:nvPicPr>
        <p:blipFill>
          <a:blip r:embed="rId2">
            <a:alphaModFix/>
          </a:blip>
          <a:stretch>
            <a:fillRect/>
          </a:stretch>
        </p:blipFill>
        <p:spPr>
          <a:xfrm>
            <a:off x="6421700" y="3608350"/>
            <a:ext cx="2865178" cy="1611652"/>
          </a:xfrm>
          <a:prstGeom prst="rect">
            <a:avLst/>
          </a:prstGeom>
          <a:noFill/>
          <a:ln>
            <a:noFill/>
          </a:ln>
        </p:spPr>
      </p:pic>
      <p:pic>
        <p:nvPicPr>
          <p:cNvPr id="997" name="Google Shape;997;p23"/>
          <p:cNvPicPr preferRelativeResize="0"/>
          <p:nvPr/>
        </p:nvPicPr>
        <p:blipFill rotWithShape="1">
          <a:blip r:embed="rId3">
            <a:alphaModFix/>
          </a:blip>
          <a:srcRect b="29" l="0" r="0" t="63228"/>
          <a:stretch/>
        </p:blipFill>
        <p:spPr>
          <a:xfrm>
            <a:off x="-179200" y="-295274"/>
            <a:ext cx="1211950" cy="76384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CUSTOM_1">
    <p:bg>
      <p:bgPr>
        <a:solidFill>
          <a:srgbClr val="F7F8FC"/>
        </a:solidFill>
      </p:bgPr>
    </p:bg>
    <p:spTree>
      <p:nvGrpSpPr>
        <p:cNvPr id="998" name="Shape 998"/>
        <p:cNvGrpSpPr/>
        <p:nvPr/>
      </p:nvGrpSpPr>
      <p:grpSpPr>
        <a:xfrm>
          <a:off x="0" y="0"/>
          <a:ext cx="0" cy="0"/>
          <a:chOff x="0" y="0"/>
          <a:chExt cx="0" cy="0"/>
        </a:xfrm>
      </p:grpSpPr>
      <p:sp>
        <p:nvSpPr>
          <p:cNvPr id="999" name="Google Shape;999;p24"/>
          <p:cNvSpPr txBox="1"/>
          <p:nvPr>
            <p:ph idx="1" type="subTitle"/>
          </p:nvPr>
        </p:nvSpPr>
        <p:spPr>
          <a:xfrm>
            <a:off x="1194409" y="3562931"/>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0" name="Google Shape;1000;p24"/>
          <p:cNvSpPr txBox="1"/>
          <p:nvPr>
            <p:ph idx="2" type="subTitle"/>
          </p:nvPr>
        </p:nvSpPr>
        <p:spPr>
          <a:xfrm>
            <a:off x="3527793" y="3562932"/>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1" name="Google Shape;1001;p24"/>
          <p:cNvSpPr txBox="1"/>
          <p:nvPr>
            <p:ph idx="3" type="subTitle"/>
          </p:nvPr>
        </p:nvSpPr>
        <p:spPr>
          <a:xfrm>
            <a:off x="5868937" y="3562932"/>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2" name="Google Shape;1002;p24"/>
          <p:cNvSpPr txBox="1"/>
          <p:nvPr>
            <p:ph idx="4" type="subTitle"/>
          </p:nvPr>
        </p:nvSpPr>
        <p:spPr>
          <a:xfrm>
            <a:off x="1331509" y="3226185"/>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03" name="Google Shape;1003;p24"/>
          <p:cNvSpPr txBox="1"/>
          <p:nvPr>
            <p:ph idx="5" type="subTitle"/>
          </p:nvPr>
        </p:nvSpPr>
        <p:spPr>
          <a:xfrm>
            <a:off x="3664893" y="322617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04" name="Google Shape;1004;p24"/>
          <p:cNvSpPr txBox="1"/>
          <p:nvPr>
            <p:ph idx="6" type="subTitle"/>
          </p:nvPr>
        </p:nvSpPr>
        <p:spPr>
          <a:xfrm>
            <a:off x="6006037" y="322617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05" name="Google Shape;1005;p24"/>
          <p:cNvSpPr txBox="1"/>
          <p:nvPr>
            <p:ph idx="7" type="subTitle"/>
          </p:nvPr>
        </p:nvSpPr>
        <p:spPr>
          <a:xfrm>
            <a:off x="1194409" y="2075551"/>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6" name="Google Shape;1006;p24"/>
          <p:cNvSpPr txBox="1"/>
          <p:nvPr>
            <p:ph idx="8" type="subTitle"/>
          </p:nvPr>
        </p:nvSpPr>
        <p:spPr>
          <a:xfrm>
            <a:off x="3527793" y="2075545"/>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7" name="Google Shape;1007;p24"/>
          <p:cNvSpPr txBox="1"/>
          <p:nvPr>
            <p:ph idx="9" type="subTitle"/>
          </p:nvPr>
        </p:nvSpPr>
        <p:spPr>
          <a:xfrm>
            <a:off x="5868937" y="2075545"/>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8" name="Google Shape;1008;p24"/>
          <p:cNvSpPr txBox="1"/>
          <p:nvPr>
            <p:ph idx="13" type="subTitle"/>
          </p:nvPr>
        </p:nvSpPr>
        <p:spPr>
          <a:xfrm>
            <a:off x="3664893" y="175685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09" name="Google Shape;1009;p24"/>
          <p:cNvSpPr txBox="1"/>
          <p:nvPr>
            <p:ph idx="14" type="subTitle"/>
          </p:nvPr>
        </p:nvSpPr>
        <p:spPr>
          <a:xfrm>
            <a:off x="6006037" y="175685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10" name="Google Shape;1010;p24"/>
          <p:cNvSpPr txBox="1"/>
          <p:nvPr>
            <p:ph type="title"/>
          </p:nvPr>
        </p:nvSpPr>
        <p:spPr>
          <a:xfrm>
            <a:off x="914316" y="550565"/>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11" name="Google Shape;1011;p24"/>
          <p:cNvSpPr/>
          <p:nvPr/>
        </p:nvSpPr>
        <p:spPr>
          <a:xfrm>
            <a:off x="7913720" y="478129"/>
            <a:ext cx="94380" cy="86557"/>
          </a:xfrm>
          <a:custGeom>
            <a:rect b="b" l="l" r="r" t="t"/>
            <a:pathLst>
              <a:path extrusionOk="0" h="863" w="941">
                <a:moveTo>
                  <a:pt x="469" y="1"/>
                </a:moveTo>
                <a:cubicBezTo>
                  <a:pt x="272" y="1"/>
                  <a:pt x="91" y="141"/>
                  <a:pt x="48" y="341"/>
                </a:cubicBezTo>
                <a:cubicBezTo>
                  <a:pt x="1" y="576"/>
                  <a:pt x="148" y="803"/>
                  <a:pt x="379" y="853"/>
                </a:cubicBezTo>
                <a:cubicBezTo>
                  <a:pt x="409" y="860"/>
                  <a:pt x="439" y="863"/>
                  <a:pt x="469" y="863"/>
                </a:cubicBezTo>
                <a:cubicBezTo>
                  <a:pt x="669" y="863"/>
                  <a:pt x="847" y="723"/>
                  <a:pt x="891" y="522"/>
                </a:cubicBezTo>
                <a:cubicBezTo>
                  <a:pt x="941" y="288"/>
                  <a:pt x="791" y="60"/>
                  <a:pt x="559" y="10"/>
                </a:cubicBezTo>
                <a:cubicBezTo>
                  <a:pt x="529" y="4"/>
                  <a:pt x="499" y="1"/>
                  <a:pt x="4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2" name="Google Shape;1012;p24"/>
          <p:cNvGrpSpPr/>
          <p:nvPr/>
        </p:nvGrpSpPr>
        <p:grpSpPr>
          <a:xfrm>
            <a:off x="7970121" y="-679169"/>
            <a:ext cx="2287929" cy="3725209"/>
            <a:chOff x="7970121" y="-679169"/>
            <a:chExt cx="2287929" cy="3725209"/>
          </a:xfrm>
        </p:grpSpPr>
        <p:sp>
          <p:nvSpPr>
            <p:cNvPr id="1013" name="Google Shape;1013;p24"/>
            <p:cNvSpPr/>
            <p:nvPr/>
          </p:nvSpPr>
          <p:spPr>
            <a:xfrm>
              <a:off x="8141194" y="779020"/>
              <a:ext cx="114841" cy="114841"/>
            </a:xfrm>
            <a:custGeom>
              <a:rect b="b" l="l" r="r" t="t"/>
              <a:pathLst>
                <a:path extrusionOk="0" h="1145" w="1145">
                  <a:moveTo>
                    <a:pt x="573" y="1"/>
                  </a:moveTo>
                  <a:cubicBezTo>
                    <a:pt x="258" y="1"/>
                    <a:pt x="1" y="255"/>
                    <a:pt x="1" y="573"/>
                  </a:cubicBezTo>
                  <a:cubicBezTo>
                    <a:pt x="1" y="887"/>
                    <a:pt x="258" y="1145"/>
                    <a:pt x="573" y="1145"/>
                  </a:cubicBezTo>
                  <a:cubicBezTo>
                    <a:pt x="891" y="1145"/>
                    <a:pt x="1145" y="887"/>
                    <a:pt x="1145" y="573"/>
                  </a:cubicBezTo>
                  <a:cubicBezTo>
                    <a:pt x="1145" y="255"/>
                    <a:pt x="891"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4"/>
            <p:cNvSpPr/>
            <p:nvPr/>
          </p:nvSpPr>
          <p:spPr>
            <a:xfrm>
              <a:off x="7985073" y="1238086"/>
              <a:ext cx="2272976" cy="1807954"/>
            </a:xfrm>
            <a:custGeom>
              <a:rect b="b" l="l" r="r" t="t"/>
              <a:pathLst>
                <a:path extrusionOk="0" h="8531" w="10725">
                  <a:moveTo>
                    <a:pt x="5102" y="1"/>
                  </a:moveTo>
                  <a:cubicBezTo>
                    <a:pt x="3336" y="1"/>
                    <a:pt x="1519" y="586"/>
                    <a:pt x="924" y="1918"/>
                  </a:cubicBezTo>
                  <a:cubicBezTo>
                    <a:pt x="1" y="3975"/>
                    <a:pt x="3175" y="5526"/>
                    <a:pt x="4529" y="7329"/>
                  </a:cubicBezTo>
                  <a:cubicBezTo>
                    <a:pt x="5175" y="8186"/>
                    <a:pt x="5888" y="8530"/>
                    <a:pt x="6584" y="8530"/>
                  </a:cubicBezTo>
                  <a:cubicBezTo>
                    <a:pt x="7921" y="8530"/>
                    <a:pt x="9196" y="7249"/>
                    <a:pt x="9801" y="5895"/>
                  </a:cubicBezTo>
                  <a:cubicBezTo>
                    <a:pt x="10725" y="3837"/>
                    <a:pt x="9801" y="1422"/>
                    <a:pt x="7744" y="502"/>
                  </a:cubicBezTo>
                  <a:cubicBezTo>
                    <a:pt x="7018" y="175"/>
                    <a:pt x="6068" y="1"/>
                    <a:pt x="5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5" name="Google Shape;1015;p24"/>
            <p:cNvGrpSpPr/>
            <p:nvPr/>
          </p:nvGrpSpPr>
          <p:grpSpPr>
            <a:xfrm rot="5400000">
              <a:off x="8433777" y="-1142825"/>
              <a:ext cx="1291147" cy="2218459"/>
              <a:chOff x="4895725" y="2485200"/>
              <a:chExt cx="464525" cy="744050"/>
            </a:xfrm>
          </p:grpSpPr>
          <p:sp>
            <p:nvSpPr>
              <p:cNvPr id="1016" name="Google Shape;1016;p24"/>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4"/>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4"/>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4"/>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4"/>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4"/>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4"/>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4"/>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4"/>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4"/>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4"/>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4"/>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4"/>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4"/>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4"/>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4"/>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4"/>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4"/>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4"/>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4"/>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4"/>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4"/>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4"/>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4"/>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4"/>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4"/>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4"/>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4"/>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4"/>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45" name="Google Shape;1045;p24"/>
          <p:cNvGrpSpPr/>
          <p:nvPr/>
        </p:nvGrpSpPr>
        <p:grpSpPr>
          <a:xfrm>
            <a:off x="-475512" y="3461619"/>
            <a:ext cx="1967899" cy="1878339"/>
            <a:chOff x="-475512" y="3461619"/>
            <a:chExt cx="1967899" cy="1878339"/>
          </a:xfrm>
        </p:grpSpPr>
        <p:sp>
          <p:nvSpPr>
            <p:cNvPr id="1046" name="Google Shape;1046;p24"/>
            <p:cNvSpPr/>
            <p:nvPr/>
          </p:nvSpPr>
          <p:spPr>
            <a:xfrm rot="4590804">
              <a:off x="-440975" y="4203758"/>
              <a:ext cx="971589" cy="837154"/>
            </a:xfrm>
            <a:custGeom>
              <a:rect b="b" l="l" r="r" t="t"/>
              <a:pathLst>
                <a:path extrusionOk="0" h="4982" w="7513">
                  <a:moveTo>
                    <a:pt x="5336" y="1"/>
                  </a:moveTo>
                  <a:cubicBezTo>
                    <a:pt x="4958" y="1"/>
                    <a:pt x="4536" y="111"/>
                    <a:pt x="4071" y="365"/>
                  </a:cubicBezTo>
                  <a:cubicBezTo>
                    <a:pt x="2643" y="1148"/>
                    <a:pt x="0" y="1429"/>
                    <a:pt x="107" y="2807"/>
                  </a:cubicBezTo>
                  <a:cubicBezTo>
                    <a:pt x="207" y="4095"/>
                    <a:pt x="2519" y="4981"/>
                    <a:pt x="4201" y="4981"/>
                  </a:cubicBezTo>
                  <a:cubicBezTo>
                    <a:pt x="4319" y="4981"/>
                    <a:pt x="4429" y="4975"/>
                    <a:pt x="4539" y="4968"/>
                  </a:cubicBezTo>
                  <a:cubicBezTo>
                    <a:pt x="6228" y="4834"/>
                    <a:pt x="7513" y="3610"/>
                    <a:pt x="7403" y="2235"/>
                  </a:cubicBezTo>
                  <a:cubicBezTo>
                    <a:pt x="7323" y="1178"/>
                    <a:pt x="6577" y="1"/>
                    <a:pt x="5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4"/>
            <p:cNvSpPr/>
            <p:nvPr/>
          </p:nvSpPr>
          <p:spPr>
            <a:xfrm>
              <a:off x="-272122" y="4502808"/>
              <a:ext cx="971581" cy="837150"/>
            </a:xfrm>
            <a:custGeom>
              <a:rect b="b" l="l" r="r" t="t"/>
              <a:pathLst>
                <a:path extrusionOk="0" h="4982" w="7513">
                  <a:moveTo>
                    <a:pt x="5336" y="1"/>
                  </a:moveTo>
                  <a:cubicBezTo>
                    <a:pt x="4958" y="1"/>
                    <a:pt x="4536" y="111"/>
                    <a:pt x="4071" y="365"/>
                  </a:cubicBezTo>
                  <a:cubicBezTo>
                    <a:pt x="2643" y="1148"/>
                    <a:pt x="0" y="1429"/>
                    <a:pt x="107" y="2807"/>
                  </a:cubicBezTo>
                  <a:cubicBezTo>
                    <a:pt x="207" y="4095"/>
                    <a:pt x="2519" y="4981"/>
                    <a:pt x="4201" y="4981"/>
                  </a:cubicBezTo>
                  <a:cubicBezTo>
                    <a:pt x="4319" y="4981"/>
                    <a:pt x="4429" y="4975"/>
                    <a:pt x="4539" y="4968"/>
                  </a:cubicBezTo>
                  <a:cubicBezTo>
                    <a:pt x="6228" y="4834"/>
                    <a:pt x="7513" y="3610"/>
                    <a:pt x="7403" y="2235"/>
                  </a:cubicBezTo>
                  <a:cubicBezTo>
                    <a:pt x="7323" y="1178"/>
                    <a:pt x="6577" y="1"/>
                    <a:pt x="53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8" name="Google Shape;1048;p24"/>
            <p:cNvGrpSpPr/>
            <p:nvPr/>
          </p:nvGrpSpPr>
          <p:grpSpPr>
            <a:xfrm rot="-5400000">
              <a:off x="-294075" y="3483559"/>
              <a:ext cx="1808401" cy="1764522"/>
              <a:chOff x="2024475" y="4433550"/>
              <a:chExt cx="623350" cy="608225"/>
            </a:xfrm>
          </p:grpSpPr>
          <p:sp>
            <p:nvSpPr>
              <p:cNvPr id="1049" name="Google Shape;1049;p24"/>
              <p:cNvSpPr/>
              <p:nvPr/>
            </p:nvSpPr>
            <p:spPr>
              <a:xfrm>
                <a:off x="2637250" y="4451875"/>
                <a:ext cx="7875" cy="4200"/>
              </a:xfrm>
              <a:custGeom>
                <a:rect b="b" l="l" r="r" t="t"/>
                <a:pathLst>
                  <a:path extrusionOk="0" h="168" w="315">
                    <a:moveTo>
                      <a:pt x="0" y="1"/>
                    </a:moveTo>
                    <a:lnTo>
                      <a:pt x="0" y="1"/>
                    </a:lnTo>
                    <a:cubicBezTo>
                      <a:pt x="24" y="96"/>
                      <a:pt x="106" y="167"/>
                      <a:pt x="208" y="167"/>
                    </a:cubicBezTo>
                    <a:cubicBezTo>
                      <a:pt x="246" y="167"/>
                      <a:pt x="283" y="154"/>
                      <a:pt x="314" y="137"/>
                    </a:cubicBezTo>
                    <a:cubicBezTo>
                      <a:pt x="297" y="93"/>
                      <a:pt x="283" y="52"/>
                      <a:pt x="263" y="8"/>
                    </a:cubicBezTo>
                    <a:lnTo>
                      <a:pt x="208" y="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4"/>
              <p:cNvSpPr/>
              <p:nvPr/>
            </p:nvSpPr>
            <p:spPr>
              <a:xfrm>
                <a:off x="2619025"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4"/>
              <p:cNvSpPr/>
              <p:nvPr/>
            </p:nvSpPr>
            <p:spPr>
              <a:xfrm>
                <a:off x="2619025"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4"/>
              <p:cNvSpPr/>
              <p:nvPr/>
            </p:nvSpPr>
            <p:spPr>
              <a:xfrm>
                <a:off x="2637000" y="4481350"/>
                <a:ext cx="10825" cy="10850"/>
              </a:xfrm>
              <a:custGeom>
                <a:rect b="b" l="l" r="r" t="t"/>
                <a:pathLst>
                  <a:path extrusionOk="0" h="434" w="433">
                    <a:moveTo>
                      <a:pt x="218" y="1"/>
                    </a:moveTo>
                    <a:cubicBezTo>
                      <a:pt x="99" y="1"/>
                      <a:pt x="0" y="96"/>
                      <a:pt x="0" y="215"/>
                    </a:cubicBezTo>
                    <a:cubicBezTo>
                      <a:pt x="0" y="334"/>
                      <a:pt x="99" y="433"/>
                      <a:pt x="218" y="433"/>
                    </a:cubicBezTo>
                    <a:cubicBezTo>
                      <a:pt x="337" y="433"/>
                      <a:pt x="433" y="334"/>
                      <a:pt x="433" y="215"/>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4"/>
              <p:cNvSpPr/>
              <p:nvPr/>
            </p:nvSpPr>
            <p:spPr>
              <a:xfrm>
                <a:off x="2637000" y="4517375"/>
                <a:ext cx="10825" cy="10850"/>
              </a:xfrm>
              <a:custGeom>
                <a:rect b="b" l="l" r="r" t="t"/>
                <a:pathLst>
                  <a:path extrusionOk="0" h="434" w="433">
                    <a:moveTo>
                      <a:pt x="218" y="0"/>
                    </a:moveTo>
                    <a:cubicBezTo>
                      <a:pt x="99" y="0"/>
                      <a:pt x="0" y="96"/>
                      <a:pt x="0" y="215"/>
                    </a:cubicBezTo>
                    <a:cubicBezTo>
                      <a:pt x="0" y="335"/>
                      <a:pt x="99" y="433"/>
                      <a:pt x="218" y="433"/>
                    </a:cubicBezTo>
                    <a:cubicBezTo>
                      <a:pt x="337" y="433"/>
                      <a:pt x="433" y="335"/>
                      <a:pt x="433" y="215"/>
                    </a:cubicBezTo>
                    <a:cubicBezTo>
                      <a:pt x="433" y="96"/>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4"/>
              <p:cNvSpPr/>
              <p:nvPr/>
            </p:nvSpPr>
            <p:spPr>
              <a:xfrm>
                <a:off x="2619025"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4"/>
              <p:cNvSpPr/>
              <p:nvPr/>
            </p:nvSpPr>
            <p:spPr>
              <a:xfrm>
                <a:off x="2619025" y="4571375"/>
                <a:ext cx="7425" cy="8450"/>
              </a:xfrm>
              <a:custGeom>
                <a:rect b="b" l="l" r="r" t="t"/>
                <a:pathLst>
                  <a:path extrusionOk="0" h="338" w="297">
                    <a:moveTo>
                      <a:pt x="215" y="0"/>
                    </a:moveTo>
                    <a:cubicBezTo>
                      <a:pt x="96" y="0"/>
                      <a:pt x="1" y="99"/>
                      <a:pt x="1" y="219"/>
                    </a:cubicBezTo>
                    <a:cubicBezTo>
                      <a:pt x="1" y="263"/>
                      <a:pt x="17" y="304"/>
                      <a:pt x="42" y="338"/>
                    </a:cubicBezTo>
                    <a:cubicBezTo>
                      <a:pt x="130" y="236"/>
                      <a:pt x="215" y="126"/>
                      <a:pt x="297" y="17"/>
                    </a:cubicBezTo>
                    <a:cubicBezTo>
                      <a:pt x="273" y="7"/>
                      <a:pt x="246"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4"/>
              <p:cNvSpPr/>
              <p:nvPr/>
            </p:nvSpPr>
            <p:spPr>
              <a:xfrm>
                <a:off x="2600975" y="4450775"/>
                <a:ext cx="10750" cy="5300"/>
              </a:xfrm>
              <a:custGeom>
                <a:rect b="b" l="l" r="r" t="t"/>
                <a:pathLst>
                  <a:path extrusionOk="0" h="212" w="430">
                    <a:moveTo>
                      <a:pt x="0" y="0"/>
                    </a:moveTo>
                    <a:lnTo>
                      <a:pt x="0" y="0"/>
                    </a:lnTo>
                    <a:cubicBezTo>
                      <a:pt x="3" y="120"/>
                      <a:pt x="99" y="211"/>
                      <a:pt x="218" y="211"/>
                    </a:cubicBezTo>
                    <a:cubicBezTo>
                      <a:pt x="330" y="211"/>
                      <a:pt x="419" y="123"/>
                      <a:pt x="429" y="14"/>
                    </a:cubicBezTo>
                    <a:lnTo>
                      <a:pt x="218" y="7"/>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4"/>
              <p:cNvSpPr/>
              <p:nvPr/>
            </p:nvSpPr>
            <p:spPr>
              <a:xfrm>
                <a:off x="2583000" y="4463300"/>
                <a:ext cx="10750" cy="10850"/>
              </a:xfrm>
              <a:custGeom>
                <a:rect b="b" l="l" r="r" t="t"/>
                <a:pathLst>
                  <a:path extrusionOk="0" h="434" w="43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4"/>
              <p:cNvSpPr/>
              <p:nvPr/>
            </p:nvSpPr>
            <p:spPr>
              <a:xfrm>
                <a:off x="2600975" y="4481350"/>
                <a:ext cx="10825" cy="10850"/>
              </a:xfrm>
              <a:custGeom>
                <a:rect b="b" l="l" r="r" t="t"/>
                <a:pathLst>
                  <a:path extrusionOk="0" h="434" w="433">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4"/>
              <p:cNvSpPr/>
              <p:nvPr/>
            </p:nvSpPr>
            <p:spPr>
              <a:xfrm>
                <a:off x="2583000" y="4499325"/>
                <a:ext cx="10750" cy="10825"/>
              </a:xfrm>
              <a:custGeom>
                <a:rect b="b" l="l" r="r" t="t"/>
                <a:pathLst>
                  <a:path extrusionOk="0" h="433" w="430">
                    <a:moveTo>
                      <a:pt x="215" y="0"/>
                    </a:moveTo>
                    <a:cubicBezTo>
                      <a:pt x="96" y="0"/>
                      <a:pt x="0" y="99"/>
                      <a:pt x="0" y="218"/>
                    </a:cubicBezTo>
                    <a:cubicBezTo>
                      <a:pt x="0" y="338"/>
                      <a:pt x="96" y="433"/>
                      <a:pt x="215" y="433"/>
                    </a:cubicBezTo>
                    <a:cubicBezTo>
                      <a:pt x="334" y="433"/>
                      <a:pt x="430" y="338"/>
                      <a:pt x="430" y="218"/>
                    </a:cubicBezTo>
                    <a:cubicBezTo>
                      <a:pt x="430"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4"/>
              <p:cNvSpPr/>
              <p:nvPr/>
            </p:nvSpPr>
            <p:spPr>
              <a:xfrm>
                <a:off x="2583000" y="4535350"/>
                <a:ext cx="10750" cy="10850"/>
              </a:xfrm>
              <a:custGeom>
                <a:rect b="b" l="l" r="r" t="t"/>
                <a:pathLst>
                  <a:path extrusionOk="0" h="434" w="43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4"/>
              <p:cNvSpPr/>
              <p:nvPr/>
            </p:nvSpPr>
            <p:spPr>
              <a:xfrm>
                <a:off x="2600975" y="4517375"/>
                <a:ext cx="10825" cy="10850"/>
              </a:xfrm>
              <a:custGeom>
                <a:rect b="b" l="l" r="r" t="t"/>
                <a:pathLst>
                  <a:path extrusionOk="0" h="434" w="433">
                    <a:moveTo>
                      <a:pt x="218" y="0"/>
                    </a:moveTo>
                    <a:cubicBezTo>
                      <a:pt x="96" y="0"/>
                      <a:pt x="0" y="96"/>
                      <a:pt x="0" y="215"/>
                    </a:cubicBezTo>
                    <a:cubicBezTo>
                      <a:pt x="0" y="335"/>
                      <a:pt x="96" y="433"/>
                      <a:pt x="218" y="433"/>
                    </a:cubicBezTo>
                    <a:cubicBezTo>
                      <a:pt x="338" y="433"/>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4"/>
              <p:cNvSpPr/>
              <p:nvPr/>
            </p:nvSpPr>
            <p:spPr>
              <a:xfrm>
                <a:off x="2600975" y="4553400"/>
                <a:ext cx="10825" cy="10850"/>
              </a:xfrm>
              <a:custGeom>
                <a:rect b="b" l="l" r="r" t="t"/>
                <a:pathLst>
                  <a:path extrusionOk="0" h="434" w="433">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4"/>
              <p:cNvSpPr/>
              <p:nvPr/>
            </p:nvSpPr>
            <p:spPr>
              <a:xfrm>
                <a:off x="2583000" y="4571375"/>
                <a:ext cx="10750" cy="10825"/>
              </a:xfrm>
              <a:custGeom>
                <a:rect b="b" l="l" r="r" t="t"/>
                <a:pathLst>
                  <a:path extrusionOk="0" h="433" w="430">
                    <a:moveTo>
                      <a:pt x="215" y="0"/>
                    </a:moveTo>
                    <a:cubicBezTo>
                      <a:pt x="96" y="0"/>
                      <a:pt x="0" y="99"/>
                      <a:pt x="0" y="219"/>
                    </a:cubicBezTo>
                    <a:cubicBezTo>
                      <a:pt x="0" y="338"/>
                      <a:pt x="96" y="433"/>
                      <a:pt x="215" y="433"/>
                    </a:cubicBezTo>
                    <a:cubicBezTo>
                      <a:pt x="334" y="433"/>
                      <a:pt x="430" y="338"/>
                      <a:pt x="430" y="219"/>
                    </a:cubicBezTo>
                    <a:cubicBezTo>
                      <a:pt x="430"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4"/>
              <p:cNvSpPr/>
              <p:nvPr/>
            </p:nvSpPr>
            <p:spPr>
              <a:xfrm>
                <a:off x="2600975" y="4589425"/>
                <a:ext cx="8525" cy="7875"/>
              </a:xfrm>
              <a:custGeom>
                <a:rect b="b" l="l" r="r" t="t"/>
                <a:pathLst>
                  <a:path extrusionOk="0" h="315" w="341">
                    <a:moveTo>
                      <a:pt x="218" y="0"/>
                    </a:moveTo>
                    <a:cubicBezTo>
                      <a:pt x="96" y="0"/>
                      <a:pt x="0" y="96"/>
                      <a:pt x="0" y="215"/>
                    </a:cubicBezTo>
                    <a:cubicBezTo>
                      <a:pt x="0" y="253"/>
                      <a:pt x="11" y="283"/>
                      <a:pt x="28" y="314"/>
                    </a:cubicBezTo>
                    <a:cubicBezTo>
                      <a:pt x="65" y="283"/>
                      <a:pt x="102" y="250"/>
                      <a:pt x="140" y="215"/>
                    </a:cubicBezTo>
                    <a:cubicBezTo>
                      <a:pt x="167" y="195"/>
                      <a:pt x="191" y="174"/>
                      <a:pt x="218" y="151"/>
                    </a:cubicBezTo>
                    <a:cubicBezTo>
                      <a:pt x="259" y="116"/>
                      <a:pt x="300" y="82"/>
                      <a:pt x="341" y="45"/>
                    </a:cubicBezTo>
                    <a:cubicBezTo>
                      <a:pt x="307" y="17"/>
                      <a:pt x="262"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4"/>
              <p:cNvSpPr/>
              <p:nvPr/>
            </p:nvSpPr>
            <p:spPr>
              <a:xfrm>
                <a:off x="2584275" y="4607650"/>
                <a:ext cx="3000" cy="1825"/>
              </a:xfrm>
              <a:custGeom>
                <a:rect b="b" l="l" r="r" t="t"/>
                <a:pathLst>
                  <a:path extrusionOk="0" h="73" w="120">
                    <a:moveTo>
                      <a:pt x="119" y="1"/>
                    </a:moveTo>
                    <a:lnTo>
                      <a:pt x="119" y="1"/>
                    </a:lnTo>
                    <a:cubicBezTo>
                      <a:pt x="72" y="11"/>
                      <a:pt x="31" y="35"/>
                      <a:pt x="1" y="72"/>
                    </a:cubicBezTo>
                    <a:cubicBezTo>
                      <a:pt x="38" y="48"/>
                      <a:pt x="83" y="24"/>
                      <a:pt x="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4"/>
              <p:cNvSpPr/>
              <p:nvPr/>
            </p:nvSpPr>
            <p:spPr>
              <a:xfrm>
                <a:off x="2546875"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4"/>
              <p:cNvSpPr/>
              <p:nvPr/>
            </p:nvSpPr>
            <p:spPr>
              <a:xfrm>
                <a:off x="2564950" y="4449675"/>
                <a:ext cx="10825" cy="6400"/>
              </a:xfrm>
              <a:custGeom>
                <a:rect b="b" l="l" r="r" t="t"/>
                <a:pathLst>
                  <a:path extrusionOk="0" h="256" w="433">
                    <a:moveTo>
                      <a:pt x="7" y="0"/>
                    </a:moveTo>
                    <a:cubicBezTo>
                      <a:pt x="7" y="14"/>
                      <a:pt x="0" y="27"/>
                      <a:pt x="0" y="41"/>
                    </a:cubicBezTo>
                    <a:cubicBezTo>
                      <a:pt x="0" y="160"/>
                      <a:pt x="95" y="255"/>
                      <a:pt x="215" y="255"/>
                    </a:cubicBezTo>
                    <a:cubicBezTo>
                      <a:pt x="334" y="255"/>
                      <a:pt x="433" y="160"/>
                      <a:pt x="433" y="41"/>
                    </a:cubicBezTo>
                    <a:cubicBezTo>
                      <a:pt x="433" y="30"/>
                      <a:pt x="430" y="24"/>
                      <a:pt x="426" y="14"/>
                    </a:cubicBezTo>
                    <a:lnTo>
                      <a:pt x="215" y="7"/>
                    </a:lnTo>
                    <a:lnTo>
                      <a:pt x="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4"/>
              <p:cNvSpPr/>
              <p:nvPr/>
            </p:nvSpPr>
            <p:spPr>
              <a:xfrm>
                <a:off x="2546875"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4"/>
              <p:cNvSpPr/>
              <p:nvPr/>
            </p:nvSpPr>
            <p:spPr>
              <a:xfrm>
                <a:off x="2564950" y="448135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4"/>
              <p:cNvSpPr/>
              <p:nvPr/>
            </p:nvSpPr>
            <p:spPr>
              <a:xfrm>
                <a:off x="2546875"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4"/>
              <p:cNvSpPr/>
              <p:nvPr/>
            </p:nvSpPr>
            <p:spPr>
              <a:xfrm>
                <a:off x="2564950" y="4517375"/>
                <a:ext cx="10825" cy="10850"/>
              </a:xfrm>
              <a:custGeom>
                <a:rect b="b" l="l" r="r" t="t"/>
                <a:pathLst>
                  <a:path extrusionOk="0" h="434" w="433">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4"/>
              <p:cNvSpPr/>
              <p:nvPr/>
            </p:nvSpPr>
            <p:spPr>
              <a:xfrm>
                <a:off x="2564950" y="455340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4"/>
              <p:cNvSpPr/>
              <p:nvPr/>
            </p:nvSpPr>
            <p:spPr>
              <a:xfrm>
                <a:off x="2546875"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4"/>
              <p:cNvSpPr/>
              <p:nvPr/>
            </p:nvSpPr>
            <p:spPr>
              <a:xfrm>
                <a:off x="2546875"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4"/>
              <p:cNvSpPr/>
              <p:nvPr/>
            </p:nvSpPr>
            <p:spPr>
              <a:xfrm>
                <a:off x="2564950" y="4589425"/>
                <a:ext cx="10825" cy="10850"/>
              </a:xfrm>
              <a:custGeom>
                <a:rect b="b" l="l" r="r" t="t"/>
                <a:pathLst>
                  <a:path extrusionOk="0" h="434" w="433">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4"/>
              <p:cNvSpPr/>
              <p:nvPr/>
            </p:nvSpPr>
            <p:spPr>
              <a:xfrm>
                <a:off x="2528900" y="4448575"/>
                <a:ext cx="10850" cy="7500"/>
              </a:xfrm>
              <a:custGeom>
                <a:rect b="b" l="l" r="r" t="t"/>
                <a:pathLst>
                  <a:path extrusionOk="0" h="300" w="434">
                    <a:moveTo>
                      <a:pt x="18" y="0"/>
                    </a:moveTo>
                    <a:cubicBezTo>
                      <a:pt x="8" y="27"/>
                      <a:pt x="1" y="54"/>
                      <a:pt x="1" y="85"/>
                    </a:cubicBezTo>
                    <a:cubicBezTo>
                      <a:pt x="1" y="204"/>
                      <a:pt x="97" y="299"/>
                      <a:pt x="216" y="299"/>
                    </a:cubicBezTo>
                    <a:cubicBezTo>
                      <a:pt x="335" y="299"/>
                      <a:pt x="433" y="204"/>
                      <a:pt x="433" y="85"/>
                    </a:cubicBezTo>
                    <a:cubicBezTo>
                      <a:pt x="433" y="58"/>
                      <a:pt x="427" y="34"/>
                      <a:pt x="420" y="13"/>
                    </a:cubicBezTo>
                    <a:lnTo>
                      <a:pt x="216" y="7"/>
                    </a:lnTo>
                    <a:lnTo>
                      <a:pt x="1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4"/>
              <p:cNvSpPr/>
              <p:nvPr/>
            </p:nvSpPr>
            <p:spPr>
              <a:xfrm>
                <a:off x="2510875" y="446330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
              <p:cNvSpPr/>
              <p:nvPr/>
            </p:nvSpPr>
            <p:spPr>
              <a:xfrm>
                <a:off x="2528900" y="448135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2510875" y="4499325"/>
                <a:ext cx="10825" cy="10825"/>
              </a:xfrm>
              <a:custGeom>
                <a:rect b="b" l="l" r="r" t="t"/>
                <a:pathLst>
                  <a:path extrusionOk="0" h="433" w="433">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4"/>
              <p:cNvSpPr/>
              <p:nvPr/>
            </p:nvSpPr>
            <p:spPr>
              <a:xfrm>
                <a:off x="2528900" y="4517375"/>
                <a:ext cx="10850" cy="10850"/>
              </a:xfrm>
              <a:custGeom>
                <a:rect b="b" l="l" r="r" t="t"/>
                <a:pathLst>
                  <a:path extrusionOk="0" h="434" w="434">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4"/>
              <p:cNvSpPr/>
              <p:nvPr/>
            </p:nvSpPr>
            <p:spPr>
              <a:xfrm>
                <a:off x="2510875" y="453535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4"/>
              <p:cNvSpPr/>
              <p:nvPr/>
            </p:nvSpPr>
            <p:spPr>
              <a:xfrm>
                <a:off x="2510875" y="4571375"/>
                <a:ext cx="10825" cy="10825"/>
              </a:xfrm>
              <a:custGeom>
                <a:rect b="b" l="l" r="r" t="t"/>
                <a:pathLst>
                  <a:path extrusionOk="0" h="433" w="433">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4"/>
              <p:cNvSpPr/>
              <p:nvPr/>
            </p:nvSpPr>
            <p:spPr>
              <a:xfrm>
                <a:off x="2528900" y="455340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4"/>
              <p:cNvSpPr/>
              <p:nvPr/>
            </p:nvSpPr>
            <p:spPr>
              <a:xfrm>
                <a:off x="2528900" y="4589425"/>
                <a:ext cx="10850" cy="10850"/>
              </a:xfrm>
              <a:custGeom>
                <a:rect b="b" l="l" r="r" t="t"/>
                <a:pathLst>
                  <a:path extrusionOk="0" h="434" w="434">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4"/>
              <p:cNvSpPr/>
              <p:nvPr/>
            </p:nvSpPr>
            <p:spPr>
              <a:xfrm>
                <a:off x="2510875" y="4607400"/>
                <a:ext cx="10825" cy="10850"/>
              </a:xfrm>
              <a:custGeom>
                <a:rect b="b" l="l" r="r" t="t"/>
                <a:pathLst>
                  <a:path extrusionOk="0" h="434" w="433">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4"/>
              <p:cNvSpPr/>
              <p:nvPr/>
            </p:nvSpPr>
            <p:spPr>
              <a:xfrm>
                <a:off x="2528900" y="4625450"/>
                <a:ext cx="10525" cy="6500"/>
              </a:xfrm>
              <a:custGeom>
                <a:rect b="b" l="l" r="r" t="t"/>
                <a:pathLst>
                  <a:path extrusionOk="0" h="260" w="421">
                    <a:moveTo>
                      <a:pt x="216" y="1"/>
                    </a:moveTo>
                    <a:cubicBezTo>
                      <a:pt x="97" y="1"/>
                      <a:pt x="1" y="96"/>
                      <a:pt x="1" y="215"/>
                    </a:cubicBezTo>
                    <a:cubicBezTo>
                      <a:pt x="1" y="232"/>
                      <a:pt x="8" y="246"/>
                      <a:pt x="8" y="260"/>
                    </a:cubicBezTo>
                    <a:cubicBezTo>
                      <a:pt x="39" y="252"/>
                      <a:pt x="70" y="249"/>
                      <a:pt x="100" y="239"/>
                    </a:cubicBezTo>
                    <a:cubicBezTo>
                      <a:pt x="127" y="232"/>
                      <a:pt x="155" y="225"/>
                      <a:pt x="182" y="215"/>
                    </a:cubicBezTo>
                    <a:cubicBezTo>
                      <a:pt x="192" y="215"/>
                      <a:pt x="205" y="208"/>
                      <a:pt x="216" y="205"/>
                    </a:cubicBezTo>
                    <a:cubicBezTo>
                      <a:pt x="284" y="188"/>
                      <a:pt x="352" y="167"/>
                      <a:pt x="420" y="147"/>
                    </a:cubicBezTo>
                    <a:cubicBezTo>
                      <a:pt x="389" y="62"/>
                      <a:pt x="311"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4"/>
              <p:cNvSpPr/>
              <p:nvPr/>
            </p:nvSpPr>
            <p:spPr>
              <a:xfrm>
                <a:off x="2474825"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4"/>
              <p:cNvSpPr/>
              <p:nvPr/>
            </p:nvSpPr>
            <p:spPr>
              <a:xfrm>
                <a:off x="2492900" y="4447450"/>
                <a:ext cx="10825" cy="8625"/>
              </a:xfrm>
              <a:custGeom>
                <a:rect b="b" l="l" r="r" t="t"/>
                <a:pathLst>
                  <a:path extrusionOk="0" h="345" w="433">
                    <a:moveTo>
                      <a:pt x="48" y="1"/>
                    </a:moveTo>
                    <a:cubicBezTo>
                      <a:pt x="18" y="38"/>
                      <a:pt x="0" y="83"/>
                      <a:pt x="0" y="130"/>
                    </a:cubicBezTo>
                    <a:cubicBezTo>
                      <a:pt x="0" y="249"/>
                      <a:pt x="95" y="344"/>
                      <a:pt x="215" y="344"/>
                    </a:cubicBezTo>
                    <a:cubicBezTo>
                      <a:pt x="334" y="344"/>
                      <a:pt x="433" y="249"/>
                      <a:pt x="433" y="130"/>
                    </a:cubicBezTo>
                    <a:cubicBezTo>
                      <a:pt x="433" y="86"/>
                      <a:pt x="416" y="45"/>
                      <a:pt x="392" y="11"/>
                    </a:cubicBezTo>
                    <a:lnTo>
                      <a:pt x="215" y="7"/>
                    </a:lnTo>
                    <a:lnTo>
                      <a:pt x="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4"/>
              <p:cNvSpPr/>
              <p:nvPr/>
            </p:nvSpPr>
            <p:spPr>
              <a:xfrm>
                <a:off x="2492900" y="448135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4"/>
              <p:cNvSpPr/>
              <p:nvPr/>
            </p:nvSpPr>
            <p:spPr>
              <a:xfrm>
                <a:off x="2474825"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4"/>
              <p:cNvSpPr/>
              <p:nvPr/>
            </p:nvSpPr>
            <p:spPr>
              <a:xfrm>
                <a:off x="2474825"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4"/>
              <p:cNvSpPr/>
              <p:nvPr/>
            </p:nvSpPr>
            <p:spPr>
              <a:xfrm>
                <a:off x="2492900" y="4517375"/>
                <a:ext cx="10825" cy="10850"/>
              </a:xfrm>
              <a:custGeom>
                <a:rect b="b" l="l" r="r" t="t"/>
                <a:pathLst>
                  <a:path extrusionOk="0" h="434" w="433">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4"/>
              <p:cNvSpPr/>
              <p:nvPr/>
            </p:nvSpPr>
            <p:spPr>
              <a:xfrm>
                <a:off x="2474825"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4"/>
              <p:cNvSpPr/>
              <p:nvPr/>
            </p:nvSpPr>
            <p:spPr>
              <a:xfrm>
                <a:off x="2492900" y="455340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4"/>
              <p:cNvSpPr/>
              <p:nvPr/>
            </p:nvSpPr>
            <p:spPr>
              <a:xfrm>
                <a:off x="2474825"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4"/>
              <p:cNvSpPr/>
              <p:nvPr/>
            </p:nvSpPr>
            <p:spPr>
              <a:xfrm>
                <a:off x="2492900" y="4589425"/>
                <a:ext cx="10825" cy="10850"/>
              </a:xfrm>
              <a:custGeom>
                <a:rect b="b" l="l" r="r" t="t"/>
                <a:pathLst>
                  <a:path extrusionOk="0" h="434" w="433">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4"/>
              <p:cNvSpPr/>
              <p:nvPr/>
            </p:nvSpPr>
            <p:spPr>
              <a:xfrm>
                <a:off x="2492900" y="4625450"/>
                <a:ext cx="10825" cy="10850"/>
              </a:xfrm>
              <a:custGeom>
                <a:rect b="b" l="l" r="r" t="t"/>
                <a:pathLst>
                  <a:path extrusionOk="0" h="434" w="433">
                    <a:moveTo>
                      <a:pt x="215" y="1"/>
                    </a:moveTo>
                    <a:cubicBezTo>
                      <a:pt x="95" y="1"/>
                      <a:pt x="0" y="96"/>
                      <a:pt x="0" y="215"/>
                    </a:cubicBezTo>
                    <a:cubicBezTo>
                      <a:pt x="0" y="338"/>
                      <a:pt x="95" y="433"/>
                      <a:pt x="215" y="433"/>
                    </a:cubicBezTo>
                    <a:cubicBezTo>
                      <a:pt x="334" y="433"/>
                      <a:pt x="433" y="338"/>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4"/>
              <p:cNvSpPr/>
              <p:nvPr/>
            </p:nvSpPr>
            <p:spPr>
              <a:xfrm>
                <a:off x="2456850" y="4446450"/>
                <a:ext cx="10850" cy="9625"/>
              </a:xfrm>
              <a:custGeom>
                <a:rect b="b" l="l" r="r" t="t"/>
                <a:pathLst>
                  <a:path extrusionOk="0" h="385" w="434">
                    <a:moveTo>
                      <a:pt x="90" y="0"/>
                    </a:moveTo>
                    <a:cubicBezTo>
                      <a:pt x="39" y="37"/>
                      <a:pt x="1" y="98"/>
                      <a:pt x="1" y="170"/>
                    </a:cubicBezTo>
                    <a:cubicBezTo>
                      <a:pt x="1" y="289"/>
                      <a:pt x="97" y="384"/>
                      <a:pt x="216" y="384"/>
                    </a:cubicBezTo>
                    <a:cubicBezTo>
                      <a:pt x="335" y="384"/>
                      <a:pt x="433" y="289"/>
                      <a:pt x="433" y="170"/>
                    </a:cubicBezTo>
                    <a:cubicBezTo>
                      <a:pt x="433" y="102"/>
                      <a:pt x="400" y="47"/>
                      <a:pt x="352" y="7"/>
                    </a:cubicBezTo>
                    <a:lnTo>
                      <a:pt x="216" y="3"/>
                    </a:lnTo>
                    <a:lnTo>
                      <a:pt x="9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4"/>
              <p:cNvSpPr/>
              <p:nvPr/>
            </p:nvSpPr>
            <p:spPr>
              <a:xfrm>
                <a:off x="2438800"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4"/>
              <p:cNvSpPr/>
              <p:nvPr/>
            </p:nvSpPr>
            <p:spPr>
              <a:xfrm>
                <a:off x="2438800"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3" y="338"/>
                      <a:pt x="433" y="218"/>
                    </a:cubicBezTo>
                    <a:cubicBezTo>
                      <a:pt x="433"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4"/>
              <p:cNvSpPr/>
              <p:nvPr/>
            </p:nvSpPr>
            <p:spPr>
              <a:xfrm>
                <a:off x="2456850" y="448135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4"/>
              <p:cNvSpPr/>
              <p:nvPr/>
            </p:nvSpPr>
            <p:spPr>
              <a:xfrm>
                <a:off x="2438800"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4"/>
              <p:cNvSpPr/>
              <p:nvPr/>
            </p:nvSpPr>
            <p:spPr>
              <a:xfrm>
                <a:off x="2456850" y="4517375"/>
                <a:ext cx="10850" cy="10850"/>
              </a:xfrm>
              <a:custGeom>
                <a:rect b="b" l="l" r="r" t="t"/>
                <a:pathLst>
                  <a:path extrusionOk="0" h="434" w="434">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4"/>
              <p:cNvSpPr/>
              <p:nvPr/>
            </p:nvSpPr>
            <p:spPr>
              <a:xfrm>
                <a:off x="2456850" y="455340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4"/>
              <p:cNvSpPr/>
              <p:nvPr/>
            </p:nvSpPr>
            <p:spPr>
              <a:xfrm>
                <a:off x="2438800"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3" y="338"/>
                      <a:pt x="433" y="219"/>
                    </a:cubicBezTo>
                    <a:cubicBezTo>
                      <a:pt x="433"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4"/>
              <p:cNvSpPr/>
              <p:nvPr/>
            </p:nvSpPr>
            <p:spPr>
              <a:xfrm>
                <a:off x="2456850" y="4589425"/>
                <a:ext cx="10850" cy="10850"/>
              </a:xfrm>
              <a:custGeom>
                <a:rect b="b" l="l" r="r" t="t"/>
                <a:pathLst>
                  <a:path extrusionOk="0" h="434" w="434">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4"/>
              <p:cNvSpPr/>
              <p:nvPr/>
            </p:nvSpPr>
            <p:spPr>
              <a:xfrm>
                <a:off x="2438800"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3" y="338"/>
                      <a:pt x="433" y="218"/>
                    </a:cubicBezTo>
                    <a:cubicBezTo>
                      <a:pt x="433"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4"/>
              <p:cNvSpPr/>
              <p:nvPr/>
            </p:nvSpPr>
            <p:spPr>
              <a:xfrm>
                <a:off x="2456850" y="4625450"/>
                <a:ext cx="10850" cy="10850"/>
              </a:xfrm>
              <a:custGeom>
                <a:rect b="b" l="l" r="r" t="t"/>
                <a:pathLst>
                  <a:path extrusionOk="0" h="434" w="434">
                    <a:moveTo>
                      <a:pt x="216" y="1"/>
                    </a:moveTo>
                    <a:cubicBezTo>
                      <a:pt x="97" y="1"/>
                      <a:pt x="1" y="96"/>
                      <a:pt x="1" y="215"/>
                    </a:cubicBezTo>
                    <a:cubicBezTo>
                      <a:pt x="1" y="338"/>
                      <a:pt x="97" y="433"/>
                      <a:pt x="216" y="433"/>
                    </a:cubicBezTo>
                    <a:cubicBezTo>
                      <a:pt x="335" y="433"/>
                      <a:pt x="433" y="338"/>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4"/>
              <p:cNvSpPr/>
              <p:nvPr/>
            </p:nvSpPr>
            <p:spPr>
              <a:xfrm>
                <a:off x="2420850" y="4445425"/>
                <a:ext cx="10825" cy="10650"/>
              </a:xfrm>
              <a:custGeom>
                <a:rect b="b" l="l" r="r" t="t"/>
                <a:pathLst>
                  <a:path extrusionOk="0" h="426" w="433">
                    <a:moveTo>
                      <a:pt x="197" y="0"/>
                    </a:moveTo>
                    <a:cubicBezTo>
                      <a:pt x="85" y="7"/>
                      <a:pt x="0" y="98"/>
                      <a:pt x="0" y="211"/>
                    </a:cubicBezTo>
                    <a:cubicBezTo>
                      <a:pt x="0" y="330"/>
                      <a:pt x="95" y="425"/>
                      <a:pt x="214" y="425"/>
                    </a:cubicBezTo>
                    <a:cubicBezTo>
                      <a:pt x="334" y="425"/>
                      <a:pt x="433" y="330"/>
                      <a:pt x="433" y="211"/>
                    </a:cubicBezTo>
                    <a:cubicBezTo>
                      <a:pt x="433" y="98"/>
                      <a:pt x="348" y="13"/>
                      <a:pt x="23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4"/>
              <p:cNvSpPr/>
              <p:nvPr/>
            </p:nvSpPr>
            <p:spPr>
              <a:xfrm>
                <a:off x="2402775" y="4463300"/>
                <a:ext cx="10850" cy="10850"/>
              </a:xfrm>
              <a:custGeom>
                <a:rect b="b" l="l" r="r" t="t"/>
                <a:pathLst>
                  <a:path extrusionOk="0" h="434" w="434">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4"/>
              <p:cNvSpPr/>
              <p:nvPr/>
            </p:nvSpPr>
            <p:spPr>
              <a:xfrm>
                <a:off x="2420850" y="4481350"/>
                <a:ext cx="10825" cy="10850"/>
              </a:xfrm>
              <a:custGeom>
                <a:rect b="b" l="l" r="r" t="t"/>
                <a:pathLst>
                  <a:path extrusionOk="0" h="434" w="433">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4"/>
              <p:cNvSpPr/>
              <p:nvPr/>
            </p:nvSpPr>
            <p:spPr>
              <a:xfrm>
                <a:off x="2402775" y="4499325"/>
                <a:ext cx="10850" cy="10825"/>
              </a:xfrm>
              <a:custGeom>
                <a:rect b="b" l="l" r="r" t="t"/>
                <a:pathLst>
                  <a:path extrusionOk="0" h="433" w="434">
                    <a:moveTo>
                      <a:pt x="219" y="0"/>
                    </a:moveTo>
                    <a:cubicBezTo>
                      <a:pt x="99" y="0"/>
                      <a:pt x="1" y="99"/>
                      <a:pt x="1" y="218"/>
                    </a:cubicBezTo>
                    <a:cubicBezTo>
                      <a:pt x="1" y="338"/>
                      <a:pt x="99" y="433"/>
                      <a:pt x="219" y="433"/>
                    </a:cubicBezTo>
                    <a:cubicBezTo>
                      <a:pt x="338" y="433"/>
                      <a:pt x="434" y="338"/>
                      <a:pt x="434" y="218"/>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4"/>
              <p:cNvSpPr/>
              <p:nvPr/>
            </p:nvSpPr>
            <p:spPr>
              <a:xfrm>
                <a:off x="2402775" y="4535350"/>
                <a:ext cx="10850" cy="10850"/>
              </a:xfrm>
              <a:custGeom>
                <a:rect b="b" l="l" r="r" t="t"/>
                <a:pathLst>
                  <a:path extrusionOk="0" h="434" w="434">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4"/>
              <p:cNvSpPr/>
              <p:nvPr/>
            </p:nvSpPr>
            <p:spPr>
              <a:xfrm>
                <a:off x="2420850" y="4517375"/>
                <a:ext cx="10825" cy="10850"/>
              </a:xfrm>
              <a:custGeom>
                <a:rect b="b" l="l" r="r" t="t"/>
                <a:pathLst>
                  <a:path extrusionOk="0" h="434" w="433">
                    <a:moveTo>
                      <a:pt x="214" y="0"/>
                    </a:moveTo>
                    <a:cubicBezTo>
                      <a:pt x="95" y="0"/>
                      <a:pt x="0" y="96"/>
                      <a:pt x="0" y="215"/>
                    </a:cubicBezTo>
                    <a:cubicBezTo>
                      <a:pt x="0" y="335"/>
                      <a:pt x="95" y="433"/>
                      <a:pt x="214" y="433"/>
                    </a:cubicBezTo>
                    <a:cubicBezTo>
                      <a:pt x="334" y="433"/>
                      <a:pt x="433" y="335"/>
                      <a:pt x="433" y="215"/>
                    </a:cubicBezTo>
                    <a:cubicBezTo>
                      <a:pt x="433" y="96"/>
                      <a:pt x="334" y="0"/>
                      <a:pt x="21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4"/>
              <p:cNvSpPr/>
              <p:nvPr/>
            </p:nvSpPr>
            <p:spPr>
              <a:xfrm>
                <a:off x="2420850" y="4553400"/>
                <a:ext cx="10825" cy="10850"/>
              </a:xfrm>
              <a:custGeom>
                <a:rect b="b" l="l" r="r" t="t"/>
                <a:pathLst>
                  <a:path extrusionOk="0" h="434" w="433">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4"/>
              <p:cNvSpPr/>
              <p:nvPr/>
            </p:nvSpPr>
            <p:spPr>
              <a:xfrm>
                <a:off x="2402775" y="4571375"/>
                <a:ext cx="10850" cy="10825"/>
              </a:xfrm>
              <a:custGeom>
                <a:rect b="b" l="l" r="r" t="t"/>
                <a:pathLst>
                  <a:path extrusionOk="0" h="433" w="434">
                    <a:moveTo>
                      <a:pt x="219" y="0"/>
                    </a:moveTo>
                    <a:cubicBezTo>
                      <a:pt x="99" y="0"/>
                      <a:pt x="1" y="99"/>
                      <a:pt x="1" y="219"/>
                    </a:cubicBezTo>
                    <a:cubicBezTo>
                      <a:pt x="1" y="338"/>
                      <a:pt x="99" y="433"/>
                      <a:pt x="219" y="433"/>
                    </a:cubicBezTo>
                    <a:cubicBezTo>
                      <a:pt x="338" y="433"/>
                      <a:pt x="434" y="338"/>
                      <a:pt x="434" y="219"/>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4"/>
              <p:cNvSpPr/>
              <p:nvPr/>
            </p:nvSpPr>
            <p:spPr>
              <a:xfrm>
                <a:off x="2420850" y="4589425"/>
                <a:ext cx="10825" cy="10850"/>
              </a:xfrm>
              <a:custGeom>
                <a:rect b="b" l="l" r="r" t="t"/>
                <a:pathLst>
                  <a:path extrusionOk="0" h="434" w="433">
                    <a:moveTo>
                      <a:pt x="214" y="0"/>
                    </a:moveTo>
                    <a:cubicBezTo>
                      <a:pt x="95" y="0"/>
                      <a:pt x="0" y="96"/>
                      <a:pt x="0" y="215"/>
                    </a:cubicBezTo>
                    <a:cubicBezTo>
                      <a:pt x="0" y="335"/>
                      <a:pt x="95" y="434"/>
                      <a:pt x="214" y="434"/>
                    </a:cubicBezTo>
                    <a:cubicBezTo>
                      <a:pt x="334" y="434"/>
                      <a:pt x="433" y="335"/>
                      <a:pt x="433" y="215"/>
                    </a:cubicBezTo>
                    <a:cubicBezTo>
                      <a:pt x="433" y="96"/>
                      <a:pt x="334" y="0"/>
                      <a:pt x="21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4"/>
              <p:cNvSpPr/>
              <p:nvPr/>
            </p:nvSpPr>
            <p:spPr>
              <a:xfrm>
                <a:off x="2386025" y="4625450"/>
                <a:ext cx="9300" cy="4125"/>
              </a:xfrm>
              <a:custGeom>
                <a:rect b="b" l="l" r="r" t="t"/>
                <a:pathLst>
                  <a:path extrusionOk="0" h="165" w="372">
                    <a:moveTo>
                      <a:pt x="167" y="1"/>
                    </a:moveTo>
                    <a:cubicBezTo>
                      <a:pt x="98" y="1"/>
                      <a:pt x="37" y="35"/>
                      <a:pt x="0" y="86"/>
                    </a:cubicBezTo>
                    <a:cubicBezTo>
                      <a:pt x="54" y="100"/>
                      <a:pt x="112" y="109"/>
                      <a:pt x="167" y="120"/>
                    </a:cubicBezTo>
                    <a:cubicBezTo>
                      <a:pt x="235" y="137"/>
                      <a:pt x="303" y="150"/>
                      <a:pt x="371" y="164"/>
                    </a:cubicBezTo>
                    <a:cubicBezTo>
                      <a:pt x="348" y="69"/>
                      <a:pt x="266" y="1"/>
                      <a:pt x="1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4"/>
              <p:cNvSpPr/>
              <p:nvPr/>
            </p:nvSpPr>
            <p:spPr>
              <a:xfrm>
                <a:off x="2402775" y="4607400"/>
                <a:ext cx="10850" cy="10850"/>
              </a:xfrm>
              <a:custGeom>
                <a:rect b="b" l="l" r="r" t="t"/>
                <a:pathLst>
                  <a:path extrusionOk="0" h="434" w="434">
                    <a:moveTo>
                      <a:pt x="219" y="1"/>
                    </a:moveTo>
                    <a:cubicBezTo>
                      <a:pt x="99" y="1"/>
                      <a:pt x="1" y="99"/>
                      <a:pt x="1" y="218"/>
                    </a:cubicBezTo>
                    <a:cubicBezTo>
                      <a:pt x="1" y="338"/>
                      <a:pt x="99" y="433"/>
                      <a:pt x="219" y="433"/>
                    </a:cubicBezTo>
                    <a:cubicBezTo>
                      <a:pt x="338" y="433"/>
                      <a:pt x="434" y="338"/>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4"/>
              <p:cNvSpPr/>
              <p:nvPr/>
            </p:nvSpPr>
            <p:spPr>
              <a:xfrm>
                <a:off x="2420850" y="4625450"/>
                <a:ext cx="10825" cy="9825"/>
              </a:xfrm>
              <a:custGeom>
                <a:rect b="b" l="l" r="r" t="t"/>
                <a:pathLst>
                  <a:path extrusionOk="0" h="393" w="433">
                    <a:moveTo>
                      <a:pt x="214" y="1"/>
                    </a:moveTo>
                    <a:cubicBezTo>
                      <a:pt x="95" y="1"/>
                      <a:pt x="0" y="96"/>
                      <a:pt x="0" y="215"/>
                    </a:cubicBezTo>
                    <a:cubicBezTo>
                      <a:pt x="0" y="270"/>
                      <a:pt x="21" y="314"/>
                      <a:pt x="51" y="351"/>
                    </a:cubicBezTo>
                    <a:cubicBezTo>
                      <a:pt x="106" y="362"/>
                      <a:pt x="161" y="372"/>
                      <a:pt x="214" y="378"/>
                    </a:cubicBezTo>
                    <a:cubicBezTo>
                      <a:pt x="255" y="386"/>
                      <a:pt x="293" y="389"/>
                      <a:pt x="334" y="392"/>
                    </a:cubicBezTo>
                    <a:cubicBezTo>
                      <a:pt x="392" y="355"/>
                      <a:pt x="433" y="290"/>
                      <a:pt x="433" y="215"/>
                    </a:cubicBezTo>
                    <a:cubicBezTo>
                      <a:pt x="433" y="96"/>
                      <a:pt x="334" y="1"/>
                      <a:pt x="2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4"/>
              <p:cNvSpPr/>
              <p:nvPr/>
            </p:nvSpPr>
            <p:spPr>
              <a:xfrm>
                <a:off x="2384800" y="4445325"/>
                <a:ext cx="10775" cy="10750"/>
              </a:xfrm>
              <a:custGeom>
                <a:rect b="b" l="l" r="r" t="t"/>
                <a:pathLst>
                  <a:path extrusionOk="0" h="430" w="431">
                    <a:moveTo>
                      <a:pt x="216" y="0"/>
                    </a:moveTo>
                    <a:cubicBezTo>
                      <a:pt x="96" y="0"/>
                      <a:pt x="1" y="96"/>
                      <a:pt x="1" y="215"/>
                    </a:cubicBezTo>
                    <a:cubicBezTo>
                      <a:pt x="1" y="334"/>
                      <a:pt x="96" y="429"/>
                      <a:pt x="216" y="429"/>
                    </a:cubicBezTo>
                    <a:cubicBezTo>
                      <a:pt x="335" y="429"/>
                      <a:pt x="430" y="334"/>
                      <a:pt x="430" y="215"/>
                    </a:cubicBezTo>
                    <a:cubicBezTo>
                      <a:pt x="430"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4"/>
              <p:cNvSpPr/>
              <p:nvPr/>
            </p:nvSpPr>
            <p:spPr>
              <a:xfrm>
                <a:off x="2366750" y="4463300"/>
                <a:ext cx="10850" cy="10850"/>
              </a:xfrm>
              <a:custGeom>
                <a:rect b="b" l="l" r="r" t="t"/>
                <a:pathLst>
                  <a:path extrusionOk="0" h="434" w="434">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4"/>
              <p:cNvSpPr/>
              <p:nvPr/>
            </p:nvSpPr>
            <p:spPr>
              <a:xfrm>
                <a:off x="2384800" y="4481350"/>
                <a:ext cx="10775" cy="10850"/>
              </a:xfrm>
              <a:custGeom>
                <a:rect b="b" l="l" r="r" t="t"/>
                <a:pathLst>
                  <a:path extrusionOk="0" h="434" w="431">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4"/>
              <p:cNvSpPr/>
              <p:nvPr/>
            </p:nvSpPr>
            <p:spPr>
              <a:xfrm>
                <a:off x="2366750" y="4499325"/>
                <a:ext cx="10850" cy="10825"/>
              </a:xfrm>
              <a:custGeom>
                <a:rect b="b" l="l" r="r" t="t"/>
                <a:pathLst>
                  <a:path extrusionOk="0" h="433" w="434">
                    <a:moveTo>
                      <a:pt x="215" y="0"/>
                    </a:moveTo>
                    <a:cubicBezTo>
                      <a:pt x="97" y="0"/>
                      <a:pt x="1" y="99"/>
                      <a:pt x="1" y="218"/>
                    </a:cubicBezTo>
                    <a:cubicBezTo>
                      <a:pt x="1" y="338"/>
                      <a:pt x="97" y="433"/>
                      <a:pt x="215" y="433"/>
                    </a:cubicBezTo>
                    <a:cubicBezTo>
                      <a:pt x="338" y="433"/>
                      <a:pt x="433" y="338"/>
                      <a:pt x="433" y="218"/>
                    </a:cubicBezTo>
                    <a:cubicBezTo>
                      <a:pt x="433" y="99"/>
                      <a:pt x="338"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4"/>
              <p:cNvSpPr/>
              <p:nvPr/>
            </p:nvSpPr>
            <p:spPr>
              <a:xfrm>
                <a:off x="2384800" y="4517375"/>
                <a:ext cx="10775" cy="10850"/>
              </a:xfrm>
              <a:custGeom>
                <a:rect b="b" l="l" r="r" t="t"/>
                <a:pathLst>
                  <a:path extrusionOk="0" h="434" w="431">
                    <a:moveTo>
                      <a:pt x="216" y="0"/>
                    </a:moveTo>
                    <a:cubicBezTo>
                      <a:pt x="96" y="0"/>
                      <a:pt x="1" y="96"/>
                      <a:pt x="1" y="215"/>
                    </a:cubicBezTo>
                    <a:cubicBezTo>
                      <a:pt x="1" y="335"/>
                      <a:pt x="96" y="433"/>
                      <a:pt x="216" y="433"/>
                    </a:cubicBezTo>
                    <a:cubicBezTo>
                      <a:pt x="335" y="433"/>
                      <a:pt x="430" y="335"/>
                      <a:pt x="430" y="215"/>
                    </a:cubicBezTo>
                    <a:cubicBezTo>
                      <a:pt x="430"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4"/>
              <p:cNvSpPr/>
              <p:nvPr/>
            </p:nvSpPr>
            <p:spPr>
              <a:xfrm>
                <a:off x="2366750" y="4535350"/>
                <a:ext cx="10850" cy="10850"/>
              </a:xfrm>
              <a:custGeom>
                <a:rect b="b" l="l" r="r" t="t"/>
                <a:pathLst>
                  <a:path extrusionOk="0" h="434" w="434">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4"/>
              <p:cNvSpPr/>
              <p:nvPr/>
            </p:nvSpPr>
            <p:spPr>
              <a:xfrm>
                <a:off x="2384800" y="4553400"/>
                <a:ext cx="10775" cy="10850"/>
              </a:xfrm>
              <a:custGeom>
                <a:rect b="b" l="l" r="r" t="t"/>
                <a:pathLst>
                  <a:path extrusionOk="0" h="434" w="431">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4"/>
              <p:cNvSpPr/>
              <p:nvPr/>
            </p:nvSpPr>
            <p:spPr>
              <a:xfrm>
                <a:off x="2366750" y="4571375"/>
                <a:ext cx="10850" cy="10825"/>
              </a:xfrm>
              <a:custGeom>
                <a:rect b="b" l="l" r="r" t="t"/>
                <a:pathLst>
                  <a:path extrusionOk="0" h="433" w="434">
                    <a:moveTo>
                      <a:pt x="215" y="0"/>
                    </a:moveTo>
                    <a:cubicBezTo>
                      <a:pt x="97" y="0"/>
                      <a:pt x="1" y="99"/>
                      <a:pt x="1" y="219"/>
                    </a:cubicBezTo>
                    <a:cubicBezTo>
                      <a:pt x="1" y="338"/>
                      <a:pt x="97" y="433"/>
                      <a:pt x="215" y="433"/>
                    </a:cubicBezTo>
                    <a:cubicBezTo>
                      <a:pt x="338" y="433"/>
                      <a:pt x="433" y="338"/>
                      <a:pt x="433" y="219"/>
                    </a:cubicBezTo>
                    <a:cubicBezTo>
                      <a:pt x="433" y="99"/>
                      <a:pt x="338"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4"/>
              <p:cNvSpPr/>
              <p:nvPr/>
            </p:nvSpPr>
            <p:spPr>
              <a:xfrm>
                <a:off x="2366750" y="4607400"/>
                <a:ext cx="10850" cy="10850"/>
              </a:xfrm>
              <a:custGeom>
                <a:rect b="b" l="l" r="r" t="t"/>
                <a:pathLst>
                  <a:path extrusionOk="0" h="434" w="434">
                    <a:moveTo>
                      <a:pt x="215" y="1"/>
                    </a:moveTo>
                    <a:cubicBezTo>
                      <a:pt x="97" y="1"/>
                      <a:pt x="1" y="99"/>
                      <a:pt x="1" y="218"/>
                    </a:cubicBezTo>
                    <a:cubicBezTo>
                      <a:pt x="1" y="338"/>
                      <a:pt x="97" y="433"/>
                      <a:pt x="215" y="433"/>
                    </a:cubicBezTo>
                    <a:cubicBezTo>
                      <a:pt x="338" y="433"/>
                      <a:pt x="433" y="338"/>
                      <a:pt x="433" y="218"/>
                    </a:cubicBezTo>
                    <a:cubicBezTo>
                      <a:pt x="433" y="99"/>
                      <a:pt x="338"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4"/>
              <p:cNvSpPr/>
              <p:nvPr/>
            </p:nvSpPr>
            <p:spPr>
              <a:xfrm>
                <a:off x="2384800" y="4589425"/>
                <a:ext cx="10775" cy="10850"/>
              </a:xfrm>
              <a:custGeom>
                <a:rect b="b" l="l" r="r" t="t"/>
                <a:pathLst>
                  <a:path extrusionOk="0" h="434" w="431">
                    <a:moveTo>
                      <a:pt x="216" y="0"/>
                    </a:moveTo>
                    <a:cubicBezTo>
                      <a:pt x="96" y="0"/>
                      <a:pt x="1" y="96"/>
                      <a:pt x="1" y="215"/>
                    </a:cubicBezTo>
                    <a:cubicBezTo>
                      <a:pt x="1" y="335"/>
                      <a:pt x="96" y="434"/>
                      <a:pt x="216" y="434"/>
                    </a:cubicBezTo>
                    <a:cubicBezTo>
                      <a:pt x="335" y="434"/>
                      <a:pt x="430" y="335"/>
                      <a:pt x="430" y="215"/>
                    </a:cubicBezTo>
                    <a:cubicBezTo>
                      <a:pt x="430"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4"/>
              <p:cNvSpPr/>
              <p:nvPr/>
            </p:nvSpPr>
            <p:spPr>
              <a:xfrm>
                <a:off x="234870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4"/>
              <p:cNvSpPr/>
              <p:nvPr/>
            </p:nvSpPr>
            <p:spPr>
              <a:xfrm>
                <a:off x="233072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4"/>
              <p:cNvSpPr/>
              <p:nvPr/>
            </p:nvSpPr>
            <p:spPr>
              <a:xfrm>
                <a:off x="2330725" y="4499325"/>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4"/>
              <p:cNvSpPr/>
              <p:nvPr/>
            </p:nvSpPr>
            <p:spPr>
              <a:xfrm>
                <a:off x="234870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4"/>
              <p:cNvSpPr/>
              <p:nvPr/>
            </p:nvSpPr>
            <p:spPr>
              <a:xfrm>
                <a:off x="234870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4"/>
              <p:cNvSpPr/>
              <p:nvPr/>
            </p:nvSpPr>
            <p:spPr>
              <a:xfrm>
                <a:off x="233072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4"/>
              <p:cNvSpPr/>
              <p:nvPr/>
            </p:nvSpPr>
            <p:spPr>
              <a:xfrm>
                <a:off x="233072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4"/>
              <p:cNvSpPr/>
              <p:nvPr/>
            </p:nvSpPr>
            <p:spPr>
              <a:xfrm>
                <a:off x="234870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4"/>
              <p:cNvSpPr/>
              <p:nvPr/>
            </p:nvSpPr>
            <p:spPr>
              <a:xfrm>
                <a:off x="234870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4"/>
              <p:cNvSpPr/>
              <p:nvPr/>
            </p:nvSpPr>
            <p:spPr>
              <a:xfrm>
                <a:off x="2330725" y="4607400"/>
                <a:ext cx="10850" cy="10500"/>
              </a:xfrm>
              <a:custGeom>
                <a:rect b="b" l="l" r="r" t="t"/>
                <a:pathLst>
                  <a:path extrusionOk="0" h="420" w="434">
                    <a:moveTo>
                      <a:pt x="215" y="1"/>
                    </a:moveTo>
                    <a:cubicBezTo>
                      <a:pt x="96" y="1"/>
                      <a:pt x="0" y="99"/>
                      <a:pt x="0" y="218"/>
                    </a:cubicBezTo>
                    <a:cubicBezTo>
                      <a:pt x="0" y="290"/>
                      <a:pt x="38" y="351"/>
                      <a:pt x="90" y="389"/>
                    </a:cubicBezTo>
                    <a:cubicBezTo>
                      <a:pt x="154" y="399"/>
                      <a:pt x="219" y="410"/>
                      <a:pt x="283" y="419"/>
                    </a:cubicBezTo>
                    <a:cubicBezTo>
                      <a:pt x="368" y="392"/>
                      <a:pt x="434" y="314"/>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4"/>
              <p:cNvSpPr/>
              <p:nvPr/>
            </p:nvSpPr>
            <p:spPr>
              <a:xfrm>
                <a:off x="2312675" y="4445325"/>
                <a:ext cx="10825" cy="10750"/>
              </a:xfrm>
              <a:custGeom>
                <a:rect b="b" l="l" r="r" t="t"/>
                <a:pathLst>
                  <a:path extrusionOk="0" h="430" w="433">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4"/>
              <p:cNvSpPr/>
              <p:nvPr/>
            </p:nvSpPr>
            <p:spPr>
              <a:xfrm>
                <a:off x="2294700"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4"/>
              <p:cNvSpPr/>
              <p:nvPr/>
            </p:nvSpPr>
            <p:spPr>
              <a:xfrm>
                <a:off x="2312675" y="448135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4"/>
              <p:cNvSpPr/>
              <p:nvPr/>
            </p:nvSpPr>
            <p:spPr>
              <a:xfrm>
                <a:off x="2294700"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4"/>
              <p:cNvSpPr/>
              <p:nvPr/>
            </p:nvSpPr>
            <p:spPr>
              <a:xfrm>
                <a:off x="2312675" y="4517375"/>
                <a:ext cx="10825" cy="10850"/>
              </a:xfrm>
              <a:custGeom>
                <a:rect b="b" l="l" r="r" t="t"/>
                <a:pathLst>
                  <a:path extrusionOk="0" h="434" w="433">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4"/>
              <p:cNvSpPr/>
              <p:nvPr/>
            </p:nvSpPr>
            <p:spPr>
              <a:xfrm>
                <a:off x="2294700"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4"/>
              <p:cNvSpPr/>
              <p:nvPr/>
            </p:nvSpPr>
            <p:spPr>
              <a:xfrm>
                <a:off x="2312675" y="455340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4"/>
              <p:cNvSpPr/>
              <p:nvPr/>
            </p:nvSpPr>
            <p:spPr>
              <a:xfrm>
                <a:off x="2294700" y="4571375"/>
                <a:ext cx="10850" cy="10825"/>
              </a:xfrm>
              <a:custGeom>
                <a:rect b="b" l="l" r="r" t="t"/>
                <a:pathLst>
                  <a:path extrusionOk="0" h="433" w="434">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4"/>
              <p:cNvSpPr/>
              <p:nvPr/>
            </p:nvSpPr>
            <p:spPr>
              <a:xfrm>
                <a:off x="2294700" y="4607400"/>
                <a:ext cx="10850" cy="6675"/>
              </a:xfrm>
              <a:custGeom>
                <a:rect b="b" l="l" r="r" t="t"/>
                <a:pathLst>
                  <a:path extrusionOk="0" h="267" w="434">
                    <a:moveTo>
                      <a:pt x="215" y="1"/>
                    </a:moveTo>
                    <a:cubicBezTo>
                      <a:pt x="96" y="1"/>
                      <a:pt x="1" y="99"/>
                      <a:pt x="1" y="218"/>
                    </a:cubicBezTo>
                    <a:cubicBezTo>
                      <a:pt x="1" y="232"/>
                      <a:pt x="4" y="242"/>
                      <a:pt x="7" y="256"/>
                    </a:cubicBezTo>
                    <a:cubicBezTo>
                      <a:pt x="147" y="256"/>
                      <a:pt x="284" y="259"/>
                      <a:pt x="424" y="266"/>
                    </a:cubicBezTo>
                    <a:cubicBezTo>
                      <a:pt x="427" y="249"/>
                      <a:pt x="433" y="235"/>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4"/>
              <p:cNvSpPr/>
              <p:nvPr/>
            </p:nvSpPr>
            <p:spPr>
              <a:xfrm>
                <a:off x="2312675" y="4589425"/>
                <a:ext cx="10825" cy="10850"/>
              </a:xfrm>
              <a:custGeom>
                <a:rect b="b" l="l" r="r" t="t"/>
                <a:pathLst>
                  <a:path extrusionOk="0" h="434" w="433">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4"/>
              <p:cNvSpPr/>
              <p:nvPr/>
            </p:nvSpPr>
            <p:spPr>
              <a:xfrm>
                <a:off x="227665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4"/>
              <p:cNvSpPr/>
              <p:nvPr/>
            </p:nvSpPr>
            <p:spPr>
              <a:xfrm>
                <a:off x="225867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4"/>
              <p:cNvSpPr/>
              <p:nvPr/>
            </p:nvSpPr>
            <p:spPr>
              <a:xfrm>
                <a:off x="2258675" y="4499325"/>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4"/>
              <p:cNvSpPr/>
              <p:nvPr/>
            </p:nvSpPr>
            <p:spPr>
              <a:xfrm>
                <a:off x="227665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4"/>
              <p:cNvSpPr/>
              <p:nvPr/>
            </p:nvSpPr>
            <p:spPr>
              <a:xfrm>
                <a:off x="225867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4"/>
              <p:cNvSpPr/>
              <p:nvPr/>
            </p:nvSpPr>
            <p:spPr>
              <a:xfrm>
                <a:off x="227665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4"/>
              <p:cNvSpPr/>
              <p:nvPr/>
            </p:nvSpPr>
            <p:spPr>
              <a:xfrm>
                <a:off x="225867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4"/>
              <p:cNvSpPr/>
              <p:nvPr/>
            </p:nvSpPr>
            <p:spPr>
              <a:xfrm>
                <a:off x="227665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4"/>
              <p:cNvSpPr/>
              <p:nvPr/>
            </p:nvSpPr>
            <p:spPr>
              <a:xfrm>
                <a:off x="227665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4"/>
              <p:cNvSpPr/>
              <p:nvPr/>
            </p:nvSpPr>
            <p:spPr>
              <a:xfrm>
                <a:off x="2258675" y="4607400"/>
                <a:ext cx="10850" cy="9550"/>
              </a:xfrm>
              <a:custGeom>
                <a:rect b="b" l="l" r="r" t="t"/>
                <a:pathLst>
                  <a:path extrusionOk="0" h="382" w="434">
                    <a:moveTo>
                      <a:pt x="215" y="1"/>
                    </a:moveTo>
                    <a:cubicBezTo>
                      <a:pt x="96" y="1"/>
                      <a:pt x="0" y="99"/>
                      <a:pt x="0" y="218"/>
                    </a:cubicBezTo>
                    <a:cubicBezTo>
                      <a:pt x="0" y="287"/>
                      <a:pt x="31" y="344"/>
                      <a:pt x="79" y="382"/>
                    </a:cubicBezTo>
                    <a:cubicBezTo>
                      <a:pt x="188" y="361"/>
                      <a:pt x="294" y="341"/>
                      <a:pt x="399" y="324"/>
                    </a:cubicBezTo>
                    <a:cubicBezTo>
                      <a:pt x="420" y="293"/>
                      <a:pt x="434" y="256"/>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4"/>
              <p:cNvSpPr/>
              <p:nvPr/>
            </p:nvSpPr>
            <p:spPr>
              <a:xfrm>
                <a:off x="2222650"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4"/>
              <p:cNvSpPr/>
              <p:nvPr/>
            </p:nvSpPr>
            <p:spPr>
              <a:xfrm>
                <a:off x="2240625" y="4445325"/>
                <a:ext cx="10825" cy="10750"/>
              </a:xfrm>
              <a:custGeom>
                <a:rect b="b" l="l" r="r" t="t"/>
                <a:pathLst>
                  <a:path extrusionOk="0" h="430" w="433">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4"/>
              <p:cNvSpPr/>
              <p:nvPr/>
            </p:nvSpPr>
            <p:spPr>
              <a:xfrm>
                <a:off x="2222650"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4"/>
              <p:cNvSpPr/>
              <p:nvPr/>
            </p:nvSpPr>
            <p:spPr>
              <a:xfrm>
                <a:off x="2240625" y="448135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4"/>
              <p:cNvSpPr/>
              <p:nvPr/>
            </p:nvSpPr>
            <p:spPr>
              <a:xfrm>
                <a:off x="2222650"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4"/>
              <p:cNvSpPr/>
              <p:nvPr/>
            </p:nvSpPr>
            <p:spPr>
              <a:xfrm>
                <a:off x="2240625" y="4517375"/>
                <a:ext cx="10825" cy="10850"/>
              </a:xfrm>
              <a:custGeom>
                <a:rect b="b" l="l" r="r" t="t"/>
                <a:pathLst>
                  <a:path extrusionOk="0" h="434" w="433">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4"/>
              <p:cNvSpPr/>
              <p:nvPr/>
            </p:nvSpPr>
            <p:spPr>
              <a:xfrm>
                <a:off x="2222650" y="4571375"/>
                <a:ext cx="10850" cy="10825"/>
              </a:xfrm>
              <a:custGeom>
                <a:rect b="b" l="l" r="r" t="t"/>
                <a:pathLst>
                  <a:path extrusionOk="0" h="433" w="434">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4"/>
              <p:cNvSpPr/>
              <p:nvPr/>
            </p:nvSpPr>
            <p:spPr>
              <a:xfrm>
                <a:off x="2240625" y="455340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4"/>
              <p:cNvSpPr/>
              <p:nvPr/>
            </p:nvSpPr>
            <p:spPr>
              <a:xfrm>
                <a:off x="2240625" y="4589425"/>
                <a:ext cx="10825" cy="10850"/>
              </a:xfrm>
              <a:custGeom>
                <a:rect b="b" l="l" r="r" t="t"/>
                <a:pathLst>
                  <a:path extrusionOk="0" h="434" w="433">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4"/>
              <p:cNvSpPr/>
              <p:nvPr/>
            </p:nvSpPr>
            <p:spPr>
              <a:xfrm>
                <a:off x="2222650" y="4607400"/>
                <a:ext cx="10850" cy="10850"/>
              </a:xfrm>
              <a:custGeom>
                <a:rect b="b" l="l" r="r" t="t"/>
                <a:pathLst>
                  <a:path extrusionOk="0" h="434" w="434">
                    <a:moveTo>
                      <a:pt x="215" y="1"/>
                    </a:moveTo>
                    <a:cubicBezTo>
                      <a:pt x="96" y="1"/>
                      <a:pt x="1" y="99"/>
                      <a:pt x="1" y="218"/>
                    </a:cubicBezTo>
                    <a:cubicBezTo>
                      <a:pt x="1" y="338"/>
                      <a:pt x="96" y="433"/>
                      <a:pt x="215" y="433"/>
                    </a:cubicBezTo>
                    <a:cubicBezTo>
                      <a:pt x="334" y="433"/>
                      <a:pt x="433" y="338"/>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4"/>
              <p:cNvSpPr/>
              <p:nvPr/>
            </p:nvSpPr>
            <p:spPr>
              <a:xfrm>
                <a:off x="218662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4"/>
              <p:cNvSpPr/>
              <p:nvPr/>
            </p:nvSpPr>
            <p:spPr>
              <a:xfrm>
                <a:off x="220460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4"/>
              <p:cNvSpPr/>
              <p:nvPr/>
            </p:nvSpPr>
            <p:spPr>
              <a:xfrm>
                <a:off x="220460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4"/>
              <p:cNvSpPr/>
              <p:nvPr/>
            </p:nvSpPr>
            <p:spPr>
              <a:xfrm>
                <a:off x="2204588" y="4481313"/>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4"/>
              <p:cNvSpPr/>
              <p:nvPr/>
            </p:nvSpPr>
            <p:spPr>
              <a:xfrm>
                <a:off x="218662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4"/>
              <p:cNvSpPr/>
              <p:nvPr/>
            </p:nvSpPr>
            <p:spPr>
              <a:xfrm>
                <a:off x="220460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4"/>
              <p:cNvSpPr/>
              <p:nvPr/>
            </p:nvSpPr>
            <p:spPr>
              <a:xfrm>
                <a:off x="220460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4"/>
              <p:cNvSpPr/>
              <p:nvPr/>
            </p:nvSpPr>
            <p:spPr>
              <a:xfrm>
                <a:off x="218662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4"/>
              <p:cNvSpPr/>
              <p:nvPr/>
            </p:nvSpPr>
            <p:spPr>
              <a:xfrm>
                <a:off x="220460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4"/>
              <p:cNvSpPr/>
              <p:nvPr/>
            </p:nvSpPr>
            <p:spPr>
              <a:xfrm>
                <a:off x="2186625" y="4607400"/>
                <a:ext cx="10850" cy="10850"/>
              </a:xfrm>
              <a:custGeom>
                <a:rect b="b" l="l" r="r" t="t"/>
                <a:pathLst>
                  <a:path extrusionOk="0" h="434" w="434">
                    <a:moveTo>
                      <a:pt x="215" y="1"/>
                    </a:moveTo>
                    <a:cubicBezTo>
                      <a:pt x="96" y="1"/>
                      <a:pt x="0" y="99"/>
                      <a:pt x="0" y="218"/>
                    </a:cubicBezTo>
                    <a:cubicBezTo>
                      <a:pt x="0" y="338"/>
                      <a:pt x="96" y="433"/>
                      <a:pt x="215" y="433"/>
                    </a:cubicBezTo>
                    <a:cubicBezTo>
                      <a:pt x="335" y="433"/>
                      <a:pt x="434" y="338"/>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4"/>
              <p:cNvSpPr/>
              <p:nvPr/>
            </p:nvSpPr>
            <p:spPr>
              <a:xfrm>
                <a:off x="2204600" y="4625450"/>
                <a:ext cx="10850" cy="10850"/>
              </a:xfrm>
              <a:custGeom>
                <a:rect b="b" l="l" r="r" t="t"/>
                <a:pathLst>
                  <a:path extrusionOk="0" h="434" w="434">
                    <a:moveTo>
                      <a:pt x="218" y="1"/>
                    </a:moveTo>
                    <a:cubicBezTo>
                      <a:pt x="99" y="1"/>
                      <a:pt x="1" y="96"/>
                      <a:pt x="1" y="215"/>
                    </a:cubicBezTo>
                    <a:cubicBezTo>
                      <a:pt x="1" y="338"/>
                      <a:pt x="99" y="433"/>
                      <a:pt x="218" y="433"/>
                    </a:cubicBezTo>
                    <a:cubicBezTo>
                      <a:pt x="338" y="433"/>
                      <a:pt x="433" y="338"/>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4"/>
              <p:cNvSpPr/>
              <p:nvPr/>
            </p:nvSpPr>
            <p:spPr>
              <a:xfrm>
                <a:off x="2186625" y="4643500"/>
                <a:ext cx="10425" cy="10075"/>
              </a:xfrm>
              <a:custGeom>
                <a:rect b="b" l="l" r="r" t="t"/>
                <a:pathLst>
                  <a:path extrusionOk="0" h="403" w="417">
                    <a:moveTo>
                      <a:pt x="215" y="1"/>
                    </a:moveTo>
                    <a:cubicBezTo>
                      <a:pt x="96" y="1"/>
                      <a:pt x="0" y="96"/>
                      <a:pt x="0" y="216"/>
                    </a:cubicBezTo>
                    <a:cubicBezTo>
                      <a:pt x="0" y="297"/>
                      <a:pt x="49" y="365"/>
                      <a:pt x="113" y="403"/>
                    </a:cubicBezTo>
                    <a:cubicBezTo>
                      <a:pt x="212" y="315"/>
                      <a:pt x="314" y="229"/>
                      <a:pt x="416" y="147"/>
                    </a:cubicBezTo>
                    <a:cubicBezTo>
                      <a:pt x="389" y="62"/>
                      <a:pt x="311"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4"/>
              <p:cNvSpPr/>
              <p:nvPr/>
            </p:nvSpPr>
            <p:spPr>
              <a:xfrm>
                <a:off x="2152800" y="4436975"/>
                <a:ext cx="6000" cy="1125"/>
              </a:xfrm>
              <a:custGeom>
                <a:rect b="b" l="l" r="r" t="t"/>
                <a:pathLst>
                  <a:path extrusionOk="0" h="45" w="240">
                    <a:moveTo>
                      <a:pt x="1" y="0"/>
                    </a:moveTo>
                    <a:lnTo>
                      <a:pt x="1" y="0"/>
                    </a:lnTo>
                    <a:cubicBezTo>
                      <a:pt x="39" y="27"/>
                      <a:pt x="79" y="45"/>
                      <a:pt x="127" y="45"/>
                    </a:cubicBezTo>
                    <a:cubicBezTo>
                      <a:pt x="172" y="45"/>
                      <a:pt x="209" y="27"/>
                      <a:pt x="240" y="7"/>
                    </a:cubicBez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4"/>
              <p:cNvSpPr/>
              <p:nvPr/>
            </p:nvSpPr>
            <p:spPr>
              <a:xfrm>
                <a:off x="2150600" y="4463300"/>
                <a:ext cx="10750" cy="10850"/>
              </a:xfrm>
              <a:custGeom>
                <a:rect b="b" l="l" r="r" t="t"/>
                <a:pathLst>
                  <a:path extrusionOk="0" h="434" w="43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4"/>
              <p:cNvSpPr/>
              <p:nvPr/>
            </p:nvSpPr>
            <p:spPr>
              <a:xfrm>
                <a:off x="2168575" y="4445325"/>
                <a:ext cx="10825" cy="10750"/>
              </a:xfrm>
              <a:custGeom>
                <a:rect b="b" l="l" r="r" t="t"/>
                <a:pathLst>
                  <a:path extrusionOk="0" h="430" w="433">
                    <a:moveTo>
                      <a:pt x="219" y="0"/>
                    </a:moveTo>
                    <a:cubicBezTo>
                      <a:pt x="96" y="0"/>
                      <a:pt x="0" y="96"/>
                      <a:pt x="0" y="215"/>
                    </a:cubicBezTo>
                    <a:cubicBezTo>
                      <a:pt x="0" y="334"/>
                      <a:pt x="96" y="429"/>
                      <a:pt x="219" y="429"/>
                    </a:cubicBezTo>
                    <a:cubicBezTo>
                      <a:pt x="338" y="429"/>
                      <a:pt x="433" y="334"/>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4"/>
              <p:cNvSpPr/>
              <p:nvPr/>
            </p:nvSpPr>
            <p:spPr>
              <a:xfrm>
                <a:off x="2168575" y="4481350"/>
                <a:ext cx="10825" cy="10850"/>
              </a:xfrm>
              <a:custGeom>
                <a:rect b="b" l="l" r="r" t="t"/>
                <a:pathLst>
                  <a:path extrusionOk="0" h="434" w="433">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4"/>
              <p:cNvSpPr/>
              <p:nvPr/>
            </p:nvSpPr>
            <p:spPr>
              <a:xfrm>
                <a:off x="2150600" y="4499325"/>
                <a:ext cx="10750" cy="10825"/>
              </a:xfrm>
              <a:custGeom>
                <a:rect b="b" l="l" r="r" t="t"/>
                <a:pathLst>
                  <a:path extrusionOk="0" h="433" w="430">
                    <a:moveTo>
                      <a:pt x="215" y="0"/>
                    </a:moveTo>
                    <a:cubicBezTo>
                      <a:pt x="96" y="0"/>
                      <a:pt x="1" y="99"/>
                      <a:pt x="1" y="218"/>
                    </a:cubicBezTo>
                    <a:cubicBezTo>
                      <a:pt x="1" y="338"/>
                      <a:pt x="96" y="433"/>
                      <a:pt x="215" y="433"/>
                    </a:cubicBezTo>
                    <a:cubicBezTo>
                      <a:pt x="334" y="433"/>
                      <a:pt x="430" y="338"/>
                      <a:pt x="430" y="218"/>
                    </a:cubicBezTo>
                    <a:cubicBezTo>
                      <a:pt x="430"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4"/>
              <p:cNvSpPr/>
              <p:nvPr/>
            </p:nvSpPr>
            <p:spPr>
              <a:xfrm>
                <a:off x="2150600" y="4535350"/>
                <a:ext cx="10750" cy="10850"/>
              </a:xfrm>
              <a:custGeom>
                <a:rect b="b" l="l" r="r" t="t"/>
                <a:pathLst>
                  <a:path extrusionOk="0" h="434" w="43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4"/>
              <p:cNvSpPr/>
              <p:nvPr/>
            </p:nvSpPr>
            <p:spPr>
              <a:xfrm>
                <a:off x="2168575" y="4517375"/>
                <a:ext cx="10825" cy="10850"/>
              </a:xfrm>
              <a:custGeom>
                <a:rect b="b" l="l" r="r" t="t"/>
                <a:pathLst>
                  <a:path extrusionOk="0" h="434" w="433">
                    <a:moveTo>
                      <a:pt x="219" y="0"/>
                    </a:moveTo>
                    <a:cubicBezTo>
                      <a:pt x="96" y="0"/>
                      <a:pt x="0" y="96"/>
                      <a:pt x="0" y="215"/>
                    </a:cubicBezTo>
                    <a:cubicBezTo>
                      <a:pt x="0" y="335"/>
                      <a:pt x="96" y="433"/>
                      <a:pt x="219" y="433"/>
                    </a:cubicBezTo>
                    <a:cubicBezTo>
                      <a:pt x="338" y="433"/>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4"/>
              <p:cNvSpPr/>
              <p:nvPr/>
            </p:nvSpPr>
            <p:spPr>
              <a:xfrm>
                <a:off x="2150600" y="4571375"/>
                <a:ext cx="10750" cy="10825"/>
              </a:xfrm>
              <a:custGeom>
                <a:rect b="b" l="l" r="r" t="t"/>
                <a:pathLst>
                  <a:path extrusionOk="0" h="433" w="430">
                    <a:moveTo>
                      <a:pt x="215" y="0"/>
                    </a:moveTo>
                    <a:cubicBezTo>
                      <a:pt x="96" y="0"/>
                      <a:pt x="1" y="99"/>
                      <a:pt x="1" y="219"/>
                    </a:cubicBezTo>
                    <a:cubicBezTo>
                      <a:pt x="1" y="338"/>
                      <a:pt x="96" y="433"/>
                      <a:pt x="215" y="433"/>
                    </a:cubicBezTo>
                    <a:cubicBezTo>
                      <a:pt x="334" y="433"/>
                      <a:pt x="430" y="338"/>
                      <a:pt x="430" y="219"/>
                    </a:cubicBezTo>
                    <a:cubicBezTo>
                      <a:pt x="430"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4"/>
              <p:cNvSpPr/>
              <p:nvPr/>
            </p:nvSpPr>
            <p:spPr>
              <a:xfrm>
                <a:off x="2168575" y="4553400"/>
                <a:ext cx="10825" cy="10850"/>
              </a:xfrm>
              <a:custGeom>
                <a:rect b="b" l="l" r="r" t="t"/>
                <a:pathLst>
                  <a:path extrusionOk="0" h="434" w="433">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4"/>
              <p:cNvSpPr/>
              <p:nvPr/>
            </p:nvSpPr>
            <p:spPr>
              <a:xfrm>
                <a:off x="2150600" y="4607400"/>
                <a:ext cx="10750" cy="10850"/>
              </a:xfrm>
              <a:custGeom>
                <a:rect b="b" l="l" r="r" t="t"/>
                <a:pathLst>
                  <a:path extrusionOk="0" h="434" w="430">
                    <a:moveTo>
                      <a:pt x="215" y="1"/>
                    </a:moveTo>
                    <a:cubicBezTo>
                      <a:pt x="96" y="1"/>
                      <a:pt x="1" y="99"/>
                      <a:pt x="1" y="218"/>
                    </a:cubicBezTo>
                    <a:cubicBezTo>
                      <a:pt x="1" y="338"/>
                      <a:pt x="96" y="433"/>
                      <a:pt x="215" y="433"/>
                    </a:cubicBezTo>
                    <a:cubicBezTo>
                      <a:pt x="334" y="433"/>
                      <a:pt x="430" y="338"/>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4"/>
              <p:cNvSpPr/>
              <p:nvPr/>
            </p:nvSpPr>
            <p:spPr>
              <a:xfrm>
                <a:off x="2168575" y="4589425"/>
                <a:ext cx="10825" cy="10850"/>
              </a:xfrm>
              <a:custGeom>
                <a:rect b="b" l="l" r="r" t="t"/>
                <a:pathLst>
                  <a:path extrusionOk="0" h="434" w="433">
                    <a:moveTo>
                      <a:pt x="219" y="0"/>
                    </a:moveTo>
                    <a:cubicBezTo>
                      <a:pt x="96" y="0"/>
                      <a:pt x="0" y="96"/>
                      <a:pt x="0" y="215"/>
                    </a:cubicBezTo>
                    <a:cubicBezTo>
                      <a:pt x="0" y="335"/>
                      <a:pt x="96" y="434"/>
                      <a:pt x="219" y="434"/>
                    </a:cubicBezTo>
                    <a:cubicBezTo>
                      <a:pt x="338" y="434"/>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4"/>
              <p:cNvSpPr/>
              <p:nvPr/>
            </p:nvSpPr>
            <p:spPr>
              <a:xfrm>
                <a:off x="2168575" y="4625450"/>
                <a:ext cx="10825" cy="10850"/>
              </a:xfrm>
              <a:custGeom>
                <a:rect b="b" l="l" r="r" t="t"/>
                <a:pathLst>
                  <a:path extrusionOk="0" h="434" w="433">
                    <a:moveTo>
                      <a:pt x="219" y="1"/>
                    </a:moveTo>
                    <a:cubicBezTo>
                      <a:pt x="96" y="1"/>
                      <a:pt x="0" y="96"/>
                      <a:pt x="0" y="215"/>
                    </a:cubicBezTo>
                    <a:cubicBezTo>
                      <a:pt x="0" y="338"/>
                      <a:pt x="96" y="433"/>
                      <a:pt x="219" y="433"/>
                    </a:cubicBezTo>
                    <a:cubicBezTo>
                      <a:pt x="338" y="433"/>
                      <a:pt x="433" y="338"/>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4"/>
              <p:cNvSpPr/>
              <p:nvPr/>
            </p:nvSpPr>
            <p:spPr>
              <a:xfrm>
                <a:off x="2150600" y="4643500"/>
                <a:ext cx="10750" cy="10750"/>
              </a:xfrm>
              <a:custGeom>
                <a:rect b="b" l="l" r="r" t="t"/>
                <a:pathLst>
                  <a:path extrusionOk="0" h="430" w="430">
                    <a:moveTo>
                      <a:pt x="215" y="1"/>
                    </a:moveTo>
                    <a:cubicBezTo>
                      <a:pt x="96" y="1"/>
                      <a:pt x="1" y="96"/>
                      <a:pt x="1" y="216"/>
                    </a:cubicBezTo>
                    <a:cubicBezTo>
                      <a:pt x="1" y="335"/>
                      <a:pt x="96" y="430"/>
                      <a:pt x="215" y="430"/>
                    </a:cubicBezTo>
                    <a:cubicBezTo>
                      <a:pt x="334" y="430"/>
                      <a:pt x="430" y="335"/>
                      <a:pt x="430" y="216"/>
                    </a:cubicBezTo>
                    <a:cubicBezTo>
                      <a:pt x="430"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4"/>
              <p:cNvSpPr/>
              <p:nvPr/>
            </p:nvSpPr>
            <p:spPr>
              <a:xfrm>
                <a:off x="2150600" y="4679550"/>
                <a:ext cx="10750" cy="10825"/>
              </a:xfrm>
              <a:custGeom>
                <a:rect b="b" l="l" r="r" t="t"/>
                <a:pathLst>
                  <a:path extrusionOk="0" h="433" w="430">
                    <a:moveTo>
                      <a:pt x="215" y="0"/>
                    </a:moveTo>
                    <a:cubicBezTo>
                      <a:pt x="96" y="0"/>
                      <a:pt x="1" y="95"/>
                      <a:pt x="1" y="214"/>
                    </a:cubicBezTo>
                    <a:cubicBezTo>
                      <a:pt x="1" y="334"/>
                      <a:pt x="96" y="433"/>
                      <a:pt x="215" y="433"/>
                    </a:cubicBezTo>
                    <a:cubicBezTo>
                      <a:pt x="334" y="433"/>
                      <a:pt x="430" y="334"/>
                      <a:pt x="430" y="214"/>
                    </a:cubicBezTo>
                    <a:cubicBezTo>
                      <a:pt x="430" y="95"/>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4"/>
              <p:cNvSpPr/>
              <p:nvPr/>
            </p:nvSpPr>
            <p:spPr>
              <a:xfrm>
                <a:off x="2168575" y="4661475"/>
                <a:ext cx="10075" cy="10425"/>
              </a:xfrm>
              <a:custGeom>
                <a:rect b="b" l="l" r="r" t="t"/>
                <a:pathLst>
                  <a:path extrusionOk="0" h="417" w="403">
                    <a:moveTo>
                      <a:pt x="219" y="0"/>
                    </a:moveTo>
                    <a:cubicBezTo>
                      <a:pt x="96" y="0"/>
                      <a:pt x="0" y="96"/>
                      <a:pt x="0" y="219"/>
                    </a:cubicBezTo>
                    <a:cubicBezTo>
                      <a:pt x="0" y="307"/>
                      <a:pt x="58" y="385"/>
                      <a:pt x="137" y="416"/>
                    </a:cubicBezTo>
                    <a:cubicBezTo>
                      <a:pt x="164" y="385"/>
                      <a:pt x="191" y="355"/>
                      <a:pt x="219" y="321"/>
                    </a:cubicBezTo>
                    <a:cubicBezTo>
                      <a:pt x="246" y="286"/>
                      <a:pt x="277" y="253"/>
                      <a:pt x="307" y="219"/>
                    </a:cubicBezTo>
                    <a:cubicBezTo>
                      <a:pt x="338" y="181"/>
                      <a:pt x="368" y="147"/>
                      <a:pt x="403" y="110"/>
                    </a:cubicBezTo>
                    <a:cubicBezTo>
                      <a:pt x="365" y="45"/>
                      <a:pt x="297"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4"/>
              <p:cNvSpPr/>
              <p:nvPr/>
            </p:nvSpPr>
            <p:spPr>
              <a:xfrm>
                <a:off x="2150600" y="4896525"/>
                <a:ext cx="3450" cy="9575"/>
              </a:xfrm>
              <a:custGeom>
                <a:rect b="b" l="l" r="r" t="t"/>
                <a:pathLst>
                  <a:path extrusionOk="0" h="383" w="138">
                    <a:moveTo>
                      <a:pt x="103" y="1"/>
                    </a:moveTo>
                    <a:cubicBezTo>
                      <a:pt x="42" y="42"/>
                      <a:pt x="1" y="107"/>
                      <a:pt x="1" y="185"/>
                    </a:cubicBezTo>
                    <a:cubicBezTo>
                      <a:pt x="1" y="274"/>
                      <a:pt x="55" y="352"/>
                      <a:pt x="137" y="383"/>
                    </a:cubicBezTo>
                    <a:cubicBezTo>
                      <a:pt x="127" y="257"/>
                      <a:pt x="117" y="13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4"/>
              <p:cNvSpPr/>
              <p:nvPr/>
            </p:nvSpPr>
            <p:spPr>
              <a:xfrm>
                <a:off x="2150600" y="4932050"/>
                <a:ext cx="3850" cy="9975"/>
              </a:xfrm>
              <a:custGeom>
                <a:rect b="b" l="l" r="r" t="t"/>
                <a:pathLst>
                  <a:path extrusionOk="0" h="399" w="154">
                    <a:moveTo>
                      <a:pt x="154" y="1"/>
                    </a:moveTo>
                    <a:cubicBezTo>
                      <a:pt x="65" y="28"/>
                      <a:pt x="1" y="106"/>
                      <a:pt x="1" y="205"/>
                    </a:cubicBezTo>
                    <a:cubicBezTo>
                      <a:pt x="1" y="290"/>
                      <a:pt x="51" y="365"/>
                      <a:pt x="123" y="399"/>
                    </a:cubicBezTo>
                    <a:cubicBezTo>
                      <a:pt x="137" y="276"/>
                      <a:pt x="147" y="150"/>
                      <a:pt x="154" y="28"/>
                    </a:cubicBezTo>
                    <a:lnTo>
                      <a:pt x="15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4"/>
              <p:cNvSpPr/>
              <p:nvPr/>
            </p:nvSpPr>
            <p:spPr>
              <a:xfrm>
                <a:off x="2115700" y="4435800"/>
                <a:ext cx="8350" cy="2300"/>
              </a:xfrm>
              <a:custGeom>
                <a:rect b="b" l="l" r="r" t="t"/>
                <a:pathLst>
                  <a:path extrusionOk="0" h="92" w="334">
                    <a:moveTo>
                      <a:pt x="0" y="0"/>
                    </a:moveTo>
                    <a:cubicBezTo>
                      <a:pt x="37" y="54"/>
                      <a:pt x="98" y="92"/>
                      <a:pt x="170" y="92"/>
                    </a:cubicBezTo>
                    <a:cubicBezTo>
                      <a:pt x="238" y="92"/>
                      <a:pt x="293" y="58"/>
                      <a:pt x="334" y="10"/>
                    </a:cubicBez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4"/>
              <p:cNvSpPr/>
              <p:nvPr/>
            </p:nvSpPr>
            <p:spPr>
              <a:xfrm>
                <a:off x="2114475" y="446330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4"/>
              <p:cNvSpPr/>
              <p:nvPr/>
            </p:nvSpPr>
            <p:spPr>
              <a:xfrm>
                <a:off x="2132550" y="4445325"/>
                <a:ext cx="10850" cy="10750"/>
              </a:xfrm>
              <a:custGeom>
                <a:rect b="b" l="l" r="r" t="t"/>
                <a:pathLst>
                  <a:path extrusionOk="0" h="430" w="434">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4"/>
              <p:cNvSpPr/>
              <p:nvPr/>
            </p:nvSpPr>
            <p:spPr>
              <a:xfrm>
                <a:off x="2114475" y="4499325"/>
                <a:ext cx="10850" cy="10825"/>
              </a:xfrm>
              <a:custGeom>
                <a:rect b="b" l="l" r="r" t="t"/>
                <a:pathLst>
                  <a:path extrusionOk="0" h="433" w="434">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4"/>
              <p:cNvSpPr/>
              <p:nvPr/>
            </p:nvSpPr>
            <p:spPr>
              <a:xfrm>
                <a:off x="2132550" y="4481350"/>
                <a:ext cx="10850" cy="10850"/>
              </a:xfrm>
              <a:custGeom>
                <a:rect b="b" l="l" r="r" t="t"/>
                <a:pathLst>
                  <a:path extrusionOk="0" h="434" w="434">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4"/>
              <p:cNvSpPr/>
              <p:nvPr/>
            </p:nvSpPr>
            <p:spPr>
              <a:xfrm>
                <a:off x="2132550" y="4517375"/>
                <a:ext cx="10850" cy="10850"/>
              </a:xfrm>
              <a:custGeom>
                <a:rect b="b" l="l" r="r" t="t"/>
                <a:pathLst>
                  <a:path extrusionOk="0" h="434" w="434">
                    <a:moveTo>
                      <a:pt x="215" y="0"/>
                    </a:moveTo>
                    <a:cubicBezTo>
                      <a:pt x="96" y="0"/>
                      <a:pt x="1" y="96"/>
                      <a:pt x="1" y="215"/>
                    </a:cubicBezTo>
                    <a:cubicBezTo>
                      <a:pt x="1" y="335"/>
                      <a:pt x="96"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4"/>
              <p:cNvSpPr/>
              <p:nvPr/>
            </p:nvSpPr>
            <p:spPr>
              <a:xfrm>
                <a:off x="2114475" y="453535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4"/>
              <p:cNvSpPr/>
              <p:nvPr/>
            </p:nvSpPr>
            <p:spPr>
              <a:xfrm>
                <a:off x="2132550" y="4553400"/>
                <a:ext cx="10850" cy="10850"/>
              </a:xfrm>
              <a:custGeom>
                <a:rect b="b" l="l" r="r" t="t"/>
                <a:pathLst>
                  <a:path extrusionOk="0" h="434" w="434">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4"/>
              <p:cNvSpPr/>
              <p:nvPr/>
            </p:nvSpPr>
            <p:spPr>
              <a:xfrm>
                <a:off x="2114475" y="4571375"/>
                <a:ext cx="10850" cy="10825"/>
              </a:xfrm>
              <a:custGeom>
                <a:rect b="b" l="l" r="r" t="t"/>
                <a:pathLst>
                  <a:path extrusionOk="0" h="433" w="434">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4"/>
              <p:cNvSpPr/>
              <p:nvPr/>
            </p:nvSpPr>
            <p:spPr>
              <a:xfrm>
                <a:off x="2132550" y="4589425"/>
                <a:ext cx="10850" cy="10850"/>
              </a:xfrm>
              <a:custGeom>
                <a:rect b="b" l="l" r="r" t="t"/>
                <a:pathLst>
                  <a:path extrusionOk="0" h="434" w="434">
                    <a:moveTo>
                      <a:pt x="215" y="0"/>
                    </a:moveTo>
                    <a:cubicBezTo>
                      <a:pt x="96" y="0"/>
                      <a:pt x="1" y="96"/>
                      <a:pt x="1" y="215"/>
                    </a:cubicBezTo>
                    <a:cubicBezTo>
                      <a:pt x="1" y="335"/>
                      <a:pt x="96"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4"/>
              <p:cNvSpPr/>
              <p:nvPr/>
            </p:nvSpPr>
            <p:spPr>
              <a:xfrm>
                <a:off x="2114475" y="4607400"/>
                <a:ext cx="10850" cy="10850"/>
              </a:xfrm>
              <a:custGeom>
                <a:rect b="b" l="l" r="r" t="t"/>
                <a:pathLst>
                  <a:path extrusionOk="0" h="434" w="434">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4"/>
              <p:cNvSpPr/>
              <p:nvPr/>
            </p:nvSpPr>
            <p:spPr>
              <a:xfrm>
                <a:off x="2114475" y="4643500"/>
                <a:ext cx="10850" cy="10750"/>
              </a:xfrm>
              <a:custGeom>
                <a:rect b="b" l="l" r="r" t="t"/>
                <a:pathLst>
                  <a:path extrusionOk="0" h="430" w="434">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4"/>
              <p:cNvSpPr/>
              <p:nvPr/>
            </p:nvSpPr>
            <p:spPr>
              <a:xfrm>
                <a:off x="2132550" y="4625450"/>
                <a:ext cx="10850" cy="10850"/>
              </a:xfrm>
              <a:custGeom>
                <a:rect b="b" l="l" r="r" t="t"/>
                <a:pathLst>
                  <a:path extrusionOk="0" h="434" w="434">
                    <a:moveTo>
                      <a:pt x="215" y="1"/>
                    </a:moveTo>
                    <a:cubicBezTo>
                      <a:pt x="96" y="1"/>
                      <a:pt x="1" y="96"/>
                      <a:pt x="1" y="215"/>
                    </a:cubicBezTo>
                    <a:cubicBezTo>
                      <a:pt x="1" y="338"/>
                      <a:pt x="96" y="433"/>
                      <a:pt x="215" y="433"/>
                    </a:cubicBezTo>
                    <a:cubicBezTo>
                      <a:pt x="334" y="433"/>
                      <a:pt x="433" y="338"/>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4"/>
              <p:cNvSpPr/>
              <p:nvPr/>
            </p:nvSpPr>
            <p:spPr>
              <a:xfrm>
                <a:off x="2132550" y="4661475"/>
                <a:ext cx="10850" cy="10850"/>
              </a:xfrm>
              <a:custGeom>
                <a:rect b="b" l="l" r="r" t="t"/>
                <a:pathLst>
                  <a:path extrusionOk="0" h="434" w="434">
                    <a:moveTo>
                      <a:pt x="215" y="0"/>
                    </a:moveTo>
                    <a:cubicBezTo>
                      <a:pt x="96" y="0"/>
                      <a:pt x="1" y="96"/>
                      <a:pt x="1" y="219"/>
                    </a:cubicBezTo>
                    <a:cubicBezTo>
                      <a:pt x="1" y="338"/>
                      <a:pt x="96" y="434"/>
                      <a:pt x="215" y="434"/>
                    </a:cubicBezTo>
                    <a:cubicBezTo>
                      <a:pt x="334" y="434"/>
                      <a:pt x="433" y="338"/>
                      <a:pt x="433" y="219"/>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4"/>
              <p:cNvSpPr/>
              <p:nvPr/>
            </p:nvSpPr>
            <p:spPr>
              <a:xfrm>
                <a:off x="2114475" y="467955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4"/>
              <p:cNvSpPr/>
              <p:nvPr/>
            </p:nvSpPr>
            <p:spPr>
              <a:xfrm>
                <a:off x="2114475" y="471555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4"/>
              <p:cNvSpPr/>
              <p:nvPr/>
            </p:nvSpPr>
            <p:spPr>
              <a:xfrm>
                <a:off x="2132550" y="4697500"/>
                <a:ext cx="10850" cy="10850"/>
              </a:xfrm>
              <a:custGeom>
                <a:rect b="b" l="l" r="r" t="t"/>
                <a:pathLst>
                  <a:path extrusionOk="0" h="434" w="434">
                    <a:moveTo>
                      <a:pt x="215" y="1"/>
                    </a:moveTo>
                    <a:cubicBezTo>
                      <a:pt x="96" y="1"/>
                      <a:pt x="1" y="100"/>
                      <a:pt x="1" y="219"/>
                    </a:cubicBezTo>
                    <a:cubicBezTo>
                      <a:pt x="1" y="338"/>
                      <a:pt x="96"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4"/>
              <p:cNvSpPr/>
              <p:nvPr/>
            </p:nvSpPr>
            <p:spPr>
              <a:xfrm>
                <a:off x="2114475" y="475160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4"/>
              <p:cNvSpPr/>
              <p:nvPr/>
            </p:nvSpPr>
            <p:spPr>
              <a:xfrm>
                <a:off x="2132550" y="4733525"/>
                <a:ext cx="8725" cy="10850"/>
              </a:xfrm>
              <a:custGeom>
                <a:rect b="b" l="l" r="r" t="t"/>
                <a:pathLst>
                  <a:path extrusionOk="0" h="434" w="349">
                    <a:moveTo>
                      <a:pt x="215" y="0"/>
                    </a:moveTo>
                    <a:cubicBezTo>
                      <a:pt x="96" y="0"/>
                      <a:pt x="1" y="99"/>
                      <a:pt x="1" y="219"/>
                    </a:cubicBezTo>
                    <a:cubicBezTo>
                      <a:pt x="1" y="338"/>
                      <a:pt x="96" y="434"/>
                      <a:pt x="215" y="434"/>
                    </a:cubicBezTo>
                    <a:cubicBezTo>
                      <a:pt x="239" y="434"/>
                      <a:pt x="259" y="426"/>
                      <a:pt x="280" y="420"/>
                    </a:cubicBezTo>
                    <a:cubicBezTo>
                      <a:pt x="290" y="355"/>
                      <a:pt x="297" y="287"/>
                      <a:pt x="311" y="219"/>
                    </a:cubicBezTo>
                    <a:cubicBezTo>
                      <a:pt x="311" y="209"/>
                      <a:pt x="314" y="198"/>
                      <a:pt x="314" y="192"/>
                    </a:cubicBezTo>
                    <a:cubicBezTo>
                      <a:pt x="324" y="143"/>
                      <a:pt x="338" y="96"/>
                      <a:pt x="348" y="49"/>
                    </a:cubicBezTo>
                    <a:cubicBezTo>
                      <a:pt x="311" y="21"/>
                      <a:pt x="266"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4"/>
              <p:cNvSpPr/>
              <p:nvPr/>
            </p:nvSpPr>
            <p:spPr>
              <a:xfrm>
                <a:off x="2114475" y="478760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4"/>
              <p:cNvSpPr/>
              <p:nvPr/>
            </p:nvSpPr>
            <p:spPr>
              <a:xfrm>
                <a:off x="2132550" y="4769725"/>
                <a:ext cx="5050" cy="10600"/>
              </a:xfrm>
              <a:custGeom>
                <a:rect b="b" l="l" r="r" t="t"/>
                <a:pathLst>
                  <a:path extrusionOk="0" h="424" w="202">
                    <a:moveTo>
                      <a:pt x="198" y="0"/>
                    </a:moveTo>
                    <a:lnTo>
                      <a:pt x="198" y="0"/>
                    </a:lnTo>
                    <a:cubicBezTo>
                      <a:pt x="86" y="11"/>
                      <a:pt x="1" y="99"/>
                      <a:pt x="1" y="212"/>
                    </a:cubicBezTo>
                    <a:cubicBezTo>
                      <a:pt x="1" y="324"/>
                      <a:pt x="89" y="416"/>
                      <a:pt x="201" y="423"/>
                    </a:cubicBezTo>
                    <a:cubicBezTo>
                      <a:pt x="198" y="355"/>
                      <a:pt x="194" y="283"/>
                      <a:pt x="194" y="212"/>
                    </a:cubicBezTo>
                    <a:cubicBezTo>
                      <a:pt x="194" y="140"/>
                      <a:pt x="194" y="69"/>
                      <a:pt x="1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4"/>
              <p:cNvSpPr/>
              <p:nvPr/>
            </p:nvSpPr>
            <p:spPr>
              <a:xfrm>
                <a:off x="2132550" y="4805575"/>
                <a:ext cx="8300" cy="10850"/>
              </a:xfrm>
              <a:custGeom>
                <a:rect b="b" l="l" r="r" t="t"/>
                <a:pathLst>
                  <a:path extrusionOk="0" h="434" w="332">
                    <a:moveTo>
                      <a:pt x="215" y="0"/>
                    </a:moveTo>
                    <a:cubicBezTo>
                      <a:pt x="96" y="0"/>
                      <a:pt x="1" y="99"/>
                      <a:pt x="1" y="219"/>
                    </a:cubicBezTo>
                    <a:cubicBezTo>
                      <a:pt x="1" y="338"/>
                      <a:pt x="96" y="434"/>
                      <a:pt x="215" y="434"/>
                    </a:cubicBezTo>
                    <a:cubicBezTo>
                      <a:pt x="259" y="434"/>
                      <a:pt x="297" y="420"/>
                      <a:pt x="331" y="396"/>
                    </a:cubicBezTo>
                    <a:cubicBezTo>
                      <a:pt x="320" y="338"/>
                      <a:pt x="314" y="277"/>
                      <a:pt x="303" y="219"/>
                    </a:cubicBezTo>
                    <a:cubicBezTo>
                      <a:pt x="297" y="151"/>
                      <a:pt x="290" y="82"/>
                      <a:pt x="283" y="14"/>
                    </a:cubicBezTo>
                    <a:cubicBezTo>
                      <a:pt x="259" y="8"/>
                      <a:pt x="239"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4"/>
              <p:cNvSpPr/>
              <p:nvPr/>
            </p:nvSpPr>
            <p:spPr>
              <a:xfrm>
                <a:off x="2114475" y="4823650"/>
                <a:ext cx="10850" cy="10825"/>
              </a:xfrm>
              <a:custGeom>
                <a:rect b="b" l="l" r="r" t="t"/>
                <a:pathLst>
                  <a:path extrusionOk="0" h="433" w="434">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4"/>
              <p:cNvSpPr/>
              <p:nvPr/>
            </p:nvSpPr>
            <p:spPr>
              <a:xfrm>
                <a:off x="2132550" y="4841700"/>
                <a:ext cx="10850" cy="10750"/>
              </a:xfrm>
              <a:custGeom>
                <a:rect b="b" l="l" r="r" t="t"/>
                <a:pathLst>
                  <a:path extrusionOk="0" h="430" w="434">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4"/>
              <p:cNvSpPr/>
              <p:nvPr/>
            </p:nvSpPr>
            <p:spPr>
              <a:xfrm>
                <a:off x="2114475" y="4859650"/>
                <a:ext cx="10850" cy="10850"/>
              </a:xfrm>
              <a:custGeom>
                <a:rect b="b" l="l" r="r" t="t"/>
                <a:pathLst>
                  <a:path extrusionOk="0" h="434" w="434">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4"/>
              <p:cNvSpPr/>
              <p:nvPr/>
            </p:nvSpPr>
            <p:spPr>
              <a:xfrm>
                <a:off x="2114475" y="489570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4"/>
              <p:cNvSpPr/>
              <p:nvPr/>
            </p:nvSpPr>
            <p:spPr>
              <a:xfrm>
                <a:off x="2132550" y="4877725"/>
                <a:ext cx="10850" cy="10850"/>
              </a:xfrm>
              <a:custGeom>
                <a:rect b="b" l="l" r="r" t="t"/>
                <a:pathLst>
                  <a:path extrusionOk="0" h="434" w="434">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4"/>
              <p:cNvSpPr/>
              <p:nvPr/>
            </p:nvSpPr>
            <p:spPr>
              <a:xfrm>
                <a:off x="2114475" y="493170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4"/>
              <p:cNvSpPr/>
              <p:nvPr/>
            </p:nvSpPr>
            <p:spPr>
              <a:xfrm>
                <a:off x="2132550" y="4913750"/>
                <a:ext cx="10850" cy="10825"/>
              </a:xfrm>
              <a:custGeom>
                <a:rect b="b" l="l" r="r" t="t"/>
                <a:pathLst>
                  <a:path extrusionOk="0" h="433" w="434">
                    <a:moveTo>
                      <a:pt x="215" y="0"/>
                    </a:moveTo>
                    <a:cubicBezTo>
                      <a:pt x="96" y="0"/>
                      <a:pt x="1" y="96"/>
                      <a:pt x="1" y="215"/>
                    </a:cubicBezTo>
                    <a:cubicBezTo>
                      <a:pt x="1" y="334"/>
                      <a:pt x="96"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4"/>
              <p:cNvSpPr/>
              <p:nvPr/>
            </p:nvSpPr>
            <p:spPr>
              <a:xfrm>
                <a:off x="2114475" y="496775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4"/>
              <p:cNvSpPr/>
              <p:nvPr/>
            </p:nvSpPr>
            <p:spPr>
              <a:xfrm>
                <a:off x="2132550" y="4949775"/>
                <a:ext cx="10850" cy="10850"/>
              </a:xfrm>
              <a:custGeom>
                <a:rect b="b" l="l" r="r" t="t"/>
                <a:pathLst>
                  <a:path extrusionOk="0" h="434" w="434">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4"/>
              <p:cNvSpPr/>
              <p:nvPr/>
            </p:nvSpPr>
            <p:spPr>
              <a:xfrm>
                <a:off x="2132550" y="4985800"/>
                <a:ext cx="9400" cy="10750"/>
              </a:xfrm>
              <a:custGeom>
                <a:rect b="b" l="l" r="r" t="t"/>
                <a:pathLst>
                  <a:path extrusionOk="0" h="430" w="376">
                    <a:moveTo>
                      <a:pt x="215" y="0"/>
                    </a:moveTo>
                    <a:cubicBezTo>
                      <a:pt x="96" y="0"/>
                      <a:pt x="1" y="96"/>
                      <a:pt x="1" y="215"/>
                    </a:cubicBezTo>
                    <a:cubicBezTo>
                      <a:pt x="1" y="327"/>
                      <a:pt x="86" y="420"/>
                      <a:pt x="198" y="430"/>
                    </a:cubicBezTo>
                    <a:cubicBezTo>
                      <a:pt x="205" y="416"/>
                      <a:pt x="212" y="406"/>
                      <a:pt x="215" y="395"/>
                    </a:cubicBezTo>
                    <a:cubicBezTo>
                      <a:pt x="249" y="334"/>
                      <a:pt x="283" y="277"/>
                      <a:pt x="314" y="215"/>
                    </a:cubicBezTo>
                    <a:cubicBezTo>
                      <a:pt x="338" y="170"/>
                      <a:pt x="355" y="120"/>
                      <a:pt x="375" y="72"/>
                    </a:cubicBezTo>
                    <a:cubicBezTo>
                      <a:pt x="338" y="27"/>
                      <a:pt x="280"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4"/>
              <p:cNvSpPr/>
              <p:nvPr/>
            </p:nvSpPr>
            <p:spPr>
              <a:xfrm>
                <a:off x="2114475" y="500375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4"/>
              <p:cNvSpPr/>
              <p:nvPr/>
            </p:nvSpPr>
            <p:spPr>
              <a:xfrm>
                <a:off x="2078900" y="4434675"/>
                <a:ext cx="9900" cy="3425"/>
              </a:xfrm>
              <a:custGeom>
                <a:rect b="b" l="l" r="r" t="t"/>
                <a:pathLst>
                  <a:path extrusionOk="0" h="137" w="396">
                    <a:moveTo>
                      <a:pt x="0" y="1"/>
                    </a:moveTo>
                    <a:lnTo>
                      <a:pt x="0" y="1"/>
                    </a:lnTo>
                    <a:cubicBezTo>
                      <a:pt x="34" y="79"/>
                      <a:pt x="109" y="137"/>
                      <a:pt x="201" y="137"/>
                    </a:cubicBezTo>
                    <a:cubicBezTo>
                      <a:pt x="287" y="137"/>
                      <a:pt x="358" y="86"/>
                      <a:pt x="395" y="14"/>
                    </a:cubicBez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4"/>
              <p:cNvSpPr/>
              <p:nvPr/>
            </p:nvSpPr>
            <p:spPr>
              <a:xfrm>
                <a:off x="2078475" y="446330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4"/>
              <p:cNvSpPr/>
              <p:nvPr/>
            </p:nvSpPr>
            <p:spPr>
              <a:xfrm>
                <a:off x="2096525" y="4445325"/>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4"/>
              <p:cNvSpPr/>
              <p:nvPr/>
            </p:nvSpPr>
            <p:spPr>
              <a:xfrm>
                <a:off x="2078475" y="4499325"/>
                <a:ext cx="10825" cy="10825"/>
              </a:xfrm>
              <a:custGeom>
                <a:rect b="b" l="l" r="r" t="t"/>
                <a:pathLst>
                  <a:path extrusionOk="0" h="433" w="433">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4"/>
              <p:cNvSpPr/>
              <p:nvPr/>
            </p:nvSpPr>
            <p:spPr>
              <a:xfrm>
                <a:off x="2096525" y="448135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4"/>
              <p:cNvSpPr/>
              <p:nvPr/>
            </p:nvSpPr>
            <p:spPr>
              <a:xfrm>
                <a:off x="2096525" y="4517375"/>
                <a:ext cx="10825" cy="10850"/>
              </a:xfrm>
              <a:custGeom>
                <a:rect b="b" l="l" r="r" t="t"/>
                <a:pathLst>
                  <a:path extrusionOk="0" h="434" w="433">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4"/>
              <p:cNvSpPr/>
              <p:nvPr/>
            </p:nvSpPr>
            <p:spPr>
              <a:xfrm>
                <a:off x="2078475" y="453535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4"/>
              <p:cNvSpPr/>
              <p:nvPr/>
            </p:nvSpPr>
            <p:spPr>
              <a:xfrm>
                <a:off x="2078475" y="4571375"/>
                <a:ext cx="10825" cy="10825"/>
              </a:xfrm>
              <a:custGeom>
                <a:rect b="b" l="l" r="r" t="t"/>
                <a:pathLst>
                  <a:path extrusionOk="0" h="433" w="433">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4"/>
              <p:cNvSpPr/>
              <p:nvPr/>
            </p:nvSpPr>
            <p:spPr>
              <a:xfrm>
                <a:off x="2096525" y="455340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4"/>
              <p:cNvSpPr/>
              <p:nvPr/>
            </p:nvSpPr>
            <p:spPr>
              <a:xfrm>
                <a:off x="2078475" y="4607400"/>
                <a:ext cx="10825" cy="10850"/>
              </a:xfrm>
              <a:custGeom>
                <a:rect b="b" l="l" r="r" t="t"/>
                <a:pathLst>
                  <a:path extrusionOk="0" h="434" w="433">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4"/>
              <p:cNvSpPr/>
              <p:nvPr/>
            </p:nvSpPr>
            <p:spPr>
              <a:xfrm>
                <a:off x="2096525" y="4589425"/>
                <a:ext cx="10825" cy="10850"/>
              </a:xfrm>
              <a:custGeom>
                <a:rect b="b" l="l" r="r" t="t"/>
                <a:pathLst>
                  <a:path extrusionOk="0" h="434" w="433">
                    <a:moveTo>
                      <a:pt x="215" y="0"/>
                    </a:moveTo>
                    <a:cubicBezTo>
                      <a:pt x="96" y="0"/>
                      <a:pt x="0" y="96"/>
                      <a:pt x="0" y="215"/>
                    </a:cubicBezTo>
                    <a:cubicBezTo>
                      <a:pt x="0" y="335"/>
                      <a:pt x="96"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4"/>
              <p:cNvSpPr/>
              <p:nvPr/>
            </p:nvSpPr>
            <p:spPr>
              <a:xfrm>
                <a:off x="2096525" y="4625450"/>
                <a:ext cx="10825" cy="10850"/>
              </a:xfrm>
              <a:custGeom>
                <a:rect b="b" l="l" r="r" t="t"/>
                <a:pathLst>
                  <a:path extrusionOk="0" h="434" w="433">
                    <a:moveTo>
                      <a:pt x="215" y="1"/>
                    </a:moveTo>
                    <a:cubicBezTo>
                      <a:pt x="96" y="1"/>
                      <a:pt x="0" y="96"/>
                      <a:pt x="0" y="215"/>
                    </a:cubicBezTo>
                    <a:cubicBezTo>
                      <a:pt x="0" y="338"/>
                      <a:pt x="96" y="433"/>
                      <a:pt x="215" y="433"/>
                    </a:cubicBezTo>
                    <a:cubicBezTo>
                      <a:pt x="334" y="433"/>
                      <a:pt x="433" y="338"/>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4"/>
              <p:cNvSpPr/>
              <p:nvPr/>
            </p:nvSpPr>
            <p:spPr>
              <a:xfrm>
                <a:off x="2078475" y="4643500"/>
                <a:ext cx="10825" cy="10750"/>
              </a:xfrm>
              <a:custGeom>
                <a:rect b="b" l="l" r="r" t="t"/>
                <a:pathLst>
                  <a:path extrusionOk="0" h="430" w="433">
                    <a:moveTo>
                      <a:pt x="218" y="1"/>
                    </a:moveTo>
                    <a:cubicBezTo>
                      <a:pt x="99" y="1"/>
                      <a:pt x="0" y="96"/>
                      <a:pt x="0" y="216"/>
                    </a:cubicBezTo>
                    <a:cubicBezTo>
                      <a:pt x="0" y="335"/>
                      <a:pt x="99" y="430"/>
                      <a:pt x="218" y="430"/>
                    </a:cubicBezTo>
                    <a:cubicBezTo>
                      <a:pt x="337" y="430"/>
                      <a:pt x="433" y="335"/>
                      <a:pt x="433" y="216"/>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4"/>
              <p:cNvSpPr/>
              <p:nvPr/>
            </p:nvSpPr>
            <p:spPr>
              <a:xfrm>
                <a:off x="2078475" y="4679550"/>
                <a:ext cx="10825" cy="10825"/>
              </a:xfrm>
              <a:custGeom>
                <a:rect b="b" l="l" r="r" t="t"/>
                <a:pathLst>
                  <a:path extrusionOk="0" h="433" w="433">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4"/>
              <p:cNvSpPr/>
              <p:nvPr/>
            </p:nvSpPr>
            <p:spPr>
              <a:xfrm>
                <a:off x="2096525" y="4661475"/>
                <a:ext cx="10825" cy="10850"/>
              </a:xfrm>
              <a:custGeom>
                <a:rect b="b" l="l" r="r" t="t"/>
                <a:pathLst>
                  <a:path extrusionOk="0" h="434" w="433">
                    <a:moveTo>
                      <a:pt x="215" y="0"/>
                    </a:moveTo>
                    <a:cubicBezTo>
                      <a:pt x="96" y="0"/>
                      <a:pt x="0" y="96"/>
                      <a:pt x="0" y="219"/>
                    </a:cubicBezTo>
                    <a:cubicBezTo>
                      <a:pt x="0" y="338"/>
                      <a:pt x="96" y="434"/>
                      <a:pt x="215" y="434"/>
                    </a:cubicBezTo>
                    <a:cubicBezTo>
                      <a:pt x="334" y="434"/>
                      <a:pt x="433" y="338"/>
                      <a:pt x="433" y="219"/>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4"/>
              <p:cNvSpPr/>
              <p:nvPr/>
            </p:nvSpPr>
            <p:spPr>
              <a:xfrm>
                <a:off x="2096525" y="4697500"/>
                <a:ext cx="10825" cy="10850"/>
              </a:xfrm>
              <a:custGeom>
                <a:rect b="b" l="l" r="r" t="t"/>
                <a:pathLst>
                  <a:path extrusionOk="0" h="434" w="433">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4"/>
              <p:cNvSpPr/>
              <p:nvPr/>
            </p:nvSpPr>
            <p:spPr>
              <a:xfrm>
                <a:off x="2078475" y="4715550"/>
                <a:ext cx="10825" cy="10850"/>
              </a:xfrm>
              <a:custGeom>
                <a:rect b="b" l="l" r="r" t="t"/>
                <a:pathLst>
                  <a:path extrusionOk="0" h="434" w="433">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4"/>
              <p:cNvSpPr/>
              <p:nvPr/>
            </p:nvSpPr>
            <p:spPr>
              <a:xfrm>
                <a:off x="2078475" y="4751600"/>
                <a:ext cx="10825" cy="10825"/>
              </a:xfrm>
              <a:custGeom>
                <a:rect b="b" l="l" r="r" t="t"/>
                <a:pathLst>
                  <a:path extrusionOk="0" h="433" w="433">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4"/>
              <p:cNvSpPr/>
              <p:nvPr/>
            </p:nvSpPr>
            <p:spPr>
              <a:xfrm>
                <a:off x="2096525" y="4733525"/>
                <a:ext cx="10825" cy="10850"/>
              </a:xfrm>
              <a:custGeom>
                <a:rect b="b" l="l" r="r" t="t"/>
                <a:pathLst>
                  <a:path extrusionOk="0" h="434" w="433">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4"/>
              <p:cNvSpPr/>
              <p:nvPr/>
            </p:nvSpPr>
            <p:spPr>
              <a:xfrm>
                <a:off x="2096525" y="4769550"/>
                <a:ext cx="10825" cy="10850"/>
              </a:xfrm>
              <a:custGeom>
                <a:rect b="b" l="l" r="r" t="t"/>
                <a:pathLst>
                  <a:path extrusionOk="0" h="434" w="433">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4"/>
              <p:cNvSpPr/>
              <p:nvPr/>
            </p:nvSpPr>
            <p:spPr>
              <a:xfrm>
                <a:off x="2078475" y="4787600"/>
                <a:ext cx="10825" cy="10850"/>
              </a:xfrm>
              <a:custGeom>
                <a:rect b="b" l="l" r="r" t="t"/>
                <a:pathLst>
                  <a:path extrusionOk="0" h="434" w="433">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4"/>
              <p:cNvSpPr/>
              <p:nvPr/>
            </p:nvSpPr>
            <p:spPr>
              <a:xfrm>
                <a:off x="2096525" y="4805575"/>
                <a:ext cx="10825" cy="10850"/>
              </a:xfrm>
              <a:custGeom>
                <a:rect b="b" l="l" r="r" t="t"/>
                <a:pathLst>
                  <a:path extrusionOk="0" h="434" w="433">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4"/>
              <p:cNvSpPr/>
              <p:nvPr/>
            </p:nvSpPr>
            <p:spPr>
              <a:xfrm>
                <a:off x="2078475" y="4823650"/>
                <a:ext cx="10825" cy="10825"/>
              </a:xfrm>
              <a:custGeom>
                <a:rect b="b" l="l" r="r" t="t"/>
                <a:pathLst>
                  <a:path extrusionOk="0" h="433" w="433">
                    <a:moveTo>
                      <a:pt x="218" y="0"/>
                    </a:moveTo>
                    <a:cubicBezTo>
                      <a:pt x="99" y="0"/>
                      <a:pt x="0" y="95"/>
                      <a:pt x="0" y="214"/>
                    </a:cubicBezTo>
                    <a:cubicBezTo>
                      <a:pt x="0" y="337"/>
                      <a:pt x="99" y="433"/>
                      <a:pt x="218" y="433"/>
                    </a:cubicBezTo>
                    <a:cubicBezTo>
                      <a:pt x="337" y="433"/>
                      <a:pt x="433" y="337"/>
                      <a:pt x="433" y="214"/>
                    </a:cubicBezTo>
                    <a:cubicBezTo>
                      <a:pt x="433" y="95"/>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4"/>
              <p:cNvSpPr/>
              <p:nvPr/>
            </p:nvSpPr>
            <p:spPr>
              <a:xfrm>
                <a:off x="2096525" y="4841700"/>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4"/>
              <p:cNvSpPr/>
              <p:nvPr/>
            </p:nvSpPr>
            <p:spPr>
              <a:xfrm>
                <a:off x="2078475" y="4859650"/>
                <a:ext cx="10825" cy="10850"/>
              </a:xfrm>
              <a:custGeom>
                <a:rect b="b" l="l" r="r" t="t"/>
                <a:pathLst>
                  <a:path extrusionOk="0" h="434" w="433">
                    <a:moveTo>
                      <a:pt x="218" y="1"/>
                    </a:moveTo>
                    <a:cubicBezTo>
                      <a:pt x="99" y="1"/>
                      <a:pt x="0" y="96"/>
                      <a:pt x="0" y="219"/>
                    </a:cubicBezTo>
                    <a:cubicBezTo>
                      <a:pt x="0" y="338"/>
                      <a:pt x="99" y="433"/>
                      <a:pt x="218" y="433"/>
                    </a:cubicBezTo>
                    <a:cubicBezTo>
                      <a:pt x="337" y="433"/>
                      <a:pt x="433" y="338"/>
                      <a:pt x="433" y="219"/>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4"/>
              <p:cNvSpPr/>
              <p:nvPr/>
            </p:nvSpPr>
            <p:spPr>
              <a:xfrm>
                <a:off x="2096525" y="4877725"/>
                <a:ext cx="10825" cy="10850"/>
              </a:xfrm>
              <a:custGeom>
                <a:rect b="b" l="l" r="r" t="t"/>
                <a:pathLst>
                  <a:path extrusionOk="0" h="434" w="433">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4"/>
              <p:cNvSpPr/>
              <p:nvPr/>
            </p:nvSpPr>
            <p:spPr>
              <a:xfrm>
                <a:off x="2078475" y="4895700"/>
                <a:ext cx="10825" cy="10825"/>
              </a:xfrm>
              <a:custGeom>
                <a:rect b="b" l="l" r="r" t="t"/>
                <a:pathLst>
                  <a:path extrusionOk="0" h="433" w="433">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4"/>
              <p:cNvSpPr/>
              <p:nvPr/>
            </p:nvSpPr>
            <p:spPr>
              <a:xfrm>
                <a:off x="2096525" y="4913750"/>
                <a:ext cx="10825" cy="10825"/>
              </a:xfrm>
              <a:custGeom>
                <a:rect b="b" l="l" r="r" t="t"/>
                <a:pathLst>
                  <a:path extrusionOk="0" h="433" w="433">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4"/>
              <p:cNvSpPr/>
              <p:nvPr/>
            </p:nvSpPr>
            <p:spPr>
              <a:xfrm>
                <a:off x="2078475" y="4931700"/>
                <a:ext cx="10825" cy="10850"/>
              </a:xfrm>
              <a:custGeom>
                <a:rect b="b" l="l" r="r" t="t"/>
                <a:pathLst>
                  <a:path extrusionOk="0" h="434" w="433">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4"/>
              <p:cNvSpPr/>
              <p:nvPr/>
            </p:nvSpPr>
            <p:spPr>
              <a:xfrm>
                <a:off x="2096525" y="4949775"/>
                <a:ext cx="10825" cy="10850"/>
              </a:xfrm>
              <a:custGeom>
                <a:rect b="b" l="l" r="r" t="t"/>
                <a:pathLst>
                  <a:path extrusionOk="0" h="434" w="433">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4"/>
              <p:cNvSpPr/>
              <p:nvPr/>
            </p:nvSpPr>
            <p:spPr>
              <a:xfrm>
                <a:off x="2078475" y="4967750"/>
                <a:ext cx="10825" cy="10825"/>
              </a:xfrm>
              <a:custGeom>
                <a:rect b="b" l="l" r="r" t="t"/>
                <a:pathLst>
                  <a:path extrusionOk="0" h="433" w="433">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4"/>
              <p:cNvSpPr/>
              <p:nvPr/>
            </p:nvSpPr>
            <p:spPr>
              <a:xfrm>
                <a:off x="2096525" y="4985800"/>
                <a:ext cx="10825" cy="10825"/>
              </a:xfrm>
              <a:custGeom>
                <a:rect b="b" l="l" r="r" t="t"/>
                <a:pathLst>
                  <a:path extrusionOk="0" h="433" w="433">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4"/>
              <p:cNvSpPr/>
              <p:nvPr/>
            </p:nvSpPr>
            <p:spPr>
              <a:xfrm>
                <a:off x="2078475" y="5003750"/>
                <a:ext cx="10825" cy="10850"/>
              </a:xfrm>
              <a:custGeom>
                <a:rect b="b" l="l" r="r" t="t"/>
                <a:pathLst>
                  <a:path extrusionOk="0" h="434" w="433">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4"/>
              <p:cNvSpPr/>
              <p:nvPr/>
            </p:nvSpPr>
            <p:spPr>
              <a:xfrm>
                <a:off x="2080950" y="5039875"/>
                <a:ext cx="3500" cy="975"/>
              </a:xfrm>
              <a:custGeom>
                <a:rect b="b" l="l" r="r" t="t"/>
                <a:pathLst>
                  <a:path extrusionOk="0" h="39" w="140">
                    <a:moveTo>
                      <a:pt x="119" y="1"/>
                    </a:moveTo>
                    <a:cubicBezTo>
                      <a:pt x="75" y="1"/>
                      <a:pt x="34" y="15"/>
                      <a:pt x="0" y="38"/>
                    </a:cubicBezTo>
                    <a:cubicBezTo>
                      <a:pt x="48" y="28"/>
                      <a:pt x="92" y="15"/>
                      <a:pt x="139" y="4"/>
                    </a:cubicBezTo>
                    <a:cubicBezTo>
                      <a:pt x="133" y="1"/>
                      <a:pt x="126" y="1"/>
                      <a:pt x="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4"/>
              <p:cNvSpPr/>
              <p:nvPr/>
            </p:nvSpPr>
            <p:spPr>
              <a:xfrm>
                <a:off x="2096525" y="5021825"/>
                <a:ext cx="10825" cy="10850"/>
              </a:xfrm>
              <a:custGeom>
                <a:rect b="b" l="l" r="r" t="t"/>
                <a:pathLst>
                  <a:path extrusionOk="0" h="434" w="433">
                    <a:moveTo>
                      <a:pt x="215" y="1"/>
                    </a:moveTo>
                    <a:cubicBezTo>
                      <a:pt x="96" y="1"/>
                      <a:pt x="0" y="96"/>
                      <a:pt x="0" y="215"/>
                    </a:cubicBezTo>
                    <a:cubicBezTo>
                      <a:pt x="0" y="334"/>
                      <a:pt x="96" y="433"/>
                      <a:pt x="215" y="433"/>
                    </a:cubicBezTo>
                    <a:cubicBezTo>
                      <a:pt x="228" y="433"/>
                      <a:pt x="242" y="426"/>
                      <a:pt x="252" y="426"/>
                    </a:cubicBezTo>
                    <a:cubicBezTo>
                      <a:pt x="297" y="399"/>
                      <a:pt x="341" y="375"/>
                      <a:pt x="382" y="348"/>
                    </a:cubicBezTo>
                    <a:cubicBezTo>
                      <a:pt x="412" y="311"/>
                      <a:pt x="433" y="266"/>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4"/>
              <p:cNvSpPr/>
              <p:nvPr/>
            </p:nvSpPr>
            <p:spPr>
              <a:xfrm>
                <a:off x="2042625" y="4433550"/>
                <a:ext cx="10400" cy="4550"/>
              </a:xfrm>
              <a:custGeom>
                <a:rect b="b" l="l" r="r" t="t"/>
                <a:pathLst>
                  <a:path extrusionOk="0" h="182" w="416">
                    <a:moveTo>
                      <a:pt x="0" y="1"/>
                    </a:moveTo>
                    <a:cubicBezTo>
                      <a:pt x="21" y="103"/>
                      <a:pt x="102" y="182"/>
                      <a:pt x="211" y="182"/>
                    </a:cubicBezTo>
                    <a:cubicBezTo>
                      <a:pt x="313" y="182"/>
                      <a:pt x="395" y="110"/>
                      <a:pt x="416" y="15"/>
                    </a:cubicBez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4"/>
              <p:cNvSpPr/>
              <p:nvPr/>
            </p:nvSpPr>
            <p:spPr>
              <a:xfrm>
                <a:off x="2042425" y="446330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4"/>
              <p:cNvSpPr/>
              <p:nvPr/>
            </p:nvSpPr>
            <p:spPr>
              <a:xfrm>
                <a:off x="2060500" y="4445325"/>
                <a:ext cx="10850" cy="10750"/>
              </a:xfrm>
              <a:custGeom>
                <a:rect b="b" l="l" r="r" t="t"/>
                <a:pathLst>
                  <a:path extrusionOk="0" h="430" w="434">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4"/>
              <p:cNvSpPr/>
              <p:nvPr/>
            </p:nvSpPr>
            <p:spPr>
              <a:xfrm>
                <a:off x="2042425" y="4499325"/>
                <a:ext cx="10850" cy="10825"/>
              </a:xfrm>
              <a:custGeom>
                <a:rect b="b" l="l" r="r" t="t"/>
                <a:pathLst>
                  <a:path extrusionOk="0" h="433" w="434">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4"/>
              <p:cNvSpPr/>
              <p:nvPr/>
            </p:nvSpPr>
            <p:spPr>
              <a:xfrm>
                <a:off x="2060500" y="4481350"/>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4"/>
              <p:cNvSpPr/>
              <p:nvPr/>
            </p:nvSpPr>
            <p:spPr>
              <a:xfrm>
                <a:off x="2042425" y="453535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4"/>
              <p:cNvSpPr/>
              <p:nvPr/>
            </p:nvSpPr>
            <p:spPr>
              <a:xfrm>
                <a:off x="2060500" y="4517375"/>
                <a:ext cx="10850" cy="10850"/>
              </a:xfrm>
              <a:custGeom>
                <a:rect b="b" l="l" r="r" t="t"/>
                <a:pathLst>
                  <a:path extrusionOk="0" h="434" w="434">
                    <a:moveTo>
                      <a:pt x="215" y="0"/>
                    </a:moveTo>
                    <a:cubicBezTo>
                      <a:pt x="95" y="0"/>
                      <a:pt x="1" y="96"/>
                      <a:pt x="1" y="215"/>
                    </a:cubicBezTo>
                    <a:cubicBezTo>
                      <a:pt x="1" y="335"/>
                      <a:pt x="95"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4"/>
              <p:cNvSpPr/>
              <p:nvPr/>
            </p:nvSpPr>
            <p:spPr>
              <a:xfrm>
                <a:off x="2060500" y="4553400"/>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4"/>
              <p:cNvSpPr/>
              <p:nvPr/>
            </p:nvSpPr>
            <p:spPr>
              <a:xfrm>
                <a:off x="2024725" y="4589425"/>
                <a:ext cx="10575" cy="10850"/>
              </a:xfrm>
              <a:custGeom>
                <a:rect b="b" l="l" r="r" t="t"/>
                <a:pathLst>
                  <a:path extrusionOk="0" h="434" w="423">
                    <a:moveTo>
                      <a:pt x="205" y="0"/>
                    </a:moveTo>
                    <a:cubicBezTo>
                      <a:pt x="106" y="0"/>
                      <a:pt x="28" y="69"/>
                      <a:pt x="1" y="157"/>
                    </a:cubicBezTo>
                    <a:lnTo>
                      <a:pt x="1" y="215"/>
                    </a:lnTo>
                    <a:cubicBezTo>
                      <a:pt x="1" y="239"/>
                      <a:pt x="1" y="259"/>
                      <a:pt x="4" y="280"/>
                    </a:cubicBezTo>
                    <a:cubicBezTo>
                      <a:pt x="31" y="368"/>
                      <a:pt x="110" y="434"/>
                      <a:pt x="205" y="434"/>
                    </a:cubicBezTo>
                    <a:cubicBezTo>
                      <a:pt x="324" y="434"/>
                      <a:pt x="423" y="335"/>
                      <a:pt x="423" y="215"/>
                    </a:cubicBezTo>
                    <a:cubicBezTo>
                      <a:pt x="423" y="96"/>
                      <a:pt x="324" y="0"/>
                      <a:pt x="2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4"/>
              <p:cNvSpPr/>
              <p:nvPr/>
            </p:nvSpPr>
            <p:spPr>
              <a:xfrm>
                <a:off x="2042425" y="4571375"/>
                <a:ext cx="10850" cy="10825"/>
              </a:xfrm>
              <a:custGeom>
                <a:rect b="b" l="l" r="r" t="t"/>
                <a:pathLst>
                  <a:path extrusionOk="0" h="433" w="434">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4"/>
              <p:cNvSpPr/>
              <p:nvPr/>
            </p:nvSpPr>
            <p:spPr>
              <a:xfrm>
                <a:off x="2042425" y="4607400"/>
                <a:ext cx="10850" cy="10850"/>
              </a:xfrm>
              <a:custGeom>
                <a:rect b="b" l="l" r="r" t="t"/>
                <a:pathLst>
                  <a:path extrusionOk="0" h="434" w="434">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4"/>
              <p:cNvSpPr/>
              <p:nvPr/>
            </p:nvSpPr>
            <p:spPr>
              <a:xfrm>
                <a:off x="2060500" y="4589425"/>
                <a:ext cx="10850" cy="10850"/>
              </a:xfrm>
              <a:custGeom>
                <a:rect b="b" l="l" r="r" t="t"/>
                <a:pathLst>
                  <a:path extrusionOk="0" h="434" w="434">
                    <a:moveTo>
                      <a:pt x="215" y="0"/>
                    </a:moveTo>
                    <a:cubicBezTo>
                      <a:pt x="95" y="0"/>
                      <a:pt x="1" y="96"/>
                      <a:pt x="1" y="215"/>
                    </a:cubicBezTo>
                    <a:cubicBezTo>
                      <a:pt x="1" y="335"/>
                      <a:pt x="95"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4"/>
              <p:cNvSpPr/>
              <p:nvPr/>
            </p:nvSpPr>
            <p:spPr>
              <a:xfrm>
                <a:off x="2025050" y="4625450"/>
                <a:ext cx="10250" cy="10850"/>
              </a:xfrm>
              <a:custGeom>
                <a:rect b="b" l="l" r="r" t="t"/>
                <a:pathLst>
                  <a:path extrusionOk="0" h="434" w="410">
                    <a:moveTo>
                      <a:pt x="192" y="1"/>
                    </a:moveTo>
                    <a:cubicBezTo>
                      <a:pt x="106" y="1"/>
                      <a:pt x="35" y="51"/>
                      <a:pt x="1" y="123"/>
                    </a:cubicBezTo>
                    <a:lnTo>
                      <a:pt x="1" y="215"/>
                    </a:lnTo>
                    <a:lnTo>
                      <a:pt x="1" y="314"/>
                    </a:lnTo>
                    <a:cubicBezTo>
                      <a:pt x="39" y="382"/>
                      <a:pt x="110" y="433"/>
                      <a:pt x="192" y="433"/>
                    </a:cubicBezTo>
                    <a:cubicBezTo>
                      <a:pt x="311" y="433"/>
                      <a:pt x="410" y="338"/>
                      <a:pt x="410" y="215"/>
                    </a:cubicBezTo>
                    <a:cubicBezTo>
                      <a:pt x="410" y="96"/>
                      <a:pt x="311" y="1"/>
                      <a:pt x="1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4"/>
              <p:cNvSpPr/>
              <p:nvPr/>
            </p:nvSpPr>
            <p:spPr>
              <a:xfrm>
                <a:off x="2042425" y="4643500"/>
                <a:ext cx="10850" cy="10750"/>
              </a:xfrm>
              <a:custGeom>
                <a:rect b="b" l="l" r="r" t="t"/>
                <a:pathLst>
                  <a:path extrusionOk="0" h="430" w="434">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4"/>
              <p:cNvSpPr/>
              <p:nvPr/>
            </p:nvSpPr>
            <p:spPr>
              <a:xfrm>
                <a:off x="2060500" y="4625450"/>
                <a:ext cx="10850" cy="10850"/>
              </a:xfrm>
              <a:custGeom>
                <a:rect b="b" l="l" r="r" t="t"/>
                <a:pathLst>
                  <a:path extrusionOk="0" h="434" w="434">
                    <a:moveTo>
                      <a:pt x="215" y="1"/>
                    </a:moveTo>
                    <a:cubicBezTo>
                      <a:pt x="95" y="1"/>
                      <a:pt x="1" y="96"/>
                      <a:pt x="1" y="215"/>
                    </a:cubicBezTo>
                    <a:cubicBezTo>
                      <a:pt x="1" y="338"/>
                      <a:pt x="95" y="433"/>
                      <a:pt x="215" y="433"/>
                    </a:cubicBezTo>
                    <a:cubicBezTo>
                      <a:pt x="334" y="433"/>
                      <a:pt x="433" y="338"/>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4"/>
              <p:cNvSpPr/>
              <p:nvPr/>
            </p:nvSpPr>
            <p:spPr>
              <a:xfrm>
                <a:off x="2025325" y="4661475"/>
                <a:ext cx="9975" cy="10850"/>
              </a:xfrm>
              <a:custGeom>
                <a:rect b="b" l="l" r="r" t="t"/>
                <a:pathLst>
                  <a:path extrusionOk="0" h="434" w="399">
                    <a:moveTo>
                      <a:pt x="181" y="0"/>
                    </a:moveTo>
                    <a:cubicBezTo>
                      <a:pt x="106" y="0"/>
                      <a:pt x="41" y="45"/>
                      <a:pt x="1" y="102"/>
                    </a:cubicBezTo>
                    <a:cubicBezTo>
                      <a:pt x="1" y="140"/>
                      <a:pt x="4" y="181"/>
                      <a:pt x="4" y="219"/>
                    </a:cubicBezTo>
                    <a:lnTo>
                      <a:pt x="4" y="331"/>
                    </a:lnTo>
                    <a:cubicBezTo>
                      <a:pt x="41" y="393"/>
                      <a:pt x="106" y="434"/>
                      <a:pt x="181" y="434"/>
                    </a:cubicBezTo>
                    <a:cubicBezTo>
                      <a:pt x="300" y="434"/>
                      <a:pt x="399" y="338"/>
                      <a:pt x="399" y="219"/>
                    </a:cubicBezTo>
                    <a:cubicBezTo>
                      <a:pt x="399" y="96"/>
                      <a:pt x="300" y="0"/>
                      <a:pt x="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4"/>
              <p:cNvSpPr/>
              <p:nvPr/>
            </p:nvSpPr>
            <p:spPr>
              <a:xfrm>
                <a:off x="2060500" y="4661475"/>
                <a:ext cx="10850" cy="10850"/>
              </a:xfrm>
              <a:custGeom>
                <a:rect b="b" l="l" r="r" t="t"/>
                <a:pathLst>
                  <a:path extrusionOk="0" h="434" w="434">
                    <a:moveTo>
                      <a:pt x="215" y="0"/>
                    </a:moveTo>
                    <a:cubicBezTo>
                      <a:pt x="95" y="0"/>
                      <a:pt x="1" y="96"/>
                      <a:pt x="1" y="219"/>
                    </a:cubicBezTo>
                    <a:cubicBezTo>
                      <a:pt x="1" y="338"/>
                      <a:pt x="95" y="434"/>
                      <a:pt x="215" y="434"/>
                    </a:cubicBezTo>
                    <a:cubicBezTo>
                      <a:pt x="334" y="434"/>
                      <a:pt x="433" y="338"/>
                      <a:pt x="433" y="219"/>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4"/>
              <p:cNvSpPr/>
              <p:nvPr/>
            </p:nvSpPr>
            <p:spPr>
              <a:xfrm>
                <a:off x="2025650" y="4697500"/>
                <a:ext cx="9650" cy="10850"/>
              </a:xfrm>
              <a:custGeom>
                <a:rect b="b" l="l" r="r" t="t"/>
                <a:pathLst>
                  <a:path extrusionOk="0" h="434" w="386">
                    <a:moveTo>
                      <a:pt x="168" y="1"/>
                    </a:moveTo>
                    <a:cubicBezTo>
                      <a:pt x="100" y="1"/>
                      <a:pt x="42" y="35"/>
                      <a:pt x="1" y="86"/>
                    </a:cubicBezTo>
                    <a:lnTo>
                      <a:pt x="1" y="219"/>
                    </a:lnTo>
                    <a:cubicBezTo>
                      <a:pt x="1" y="263"/>
                      <a:pt x="5" y="307"/>
                      <a:pt x="5" y="351"/>
                    </a:cubicBezTo>
                    <a:cubicBezTo>
                      <a:pt x="42" y="399"/>
                      <a:pt x="100" y="433"/>
                      <a:pt x="168" y="433"/>
                    </a:cubicBezTo>
                    <a:cubicBezTo>
                      <a:pt x="287" y="433"/>
                      <a:pt x="386" y="338"/>
                      <a:pt x="386" y="219"/>
                    </a:cubicBezTo>
                    <a:cubicBezTo>
                      <a:pt x="386" y="100"/>
                      <a:pt x="287" y="1"/>
                      <a:pt x="1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4"/>
              <p:cNvSpPr/>
              <p:nvPr/>
            </p:nvSpPr>
            <p:spPr>
              <a:xfrm>
                <a:off x="2042425" y="467955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4"/>
              <p:cNvSpPr/>
              <p:nvPr/>
            </p:nvSpPr>
            <p:spPr>
              <a:xfrm>
                <a:off x="2060500" y="4697500"/>
                <a:ext cx="10850" cy="10850"/>
              </a:xfrm>
              <a:custGeom>
                <a:rect b="b" l="l" r="r" t="t"/>
                <a:pathLst>
                  <a:path extrusionOk="0" h="434" w="434">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4"/>
              <p:cNvSpPr/>
              <p:nvPr/>
            </p:nvSpPr>
            <p:spPr>
              <a:xfrm>
                <a:off x="2026000" y="4733525"/>
                <a:ext cx="9300" cy="10850"/>
              </a:xfrm>
              <a:custGeom>
                <a:rect b="b" l="l" r="r" t="t"/>
                <a:pathLst>
                  <a:path extrusionOk="0" h="434" w="372">
                    <a:moveTo>
                      <a:pt x="154" y="0"/>
                    </a:moveTo>
                    <a:cubicBezTo>
                      <a:pt x="93" y="0"/>
                      <a:pt x="38" y="28"/>
                      <a:pt x="1" y="69"/>
                    </a:cubicBezTo>
                    <a:lnTo>
                      <a:pt x="1" y="219"/>
                    </a:lnTo>
                    <a:lnTo>
                      <a:pt x="1" y="372"/>
                    </a:lnTo>
                    <a:cubicBezTo>
                      <a:pt x="41" y="409"/>
                      <a:pt x="96" y="434"/>
                      <a:pt x="154" y="434"/>
                    </a:cubicBezTo>
                    <a:cubicBezTo>
                      <a:pt x="273" y="434"/>
                      <a:pt x="372" y="338"/>
                      <a:pt x="372" y="219"/>
                    </a:cubicBezTo>
                    <a:cubicBezTo>
                      <a:pt x="372" y="99"/>
                      <a:pt x="273"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4"/>
              <p:cNvSpPr/>
              <p:nvPr/>
            </p:nvSpPr>
            <p:spPr>
              <a:xfrm>
                <a:off x="2042425" y="471555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4"/>
              <p:cNvSpPr/>
              <p:nvPr/>
            </p:nvSpPr>
            <p:spPr>
              <a:xfrm>
                <a:off x="2042425" y="475160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4"/>
              <p:cNvSpPr/>
              <p:nvPr/>
            </p:nvSpPr>
            <p:spPr>
              <a:xfrm>
                <a:off x="2026275" y="4769550"/>
                <a:ext cx="9025" cy="10850"/>
              </a:xfrm>
              <a:custGeom>
                <a:rect b="b" l="l" r="r" t="t"/>
                <a:pathLst>
                  <a:path extrusionOk="0" h="434" w="361">
                    <a:moveTo>
                      <a:pt x="143" y="1"/>
                    </a:moveTo>
                    <a:cubicBezTo>
                      <a:pt x="88" y="1"/>
                      <a:pt x="37" y="25"/>
                      <a:pt x="0" y="59"/>
                    </a:cubicBezTo>
                    <a:cubicBezTo>
                      <a:pt x="0" y="113"/>
                      <a:pt x="0" y="164"/>
                      <a:pt x="3" y="219"/>
                    </a:cubicBezTo>
                    <a:lnTo>
                      <a:pt x="3" y="379"/>
                    </a:lnTo>
                    <a:cubicBezTo>
                      <a:pt x="41" y="413"/>
                      <a:pt x="88" y="433"/>
                      <a:pt x="143" y="433"/>
                    </a:cubicBezTo>
                    <a:cubicBezTo>
                      <a:pt x="262" y="433"/>
                      <a:pt x="361" y="338"/>
                      <a:pt x="361" y="219"/>
                    </a:cubicBezTo>
                    <a:cubicBezTo>
                      <a:pt x="361" y="100"/>
                      <a:pt x="262" y="1"/>
                      <a:pt x="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4"/>
              <p:cNvSpPr/>
              <p:nvPr/>
            </p:nvSpPr>
            <p:spPr>
              <a:xfrm>
                <a:off x="2060500" y="4733525"/>
                <a:ext cx="10850" cy="10850"/>
              </a:xfrm>
              <a:custGeom>
                <a:rect b="b" l="l" r="r" t="t"/>
                <a:pathLst>
                  <a:path extrusionOk="0" h="434" w="434">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4"/>
              <p:cNvSpPr/>
              <p:nvPr/>
            </p:nvSpPr>
            <p:spPr>
              <a:xfrm>
                <a:off x="2042425" y="478760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4"/>
              <p:cNvSpPr/>
              <p:nvPr/>
            </p:nvSpPr>
            <p:spPr>
              <a:xfrm>
                <a:off x="2060500" y="4769550"/>
                <a:ext cx="10850" cy="10850"/>
              </a:xfrm>
              <a:custGeom>
                <a:rect b="b" l="l" r="r" t="t"/>
                <a:pathLst>
                  <a:path extrusionOk="0" h="434" w="434">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4"/>
              <p:cNvSpPr/>
              <p:nvPr/>
            </p:nvSpPr>
            <p:spPr>
              <a:xfrm>
                <a:off x="2026600" y="4805575"/>
                <a:ext cx="8700" cy="10850"/>
              </a:xfrm>
              <a:custGeom>
                <a:rect b="b" l="l" r="r" t="t"/>
                <a:pathLst>
                  <a:path extrusionOk="0" h="434" w="348">
                    <a:moveTo>
                      <a:pt x="130" y="0"/>
                    </a:moveTo>
                    <a:cubicBezTo>
                      <a:pt x="79" y="0"/>
                      <a:pt x="38" y="21"/>
                      <a:pt x="0" y="52"/>
                    </a:cubicBezTo>
                    <a:lnTo>
                      <a:pt x="0" y="219"/>
                    </a:lnTo>
                    <a:cubicBezTo>
                      <a:pt x="0" y="277"/>
                      <a:pt x="4" y="332"/>
                      <a:pt x="4" y="389"/>
                    </a:cubicBezTo>
                    <a:cubicBezTo>
                      <a:pt x="38" y="417"/>
                      <a:pt x="82" y="434"/>
                      <a:pt x="130" y="434"/>
                    </a:cubicBezTo>
                    <a:cubicBezTo>
                      <a:pt x="249" y="434"/>
                      <a:pt x="348" y="338"/>
                      <a:pt x="348" y="219"/>
                    </a:cubicBezTo>
                    <a:cubicBezTo>
                      <a:pt x="348" y="99"/>
                      <a:pt x="249" y="0"/>
                      <a:pt x="1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4"/>
              <p:cNvSpPr/>
              <p:nvPr/>
            </p:nvSpPr>
            <p:spPr>
              <a:xfrm>
                <a:off x="2060500" y="4805575"/>
                <a:ext cx="10850" cy="10850"/>
              </a:xfrm>
              <a:custGeom>
                <a:rect b="b" l="l" r="r" t="t"/>
                <a:pathLst>
                  <a:path extrusionOk="0" h="434" w="434">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4"/>
              <p:cNvSpPr/>
              <p:nvPr/>
            </p:nvSpPr>
            <p:spPr>
              <a:xfrm>
                <a:off x="2026850" y="4841700"/>
                <a:ext cx="8450" cy="10750"/>
              </a:xfrm>
              <a:custGeom>
                <a:rect b="b" l="l" r="r" t="t"/>
                <a:pathLst>
                  <a:path extrusionOk="0" h="430" w="338">
                    <a:moveTo>
                      <a:pt x="120" y="0"/>
                    </a:moveTo>
                    <a:cubicBezTo>
                      <a:pt x="75" y="0"/>
                      <a:pt x="38" y="14"/>
                      <a:pt x="1" y="38"/>
                    </a:cubicBezTo>
                    <a:cubicBezTo>
                      <a:pt x="4" y="96"/>
                      <a:pt x="4" y="157"/>
                      <a:pt x="4" y="215"/>
                    </a:cubicBezTo>
                    <a:lnTo>
                      <a:pt x="4" y="392"/>
                    </a:lnTo>
                    <a:cubicBezTo>
                      <a:pt x="38" y="415"/>
                      <a:pt x="75" y="429"/>
                      <a:pt x="120" y="429"/>
                    </a:cubicBezTo>
                    <a:cubicBezTo>
                      <a:pt x="239" y="429"/>
                      <a:pt x="338" y="334"/>
                      <a:pt x="338" y="215"/>
                    </a:cubicBezTo>
                    <a:cubicBezTo>
                      <a:pt x="338" y="96"/>
                      <a:pt x="239" y="0"/>
                      <a:pt x="1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4"/>
              <p:cNvSpPr/>
              <p:nvPr/>
            </p:nvSpPr>
            <p:spPr>
              <a:xfrm>
                <a:off x="2042425" y="4823650"/>
                <a:ext cx="10850" cy="10825"/>
              </a:xfrm>
              <a:custGeom>
                <a:rect b="b" l="l" r="r" t="t"/>
                <a:pathLst>
                  <a:path extrusionOk="0" h="433" w="434">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4"/>
              <p:cNvSpPr/>
              <p:nvPr/>
            </p:nvSpPr>
            <p:spPr>
              <a:xfrm>
                <a:off x="2027175" y="4877725"/>
                <a:ext cx="8125" cy="10850"/>
              </a:xfrm>
              <a:custGeom>
                <a:rect b="b" l="l" r="r" t="t"/>
                <a:pathLst>
                  <a:path extrusionOk="0" h="434" w="325">
                    <a:moveTo>
                      <a:pt x="107" y="1"/>
                    </a:moveTo>
                    <a:cubicBezTo>
                      <a:pt x="70" y="1"/>
                      <a:pt x="32" y="14"/>
                      <a:pt x="1" y="31"/>
                    </a:cubicBezTo>
                    <a:cubicBezTo>
                      <a:pt x="1" y="92"/>
                      <a:pt x="1" y="153"/>
                      <a:pt x="5" y="215"/>
                    </a:cubicBezTo>
                    <a:lnTo>
                      <a:pt x="5" y="402"/>
                    </a:lnTo>
                    <a:cubicBezTo>
                      <a:pt x="35" y="419"/>
                      <a:pt x="70" y="433"/>
                      <a:pt x="107" y="433"/>
                    </a:cubicBezTo>
                    <a:cubicBezTo>
                      <a:pt x="226" y="433"/>
                      <a:pt x="325" y="334"/>
                      <a:pt x="325" y="215"/>
                    </a:cubicBezTo>
                    <a:cubicBezTo>
                      <a:pt x="325" y="95"/>
                      <a:pt x="226" y="1"/>
                      <a:pt x="1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4"/>
              <p:cNvSpPr/>
              <p:nvPr/>
            </p:nvSpPr>
            <p:spPr>
              <a:xfrm>
                <a:off x="2042425" y="4859650"/>
                <a:ext cx="10850" cy="10850"/>
              </a:xfrm>
              <a:custGeom>
                <a:rect b="b" l="l" r="r" t="t"/>
                <a:pathLst>
                  <a:path extrusionOk="0" h="434" w="434">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4"/>
              <p:cNvSpPr/>
              <p:nvPr/>
            </p:nvSpPr>
            <p:spPr>
              <a:xfrm>
                <a:off x="2060500" y="4841700"/>
                <a:ext cx="10850" cy="10750"/>
              </a:xfrm>
              <a:custGeom>
                <a:rect b="b" l="l" r="r" t="t"/>
                <a:pathLst>
                  <a:path extrusionOk="0" h="430" w="434">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4"/>
              <p:cNvSpPr/>
              <p:nvPr/>
            </p:nvSpPr>
            <p:spPr>
              <a:xfrm>
                <a:off x="2060500" y="4877725"/>
                <a:ext cx="10850" cy="10850"/>
              </a:xfrm>
              <a:custGeom>
                <a:rect b="b" l="l" r="r" t="t"/>
                <a:pathLst>
                  <a:path extrusionOk="0" h="434" w="434">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4"/>
              <p:cNvSpPr/>
              <p:nvPr/>
            </p:nvSpPr>
            <p:spPr>
              <a:xfrm>
                <a:off x="2027525" y="4913750"/>
                <a:ext cx="7775" cy="10825"/>
              </a:xfrm>
              <a:custGeom>
                <a:rect b="b" l="l" r="r" t="t"/>
                <a:pathLst>
                  <a:path extrusionOk="0" h="433" w="311">
                    <a:moveTo>
                      <a:pt x="93" y="0"/>
                    </a:moveTo>
                    <a:cubicBezTo>
                      <a:pt x="59" y="0"/>
                      <a:pt x="28" y="7"/>
                      <a:pt x="1" y="24"/>
                    </a:cubicBezTo>
                    <a:lnTo>
                      <a:pt x="1" y="215"/>
                    </a:lnTo>
                    <a:cubicBezTo>
                      <a:pt x="1" y="280"/>
                      <a:pt x="4" y="344"/>
                      <a:pt x="4" y="409"/>
                    </a:cubicBezTo>
                    <a:cubicBezTo>
                      <a:pt x="32" y="423"/>
                      <a:pt x="62" y="433"/>
                      <a:pt x="93" y="433"/>
                    </a:cubicBezTo>
                    <a:cubicBezTo>
                      <a:pt x="212" y="433"/>
                      <a:pt x="311" y="334"/>
                      <a:pt x="311" y="215"/>
                    </a:cubicBezTo>
                    <a:cubicBezTo>
                      <a:pt x="311" y="96"/>
                      <a:pt x="212" y="0"/>
                      <a:pt x="9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4"/>
              <p:cNvSpPr/>
              <p:nvPr/>
            </p:nvSpPr>
            <p:spPr>
              <a:xfrm>
                <a:off x="2042425" y="489570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4"/>
              <p:cNvSpPr/>
              <p:nvPr/>
            </p:nvSpPr>
            <p:spPr>
              <a:xfrm>
                <a:off x="2027800" y="4949775"/>
                <a:ext cx="7500" cy="10850"/>
              </a:xfrm>
              <a:custGeom>
                <a:rect b="b" l="l" r="r" t="t"/>
                <a:pathLst>
                  <a:path extrusionOk="0" h="434" w="300">
                    <a:moveTo>
                      <a:pt x="82" y="1"/>
                    </a:moveTo>
                    <a:cubicBezTo>
                      <a:pt x="54" y="1"/>
                      <a:pt x="27" y="7"/>
                      <a:pt x="0" y="17"/>
                    </a:cubicBezTo>
                    <a:cubicBezTo>
                      <a:pt x="4" y="82"/>
                      <a:pt x="4" y="150"/>
                      <a:pt x="4" y="215"/>
                    </a:cubicBezTo>
                    <a:lnTo>
                      <a:pt x="4" y="416"/>
                    </a:lnTo>
                    <a:cubicBezTo>
                      <a:pt x="31" y="426"/>
                      <a:pt x="54" y="433"/>
                      <a:pt x="82" y="433"/>
                    </a:cubicBezTo>
                    <a:cubicBezTo>
                      <a:pt x="201" y="433"/>
                      <a:pt x="300" y="334"/>
                      <a:pt x="300" y="215"/>
                    </a:cubicBezTo>
                    <a:cubicBezTo>
                      <a:pt x="300" y="95"/>
                      <a:pt x="201" y="1"/>
                      <a:pt x="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4"/>
              <p:cNvSpPr/>
              <p:nvPr/>
            </p:nvSpPr>
            <p:spPr>
              <a:xfrm>
                <a:off x="2042425" y="493170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4"/>
              <p:cNvSpPr/>
              <p:nvPr/>
            </p:nvSpPr>
            <p:spPr>
              <a:xfrm>
                <a:off x="2060500" y="4913750"/>
                <a:ext cx="10850" cy="10825"/>
              </a:xfrm>
              <a:custGeom>
                <a:rect b="b" l="l" r="r" t="t"/>
                <a:pathLst>
                  <a:path extrusionOk="0" h="433" w="434">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4"/>
              <p:cNvSpPr/>
              <p:nvPr/>
            </p:nvSpPr>
            <p:spPr>
              <a:xfrm>
                <a:off x="2028125" y="4985800"/>
                <a:ext cx="7175" cy="10825"/>
              </a:xfrm>
              <a:custGeom>
                <a:rect b="b" l="l" r="r" t="t"/>
                <a:pathLst>
                  <a:path extrusionOk="0" h="433" w="287">
                    <a:moveTo>
                      <a:pt x="69" y="0"/>
                    </a:moveTo>
                    <a:cubicBezTo>
                      <a:pt x="45" y="0"/>
                      <a:pt x="21" y="7"/>
                      <a:pt x="1" y="14"/>
                    </a:cubicBezTo>
                    <a:cubicBezTo>
                      <a:pt x="1" y="82"/>
                      <a:pt x="1" y="150"/>
                      <a:pt x="4" y="215"/>
                    </a:cubicBezTo>
                    <a:lnTo>
                      <a:pt x="4" y="420"/>
                    </a:lnTo>
                    <a:cubicBezTo>
                      <a:pt x="24" y="426"/>
                      <a:pt x="45" y="433"/>
                      <a:pt x="69" y="433"/>
                    </a:cubicBezTo>
                    <a:cubicBezTo>
                      <a:pt x="188" y="433"/>
                      <a:pt x="287" y="334"/>
                      <a:pt x="287" y="215"/>
                    </a:cubicBezTo>
                    <a:cubicBezTo>
                      <a:pt x="287" y="96"/>
                      <a:pt x="188" y="0"/>
                      <a:pt x="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4"/>
              <p:cNvSpPr/>
              <p:nvPr/>
            </p:nvSpPr>
            <p:spPr>
              <a:xfrm>
                <a:off x="2060500" y="4949775"/>
                <a:ext cx="10850" cy="10850"/>
              </a:xfrm>
              <a:custGeom>
                <a:rect b="b" l="l" r="r" t="t"/>
                <a:pathLst>
                  <a:path extrusionOk="0" h="434" w="434">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4"/>
              <p:cNvSpPr/>
              <p:nvPr/>
            </p:nvSpPr>
            <p:spPr>
              <a:xfrm>
                <a:off x="2042425" y="496775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4"/>
              <p:cNvSpPr/>
              <p:nvPr/>
            </p:nvSpPr>
            <p:spPr>
              <a:xfrm>
                <a:off x="2028475" y="5021825"/>
                <a:ext cx="6825" cy="10850"/>
              </a:xfrm>
              <a:custGeom>
                <a:rect b="b" l="l" r="r" t="t"/>
                <a:pathLst>
                  <a:path extrusionOk="0" h="434" w="273">
                    <a:moveTo>
                      <a:pt x="55" y="1"/>
                    </a:moveTo>
                    <a:cubicBezTo>
                      <a:pt x="35" y="1"/>
                      <a:pt x="18" y="7"/>
                      <a:pt x="0" y="11"/>
                    </a:cubicBezTo>
                    <a:lnTo>
                      <a:pt x="0" y="215"/>
                    </a:lnTo>
                    <a:cubicBezTo>
                      <a:pt x="0" y="287"/>
                      <a:pt x="4" y="355"/>
                      <a:pt x="4" y="423"/>
                    </a:cubicBezTo>
                    <a:cubicBezTo>
                      <a:pt x="21" y="426"/>
                      <a:pt x="38" y="433"/>
                      <a:pt x="55" y="433"/>
                    </a:cubicBezTo>
                    <a:cubicBezTo>
                      <a:pt x="174" y="433"/>
                      <a:pt x="273" y="334"/>
                      <a:pt x="273" y="215"/>
                    </a:cubicBezTo>
                    <a:cubicBezTo>
                      <a:pt x="273" y="96"/>
                      <a:pt x="174" y="1"/>
                      <a:pt x="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4"/>
              <p:cNvSpPr/>
              <p:nvPr/>
            </p:nvSpPr>
            <p:spPr>
              <a:xfrm>
                <a:off x="2042425" y="500375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4"/>
              <p:cNvSpPr/>
              <p:nvPr/>
            </p:nvSpPr>
            <p:spPr>
              <a:xfrm>
                <a:off x="2060500" y="4985800"/>
                <a:ext cx="10850" cy="10825"/>
              </a:xfrm>
              <a:custGeom>
                <a:rect b="b" l="l" r="r" t="t"/>
                <a:pathLst>
                  <a:path extrusionOk="0" h="433" w="434">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4"/>
              <p:cNvSpPr/>
              <p:nvPr/>
            </p:nvSpPr>
            <p:spPr>
              <a:xfrm>
                <a:off x="2045675" y="5039875"/>
                <a:ext cx="6250" cy="1900"/>
              </a:xfrm>
              <a:custGeom>
                <a:rect b="b" l="l" r="r" t="t"/>
                <a:pathLst>
                  <a:path extrusionOk="0" h="76" w="250">
                    <a:moveTo>
                      <a:pt x="89" y="1"/>
                    </a:moveTo>
                    <a:cubicBezTo>
                      <a:pt x="55" y="1"/>
                      <a:pt x="28" y="7"/>
                      <a:pt x="1" y="18"/>
                    </a:cubicBezTo>
                    <a:cubicBezTo>
                      <a:pt x="83" y="42"/>
                      <a:pt x="164" y="62"/>
                      <a:pt x="249" y="76"/>
                    </a:cubicBezTo>
                    <a:cubicBezTo>
                      <a:pt x="212" y="28"/>
                      <a:pt x="154" y="1"/>
                      <a:pt x="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4"/>
              <p:cNvSpPr/>
              <p:nvPr/>
            </p:nvSpPr>
            <p:spPr>
              <a:xfrm>
                <a:off x="2060500" y="5021825"/>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4"/>
              <p:cNvSpPr/>
              <p:nvPr/>
            </p:nvSpPr>
            <p:spPr>
              <a:xfrm>
                <a:off x="2024475" y="4445325"/>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4"/>
              <p:cNvSpPr/>
              <p:nvPr/>
            </p:nvSpPr>
            <p:spPr>
              <a:xfrm>
                <a:off x="2024475" y="448135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4"/>
              <p:cNvSpPr/>
              <p:nvPr/>
            </p:nvSpPr>
            <p:spPr>
              <a:xfrm>
                <a:off x="2024475" y="4517375"/>
                <a:ext cx="10825" cy="10850"/>
              </a:xfrm>
              <a:custGeom>
                <a:rect b="b" l="l" r="r" t="t"/>
                <a:pathLst>
                  <a:path extrusionOk="0" h="434" w="433">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4"/>
              <p:cNvSpPr/>
              <p:nvPr/>
            </p:nvSpPr>
            <p:spPr>
              <a:xfrm>
                <a:off x="2024475" y="455340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20" name="Google Shape;1320;p24"/>
          <p:cNvSpPr txBox="1"/>
          <p:nvPr>
            <p:ph idx="15" type="subTitle"/>
          </p:nvPr>
        </p:nvSpPr>
        <p:spPr>
          <a:xfrm>
            <a:off x="1331509" y="175686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ITLE_1">
    <p:bg>
      <p:bgPr>
        <a:solidFill>
          <a:schemeClr val="accent1"/>
        </a:solidFill>
      </p:bgPr>
    </p:bg>
    <p:spTree>
      <p:nvGrpSpPr>
        <p:cNvPr id="1321" name="Shape 1321"/>
        <p:cNvGrpSpPr/>
        <p:nvPr/>
      </p:nvGrpSpPr>
      <p:grpSpPr>
        <a:xfrm>
          <a:off x="0" y="0"/>
          <a:ext cx="0" cy="0"/>
          <a:chOff x="0" y="0"/>
          <a:chExt cx="0" cy="0"/>
        </a:xfrm>
      </p:grpSpPr>
      <p:sp>
        <p:nvSpPr>
          <p:cNvPr id="1322" name="Google Shape;1322;p25"/>
          <p:cNvSpPr txBox="1"/>
          <p:nvPr>
            <p:ph type="ctrTitle"/>
          </p:nvPr>
        </p:nvSpPr>
        <p:spPr>
          <a:xfrm>
            <a:off x="914400" y="1126912"/>
            <a:ext cx="3651600" cy="11598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Font typeface="Staatliches"/>
              <a:buNone/>
              <a:defRPr sz="4800">
                <a:solidFill>
                  <a:srgbClr val="FFFFFF"/>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23" name="Google Shape;1323;p25"/>
          <p:cNvSpPr txBox="1"/>
          <p:nvPr>
            <p:ph idx="1" type="subTitle"/>
          </p:nvPr>
        </p:nvSpPr>
        <p:spPr>
          <a:xfrm>
            <a:off x="914400" y="2608180"/>
            <a:ext cx="3651600" cy="121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Font typeface="Roboto Condensed Light"/>
              <a:buNone/>
              <a:defRPr sz="1400"/>
            </a:lvl1pPr>
            <a:lvl2pPr lvl="1"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9pPr>
          </a:lstStyle>
          <a:p/>
        </p:txBody>
      </p:sp>
      <p:sp>
        <p:nvSpPr>
          <p:cNvPr id="1324" name="Google Shape;1324;p25"/>
          <p:cNvSpPr txBox="1"/>
          <p:nvPr/>
        </p:nvSpPr>
        <p:spPr>
          <a:xfrm>
            <a:off x="888381" y="3681550"/>
            <a:ext cx="3439500" cy="1101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300"/>
              </a:spcBef>
              <a:spcAft>
                <a:spcPts val="0"/>
              </a:spcAft>
              <a:buNone/>
            </a:pPr>
            <a:r>
              <a:rPr lang="en" sz="1200">
                <a:solidFill>
                  <a:srgbClr val="FFFFFF"/>
                </a:solidFill>
                <a:latin typeface="Lato"/>
                <a:ea typeface="Lato"/>
                <a:cs typeface="Lato"/>
                <a:sym typeface="Lato"/>
              </a:rPr>
              <a:t>CREDITS: This presentation template was created by </a:t>
            </a:r>
            <a:r>
              <a:rPr b="1" lang="en" sz="1200">
                <a:solidFill>
                  <a:srgbClr val="FFFFFF"/>
                </a:solidFill>
                <a:uFill>
                  <a:noFill/>
                </a:uFill>
                <a:latin typeface="Lato"/>
                <a:ea typeface="Lato"/>
                <a:cs typeface="Lato"/>
                <a:sym typeface="Lato"/>
                <a:hlinkClick r:id="rId2">
                  <a:extLst>
                    <a:ext uri="{A12FA001-AC4F-418D-AE19-62706E023703}">
                      <ahyp:hlinkClr val="tx"/>
                    </a:ext>
                  </a:extLst>
                </a:hlinkClick>
              </a:rPr>
              <a:t>Slidesgo</a:t>
            </a:r>
            <a:r>
              <a:rPr lang="en" sz="1200">
                <a:solidFill>
                  <a:srgbClr val="FFFFFF"/>
                </a:solidFill>
                <a:latin typeface="Lato"/>
                <a:ea typeface="Lato"/>
                <a:cs typeface="Lato"/>
                <a:sym typeface="Lato"/>
              </a:rPr>
              <a:t>, including icons by </a:t>
            </a:r>
            <a:r>
              <a:rPr b="1" lang="en" sz="1200">
                <a:solidFill>
                  <a:srgbClr val="FFFFFF"/>
                </a:solidFill>
                <a:uFill>
                  <a:noFill/>
                </a:uFill>
                <a:latin typeface="Lato"/>
                <a:ea typeface="Lato"/>
                <a:cs typeface="Lato"/>
                <a:sym typeface="Lato"/>
                <a:hlinkClick r:id="rId3">
                  <a:extLst>
                    <a:ext uri="{A12FA001-AC4F-418D-AE19-62706E023703}">
                      <ahyp:hlinkClr val="tx"/>
                    </a:ext>
                  </a:extLst>
                </a:hlinkClick>
              </a:rPr>
              <a:t>Flaticon</a:t>
            </a:r>
            <a:r>
              <a:rPr lang="en" sz="1200">
                <a:solidFill>
                  <a:srgbClr val="FFFFFF"/>
                </a:solidFill>
                <a:latin typeface="Lato"/>
                <a:ea typeface="Lato"/>
                <a:cs typeface="Lato"/>
                <a:sym typeface="Lato"/>
              </a:rPr>
              <a:t>, and infographics &amp; images by </a:t>
            </a:r>
            <a:r>
              <a:rPr b="1" lang="en" sz="1200">
                <a:solidFill>
                  <a:srgbClr val="FFFFFF"/>
                </a:solidFill>
                <a:uFill>
                  <a:noFill/>
                </a:uFill>
                <a:latin typeface="Lato"/>
                <a:ea typeface="Lato"/>
                <a:cs typeface="Lato"/>
                <a:sym typeface="Lato"/>
                <a:hlinkClick r:id="rId4">
                  <a:extLst>
                    <a:ext uri="{A12FA001-AC4F-418D-AE19-62706E023703}">
                      <ahyp:hlinkClr val="tx"/>
                    </a:ext>
                  </a:extLst>
                </a:hlinkClick>
              </a:rPr>
              <a:t>Freepik</a:t>
            </a:r>
            <a:r>
              <a:rPr lang="en" sz="1200">
                <a:solidFill>
                  <a:srgbClr val="FFFFFF"/>
                </a:solidFill>
                <a:latin typeface="Lato"/>
                <a:ea typeface="Lato"/>
                <a:cs typeface="Lato"/>
                <a:sym typeface="Lato"/>
              </a:rPr>
              <a:t>. </a:t>
            </a:r>
            <a:endParaRPr sz="1200">
              <a:solidFill>
                <a:srgbClr val="FFFFFF"/>
              </a:solidFill>
              <a:latin typeface="Lato"/>
              <a:ea typeface="Lato"/>
              <a:cs typeface="Lato"/>
              <a:sym typeface="Lato"/>
            </a:endParaRPr>
          </a:p>
          <a:p>
            <a:pPr indent="0" lvl="0" marL="0" rtl="0" algn="l">
              <a:lnSpc>
                <a:spcPct val="115000"/>
              </a:lnSpc>
              <a:spcBef>
                <a:spcPts val="300"/>
              </a:spcBef>
              <a:spcAft>
                <a:spcPts val="0"/>
              </a:spcAft>
              <a:buNone/>
            </a:pPr>
            <a:r>
              <a:t/>
            </a:r>
            <a:endParaRPr sz="1200">
              <a:solidFill>
                <a:srgbClr val="FFFFFF"/>
              </a:solidFill>
              <a:latin typeface="Lato"/>
              <a:ea typeface="Lato"/>
              <a:cs typeface="Lato"/>
              <a:sym typeface="Lato"/>
            </a:endParaRPr>
          </a:p>
          <a:p>
            <a:pPr indent="0" lvl="0" marL="0" rtl="0" algn="l">
              <a:spcBef>
                <a:spcPts val="0"/>
              </a:spcBef>
              <a:spcAft>
                <a:spcPts val="0"/>
              </a:spcAft>
              <a:buNone/>
            </a:pPr>
            <a:r>
              <a:t/>
            </a:r>
            <a:endParaRPr sz="1200">
              <a:solidFill>
                <a:srgbClr val="FFFFFF"/>
              </a:solidFill>
              <a:latin typeface="Lato"/>
              <a:ea typeface="Lato"/>
              <a:cs typeface="Lato"/>
              <a:sym typeface="Lato"/>
            </a:endParaRPr>
          </a:p>
        </p:txBody>
      </p:sp>
      <p:sp>
        <p:nvSpPr>
          <p:cNvPr id="1325" name="Google Shape;1325;p25"/>
          <p:cNvSpPr/>
          <p:nvPr/>
        </p:nvSpPr>
        <p:spPr>
          <a:xfrm flipH="1" rot="10800000">
            <a:off x="4366399" y="335155"/>
            <a:ext cx="3758237" cy="4824215"/>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5"/>
          <p:cNvSpPr/>
          <p:nvPr/>
        </p:nvSpPr>
        <p:spPr>
          <a:xfrm flipH="1" rot="10800000">
            <a:off x="4323086" y="4314893"/>
            <a:ext cx="2068144" cy="844477"/>
          </a:xfrm>
          <a:custGeom>
            <a:rect b="b" l="l" r="r" t="t"/>
            <a:pathLst>
              <a:path extrusionOk="0" h="9870" w="27216">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5"/>
          <p:cNvSpPr/>
          <p:nvPr/>
        </p:nvSpPr>
        <p:spPr>
          <a:xfrm flipH="1" rot="10800000">
            <a:off x="3363131" y="-81230"/>
            <a:ext cx="2800232" cy="1123659"/>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5"/>
          <p:cNvSpPr/>
          <p:nvPr/>
        </p:nvSpPr>
        <p:spPr>
          <a:xfrm flipH="1" rot="10800000">
            <a:off x="7314957" y="222473"/>
            <a:ext cx="1969585" cy="4936898"/>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5"/>
          <p:cNvSpPr/>
          <p:nvPr/>
        </p:nvSpPr>
        <p:spPr>
          <a:xfrm flipH="1" rot="10800000">
            <a:off x="2493374" y="-81232"/>
            <a:ext cx="3958471" cy="1281175"/>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5"/>
          <p:cNvSpPr/>
          <p:nvPr/>
        </p:nvSpPr>
        <p:spPr>
          <a:xfrm flipH="1" rot="10800000">
            <a:off x="3363131" y="-81227"/>
            <a:ext cx="2800232" cy="738468"/>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5"/>
          <p:cNvSpPr/>
          <p:nvPr/>
        </p:nvSpPr>
        <p:spPr>
          <a:xfrm flipH="1" rot="10800000">
            <a:off x="6530534" y="703175"/>
            <a:ext cx="1115229"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32" name="Google Shape;1332;p25"/>
          <p:cNvPicPr preferRelativeResize="0"/>
          <p:nvPr/>
        </p:nvPicPr>
        <p:blipFill>
          <a:blip r:embed="rId5">
            <a:alphaModFix/>
          </a:blip>
          <a:stretch>
            <a:fillRect/>
          </a:stretch>
        </p:blipFill>
        <p:spPr>
          <a:xfrm>
            <a:off x="4089400" y="2457450"/>
            <a:ext cx="5587997" cy="3143248"/>
          </a:xfrm>
          <a:prstGeom prst="rect">
            <a:avLst/>
          </a:prstGeom>
          <a:noFill/>
          <a:ln>
            <a:noFill/>
          </a:ln>
        </p:spPr>
      </p:pic>
      <p:pic>
        <p:nvPicPr>
          <p:cNvPr id="1333" name="Google Shape;1333;p25"/>
          <p:cNvPicPr preferRelativeResize="0"/>
          <p:nvPr/>
        </p:nvPicPr>
        <p:blipFill>
          <a:blip r:embed="rId6">
            <a:alphaModFix/>
          </a:blip>
          <a:stretch>
            <a:fillRect/>
          </a:stretch>
        </p:blipFill>
        <p:spPr>
          <a:xfrm>
            <a:off x="4905374" y="-152400"/>
            <a:ext cx="4467226" cy="251282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bg>
      <p:bgPr>
        <a:solidFill>
          <a:schemeClr val="accent2"/>
        </a:solidFill>
      </p:bgPr>
    </p:bg>
    <p:spTree>
      <p:nvGrpSpPr>
        <p:cNvPr id="1334" name="Shape 1334"/>
        <p:cNvGrpSpPr/>
        <p:nvPr/>
      </p:nvGrpSpPr>
      <p:grpSpPr>
        <a:xfrm>
          <a:off x="0" y="0"/>
          <a:ext cx="0" cy="0"/>
          <a:chOff x="0" y="0"/>
          <a:chExt cx="0" cy="0"/>
        </a:xfrm>
      </p:grpSpPr>
      <p:pic>
        <p:nvPicPr>
          <p:cNvPr id="1335" name="Google Shape;1335;p26"/>
          <p:cNvPicPr preferRelativeResize="0"/>
          <p:nvPr/>
        </p:nvPicPr>
        <p:blipFill rotWithShape="1">
          <a:blip r:embed="rId2">
            <a:alphaModFix/>
          </a:blip>
          <a:srcRect b="0" l="30159" r="11269" t="0"/>
          <a:stretch/>
        </p:blipFill>
        <p:spPr>
          <a:xfrm>
            <a:off x="6989200" y="-504825"/>
            <a:ext cx="2419373" cy="2323453"/>
          </a:xfrm>
          <a:prstGeom prst="rect">
            <a:avLst/>
          </a:prstGeom>
          <a:noFill/>
          <a:ln>
            <a:noFill/>
          </a:ln>
        </p:spPr>
      </p:pic>
      <p:sp>
        <p:nvSpPr>
          <p:cNvPr id="1336" name="Google Shape;1336;p26"/>
          <p:cNvSpPr txBox="1"/>
          <p:nvPr>
            <p:ph type="title"/>
          </p:nvPr>
        </p:nvSpPr>
        <p:spPr>
          <a:xfrm>
            <a:off x="1606114" y="1182607"/>
            <a:ext cx="5943600" cy="3200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7200">
                <a:solidFill>
                  <a:srgbClr val="FFFFFF"/>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7" name="Google Shape;1337;p26"/>
          <p:cNvSpPr/>
          <p:nvPr/>
        </p:nvSpPr>
        <p:spPr>
          <a:xfrm rot="-1367296">
            <a:off x="-275194" y="4012351"/>
            <a:ext cx="1004493" cy="118337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6"/>
          <p:cNvSpPr/>
          <p:nvPr/>
        </p:nvSpPr>
        <p:spPr>
          <a:xfrm flipH="1">
            <a:off x="-1028710" y="44331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6"/>
          <p:cNvSpPr/>
          <p:nvPr/>
        </p:nvSpPr>
        <p:spPr>
          <a:xfrm rot="-6757373">
            <a:off x="-455518" y="312304"/>
            <a:ext cx="1004486" cy="118336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6"/>
          <p:cNvSpPr/>
          <p:nvPr/>
        </p:nvSpPr>
        <p:spPr>
          <a:xfrm rot="-9377702">
            <a:off x="-262311" y="-637304"/>
            <a:ext cx="2150190" cy="2278942"/>
          </a:xfrm>
          <a:custGeom>
            <a:rect b="b" l="l" r="r" t="t"/>
            <a:pathLst>
              <a:path extrusionOk="0" h="44554" w="37180">
                <a:moveTo>
                  <a:pt x="27786" y="0"/>
                </a:moveTo>
                <a:cubicBezTo>
                  <a:pt x="24969" y="3347"/>
                  <a:pt x="24958" y="8209"/>
                  <a:pt x="23557" y="12382"/>
                </a:cubicBezTo>
                <a:cubicBezTo>
                  <a:pt x="21980" y="17084"/>
                  <a:pt x="18515" y="21019"/>
                  <a:pt x="14327" y="23676"/>
                </a:cubicBezTo>
                <a:cubicBezTo>
                  <a:pt x="10400" y="26173"/>
                  <a:pt x="5653" y="27775"/>
                  <a:pt x="2944" y="31561"/>
                </a:cubicBezTo>
                <a:cubicBezTo>
                  <a:pt x="1949" y="32947"/>
                  <a:pt x="1294" y="34553"/>
                  <a:pt x="798" y="36188"/>
                </a:cubicBezTo>
                <a:cubicBezTo>
                  <a:pt x="336" y="37712"/>
                  <a:pt x="0" y="39289"/>
                  <a:pt x="38" y="40880"/>
                </a:cubicBezTo>
                <a:cubicBezTo>
                  <a:pt x="71" y="42154"/>
                  <a:pt x="347" y="43387"/>
                  <a:pt x="817" y="44553"/>
                </a:cubicBezTo>
                <a:lnTo>
                  <a:pt x="37179" y="44553"/>
                </a:lnTo>
                <a:lnTo>
                  <a:pt x="3717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6"/>
          <p:cNvSpPr/>
          <p:nvPr/>
        </p:nvSpPr>
        <p:spPr>
          <a:xfrm rot="-3371401">
            <a:off x="8078731" y="-548232"/>
            <a:ext cx="1004487" cy="1183374"/>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6"/>
          <p:cNvSpPr/>
          <p:nvPr/>
        </p:nvSpPr>
        <p:spPr>
          <a:xfrm rot="-4335824">
            <a:off x="7567586" y="-1492275"/>
            <a:ext cx="2150167" cy="2278960"/>
          </a:xfrm>
          <a:custGeom>
            <a:rect b="b" l="l" r="r" t="t"/>
            <a:pathLst>
              <a:path extrusionOk="0" h="44554" w="37180">
                <a:moveTo>
                  <a:pt x="27786" y="0"/>
                </a:moveTo>
                <a:cubicBezTo>
                  <a:pt x="24969" y="3347"/>
                  <a:pt x="24958" y="8209"/>
                  <a:pt x="23557" y="12382"/>
                </a:cubicBezTo>
                <a:cubicBezTo>
                  <a:pt x="21980" y="17084"/>
                  <a:pt x="18515" y="21019"/>
                  <a:pt x="14327" y="23676"/>
                </a:cubicBezTo>
                <a:cubicBezTo>
                  <a:pt x="10400" y="26173"/>
                  <a:pt x="5653" y="27775"/>
                  <a:pt x="2944" y="31561"/>
                </a:cubicBezTo>
                <a:cubicBezTo>
                  <a:pt x="1949" y="32947"/>
                  <a:pt x="1294" y="34553"/>
                  <a:pt x="798" y="36188"/>
                </a:cubicBezTo>
                <a:cubicBezTo>
                  <a:pt x="336" y="37712"/>
                  <a:pt x="0" y="39289"/>
                  <a:pt x="38" y="40880"/>
                </a:cubicBezTo>
                <a:cubicBezTo>
                  <a:pt x="71" y="42154"/>
                  <a:pt x="347" y="43387"/>
                  <a:pt x="817" y="44553"/>
                </a:cubicBezTo>
                <a:lnTo>
                  <a:pt x="37179" y="44553"/>
                </a:lnTo>
                <a:lnTo>
                  <a:pt x="3717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6"/>
          <p:cNvSpPr/>
          <p:nvPr/>
        </p:nvSpPr>
        <p:spPr>
          <a:xfrm flipH="1">
            <a:off x="6993440" y="42908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6"/>
          <p:cNvSpPr/>
          <p:nvPr/>
        </p:nvSpPr>
        <p:spPr>
          <a:xfrm>
            <a:off x="6529813" y="4336457"/>
            <a:ext cx="2878771" cy="827501"/>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6"/>
          <p:cNvSpPr/>
          <p:nvPr/>
        </p:nvSpPr>
        <p:spPr>
          <a:xfrm>
            <a:off x="7162315" y="4686980"/>
            <a:ext cx="2036507" cy="476978"/>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6" name="Google Shape;1346;p26"/>
          <p:cNvPicPr preferRelativeResize="0"/>
          <p:nvPr/>
        </p:nvPicPr>
        <p:blipFill>
          <a:blip r:embed="rId3">
            <a:alphaModFix/>
          </a:blip>
          <a:stretch>
            <a:fillRect/>
          </a:stretch>
        </p:blipFill>
        <p:spPr>
          <a:xfrm>
            <a:off x="-533400" y="-483400"/>
            <a:ext cx="3105101" cy="1746625"/>
          </a:xfrm>
          <a:prstGeom prst="rect">
            <a:avLst/>
          </a:prstGeom>
          <a:noFill/>
          <a:ln>
            <a:noFill/>
          </a:ln>
        </p:spPr>
      </p:pic>
      <p:pic>
        <p:nvPicPr>
          <p:cNvPr id="1347" name="Google Shape;1347;p26"/>
          <p:cNvPicPr preferRelativeResize="0"/>
          <p:nvPr/>
        </p:nvPicPr>
        <p:blipFill rotWithShape="1">
          <a:blip r:embed="rId4">
            <a:alphaModFix/>
          </a:blip>
          <a:srcRect b="0" l="0" r="46635" t="0"/>
          <a:stretch/>
        </p:blipFill>
        <p:spPr>
          <a:xfrm>
            <a:off x="-237075" y="3105150"/>
            <a:ext cx="2132554" cy="2247901"/>
          </a:xfrm>
          <a:prstGeom prst="rect">
            <a:avLst/>
          </a:prstGeom>
          <a:noFill/>
          <a:ln>
            <a:noFill/>
          </a:ln>
        </p:spPr>
      </p:pic>
      <p:pic>
        <p:nvPicPr>
          <p:cNvPr id="1348" name="Google Shape;1348;p26"/>
          <p:cNvPicPr preferRelativeResize="0"/>
          <p:nvPr/>
        </p:nvPicPr>
        <p:blipFill>
          <a:blip r:embed="rId5">
            <a:alphaModFix/>
          </a:blip>
          <a:stretch>
            <a:fillRect/>
          </a:stretch>
        </p:blipFill>
        <p:spPr>
          <a:xfrm>
            <a:off x="7625924" y="4475325"/>
            <a:ext cx="1594272" cy="896773"/>
          </a:xfrm>
          <a:prstGeom prst="rect">
            <a:avLst/>
          </a:prstGeom>
          <a:noFill/>
          <a:ln>
            <a:noFill/>
          </a:ln>
        </p:spPr>
      </p:pic>
    </p:spTree>
  </p:cSld>
  <p:clrMapOvr>
    <a:masterClrMapping/>
  </p:clrMapOvr>
  <p:extLst>
    <p:ext uri="{DCECCB84-F9BA-43D5-87BE-67443E8EF086}">
      <p15:sldGuideLst>
        <p15:guide id="1" orient="horz" pos="316">
          <p15:clr>
            <a:srgbClr val="FA7B17"/>
          </p15:clr>
        </p15:guide>
        <p15:guide id="2" orient="horz" pos="2982">
          <p15:clr>
            <a:srgbClr val="FA7B17"/>
          </p15:clr>
        </p15:guide>
        <p15:guide id="3" pos="288">
          <p15:clr>
            <a:srgbClr val="FA7B17"/>
          </p15:clr>
        </p15:guide>
        <p15:guide id="4" pos="4554">
          <p15:clr>
            <a:srgbClr val="FA7B17"/>
          </p15:clr>
        </p15:guide>
        <p15:guide id="5" pos="5226">
          <p15:clr>
            <a:srgbClr val="FA7B17"/>
          </p15:clr>
        </p15:guide>
        <p15:guide id="6" pos="1421">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1_1">
    <p:bg>
      <p:bgPr>
        <a:solidFill>
          <a:srgbClr val="F7F8FC"/>
        </a:solidFill>
      </p:bgPr>
    </p:bg>
    <p:spTree>
      <p:nvGrpSpPr>
        <p:cNvPr id="1349" name="Shape 1349"/>
        <p:cNvGrpSpPr/>
        <p:nvPr/>
      </p:nvGrpSpPr>
      <p:grpSpPr>
        <a:xfrm>
          <a:off x="0" y="0"/>
          <a:ext cx="0" cy="0"/>
          <a:chOff x="0" y="0"/>
          <a:chExt cx="0" cy="0"/>
        </a:xfrm>
      </p:grpSpPr>
      <p:sp>
        <p:nvSpPr>
          <p:cNvPr id="1350" name="Google Shape;1350;p27"/>
          <p:cNvSpPr txBox="1"/>
          <p:nvPr>
            <p:ph type="title"/>
          </p:nvPr>
        </p:nvSpPr>
        <p:spPr>
          <a:xfrm>
            <a:off x="899550" y="503388"/>
            <a:ext cx="7344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51" name="Google Shape;1351;p27"/>
          <p:cNvSpPr txBox="1"/>
          <p:nvPr>
            <p:ph idx="1" type="body"/>
          </p:nvPr>
        </p:nvSpPr>
        <p:spPr>
          <a:xfrm>
            <a:off x="720663" y="1832800"/>
            <a:ext cx="3851400" cy="2605800"/>
          </a:xfrm>
          <a:prstGeom prst="rect">
            <a:avLst/>
          </a:prstGeom>
        </p:spPr>
        <p:txBody>
          <a:bodyPr anchorCtr="0" anchor="t" bIns="91425" lIns="91425" spcFirstLastPara="1" rIns="91425" wrap="square" tIns="91425">
            <a:noAutofit/>
          </a:bodyPr>
          <a:lstStyle>
            <a:lvl1pPr indent="-304800" lvl="0" marL="457200" marR="50800" rtl="0">
              <a:lnSpc>
                <a:spcPct val="166000"/>
              </a:lnSpc>
              <a:spcBef>
                <a:spcPts val="0"/>
              </a:spcBef>
              <a:spcAft>
                <a:spcPts val="0"/>
              </a:spcAft>
              <a:buClr>
                <a:srgbClr val="FFFFFF"/>
              </a:buClr>
              <a:buSzPts val="1200"/>
              <a:buChar char="●"/>
              <a:defRPr sz="1100" u="sng"/>
            </a:lvl1pPr>
            <a:lvl2pPr indent="-304800" lvl="1" marL="914400" rtl="0">
              <a:spcBef>
                <a:spcPts val="0"/>
              </a:spcBef>
              <a:spcAft>
                <a:spcPts val="0"/>
              </a:spcAft>
              <a:buClr>
                <a:srgbClr val="FFFFFF"/>
              </a:buClr>
              <a:buSzPts val="1200"/>
              <a:buChar char="○"/>
              <a:defRPr/>
            </a:lvl2pPr>
            <a:lvl3pPr indent="-304800" lvl="2" marL="1371600" rtl="0">
              <a:spcBef>
                <a:spcPts val="1600"/>
              </a:spcBef>
              <a:spcAft>
                <a:spcPts val="0"/>
              </a:spcAft>
              <a:buClr>
                <a:srgbClr val="FFFFFF"/>
              </a:buClr>
              <a:buSzPts val="1200"/>
              <a:buChar char="■"/>
              <a:defRPr/>
            </a:lvl3pPr>
            <a:lvl4pPr indent="-304800" lvl="3" marL="1828800" rtl="0">
              <a:spcBef>
                <a:spcPts val="1600"/>
              </a:spcBef>
              <a:spcAft>
                <a:spcPts val="0"/>
              </a:spcAft>
              <a:buClr>
                <a:srgbClr val="FFFFFF"/>
              </a:buClr>
              <a:buSzPts val="1200"/>
              <a:buChar char="●"/>
              <a:defRPr/>
            </a:lvl4pPr>
            <a:lvl5pPr indent="-304800" lvl="4" marL="2286000" rtl="0">
              <a:spcBef>
                <a:spcPts val="1600"/>
              </a:spcBef>
              <a:spcAft>
                <a:spcPts val="0"/>
              </a:spcAft>
              <a:buClr>
                <a:srgbClr val="FFFFFF"/>
              </a:buClr>
              <a:buSzPts val="1200"/>
              <a:buChar char="○"/>
              <a:defRPr/>
            </a:lvl5pPr>
            <a:lvl6pPr indent="-304800" lvl="5" marL="2743200" rtl="0">
              <a:spcBef>
                <a:spcPts val="1600"/>
              </a:spcBef>
              <a:spcAft>
                <a:spcPts val="0"/>
              </a:spcAft>
              <a:buClr>
                <a:srgbClr val="FFFFFF"/>
              </a:buClr>
              <a:buSzPts val="1200"/>
              <a:buChar char="■"/>
              <a:defRPr/>
            </a:lvl6pPr>
            <a:lvl7pPr indent="-304800" lvl="6" marL="3200400" rtl="0">
              <a:spcBef>
                <a:spcPts val="1600"/>
              </a:spcBef>
              <a:spcAft>
                <a:spcPts val="0"/>
              </a:spcAft>
              <a:buClr>
                <a:srgbClr val="FFFFFF"/>
              </a:buClr>
              <a:buSzPts val="1200"/>
              <a:buChar char="●"/>
              <a:defRPr/>
            </a:lvl7pPr>
            <a:lvl8pPr indent="-304800" lvl="7" marL="3657600" rtl="0">
              <a:spcBef>
                <a:spcPts val="1600"/>
              </a:spcBef>
              <a:spcAft>
                <a:spcPts val="0"/>
              </a:spcAft>
              <a:buClr>
                <a:srgbClr val="FFFFFF"/>
              </a:buClr>
              <a:buSzPts val="1200"/>
              <a:buChar char="○"/>
              <a:defRPr/>
            </a:lvl8pPr>
            <a:lvl9pPr indent="-304800" lvl="8" marL="4114800" rtl="0">
              <a:spcBef>
                <a:spcPts val="1600"/>
              </a:spcBef>
              <a:spcAft>
                <a:spcPts val="1600"/>
              </a:spcAft>
              <a:buClr>
                <a:srgbClr val="FFFFFF"/>
              </a:buClr>
              <a:buSzPts val="1200"/>
              <a:buChar char="■"/>
              <a:defRPr/>
            </a:lvl9pPr>
          </a:lstStyle>
          <a:p/>
        </p:txBody>
      </p:sp>
      <p:grpSp>
        <p:nvGrpSpPr>
          <p:cNvPr id="1352" name="Google Shape;1352;p27"/>
          <p:cNvGrpSpPr/>
          <p:nvPr/>
        </p:nvGrpSpPr>
        <p:grpSpPr>
          <a:xfrm>
            <a:off x="-2255105" y="4433249"/>
            <a:ext cx="4477807" cy="839588"/>
            <a:chOff x="3098100" y="3849750"/>
            <a:chExt cx="940775" cy="270425"/>
          </a:xfrm>
        </p:grpSpPr>
        <p:sp>
          <p:nvSpPr>
            <p:cNvPr id="1353" name="Google Shape;1353;p27"/>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7"/>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7"/>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6" name="Google Shape;1356;p27"/>
          <p:cNvGrpSpPr/>
          <p:nvPr/>
        </p:nvGrpSpPr>
        <p:grpSpPr>
          <a:xfrm>
            <a:off x="4038601" y="-137099"/>
            <a:ext cx="5314951" cy="5357097"/>
            <a:chOff x="4038601" y="-137099"/>
            <a:chExt cx="5314951" cy="5357097"/>
          </a:xfrm>
        </p:grpSpPr>
        <p:grpSp>
          <p:nvGrpSpPr>
            <p:cNvPr id="1357" name="Google Shape;1357;p27"/>
            <p:cNvGrpSpPr/>
            <p:nvPr/>
          </p:nvGrpSpPr>
          <p:grpSpPr>
            <a:xfrm>
              <a:off x="5827386" y="-55175"/>
              <a:ext cx="3400978" cy="5274667"/>
              <a:chOff x="5827590" y="0"/>
              <a:chExt cx="3316410" cy="5143508"/>
            </a:xfrm>
          </p:grpSpPr>
          <p:sp>
            <p:nvSpPr>
              <p:cNvPr id="1358" name="Google Shape;1358;p27"/>
              <p:cNvSpPr/>
              <p:nvPr/>
            </p:nvSpPr>
            <p:spPr>
              <a:xfrm flipH="1">
                <a:off x="8348056" y="1053597"/>
                <a:ext cx="795944" cy="1305112"/>
              </a:xfrm>
              <a:custGeom>
                <a:rect b="b" l="l" r="r" t="t"/>
                <a:pathLst>
                  <a:path extrusionOk="0" h="9771" w="5959">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7"/>
              <p:cNvSpPr/>
              <p:nvPr/>
            </p:nvSpPr>
            <p:spPr>
              <a:xfrm flipH="1">
                <a:off x="8079981" y="0"/>
                <a:ext cx="1064019" cy="2206710"/>
              </a:xfrm>
              <a:custGeom>
                <a:rect b="b" l="l" r="r" t="t"/>
                <a:pathLst>
                  <a:path extrusionOk="0" h="16521" w="7966">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7"/>
              <p:cNvSpPr/>
              <p:nvPr/>
            </p:nvSpPr>
            <p:spPr>
              <a:xfrm flipH="1">
                <a:off x="5827590" y="2206571"/>
                <a:ext cx="3316410" cy="2936937"/>
              </a:xfrm>
              <a:custGeom>
                <a:rect b="b" l="l" r="r" t="t"/>
                <a:pathLst>
                  <a:path extrusionOk="0" h="21988" w="24829">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61" name="Google Shape;1361;p27"/>
            <p:cNvPicPr preferRelativeResize="0"/>
            <p:nvPr/>
          </p:nvPicPr>
          <p:blipFill>
            <a:blip r:embed="rId2">
              <a:alphaModFix/>
            </a:blip>
            <a:stretch>
              <a:fillRect/>
            </a:stretch>
          </p:blipFill>
          <p:spPr>
            <a:xfrm>
              <a:off x="6162675" y="-137099"/>
              <a:ext cx="3190877" cy="1794852"/>
            </a:xfrm>
            <a:prstGeom prst="rect">
              <a:avLst/>
            </a:prstGeom>
            <a:noFill/>
            <a:ln>
              <a:noFill/>
            </a:ln>
          </p:spPr>
        </p:pic>
        <p:pic>
          <p:nvPicPr>
            <p:cNvPr id="1362" name="Google Shape;1362;p27"/>
            <p:cNvPicPr preferRelativeResize="0"/>
            <p:nvPr/>
          </p:nvPicPr>
          <p:blipFill>
            <a:blip r:embed="rId3">
              <a:alphaModFix/>
            </a:blip>
            <a:stretch>
              <a:fillRect/>
            </a:stretch>
          </p:blipFill>
          <p:spPr>
            <a:xfrm>
              <a:off x="4038601" y="2247600"/>
              <a:ext cx="5284301" cy="2972398"/>
            </a:xfrm>
            <a:prstGeom prst="rect">
              <a:avLst/>
            </a:prstGeom>
            <a:noFill/>
            <a:ln>
              <a:noFill/>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3_2">
    <p:spTree>
      <p:nvGrpSpPr>
        <p:cNvPr id="1363" name="Shape 1363"/>
        <p:cNvGrpSpPr/>
        <p:nvPr/>
      </p:nvGrpSpPr>
      <p:grpSpPr>
        <a:xfrm>
          <a:off x="0" y="0"/>
          <a:ext cx="0" cy="0"/>
          <a:chOff x="0" y="0"/>
          <a:chExt cx="0" cy="0"/>
        </a:xfrm>
      </p:grpSpPr>
      <p:sp>
        <p:nvSpPr>
          <p:cNvPr id="1364" name="Google Shape;1364;p28"/>
          <p:cNvSpPr txBox="1"/>
          <p:nvPr>
            <p:ph type="title"/>
          </p:nvPr>
        </p:nvSpPr>
        <p:spPr>
          <a:xfrm>
            <a:off x="914400" y="499701"/>
            <a:ext cx="7299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65" name="Google Shape;1365;p28"/>
          <p:cNvGrpSpPr/>
          <p:nvPr/>
        </p:nvGrpSpPr>
        <p:grpSpPr>
          <a:xfrm>
            <a:off x="4340703" y="4855367"/>
            <a:ext cx="2740195" cy="335138"/>
            <a:chOff x="3731103" y="4808559"/>
            <a:chExt cx="2740195" cy="335138"/>
          </a:xfrm>
        </p:grpSpPr>
        <p:sp>
          <p:nvSpPr>
            <p:cNvPr id="1366" name="Google Shape;1366;p28"/>
            <p:cNvSpPr/>
            <p:nvPr/>
          </p:nvSpPr>
          <p:spPr>
            <a:xfrm>
              <a:off x="4333158" y="4849734"/>
              <a:ext cx="1938475" cy="293962"/>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3731103" y="4808559"/>
              <a:ext cx="2740195" cy="335138"/>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4333158" y="4950520"/>
              <a:ext cx="1938475" cy="193176"/>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9" name="Google Shape;1369;p28"/>
          <p:cNvGrpSpPr/>
          <p:nvPr/>
        </p:nvGrpSpPr>
        <p:grpSpPr>
          <a:xfrm>
            <a:off x="5345050" y="-1560054"/>
            <a:ext cx="4971049" cy="3954101"/>
            <a:chOff x="5345050" y="-1560054"/>
            <a:chExt cx="4971049" cy="3954101"/>
          </a:xfrm>
        </p:grpSpPr>
        <p:sp>
          <p:nvSpPr>
            <p:cNvPr id="1370" name="Google Shape;1370;p28"/>
            <p:cNvSpPr/>
            <p:nvPr/>
          </p:nvSpPr>
          <p:spPr>
            <a:xfrm rot="7712825">
              <a:off x="7528643" y="-1441460"/>
              <a:ext cx="1662997" cy="2821926"/>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rot="10617885">
              <a:off x="8579541" y="-469927"/>
              <a:ext cx="1662996" cy="282192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72" name="Google Shape;1372;p28"/>
            <p:cNvPicPr preferRelativeResize="0"/>
            <p:nvPr/>
          </p:nvPicPr>
          <p:blipFill>
            <a:blip r:embed="rId2">
              <a:alphaModFix/>
            </a:blip>
            <a:stretch>
              <a:fillRect/>
            </a:stretch>
          </p:blipFill>
          <p:spPr>
            <a:xfrm>
              <a:off x="5345050" y="-72575"/>
              <a:ext cx="4074470" cy="2291900"/>
            </a:xfrm>
            <a:prstGeom prst="rect">
              <a:avLst/>
            </a:prstGeom>
            <a:noFill/>
            <a:ln>
              <a:noFill/>
            </a:ln>
          </p:spPr>
        </p:pic>
      </p:grpSp>
      <p:grpSp>
        <p:nvGrpSpPr>
          <p:cNvPr id="1373" name="Google Shape;1373;p28"/>
          <p:cNvGrpSpPr/>
          <p:nvPr/>
        </p:nvGrpSpPr>
        <p:grpSpPr>
          <a:xfrm>
            <a:off x="-601612" y="3343275"/>
            <a:ext cx="3894259" cy="3108268"/>
            <a:chOff x="-601612" y="3343275"/>
            <a:chExt cx="3894259" cy="3108268"/>
          </a:xfrm>
        </p:grpSpPr>
        <p:sp>
          <p:nvSpPr>
            <p:cNvPr id="1374" name="Google Shape;1374;p28"/>
            <p:cNvSpPr/>
            <p:nvPr/>
          </p:nvSpPr>
          <p:spPr>
            <a:xfrm flipH="1" rot="10800000">
              <a:off x="-350341" y="4191700"/>
              <a:ext cx="1115229"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rot="6129409">
              <a:off x="121333" y="3930606"/>
              <a:ext cx="1662990" cy="2821948"/>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76" name="Google Shape;1376;p28"/>
            <p:cNvPicPr preferRelativeResize="0"/>
            <p:nvPr/>
          </p:nvPicPr>
          <p:blipFill>
            <a:blip r:embed="rId3">
              <a:alphaModFix/>
            </a:blip>
            <a:stretch>
              <a:fillRect/>
            </a:stretch>
          </p:blipFill>
          <p:spPr>
            <a:xfrm>
              <a:off x="-82800" y="3343275"/>
              <a:ext cx="3375446" cy="1898699"/>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_1_2">
    <p:spTree>
      <p:nvGrpSpPr>
        <p:cNvPr id="1377" name="Shape 1377"/>
        <p:cNvGrpSpPr/>
        <p:nvPr/>
      </p:nvGrpSpPr>
      <p:grpSpPr>
        <a:xfrm>
          <a:off x="0" y="0"/>
          <a:ext cx="0" cy="0"/>
          <a:chOff x="0" y="0"/>
          <a:chExt cx="0" cy="0"/>
        </a:xfrm>
      </p:grpSpPr>
      <p:sp>
        <p:nvSpPr>
          <p:cNvPr id="1378" name="Google Shape;1378;p29"/>
          <p:cNvSpPr txBox="1"/>
          <p:nvPr>
            <p:ph type="title"/>
          </p:nvPr>
        </p:nvSpPr>
        <p:spPr>
          <a:xfrm>
            <a:off x="914400" y="504464"/>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79" name="Google Shape;1379;p29"/>
          <p:cNvGrpSpPr/>
          <p:nvPr/>
        </p:nvGrpSpPr>
        <p:grpSpPr>
          <a:xfrm>
            <a:off x="6820200" y="-775628"/>
            <a:ext cx="2733576" cy="1948491"/>
            <a:chOff x="6820200" y="-775628"/>
            <a:chExt cx="2733576" cy="1948491"/>
          </a:xfrm>
        </p:grpSpPr>
        <p:pic>
          <p:nvPicPr>
            <p:cNvPr id="1380" name="Google Shape;1380;p29"/>
            <p:cNvPicPr preferRelativeResize="0"/>
            <p:nvPr/>
          </p:nvPicPr>
          <p:blipFill>
            <a:blip r:embed="rId2">
              <a:alphaModFix/>
            </a:blip>
            <a:stretch>
              <a:fillRect/>
            </a:stretch>
          </p:blipFill>
          <p:spPr>
            <a:xfrm>
              <a:off x="6820200" y="-775628"/>
              <a:ext cx="2733576" cy="1537624"/>
            </a:xfrm>
            <a:prstGeom prst="rect">
              <a:avLst/>
            </a:prstGeom>
            <a:noFill/>
            <a:ln>
              <a:noFill/>
            </a:ln>
          </p:spPr>
        </p:pic>
        <p:grpSp>
          <p:nvGrpSpPr>
            <p:cNvPr id="1381" name="Google Shape;1381;p29"/>
            <p:cNvGrpSpPr/>
            <p:nvPr/>
          </p:nvGrpSpPr>
          <p:grpSpPr>
            <a:xfrm>
              <a:off x="7971350" y="-76206"/>
              <a:ext cx="1248849" cy="1249070"/>
              <a:chOff x="4566375" y="4123125"/>
              <a:chExt cx="565525" cy="565625"/>
            </a:xfrm>
          </p:grpSpPr>
          <p:sp>
            <p:nvSpPr>
              <p:cNvPr id="1382" name="Google Shape;1382;p29"/>
              <p:cNvSpPr/>
              <p:nvPr/>
            </p:nvSpPr>
            <p:spPr>
              <a:xfrm>
                <a:off x="4566375" y="4123125"/>
                <a:ext cx="565525" cy="565625"/>
              </a:xfrm>
              <a:custGeom>
                <a:rect b="b" l="l" r="r" t="t"/>
                <a:pathLst>
                  <a:path extrusionOk="0" h="22625" w="22621">
                    <a:moveTo>
                      <a:pt x="0" y="1"/>
                    </a:moveTo>
                    <a:lnTo>
                      <a:pt x="0" y="5911"/>
                    </a:lnTo>
                    <a:cubicBezTo>
                      <a:pt x="511" y="8092"/>
                      <a:pt x="1547" y="10275"/>
                      <a:pt x="3540" y="11314"/>
                    </a:cubicBezTo>
                    <a:cubicBezTo>
                      <a:pt x="6922" y="13074"/>
                      <a:pt x="8863" y="13333"/>
                      <a:pt x="10258" y="13333"/>
                    </a:cubicBezTo>
                    <a:cubicBezTo>
                      <a:pt x="10645" y="13333"/>
                      <a:pt x="10989" y="13313"/>
                      <a:pt x="11311" y="13300"/>
                    </a:cubicBezTo>
                    <a:cubicBezTo>
                      <a:pt x="11443" y="13295"/>
                      <a:pt x="11572" y="13292"/>
                      <a:pt x="11699" y="13292"/>
                    </a:cubicBezTo>
                    <a:cubicBezTo>
                      <a:pt x="19177" y="13292"/>
                      <a:pt x="18328" y="22209"/>
                      <a:pt x="21544" y="22625"/>
                    </a:cubicBezTo>
                    <a:lnTo>
                      <a:pt x="22621" y="22625"/>
                    </a:lnTo>
                    <a:lnTo>
                      <a:pt x="2262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9"/>
              <p:cNvSpPr/>
              <p:nvPr/>
            </p:nvSpPr>
            <p:spPr>
              <a:xfrm>
                <a:off x="4575400" y="4123125"/>
                <a:ext cx="556500" cy="428500"/>
              </a:xfrm>
              <a:custGeom>
                <a:rect b="b" l="l" r="r" t="t"/>
                <a:pathLst>
                  <a:path extrusionOk="0" h="17140" w="22260">
                    <a:moveTo>
                      <a:pt x="982" y="1"/>
                    </a:moveTo>
                    <a:cubicBezTo>
                      <a:pt x="498" y="2099"/>
                      <a:pt x="1" y="6644"/>
                      <a:pt x="4004" y="8776"/>
                    </a:cubicBezTo>
                    <a:cubicBezTo>
                      <a:pt x="9307" y="11607"/>
                      <a:pt x="14728" y="9249"/>
                      <a:pt x="16376" y="12609"/>
                    </a:cubicBezTo>
                    <a:cubicBezTo>
                      <a:pt x="17722" y="15343"/>
                      <a:pt x="19573" y="17139"/>
                      <a:pt x="21583" y="17139"/>
                    </a:cubicBezTo>
                    <a:cubicBezTo>
                      <a:pt x="21807" y="17139"/>
                      <a:pt x="22033" y="17117"/>
                      <a:pt x="22260" y="17071"/>
                    </a:cubicBezTo>
                    <a:lnTo>
                      <a:pt x="222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9"/>
              <p:cNvSpPr/>
              <p:nvPr/>
            </p:nvSpPr>
            <p:spPr>
              <a:xfrm>
                <a:off x="4932850" y="4123125"/>
                <a:ext cx="194025" cy="75100"/>
              </a:xfrm>
              <a:custGeom>
                <a:rect b="b" l="l" r="r" t="t"/>
                <a:pathLst>
                  <a:path extrusionOk="0" h="3004" w="7761">
                    <a:moveTo>
                      <a:pt x="324" y="1"/>
                    </a:moveTo>
                    <a:cubicBezTo>
                      <a:pt x="151" y="300"/>
                      <a:pt x="1" y="798"/>
                      <a:pt x="239" y="1489"/>
                    </a:cubicBezTo>
                    <a:cubicBezTo>
                      <a:pt x="536" y="2352"/>
                      <a:pt x="1622" y="3004"/>
                      <a:pt x="2776" y="3004"/>
                    </a:cubicBezTo>
                    <a:cubicBezTo>
                      <a:pt x="3239" y="3004"/>
                      <a:pt x="3712" y="2899"/>
                      <a:pt x="4150" y="2661"/>
                    </a:cubicBezTo>
                    <a:cubicBezTo>
                      <a:pt x="5676" y="1826"/>
                      <a:pt x="6292" y="1210"/>
                      <a:pt x="6947" y="1012"/>
                    </a:cubicBezTo>
                    <a:cubicBezTo>
                      <a:pt x="7359" y="886"/>
                      <a:pt x="7761" y="402"/>
                      <a:pt x="74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9"/>
              <p:cNvSpPr/>
              <p:nvPr/>
            </p:nvSpPr>
            <p:spPr>
              <a:xfrm>
                <a:off x="4836025" y="4582925"/>
                <a:ext cx="124500" cy="87550"/>
              </a:xfrm>
              <a:custGeom>
                <a:rect b="b" l="l" r="r" t="t"/>
                <a:pathLst>
                  <a:path extrusionOk="0" h="3502" w="4980">
                    <a:moveTo>
                      <a:pt x="2355" y="0"/>
                    </a:moveTo>
                    <a:cubicBezTo>
                      <a:pt x="1993" y="0"/>
                      <a:pt x="1597" y="92"/>
                      <a:pt x="1179" y="304"/>
                    </a:cubicBezTo>
                    <a:cubicBezTo>
                      <a:pt x="1179" y="304"/>
                      <a:pt x="0" y="965"/>
                      <a:pt x="395" y="2283"/>
                    </a:cubicBezTo>
                    <a:cubicBezTo>
                      <a:pt x="626" y="3060"/>
                      <a:pt x="1728" y="3502"/>
                      <a:pt x="2740" y="3502"/>
                    </a:cubicBezTo>
                    <a:cubicBezTo>
                      <a:pt x="3447" y="3502"/>
                      <a:pt x="4110" y="3286"/>
                      <a:pt x="4401" y="2818"/>
                    </a:cubicBezTo>
                    <a:cubicBezTo>
                      <a:pt x="4980" y="1883"/>
                      <a:pt x="4003" y="0"/>
                      <a:pt x="23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86" name="Google Shape;1386;p29"/>
          <p:cNvGrpSpPr/>
          <p:nvPr/>
        </p:nvGrpSpPr>
        <p:grpSpPr>
          <a:xfrm>
            <a:off x="-124850" y="3209925"/>
            <a:ext cx="2622160" cy="2514600"/>
            <a:chOff x="-124850" y="3209925"/>
            <a:chExt cx="2622160" cy="2514600"/>
          </a:xfrm>
        </p:grpSpPr>
        <p:grpSp>
          <p:nvGrpSpPr>
            <p:cNvPr id="1387" name="Google Shape;1387;p29"/>
            <p:cNvGrpSpPr/>
            <p:nvPr/>
          </p:nvGrpSpPr>
          <p:grpSpPr>
            <a:xfrm rot="5400000">
              <a:off x="380886" y="3067041"/>
              <a:ext cx="1659337" cy="2573510"/>
              <a:chOff x="5827590" y="0"/>
              <a:chExt cx="3316410" cy="5143508"/>
            </a:xfrm>
          </p:grpSpPr>
          <p:sp>
            <p:nvSpPr>
              <p:cNvPr id="1388" name="Google Shape;1388;p29"/>
              <p:cNvSpPr/>
              <p:nvPr/>
            </p:nvSpPr>
            <p:spPr>
              <a:xfrm flipH="1">
                <a:off x="8348056" y="1053597"/>
                <a:ext cx="795944" cy="1305112"/>
              </a:xfrm>
              <a:custGeom>
                <a:rect b="b" l="l" r="r" t="t"/>
                <a:pathLst>
                  <a:path extrusionOk="0" h="9771" w="5959">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9"/>
              <p:cNvSpPr/>
              <p:nvPr/>
            </p:nvSpPr>
            <p:spPr>
              <a:xfrm flipH="1">
                <a:off x="8079981" y="0"/>
                <a:ext cx="1064019" cy="2206710"/>
              </a:xfrm>
              <a:custGeom>
                <a:rect b="b" l="l" r="r" t="t"/>
                <a:pathLst>
                  <a:path extrusionOk="0" h="16521" w="7966">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9"/>
              <p:cNvSpPr/>
              <p:nvPr/>
            </p:nvSpPr>
            <p:spPr>
              <a:xfrm flipH="1">
                <a:off x="5827590" y="2206571"/>
                <a:ext cx="3316410" cy="2936937"/>
              </a:xfrm>
              <a:custGeom>
                <a:rect b="b" l="l" r="r" t="t"/>
                <a:pathLst>
                  <a:path extrusionOk="0" h="21988" w="24829">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91" name="Google Shape;1391;p29"/>
            <p:cNvPicPr preferRelativeResize="0"/>
            <p:nvPr/>
          </p:nvPicPr>
          <p:blipFill>
            <a:blip r:embed="rId3">
              <a:alphaModFix/>
            </a:blip>
            <a:stretch>
              <a:fillRect/>
            </a:stretch>
          </p:blipFill>
          <p:spPr>
            <a:xfrm rot="5400000">
              <a:off x="-1130338" y="4215413"/>
              <a:ext cx="2514600" cy="503625"/>
            </a:xfrm>
            <a:prstGeom prst="rect">
              <a:avLst/>
            </a:prstGeom>
            <a:noFill/>
            <a:ln>
              <a:noFill/>
            </a:ln>
          </p:spPr>
        </p:pic>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3_1_1_1">
    <p:spTree>
      <p:nvGrpSpPr>
        <p:cNvPr id="1392" name="Shape 1392"/>
        <p:cNvGrpSpPr/>
        <p:nvPr/>
      </p:nvGrpSpPr>
      <p:grpSpPr>
        <a:xfrm>
          <a:off x="0" y="0"/>
          <a:ext cx="0" cy="0"/>
          <a:chOff x="0" y="0"/>
          <a:chExt cx="0" cy="0"/>
        </a:xfrm>
      </p:grpSpPr>
      <p:sp>
        <p:nvSpPr>
          <p:cNvPr id="1393" name="Google Shape;1393;p30"/>
          <p:cNvSpPr txBox="1"/>
          <p:nvPr>
            <p:ph type="title"/>
          </p:nvPr>
        </p:nvSpPr>
        <p:spPr>
          <a:xfrm>
            <a:off x="914400" y="511791"/>
            <a:ext cx="7299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94" name="Google Shape;1394;p30"/>
          <p:cNvGrpSpPr/>
          <p:nvPr/>
        </p:nvGrpSpPr>
        <p:grpSpPr>
          <a:xfrm>
            <a:off x="6391275" y="-678989"/>
            <a:ext cx="3190877" cy="2248692"/>
            <a:chOff x="6391275" y="-678989"/>
            <a:chExt cx="3190877" cy="2248692"/>
          </a:xfrm>
        </p:grpSpPr>
        <p:sp>
          <p:nvSpPr>
            <p:cNvPr id="1395" name="Google Shape;1395;p30"/>
            <p:cNvSpPr/>
            <p:nvPr/>
          </p:nvSpPr>
          <p:spPr>
            <a:xfrm rot="9432676">
              <a:off x="7552803" y="-428059"/>
              <a:ext cx="1513587"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0"/>
            <p:cNvSpPr/>
            <p:nvPr/>
          </p:nvSpPr>
          <p:spPr>
            <a:xfrm>
              <a:off x="7734153" y="-225157"/>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7" name="Google Shape;1397;p30"/>
            <p:cNvPicPr preferRelativeResize="0"/>
            <p:nvPr/>
          </p:nvPicPr>
          <p:blipFill>
            <a:blip r:embed="rId2">
              <a:alphaModFix/>
            </a:blip>
            <a:stretch>
              <a:fillRect/>
            </a:stretch>
          </p:blipFill>
          <p:spPr>
            <a:xfrm>
              <a:off x="6391275" y="-225149"/>
              <a:ext cx="3190877" cy="1794852"/>
            </a:xfrm>
            <a:prstGeom prst="rect">
              <a:avLst/>
            </a:prstGeom>
            <a:noFill/>
            <a:ln>
              <a:noFill/>
            </a:ln>
          </p:spPr>
        </p:pic>
      </p:grpSp>
      <p:grpSp>
        <p:nvGrpSpPr>
          <p:cNvPr id="1398" name="Google Shape;1398;p30"/>
          <p:cNvGrpSpPr/>
          <p:nvPr/>
        </p:nvGrpSpPr>
        <p:grpSpPr>
          <a:xfrm>
            <a:off x="-895800" y="3667189"/>
            <a:ext cx="3610425" cy="1978317"/>
            <a:chOff x="-895800" y="3667189"/>
            <a:chExt cx="3610425" cy="1978317"/>
          </a:xfrm>
        </p:grpSpPr>
        <p:sp>
          <p:nvSpPr>
            <p:cNvPr id="1399" name="Google Shape;1399;p30"/>
            <p:cNvSpPr/>
            <p:nvPr/>
          </p:nvSpPr>
          <p:spPr>
            <a:xfrm rot="9097042">
              <a:off x="-663141" y="3964503"/>
              <a:ext cx="1600810" cy="1383689"/>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0"/>
            <p:cNvSpPr/>
            <p:nvPr/>
          </p:nvSpPr>
          <p:spPr>
            <a:xfrm rot="10800000">
              <a:off x="-205900" y="4116925"/>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1" name="Google Shape;1401;p30"/>
            <p:cNvPicPr preferRelativeResize="0"/>
            <p:nvPr/>
          </p:nvPicPr>
          <p:blipFill rotWithShape="1">
            <a:blip r:embed="rId3">
              <a:alphaModFix/>
            </a:blip>
            <a:srcRect b="0" l="0" r="19309" t="0"/>
            <a:stretch/>
          </p:blipFill>
          <p:spPr>
            <a:xfrm flipH="1">
              <a:off x="-205897" y="3864925"/>
              <a:ext cx="2920522" cy="1383647"/>
            </a:xfrm>
            <a:prstGeom prst="rect">
              <a:avLst/>
            </a:prstGeom>
            <a:noFill/>
            <a:ln>
              <a:noFill/>
            </a:ln>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ONLY_2_1">
    <p:bg>
      <p:bgPr>
        <a:solidFill>
          <a:srgbClr val="F7F8FC"/>
        </a:solidFill>
      </p:bgPr>
    </p:bg>
    <p:spTree>
      <p:nvGrpSpPr>
        <p:cNvPr id="1402" name="Shape 1402"/>
        <p:cNvGrpSpPr/>
        <p:nvPr/>
      </p:nvGrpSpPr>
      <p:grpSpPr>
        <a:xfrm>
          <a:off x="0" y="0"/>
          <a:ext cx="0" cy="0"/>
          <a:chOff x="0" y="0"/>
          <a:chExt cx="0" cy="0"/>
        </a:xfrm>
      </p:grpSpPr>
      <p:sp>
        <p:nvSpPr>
          <p:cNvPr id="1403" name="Google Shape;1403;p31"/>
          <p:cNvSpPr txBox="1"/>
          <p:nvPr>
            <p:ph type="title"/>
          </p:nvPr>
        </p:nvSpPr>
        <p:spPr>
          <a:xfrm>
            <a:off x="914400" y="506399"/>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04" name="Google Shape;1404;p31"/>
          <p:cNvSpPr txBox="1"/>
          <p:nvPr>
            <p:ph idx="1" type="subTitle"/>
          </p:nvPr>
        </p:nvSpPr>
        <p:spPr>
          <a:xfrm>
            <a:off x="2278575" y="2250767"/>
            <a:ext cx="976200" cy="3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05" name="Google Shape;1405;p31"/>
          <p:cNvSpPr txBox="1"/>
          <p:nvPr>
            <p:ph idx="2" type="subTitle"/>
          </p:nvPr>
        </p:nvSpPr>
        <p:spPr>
          <a:xfrm>
            <a:off x="4606500" y="2250767"/>
            <a:ext cx="984600" cy="3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06" name="Google Shape;1406;p31"/>
          <p:cNvSpPr txBox="1"/>
          <p:nvPr>
            <p:ph idx="3" type="subTitle"/>
          </p:nvPr>
        </p:nvSpPr>
        <p:spPr>
          <a:xfrm>
            <a:off x="7238755" y="2250767"/>
            <a:ext cx="984600" cy="3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07" name="Google Shape;1407;p31"/>
          <p:cNvSpPr txBox="1"/>
          <p:nvPr>
            <p:ph idx="4" type="subTitle"/>
          </p:nvPr>
        </p:nvSpPr>
        <p:spPr>
          <a:xfrm>
            <a:off x="1235357" y="2858255"/>
            <a:ext cx="1828800" cy="7314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08" name="Google Shape;1408;p31"/>
          <p:cNvSpPr txBox="1"/>
          <p:nvPr>
            <p:ph idx="5" type="subTitle"/>
          </p:nvPr>
        </p:nvSpPr>
        <p:spPr>
          <a:xfrm>
            <a:off x="3661898" y="2858255"/>
            <a:ext cx="18288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latin typeface="Montserrat ExtraBold"/>
                <a:ea typeface="Montserrat ExtraBold"/>
                <a:cs typeface="Montserrat ExtraBold"/>
                <a:sym typeface="Montserrat ExtraBold"/>
              </a:defRPr>
            </a:lvl1pPr>
            <a:lvl2pPr lvl="1" rtl="0" algn="ctr">
              <a:lnSpc>
                <a:spcPct val="100000"/>
              </a:lnSpc>
              <a:spcBef>
                <a:spcPts val="0"/>
              </a:spcBef>
              <a:spcAft>
                <a:spcPts val="0"/>
              </a:spcAft>
              <a:buNone/>
              <a:defRPr sz="1800">
                <a:latin typeface="Montserrat ExtraBold"/>
                <a:ea typeface="Montserrat ExtraBold"/>
                <a:cs typeface="Montserrat ExtraBold"/>
                <a:sym typeface="Montserrat ExtraBold"/>
              </a:defRPr>
            </a:lvl2pPr>
            <a:lvl3pPr lvl="2" rtl="0" algn="ctr">
              <a:lnSpc>
                <a:spcPct val="100000"/>
              </a:lnSpc>
              <a:spcBef>
                <a:spcPts val="0"/>
              </a:spcBef>
              <a:spcAft>
                <a:spcPts val="0"/>
              </a:spcAft>
              <a:buNone/>
              <a:defRPr sz="1800">
                <a:latin typeface="Montserrat ExtraBold"/>
                <a:ea typeface="Montserrat ExtraBold"/>
                <a:cs typeface="Montserrat ExtraBold"/>
                <a:sym typeface="Montserrat ExtraBold"/>
              </a:defRPr>
            </a:lvl3pPr>
            <a:lvl4pPr lvl="3" rtl="0" algn="ctr">
              <a:lnSpc>
                <a:spcPct val="100000"/>
              </a:lnSpc>
              <a:spcBef>
                <a:spcPts val="0"/>
              </a:spcBef>
              <a:spcAft>
                <a:spcPts val="0"/>
              </a:spcAft>
              <a:buNone/>
              <a:defRPr sz="1800">
                <a:latin typeface="Montserrat ExtraBold"/>
                <a:ea typeface="Montserrat ExtraBold"/>
                <a:cs typeface="Montserrat ExtraBold"/>
                <a:sym typeface="Montserrat ExtraBold"/>
              </a:defRPr>
            </a:lvl4pPr>
            <a:lvl5pPr lvl="4" rtl="0" algn="ctr">
              <a:lnSpc>
                <a:spcPct val="100000"/>
              </a:lnSpc>
              <a:spcBef>
                <a:spcPts val="0"/>
              </a:spcBef>
              <a:spcAft>
                <a:spcPts val="0"/>
              </a:spcAft>
              <a:buNone/>
              <a:defRPr sz="1800">
                <a:latin typeface="Montserrat ExtraBold"/>
                <a:ea typeface="Montserrat ExtraBold"/>
                <a:cs typeface="Montserrat ExtraBold"/>
                <a:sym typeface="Montserrat ExtraBold"/>
              </a:defRPr>
            </a:lvl5pPr>
            <a:lvl6pPr lvl="5" rtl="0" algn="ctr">
              <a:lnSpc>
                <a:spcPct val="100000"/>
              </a:lnSpc>
              <a:spcBef>
                <a:spcPts val="0"/>
              </a:spcBef>
              <a:spcAft>
                <a:spcPts val="0"/>
              </a:spcAft>
              <a:buNone/>
              <a:defRPr sz="1800">
                <a:latin typeface="Montserrat ExtraBold"/>
                <a:ea typeface="Montserrat ExtraBold"/>
                <a:cs typeface="Montserrat ExtraBold"/>
                <a:sym typeface="Montserrat ExtraBold"/>
              </a:defRPr>
            </a:lvl6pPr>
            <a:lvl7pPr lvl="6" rtl="0" algn="ctr">
              <a:lnSpc>
                <a:spcPct val="100000"/>
              </a:lnSpc>
              <a:spcBef>
                <a:spcPts val="0"/>
              </a:spcBef>
              <a:spcAft>
                <a:spcPts val="0"/>
              </a:spcAft>
              <a:buNone/>
              <a:defRPr sz="1800">
                <a:latin typeface="Montserrat ExtraBold"/>
                <a:ea typeface="Montserrat ExtraBold"/>
                <a:cs typeface="Montserrat ExtraBold"/>
                <a:sym typeface="Montserrat ExtraBold"/>
              </a:defRPr>
            </a:lvl7pPr>
            <a:lvl8pPr lvl="7" rtl="0" algn="ctr">
              <a:lnSpc>
                <a:spcPct val="100000"/>
              </a:lnSpc>
              <a:spcBef>
                <a:spcPts val="0"/>
              </a:spcBef>
              <a:spcAft>
                <a:spcPts val="0"/>
              </a:spcAft>
              <a:buNone/>
              <a:defRPr sz="1800">
                <a:latin typeface="Montserrat ExtraBold"/>
                <a:ea typeface="Montserrat ExtraBold"/>
                <a:cs typeface="Montserrat ExtraBold"/>
                <a:sym typeface="Montserrat ExtraBold"/>
              </a:defRPr>
            </a:lvl8pPr>
            <a:lvl9pPr lvl="8" rtl="0" algn="ctr">
              <a:lnSpc>
                <a:spcPct val="100000"/>
              </a:lnSpc>
              <a:spcBef>
                <a:spcPts val="0"/>
              </a:spcBef>
              <a:spcAft>
                <a:spcPts val="0"/>
              </a:spcAft>
              <a:buNone/>
              <a:defRPr sz="1800">
                <a:latin typeface="Montserrat ExtraBold"/>
                <a:ea typeface="Montserrat ExtraBold"/>
                <a:cs typeface="Montserrat ExtraBold"/>
                <a:sym typeface="Montserrat ExtraBold"/>
              </a:defRPr>
            </a:lvl9pPr>
          </a:lstStyle>
          <a:p/>
        </p:txBody>
      </p:sp>
      <p:sp>
        <p:nvSpPr>
          <p:cNvPr id="1409" name="Google Shape;1409;p31"/>
          <p:cNvSpPr txBox="1"/>
          <p:nvPr>
            <p:ph idx="6" type="subTitle"/>
          </p:nvPr>
        </p:nvSpPr>
        <p:spPr>
          <a:xfrm>
            <a:off x="6088439" y="2858255"/>
            <a:ext cx="18288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9pPr>
          </a:lstStyle>
          <a:p/>
        </p:txBody>
      </p:sp>
      <p:sp>
        <p:nvSpPr>
          <p:cNvPr id="1410" name="Google Shape;1410;p31"/>
          <p:cNvSpPr txBox="1"/>
          <p:nvPr>
            <p:ph idx="7" type="subTitle"/>
          </p:nvPr>
        </p:nvSpPr>
        <p:spPr>
          <a:xfrm>
            <a:off x="1326857" y="3467290"/>
            <a:ext cx="1645800" cy="914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sp>
        <p:nvSpPr>
          <p:cNvPr id="1411" name="Google Shape;1411;p31"/>
          <p:cNvSpPr txBox="1"/>
          <p:nvPr>
            <p:ph idx="8" type="subTitle"/>
          </p:nvPr>
        </p:nvSpPr>
        <p:spPr>
          <a:xfrm>
            <a:off x="3753398" y="3467290"/>
            <a:ext cx="1645800" cy="914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sp>
        <p:nvSpPr>
          <p:cNvPr id="1412" name="Google Shape;1412;p31"/>
          <p:cNvSpPr txBox="1"/>
          <p:nvPr>
            <p:ph idx="9" type="subTitle"/>
          </p:nvPr>
        </p:nvSpPr>
        <p:spPr>
          <a:xfrm>
            <a:off x="6179939" y="3467290"/>
            <a:ext cx="1645800" cy="914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grpSp>
        <p:nvGrpSpPr>
          <p:cNvPr id="1413" name="Google Shape;1413;p31"/>
          <p:cNvGrpSpPr/>
          <p:nvPr/>
        </p:nvGrpSpPr>
        <p:grpSpPr>
          <a:xfrm>
            <a:off x="6130725" y="-876298"/>
            <a:ext cx="4393354" cy="2471251"/>
            <a:chOff x="6130725" y="-876298"/>
            <a:chExt cx="4393354" cy="2471251"/>
          </a:xfrm>
        </p:grpSpPr>
        <p:grpSp>
          <p:nvGrpSpPr>
            <p:cNvPr id="1414" name="Google Shape;1414;p31"/>
            <p:cNvGrpSpPr/>
            <p:nvPr/>
          </p:nvGrpSpPr>
          <p:grpSpPr>
            <a:xfrm rot="-5400000">
              <a:off x="7712133" y="-113876"/>
              <a:ext cx="1317976" cy="1546047"/>
              <a:chOff x="5361850" y="4911470"/>
              <a:chExt cx="349800" cy="408780"/>
            </a:xfrm>
          </p:grpSpPr>
          <p:sp>
            <p:nvSpPr>
              <p:cNvPr id="1415" name="Google Shape;1415;p31"/>
              <p:cNvSpPr/>
              <p:nvPr/>
            </p:nvSpPr>
            <p:spPr>
              <a:xfrm>
                <a:off x="5361850" y="4931975"/>
                <a:ext cx="349800" cy="388275"/>
              </a:xfrm>
              <a:custGeom>
                <a:rect b="b" l="l" r="r" t="t"/>
                <a:pathLst>
                  <a:path extrusionOk="0" h="15531" w="13992">
                    <a:moveTo>
                      <a:pt x="10225" y="0"/>
                    </a:moveTo>
                    <a:cubicBezTo>
                      <a:pt x="7827" y="0"/>
                      <a:pt x="4994" y="1281"/>
                      <a:pt x="2395" y="5342"/>
                    </a:cubicBezTo>
                    <a:cubicBezTo>
                      <a:pt x="0" y="9089"/>
                      <a:pt x="1881" y="13115"/>
                      <a:pt x="4984" y="15531"/>
                    </a:cubicBezTo>
                    <a:lnTo>
                      <a:pt x="13992" y="15531"/>
                    </a:lnTo>
                    <a:lnTo>
                      <a:pt x="13992" y="1100"/>
                    </a:lnTo>
                    <a:cubicBezTo>
                      <a:pt x="13003" y="482"/>
                      <a:pt x="11696" y="0"/>
                      <a:pt x="102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1"/>
              <p:cNvSpPr/>
              <p:nvPr/>
            </p:nvSpPr>
            <p:spPr>
              <a:xfrm>
                <a:off x="5509608" y="4911470"/>
                <a:ext cx="94200" cy="64975"/>
              </a:xfrm>
              <a:custGeom>
                <a:rect b="b" l="l" r="r" t="t"/>
                <a:pathLst>
                  <a:path extrusionOk="0" h="2599" w="3768">
                    <a:moveTo>
                      <a:pt x="1869" y="1"/>
                    </a:moveTo>
                    <a:cubicBezTo>
                      <a:pt x="1535" y="1"/>
                      <a:pt x="1173" y="108"/>
                      <a:pt x="805" y="368"/>
                    </a:cubicBezTo>
                    <a:cubicBezTo>
                      <a:pt x="805" y="368"/>
                      <a:pt x="1" y="981"/>
                      <a:pt x="433" y="1918"/>
                    </a:cubicBezTo>
                    <a:cubicBezTo>
                      <a:pt x="645" y="2376"/>
                      <a:pt x="1278" y="2599"/>
                      <a:pt x="1916" y="2599"/>
                    </a:cubicBezTo>
                    <a:cubicBezTo>
                      <a:pt x="2582" y="2599"/>
                      <a:pt x="3253" y="2356"/>
                      <a:pt x="3459" y="1887"/>
                    </a:cubicBezTo>
                    <a:cubicBezTo>
                      <a:pt x="3768" y="1180"/>
                      <a:pt x="2974" y="1"/>
                      <a:pt x="18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7" name="Google Shape;1417;p31"/>
            <p:cNvSpPr/>
            <p:nvPr/>
          </p:nvSpPr>
          <p:spPr>
            <a:xfrm flipH="1" rot="-5400000">
              <a:off x="7684384" y="-520131"/>
              <a:ext cx="1080761" cy="2022672"/>
            </a:xfrm>
            <a:custGeom>
              <a:rect b="b" l="l" r="r" t="t"/>
              <a:pathLst>
                <a:path extrusionOk="0" h="20205" w="10796">
                  <a:moveTo>
                    <a:pt x="1011" y="0"/>
                  </a:moveTo>
                  <a:cubicBezTo>
                    <a:pt x="612" y="0"/>
                    <a:pt x="252" y="113"/>
                    <a:pt x="0" y="221"/>
                  </a:cubicBezTo>
                  <a:lnTo>
                    <a:pt x="0" y="20205"/>
                  </a:lnTo>
                  <a:lnTo>
                    <a:pt x="10557" y="20205"/>
                  </a:lnTo>
                  <a:cubicBezTo>
                    <a:pt x="10796" y="15023"/>
                    <a:pt x="5999" y="14475"/>
                    <a:pt x="4037" y="13947"/>
                  </a:cubicBezTo>
                  <a:cubicBezTo>
                    <a:pt x="1983" y="13398"/>
                    <a:pt x="1683" y="10993"/>
                    <a:pt x="2283" y="8537"/>
                  </a:cubicBezTo>
                  <a:cubicBezTo>
                    <a:pt x="2885" y="6085"/>
                    <a:pt x="4088" y="3478"/>
                    <a:pt x="2885" y="1267"/>
                  </a:cubicBezTo>
                  <a:cubicBezTo>
                    <a:pt x="2344" y="274"/>
                    <a:pt x="1632" y="0"/>
                    <a:pt x="10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18" name="Google Shape;1418;p31"/>
            <p:cNvPicPr preferRelativeResize="0"/>
            <p:nvPr/>
          </p:nvPicPr>
          <p:blipFill>
            <a:blip r:embed="rId2">
              <a:alphaModFix/>
            </a:blip>
            <a:stretch>
              <a:fillRect/>
            </a:stretch>
          </p:blipFill>
          <p:spPr>
            <a:xfrm>
              <a:off x="6130725" y="-876298"/>
              <a:ext cx="4393354" cy="2471251"/>
            </a:xfrm>
            <a:prstGeom prst="rect">
              <a:avLst/>
            </a:prstGeom>
            <a:noFill/>
            <a:ln>
              <a:noFill/>
            </a:ln>
          </p:spPr>
        </p:pic>
      </p:grpSp>
      <p:grpSp>
        <p:nvGrpSpPr>
          <p:cNvPr id="1419" name="Google Shape;1419;p31"/>
          <p:cNvGrpSpPr/>
          <p:nvPr/>
        </p:nvGrpSpPr>
        <p:grpSpPr>
          <a:xfrm>
            <a:off x="-262476" y="3425575"/>
            <a:ext cx="3392746" cy="1908425"/>
            <a:chOff x="-262476" y="3425575"/>
            <a:chExt cx="3392746" cy="1908425"/>
          </a:xfrm>
        </p:grpSpPr>
        <p:grpSp>
          <p:nvGrpSpPr>
            <p:cNvPr id="1420" name="Google Shape;1420;p31"/>
            <p:cNvGrpSpPr/>
            <p:nvPr/>
          </p:nvGrpSpPr>
          <p:grpSpPr>
            <a:xfrm rot="10800000">
              <a:off x="-146133" y="3463523"/>
              <a:ext cx="1807022" cy="1717916"/>
              <a:chOff x="4566375" y="4123125"/>
              <a:chExt cx="565525" cy="565625"/>
            </a:xfrm>
          </p:grpSpPr>
          <p:sp>
            <p:nvSpPr>
              <p:cNvPr id="1421" name="Google Shape;1421;p31"/>
              <p:cNvSpPr/>
              <p:nvPr/>
            </p:nvSpPr>
            <p:spPr>
              <a:xfrm>
                <a:off x="4566375" y="4123125"/>
                <a:ext cx="565525" cy="565625"/>
              </a:xfrm>
              <a:custGeom>
                <a:rect b="b" l="l" r="r" t="t"/>
                <a:pathLst>
                  <a:path extrusionOk="0" h="22625" w="22621">
                    <a:moveTo>
                      <a:pt x="0" y="1"/>
                    </a:moveTo>
                    <a:lnTo>
                      <a:pt x="0" y="5911"/>
                    </a:lnTo>
                    <a:cubicBezTo>
                      <a:pt x="511" y="8092"/>
                      <a:pt x="1547" y="10275"/>
                      <a:pt x="3540" y="11314"/>
                    </a:cubicBezTo>
                    <a:cubicBezTo>
                      <a:pt x="6922" y="13074"/>
                      <a:pt x="8863" y="13333"/>
                      <a:pt x="10258" y="13333"/>
                    </a:cubicBezTo>
                    <a:cubicBezTo>
                      <a:pt x="10645" y="13333"/>
                      <a:pt x="10989" y="13313"/>
                      <a:pt x="11311" y="13300"/>
                    </a:cubicBezTo>
                    <a:cubicBezTo>
                      <a:pt x="11443" y="13295"/>
                      <a:pt x="11572" y="13292"/>
                      <a:pt x="11699" y="13292"/>
                    </a:cubicBezTo>
                    <a:cubicBezTo>
                      <a:pt x="19177" y="13292"/>
                      <a:pt x="18328" y="22209"/>
                      <a:pt x="21544" y="22625"/>
                    </a:cubicBezTo>
                    <a:lnTo>
                      <a:pt x="22621" y="22625"/>
                    </a:lnTo>
                    <a:lnTo>
                      <a:pt x="2262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1"/>
              <p:cNvSpPr/>
              <p:nvPr/>
            </p:nvSpPr>
            <p:spPr>
              <a:xfrm>
                <a:off x="4575400" y="4123125"/>
                <a:ext cx="556500" cy="428500"/>
              </a:xfrm>
              <a:custGeom>
                <a:rect b="b" l="l" r="r" t="t"/>
                <a:pathLst>
                  <a:path extrusionOk="0" h="17140" w="22260">
                    <a:moveTo>
                      <a:pt x="982" y="1"/>
                    </a:moveTo>
                    <a:cubicBezTo>
                      <a:pt x="498" y="2099"/>
                      <a:pt x="1" y="6644"/>
                      <a:pt x="4004" y="8776"/>
                    </a:cubicBezTo>
                    <a:cubicBezTo>
                      <a:pt x="9307" y="11607"/>
                      <a:pt x="14728" y="9249"/>
                      <a:pt x="16376" y="12609"/>
                    </a:cubicBezTo>
                    <a:cubicBezTo>
                      <a:pt x="17722" y="15343"/>
                      <a:pt x="19573" y="17139"/>
                      <a:pt x="21583" y="17139"/>
                    </a:cubicBezTo>
                    <a:cubicBezTo>
                      <a:pt x="21807" y="17139"/>
                      <a:pt x="22033" y="17117"/>
                      <a:pt x="22260" y="17071"/>
                    </a:cubicBezTo>
                    <a:lnTo>
                      <a:pt x="222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1"/>
              <p:cNvSpPr/>
              <p:nvPr/>
            </p:nvSpPr>
            <p:spPr>
              <a:xfrm>
                <a:off x="4932850" y="4123125"/>
                <a:ext cx="194025" cy="75100"/>
              </a:xfrm>
              <a:custGeom>
                <a:rect b="b" l="l" r="r" t="t"/>
                <a:pathLst>
                  <a:path extrusionOk="0" h="3004" w="7761">
                    <a:moveTo>
                      <a:pt x="324" y="1"/>
                    </a:moveTo>
                    <a:cubicBezTo>
                      <a:pt x="151" y="300"/>
                      <a:pt x="1" y="798"/>
                      <a:pt x="239" y="1489"/>
                    </a:cubicBezTo>
                    <a:cubicBezTo>
                      <a:pt x="536" y="2352"/>
                      <a:pt x="1622" y="3004"/>
                      <a:pt x="2776" y="3004"/>
                    </a:cubicBezTo>
                    <a:cubicBezTo>
                      <a:pt x="3239" y="3004"/>
                      <a:pt x="3712" y="2899"/>
                      <a:pt x="4150" y="2661"/>
                    </a:cubicBezTo>
                    <a:cubicBezTo>
                      <a:pt x="5676" y="1826"/>
                      <a:pt x="6292" y="1210"/>
                      <a:pt x="6947" y="1012"/>
                    </a:cubicBezTo>
                    <a:cubicBezTo>
                      <a:pt x="7359" y="886"/>
                      <a:pt x="7761" y="402"/>
                      <a:pt x="74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1"/>
              <p:cNvSpPr/>
              <p:nvPr/>
            </p:nvSpPr>
            <p:spPr>
              <a:xfrm>
                <a:off x="4836025" y="4582925"/>
                <a:ext cx="124500" cy="87550"/>
              </a:xfrm>
              <a:custGeom>
                <a:rect b="b" l="l" r="r" t="t"/>
                <a:pathLst>
                  <a:path extrusionOk="0" h="3502" w="4980">
                    <a:moveTo>
                      <a:pt x="2355" y="0"/>
                    </a:moveTo>
                    <a:cubicBezTo>
                      <a:pt x="1993" y="0"/>
                      <a:pt x="1597" y="92"/>
                      <a:pt x="1179" y="304"/>
                    </a:cubicBezTo>
                    <a:cubicBezTo>
                      <a:pt x="1179" y="304"/>
                      <a:pt x="0" y="965"/>
                      <a:pt x="395" y="2283"/>
                    </a:cubicBezTo>
                    <a:cubicBezTo>
                      <a:pt x="626" y="3060"/>
                      <a:pt x="1728" y="3502"/>
                      <a:pt x="2740" y="3502"/>
                    </a:cubicBezTo>
                    <a:cubicBezTo>
                      <a:pt x="3447" y="3502"/>
                      <a:pt x="4110" y="3286"/>
                      <a:pt x="4401" y="2818"/>
                    </a:cubicBezTo>
                    <a:cubicBezTo>
                      <a:pt x="4980" y="1883"/>
                      <a:pt x="4003" y="0"/>
                      <a:pt x="235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25" name="Google Shape;1425;p31"/>
            <p:cNvPicPr preferRelativeResize="0"/>
            <p:nvPr/>
          </p:nvPicPr>
          <p:blipFill>
            <a:blip r:embed="rId3">
              <a:alphaModFix/>
            </a:blip>
            <a:stretch>
              <a:fillRect/>
            </a:stretch>
          </p:blipFill>
          <p:spPr>
            <a:xfrm>
              <a:off x="-262476" y="3425575"/>
              <a:ext cx="3392746" cy="1908425"/>
            </a:xfrm>
            <a:prstGeom prst="rect">
              <a:avLst/>
            </a:prstGeom>
            <a:noFill/>
            <a:ln>
              <a:noFill/>
            </a:ln>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ONLY_1_1">
    <p:bg>
      <p:bgPr>
        <a:solidFill>
          <a:srgbClr val="F7F8FC"/>
        </a:solidFill>
      </p:bgPr>
    </p:bg>
    <p:spTree>
      <p:nvGrpSpPr>
        <p:cNvPr id="1426" name="Shape 1426"/>
        <p:cNvGrpSpPr/>
        <p:nvPr/>
      </p:nvGrpSpPr>
      <p:grpSpPr>
        <a:xfrm>
          <a:off x="0" y="0"/>
          <a:ext cx="0" cy="0"/>
          <a:chOff x="0" y="0"/>
          <a:chExt cx="0" cy="0"/>
        </a:xfrm>
      </p:grpSpPr>
      <p:sp>
        <p:nvSpPr>
          <p:cNvPr id="1427" name="Google Shape;1427;p32"/>
          <p:cNvSpPr txBox="1"/>
          <p:nvPr>
            <p:ph type="title"/>
          </p:nvPr>
        </p:nvSpPr>
        <p:spPr>
          <a:xfrm>
            <a:off x="914400" y="502480"/>
            <a:ext cx="729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atin typeface="Montserrat Black"/>
                <a:ea typeface="Montserrat Black"/>
                <a:cs typeface="Montserrat Black"/>
                <a:sym typeface="Montserrat Black"/>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28" name="Google Shape;1428;p32"/>
          <p:cNvSpPr/>
          <p:nvPr/>
        </p:nvSpPr>
        <p:spPr>
          <a:xfrm rot="9432608">
            <a:off x="7960777" y="-398872"/>
            <a:ext cx="938669"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2"/>
          <p:cNvSpPr/>
          <p:nvPr/>
        </p:nvSpPr>
        <p:spPr>
          <a:xfrm rot="9432653">
            <a:off x="7848993" y="-97641"/>
            <a:ext cx="2075495"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0" name="Google Shape;1430;p32"/>
          <p:cNvGrpSpPr/>
          <p:nvPr/>
        </p:nvGrpSpPr>
        <p:grpSpPr>
          <a:xfrm>
            <a:off x="6529813" y="3757661"/>
            <a:ext cx="3264035" cy="1583051"/>
            <a:chOff x="6529813" y="3757661"/>
            <a:chExt cx="3264035" cy="1583051"/>
          </a:xfrm>
        </p:grpSpPr>
        <p:sp>
          <p:nvSpPr>
            <p:cNvPr id="1431" name="Google Shape;1431;p32"/>
            <p:cNvSpPr/>
            <p:nvPr/>
          </p:nvSpPr>
          <p:spPr>
            <a:xfrm rot="9432676">
              <a:off x="8129941" y="4008591"/>
              <a:ext cx="1513587"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2" name="Google Shape;1432;p32"/>
            <p:cNvGrpSpPr/>
            <p:nvPr/>
          </p:nvGrpSpPr>
          <p:grpSpPr>
            <a:xfrm>
              <a:off x="6529813" y="4336457"/>
              <a:ext cx="2878771" cy="827500"/>
              <a:chOff x="3098100" y="3849750"/>
              <a:chExt cx="940775" cy="270425"/>
            </a:xfrm>
          </p:grpSpPr>
          <p:sp>
            <p:nvSpPr>
              <p:cNvPr id="1433" name="Google Shape;1433;p32"/>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2"/>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35" name="Google Shape;1435;p32"/>
          <p:cNvGrpSpPr/>
          <p:nvPr/>
        </p:nvGrpSpPr>
        <p:grpSpPr>
          <a:xfrm>
            <a:off x="-1028710" y="3879719"/>
            <a:ext cx="2293560" cy="1480066"/>
            <a:chOff x="-1028710" y="3879719"/>
            <a:chExt cx="2293560" cy="1480066"/>
          </a:xfrm>
        </p:grpSpPr>
        <p:sp>
          <p:nvSpPr>
            <p:cNvPr id="1436" name="Google Shape;1436;p32"/>
            <p:cNvSpPr/>
            <p:nvPr/>
          </p:nvSpPr>
          <p:spPr>
            <a:xfrm rot="9432704">
              <a:off x="-384173" y="4028063"/>
              <a:ext cx="1004493" cy="118337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2"/>
            <p:cNvSpPr/>
            <p:nvPr/>
          </p:nvSpPr>
          <p:spPr>
            <a:xfrm flipH="1">
              <a:off x="-1028710" y="44331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8" name="Google Shape;1438;p32"/>
          <p:cNvSpPr txBox="1"/>
          <p:nvPr>
            <p:ph hasCustomPrompt="1" idx="2" type="title"/>
          </p:nvPr>
        </p:nvSpPr>
        <p:spPr>
          <a:xfrm>
            <a:off x="2700408" y="1638393"/>
            <a:ext cx="18807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4800"/>
              <a:buNone/>
              <a:defRPr>
                <a:solidFill>
                  <a:schemeClr val="accent3"/>
                </a:solidFill>
              </a:defRPr>
            </a:lvl1pPr>
            <a:lvl2pPr lvl="1" rtl="0" algn="ctr">
              <a:spcBef>
                <a:spcPts val="0"/>
              </a:spcBef>
              <a:spcAft>
                <a:spcPts val="0"/>
              </a:spcAft>
              <a:buClr>
                <a:schemeClr val="accent3"/>
              </a:buClr>
              <a:buSzPts val="4800"/>
              <a:buNone/>
              <a:defRPr b="1" sz="4800">
                <a:solidFill>
                  <a:schemeClr val="accent3"/>
                </a:solidFill>
              </a:defRPr>
            </a:lvl2pPr>
            <a:lvl3pPr lvl="2" rtl="0" algn="ctr">
              <a:spcBef>
                <a:spcPts val="0"/>
              </a:spcBef>
              <a:spcAft>
                <a:spcPts val="0"/>
              </a:spcAft>
              <a:buClr>
                <a:schemeClr val="accent3"/>
              </a:buClr>
              <a:buSzPts val="4800"/>
              <a:buNone/>
              <a:defRPr b="1" sz="4800">
                <a:solidFill>
                  <a:schemeClr val="accent3"/>
                </a:solidFill>
              </a:defRPr>
            </a:lvl3pPr>
            <a:lvl4pPr lvl="3" rtl="0" algn="ctr">
              <a:spcBef>
                <a:spcPts val="0"/>
              </a:spcBef>
              <a:spcAft>
                <a:spcPts val="0"/>
              </a:spcAft>
              <a:buClr>
                <a:schemeClr val="accent3"/>
              </a:buClr>
              <a:buSzPts val="4800"/>
              <a:buNone/>
              <a:defRPr b="1" sz="4800">
                <a:solidFill>
                  <a:schemeClr val="accent3"/>
                </a:solidFill>
              </a:defRPr>
            </a:lvl4pPr>
            <a:lvl5pPr lvl="4" rtl="0" algn="ctr">
              <a:spcBef>
                <a:spcPts val="0"/>
              </a:spcBef>
              <a:spcAft>
                <a:spcPts val="0"/>
              </a:spcAft>
              <a:buClr>
                <a:schemeClr val="accent3"/>
              </a:buClr>
              <a:buSzPts val="4800"/>
              <a:buNone/>
              <a:defRPr b="1" sz="4800">
                <a:solidFill>
                  <a:schemeClr val="accent3"/>
                </a:solidFill>
              </a:defRPr>
            </a:lvl5pPr>
            <a:lvl6pPr lvl="5" rtl="0" algn="ctr">
              <a:spcBef>
                <a:spcPts val="0"/>
              </a:spcBef>
              <a:spcAft>
                <a:spcPts val="0"/>
              </a:spcAft>
              <a:buClr>
                <a:schemeClr val="accent3"/>
              </a:buClr>
              <a:buSzPts val="4800"/>
              <a:buNone/>
              <a:defRPr b="1" sz="4800">
                <a:solidFill>
                  <a:schemeClr val="accent3"/>
                </a:solidFill>
              </a:defRPr>
            </a:lvl6pPr>
            <a:lvl7pPr lvl="6" rtl="0" algn="ctr">
              <a:spcBef>
                <a:spcPts val="0"/>
              </a:spcBef>
              <a:spcAft>
                <a:spcPts val="0"/>
              </a:spcAft>
              <a:buClr>
                <a:schemeClr val="accent3"/>
              </a:buClr>
              <a:buSzPts val="4800"/>
              <a:buNone/>
              <a:defRPr b="1" sz="4800">
                <a:solidFill>
                  <a:schemeClr val="accent3"/>
                </a:solidFill>
              </a:defRPr>
            </a:lvl7pPr>
            <a:lvl8pPr lvl="7" rtl="0" algn="ctr">
              <a:spcBef>
                <a:spcPts val="0"/>
              </a:spcBef>
              <a:spcAft>
                <a:spcPts val="0"/>
              </a:spcAft>
              <a:buClr>
                <a:schemeClr val="accent3"/>
              </a:buClr>
              <a:buSzPts val="4800"/>
              <a:buNone/>
              <a:defRPr b="1" sz="4800">
                <a:solidFill>
                  <a:schemeClr val="accent3"/>
                </a:solidFill>
              </a:defRPr>
            </a:lvl8pPr>
            <a:lvl9pPr lvl="8" rtl="0" algn="ctr">
              <a:spcBef>
                <a:spcPts val="0"/>
              </a:spcBef>
              <a:spcAft>
                <a:spcPts val="0"/>
              </a:spcAft>
              <a:buClr>
                <a:schemeClr val="accent3"/>
              </a:buClr>
              <a:buSzPts val="4800"/>
              <a:buNone/>
              <a:defRPr b="1" sz="4800">
                <a:solidFill>
                  <a:schemeClr val="accent3"/>
                </a:solidFill>
              </a:defRPr>
            </a:lvl9pPr>
          </a:lstStyle>
          <a:p>
            <a:r>
              <a:t>xx%</a:t>
            </a:r>
          </a:p>
        </p:txBody>
      </p:sp>
      <p:sp>
        <p:nvSpPr>
          <p:cNvPr id="1439" name="Google Shape;1439;p32"/>
          <p:cNvSpPr txBox="1"/>
          <p:nvPr>
            <p:ph hasCustomPrompt="1" idx="3" type="title"/>
          </p:nvPr>
        </p:nvSpPr>
        <p:spPr>
          <a:xfrm>
            <a:off x="922135" y="1638393"/>
            <a:ext cx="17769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4800"/>
              <a:buNone/>
              <a:defRPr>
                <a:solidFill>
                  <a:schemeClr val="accent3"/>
                </a:solidFill>
              </a:defRPr>
            </a:lvl1pPr>
            <a:lvl2pPr lvl="1" rtl="0" algn="ctr">
              <a:spcBef>
                <a:spcPts val="0"/>
              </a:spcBef>
              <a:spcAft>
                <a:spcPts val="0"/>
              </a:spcAft>
              <a:buClr>
                <a:schemeClr val="accent3"/>
              </a:buClr>
              <a:buSzPts val="4800"/>
              <a:buNone/>
              <a:defRPr b="1" sz="4800">
                <a:solidFill>
                  <a:schemeClr val="accent3"/>
                </a:solidFill>
              </a:defRPr>
            </a:lvl2pPr>
            <a:lvl3pPr lvl="2" rtl="0" algn="ctr">
              <a:spcBef>
                <a:spcPts val="0"/>
              </a:spcBef>
              <a:spcAft>
                <a:spcPts val="0"/>
              </a:spcAft>
              <a:buClr>
                <a:schemeClr val="accent3"/>
              </a:buClr>
              <a:buSzPts val="4800"/>
              <a:buNone/>
              <a:defRPr b="1" sz="4800">
                <a:solidFill>
                  <a:schemeClr val="accent3"/>
                </a:solidFill>
              </a:defRPr>
            </a:lvl3pPr>
            <a:lvl4pPr lvl="3" rtl="0" algn="ctr">
              <a:spcBef>
                <a:spcPts val="0"/>
              </a:spcBef>
              <a:spcAft>
                <a:spcPts val="0"/>
              </a:spcAft>
              <a:buClr>
                <a:schemeClr val="accent3"/>
              </a:buClr>
              <a:buSzPts val="4800"/>
              <a:buNone/>
              <a:defRPr b="1" sz="4800">
                <a:solidFill>
                  <a:schemeClr val="accent3"/>
                </a:solidFill>
              </a:defRPr>
            </a:lvl4pPr>
            <a:lvl5pPr lvl="4" rtl="0" algn="ctr">
              <a:spcBef>
                <a:spcPts val="0"/>
              </a:spcBef>
              <a:spcAft>
                <a:spcPts val="0"/>
              </a:spcAft>
              <a:buClr>
                <a:schemeClr val="accent3"/>
              </a:buClr>
              <a:buSzPts val="4800"/>
              <a:buNone/>
              <a:defRPr b="1" sz="4800">
                <a:solidFill>
                  <a:schemeClr val="accent3"/>
                </a:solidFill>
              </a:defRPr>
            </a:lvl5pPr>
            <a:lvl6pPr lvl="5" rtl="0" algn="ctr">
              <a:spcBef>
                <a:spcPts val="0"/>
              </a:spcBef>
              <a:spcAft>
                <a:spcPts val="0"/>
              </a:spcAft>
              <a:buClr>
                <a:schemeClr val="accent3"/>
              </a:buClr>
              <a:buSzPts val="4800"/>
              <a:buNone/>
              <a:defRPr b="1" sz="4800">
                <a:solidFill>
                  <a:schemeClr val="accent3"/>
                </a:solidFill>
              </a:defRPr>
            </a:lvl6pPr>
            <a:lvl7pPr lvl="6" rtl="0" algn="ctr">
              <a:spcBef>
                <a:spcPts val="0"/>
              </a:spcBef>
              <a:spcAft>
                <a:spcPts val="0"/>
              </a:spcAft>
              <a:buClr>
                <a:schemeClr val="accent3"/>
              </a:buClr>
              <a:buSzPts val="4800"/>
              <a:buNone/>
              <a:defRPr b="1" sz="4800">
                <a:solidFill>
                  <a:schemeClr val="accent3"/>
                </a:solidFill>
              </a:defRPr>
            </a:lvl7pPr>
            <a:lvl8pPr lvl="7" rtl="0" algn="ctr">
              <a:spcBef>
                <a:spcPts val="0"/>
              </a:spcBef>
              <a:spcAft>
                <a:spcPts val="0"/>
              </a:spcAft>
              <a:buClr>
                <a:schemeClr val="accent3"/>
              </a:buClr>
              <a:buSzPts val="4800"/>
              <a:buNone/>
              <a:defRPr b="1" sz="4800">
                <a:solidFill>
                  <a:schemeClr val="accent3"/>
                </a:solidFill>
              </a:defRPr>
            </a:lvl8pPr>
            <a:lvl9pPr lvl="8" rtl="0" algn="ctr">
              <a:spcBef>
                <a:spcPts val="0"/>
              </a:spcBef>
              <a:spcAft>
                <a:spcPts val="0"/>
              </a:spcAft>
              <a:buClr>
                <a:schemeClr val="accent3"/>
              </a:buClr>
              <a:buSzPts val="4800"/>
              <a:buNone/>
              <a:defRPr b="1" sz="4800">
                <a:solidFill>
                  <a:schemeClr val="accent3"/>
                </a:solidFill>
              </a:defRPr>
            </a:lvl9pPr>
          </a:lstStyle>
          <a:p>
            <a:r>
              <a:t>xx%</a:t>
            </a:r>
          </a:p>
        </p:txBody>
      </p:sp>
      <p:sp>
        <p:nvSpPr>
          <p:cNvPr id="1440" name="Google Shape;1440;p32"/>
          <p:cNvSpPr txBox="1"/>
          <p:nvPr>
            <p:ph hasCustomPrompt="1" idx="4" type="title"/>
          </p:nvPr>
        </p:nvSpPr>
        <p:spPr>
          <a:xfrm>
            <a:off x="6441309" y="1638394"/>
            <a:ext cx="17991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4800"/>
              <a:buNone/>
              <a:defRPr>
                <a:solidFill>
                  <a:schemeClr val="accent3"/>
                </a:solidFill>
              </a:defRPr>
            </a:lvl1pPr>
            <a:lvl2pPr lvl="1" rtl="0" algn="ctr">
              <a:spcBef>
                <a:spcPts val="0"/>
              </a:spcBef>
              <a:spcAft>
                <a:spcPts val="0"/>
              </a:spcAft>
              <a:buClr>
                <a:schemeClr val="accent3"/>
              </a:buClr>
              <a:buSzPts val="4800"/>
              <a:buNone/>
              <a:defRPr b="1" sz="4800">
                <a:solidFill>
                  <a:schemeClr val="accent3"/>
                </a:solidFill>
              </a:defRPr>
            </a:lvl2pPr>
            <a:lvl3pPr lvl="2" rtl="0" algn="ctr">
              <a:spcBef>
                <a:spcPts val="0"/>
              </a:spcBef>
              <a:spcAft>
                <a:spcPts val="0"/>
              </a:spcAft>
              <a:buClr>
                <a:schemeClr val="accent3"/>
              </a:buClr>
              <a:buSzPts val="4800"/>
              <a:buNone/>
              <a:defRPr b="1" sz="4800">
                <a:solidFill>
                  <a:schemeClr val="accent3"/>
                </a:solidFill>
              </a:defRPr>
            </a:lvl3pPr>
            <a:lvl4pPr lvl="3" rtl="0" algn="ctr">
              <a:spcBef>
                <a:spcPts val="0"/>
              </a:spcBef>
              <a:spcAft>
                <a:spcPts val="0"/>
              </a:spcAft>
              <a:buClr>
                <a:schemeClr val="accent3"/>
              </a:buClr>
              <a:buSzPts val="4800"/>
              <a:buNone/>
              <a:defRPr b="1" sz="4800">
                <a:solidFill>
                  <a:schemeClr val="accent3"/>
                </a:solidFill>
              </a:defRPr>
            </a:lvl4pPr>
            <a:lvl5pPr lvl="4" rtl="0" algn="ctr">
              <a:spcBef>
                <a:spcPts val="0"/>
              </a:spcBef>
              <a:spcAft>
                <a:spcPts val="0"/>
              </a:spcAft>
              <a:buClr>
                <a:schemeClr val="accent3"/>
              </a:buClr>
              <a:buSzPts val="4800"/>
              <a:buNone/>
              <a:defRPr b="1" sz="4800">
                <a:solidFill>
                  <a:schemeClr val="accent3"/>
                </a:solidFill>
              </a:defRPr>
            </a:lvl5pPr>
            <a:lvl6pPr lvl="5" rtl="0" algn="ctr">
              <a:spcBef>
                <a:spcPts val="0"/>
              </a:spcBef>
              <a:spcAft>
                <a:spcPts val="0"/>
              </a:spcAft>
              <a:buClr>
                <a:schemeClr val="accent3"/>
              </a:buClr>
              <a:buSzPts val="4800"/>
              <a:buNone/>
              <a:defRPr b="1" sz="4800">
                <a:solidFill>
                  <a:schemeClr val="accent3"/>
                </a:solidFill>
              </a:defRPr>
            </a:lvl6pPr>
            <a:lvl7pPr lvl="6" rtl="0" algn="ctr">
              <a:spcBef>
                <a:spcPts val="0"/>
              </a:spcBef>
              <a:spcAft>
                <a:spcPts val="0"/>
              </a:spcAft>
              <a:buClr>
                <a:schemeClr val="accent3"/>
              </a:buClr>
              <a:buSzPts val="4800"/>
              <a:buNone/>
              <a:defRPr b="1" sz="4800">
                <a:solidFill>
                  <a:schemeClr val="accent3"/>
                </a:solidFill>
              </a:defRPr>
            </a:lvl7pPr>
            <a:lvl8pPr lvl="7" rtl="0" algn="ctr">
              <a:spcBef>
                <a:spcPts val="0"/>
              </a:spcBef>
              <a:spcAft>
                <a:spcPts val="0"/>
              </a:spcAft>
              <a:buClr>
                <a:schemeClr val="accent3"/>
              </a:buClr>
              <a:buSzPts val="4800"/>
              <a:buNone/>
              <a:defRPr b="1" sz="4800">
                <a:solidFill>
                  <a:schemeClr val="accent3"/>
                </a:solidFill>
              </a:defRPr>
            </a:lvl8pPr>
            <a:lvl9pPr lvl="8" rtl="0" algn="ctr">
              <a:spcBef>
                <a:spcPts val="0"/>
              </a:spcBef>
              <a:spcAft>
                <a:spcPts val="0"/>
              </a:spcAft>
              <a:buClr>
                <a:schemeClr val="accent3"/>
              </a:buClr>
              <a:buSzPts val="4800"/>
              <a:buNone/>
              <a:defRPr b="1" sz="4800">
                <a:solidFill>
                  <a:schemeClr val="accent3"/>
                </a:solidFill>
              </a:defRPr>
            </a:lvl9pPr>
          </a:lstStyle>
          <a:p>
            <a:r>
              <a:t>xx%</a:t>
            </a:r>
          </a:p>
        </p:txBody>
      </p:sp>
      <p:sp>
        <p:nvSpPr>
          <p:cNvPr id="1441" name="Google Shape;1441;p32"/>
          <p:cNvSpPr txBox="1"/>
          <p:nvPr>
            <p:ph hasCustomPrompt="1" idx="5" type="title"/>
          </p:nvPr>
        </p:nvSpPr>
        <p:spPr>
          <a:xfrm>
            <a:off x="4575208" y="1638393"/>
            <a:ext cx="18423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4800"/>
              <a:buNone/>
              <a:defRPr>
                <a:solidFill>
                  <a:schemeClr val="accent3"/>
                </a:solidFill>
              </a:defRPr>
            </a:lvl1pPr>
            <a:lvl2pPr lvl="1" rtl="0" algn="ctr">
              <a:spcBef>
                <a:spcPts val="0"/>
              </a:spcBef>
              <a:spcAft>
                <a:spcPts val="0"/>
              </a:spcAft>
              <a:buClr>
                <a:schemeClr val="accent3"/>
              </a:buClr>
              <a:buSzPts val="4800"/>
              <a:buNone/>
              <a:defRPr b="1" sz="4800">
                <a:solidFill>
                  <a:schemeClr val="accent3"/>
                </a:solidFill>
              </a:defRPr>
            </a:lvl2pPr>
            <a:lvl3pPr lvl="2" rtl="0" algn="ctr">
              <a:spcBef>
                <a:spcPts val="0"/>
              </a:spcBef>
              <a:spcAft>
                <a:spcPts val="0"/>
              </a:spcAft>
              <a:buClr>
                <a:schemeClr val="accent3"/>
              </a:buClr>
              <a:buSzPts val="4800"/>
              <a:buNone/>
              <a:defRPr b="1" sz="4800">
                <a:solidFill>
                  <a:schemeClr val="accent3"/>
                </a:solidFill>
              </a:defRPr>
            </a:lvl3pPr>
            <a:lvl4pPr lvl="3" rtl="0" algn="ctr">
              <a:spcBef>
                <a:spcPts val="0"/>
              </a:spcBef>
              <a:spcAft>
                <a:spcPts val="0"/>
              </a:spcAft>
              <a:buClr>
                <a:schemeClr val="accent3"/>
              </a:buClr>
              <a:buSzPts val="4800"/>
              <a:buNone/>
              <a:defRPr b="1" sz="4800">
                <a:solidFill>
                  <a:schemeClr val="accent3"/>
                </a:solidFill>
              </a:defRPr>
            </a:lvl4pPr>
            <a:lvl5pPr lvl="4" rtl="0" algn="ctr">
              <a:spcBef>
                <a:spcPts val="0"/>
              </a:spcBef>
              <a:spcAft>
                <a:spcPts val="0"/>
              </a:spcAft>
              <a:buClr>
                <a:schemeClr val="accent3"/>
              </a:buClr>
              <a:buSzPts val="4800"/>
              <a:buNone/>
              <a:defRPr b="1" sz="4800">
                <a:solidFill>
                  <a:schemeClr val="accent3"/>
                </a:solidFill>
              </a:defRPr>
            </a:lvl5pPr>
            <a:lvl6pPr lvl="5" rtl="0" algn="ctr">
              <a:spcBef>
                <a:spcPts val="0"/>
              </a:spcBef>
              <a:spcAft>
                <a:spcPts val="0"/>
              </a:spcAft>
              <a:buClr>
                <a:schemeClr val="accent3"/>
              </a:buClr>
              <a:buSzPts val="4800"/>
              <a:buNone/>
              <a:defRPr b="1" sz="4800">
                <a:solidFill>
                  <a:schemeClr val="accent3"/>
                </a:solidFill>
              </a:defRPr>
            </a:lvl6pPr>
            <a:lvl7pPr lvl="6" rtl="0" algn="ctr">
              <a:spcBef>
                <a:spcPts val="0"/>
              </a:spcBef>
              <a:spcAft>
                <a:spcPts val="0"/>
              </a:spcAft>
              <a:buClr>
                <a:schemeClr val="accent3"/>
              </a:buClr>
              <a:buSzPts val="4800"/>
              <a:buNone/>
              <a:defRPr b="1" sz="4800">
                <a:solidFill>
                  <a:schemeClr val="accent3"/>
                </a:solidFill>
              </a:defRPr>
            </a:lvl7pPr>
            <a:lvl8pPr lvl="7" rtl="0" algn="ctr">
              <a:spcBef>
                <a:spcPts val="0"/>
              </a:spcBef>
              <a:spcAft>
                <a:spcPts val="0"/>
              </a:spcAft>
              <a:buClr>
                <a:schemeClr val="accent3"/>
              </a:buClr>
              <a:buSzPts val="4800"/>
              <a:buNone/>
              <a:defRPr b="1" sz="4800">
                <a:solidFill>
                  <a:schemeClr val="accent3"/>
                </a:solidFill>
              </a:defRPr>
            </a:lvl8pPr>
            <a:lvl9pPr lvl="8" rtl="0" algn="ctr">
              <a:spcBef>
                <a:spcPts val="0"/>
              </a:spcBef>
              <a:spcAft>
                <a:spcPts val="0"/>
              </a:spcAft>
              <a:buClr>
                <a:schemeClr val="accent3"/>
              </a:buClr>
              <a:buSzPts val="4800"/>
              <a:buNone/>
              <a:defRPr b="1" sz="4800">
                <a:solidFill>
                  <a:schemeClr val="accent3"/>
                </a:solidFill>
              </a:defRPr>
            </a:lvl9pPr>
          </a:lstStyle>
          <a:p>
            <a:r>
              <a:t>xx%</a:t>
            </a:r>
          </a:p>
        </p:txBody>
      </p:sp>
      <p:sp>
        <p:nvSpPr>
          <p:cNvPr id="1442" name="Google Shape;1442;p32"/>
          <p:cNvSpPr txBox="1"/>
          <p:nvPr>
            <p:ph idx="1" type="subTitle"/>
          </p:nvPr>
        </p:nvSpPr>
        <p:spPr>
          <a:xfrm>
            <a:off x="896185" y="2543910"/>
            <a:ext cx="18288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43" name="Google Shape;1443;p32"/>
          <p:cNvSpPr txBox="1"/>
          <p:nvPr>
            <p:ph idx="6" type="subTitle"/>
          </p:nvPr>
        </p:nvSpPr>
        <p:spPr>
          <a:xfrm>
            <a:off x="2739609" y="2543910"/>
            <a:ext cx="18288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44" name="Google Shape;1444;p32"/>
          <p:cNvSpPr txBox="1"/>
          <p:nvPr>
            <p:ph idx="7" type="subTitle"/>
          </p:nvPr>
        </p:nvSpPr>
        <p:spPr>
          <a:xfrm>
            <a:off x="4583034" y="2543910"/>
            <a:ext cx="18288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45" name="Google Shape;1445;p32"/>
          <p:cNvSpPr txBox="1"/>
          <p:nvPr>
            <p:ph idx="8" type="subTitle"/>
          </p:nvPr>
        </p:nvSpPr>
        <p:spPr>
          <a:xfrm>
            <a:off x="6426459" y="2543910"/>
            <a:ext cx="18288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46" name="Google Shape;1446;p32"/>
          <p:cNvSpPr txBox="1"/>
          <p:nvPr>
            <p:ph idx="9" type="subTitle"/>
          </p:nvPr>
        </p:nvSpPr>
        <p:spPr>
          <a:xfrm>
            <a:off x="941935" y="2910668"/>
            <a:ext cx="1737300" cy="10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1600"/>
              </a:spcBef>
              <a:spcAft>
                <a:spcPts val="0"/>
              </a:spcAft>
              <a:buNone/>
              <a:defRPr>
                <a:solidFill>
                  <a:schemeClr val="accent3"/>
                </a:solidFill>
              </a:defRPr>
            </a:lvl2pPr>
            <a:lvl3pPr lvl="2" rtl="0" algn="ctr">
              <a:lnSpc>
                <a:spcPct val="100000"/>
              </a:lnSpc>
              <a:spcBef>
                <a:spcPts val="1600"/>
              </a:spcBef>
              <a:spcAft>
                <a:spcPts val="0"/>
              </a:spcAft>
              <a:buNone/>
              <a:defRPr>
                <a:solidFill>
                  <a:schemeClr val="accent3"/>
                </a:solidFill>
              </a:defRPr>
            </a:lvl3pPr>
            <a:lvl4pPr lvl="3" rtl="0" algn="ctr">
              <a:lnSpc>
                <a:spcPct val="100000"/>
              </a:lnSpc>
              <a:spcBef>
                <a:spcPts val="1600"/>
              </a:spcBef>
              <a:spcAft>
                <a:spcPts val="0"/>
              </a:spcAft>
              <a:buNone/>
              <a:defRPr>
                <a:solidFill>
                  <a:schemeClr val="accent3"/>
                </a:solidFill>
              </a:defRPr>
            </a:lvl4pPr>
            <a:lvl5pPr lvl="4" rtl="0" algn="ctr">
              <a:lnSpc>
                <a:spcPct val="100000"/>
              </a:lnSpc>
              <a:spcBef>
                <a:spcPts val="1600"/>
              </a:spcBef>
              <a:spcAft>
                <a:spcPts val="0"/>
              </a:spcAft>
              <a:buNone/>
              <a:defRPr>
                <a:solidFill>
                  <a:schemeClr val="accent3"/>
                </a:solidFill>
              </a:defRPr>
            </a:lvl5pPr>
            <a:lvl6pPr lvl="5" rtl="0" algn="ctr">
              <a:lnSpc>
                <a:spcPct val="100000"/>
              </a:lnSpc>
              <a:spcBef>
                <a:spcPts val="1600"/>
              </a:spcBef>
              <a:spcAft>
                <a:spcPts val="0"/>
              </a:spcAft>
              <a:buNone/>
              <a:defRPr>
                <a:solidFill>
                  <a:schemeClr val="accent3"/>
                </a:solidFill>
              </a:defRPr>
            </a:lvl6pPr>
            <a:lvl7pPr lvl="6" rtl="0" algn="ctr">
              <a:lnSpc>
                <a:spcPct val="100000"/>
              </a:lnSpc>
              <a:spcBef>
                <a:spcPts val="1600"/>
              </a:spcBef>
              <a:spcAft>
                <a:spcPts val="0"/>
              </a:spcAft>
              <a:buNone/>
              <a:defRPr>
                <a:solidFill>
                  <a:schemeClr val="accent3"/>
                </a:solidFill>
              </a:defRPr>
            </a:lvl7pPr>
            <a:lvl8pPr lvl="7" rtl="0" algn="ctr">
              <a:lnSpc>
                <a:spcPct val="100000"/>
              </a:lnSpc>
              <a:spcBef>
                <a:spcPts val="1600"/>
              </a:spcBef>
              <a:spcAft>
                <a:spcPts val="0"/>
              </a:spcAft>
              <a:buNone/>
              <a:defRPr>
                <a:solidFill>
                  <a:schemeClr val="accent3"/>
                </a:solidFill>
              </a:defRPr>
            </a:lvl8pPr>
            <a:lvl9pPr lvl="8" rtl="0" algn="ctr">
              <a:lnSpc>
                <a:spcPct val="100000"/>
              </a:lnSpc>
              <a:spcBef>
                <a:spcPts val="1600"/>
              </a:spcBef>
              <a:spcAft>
                <a:spcPts val="1600"/>
              </a:spcAft>
              <a:buNone/>
              <a:defRPr>
                <a:solidFill>
                  <a:schemeClr val="accent3"/>
                </a:solidFill>
              </a:defRPr>
            </a:lvl9pPr>
          </a:lstStyle>
          <a:p/>
        </p:txBody>
      </p:sp>
      <p:sp>
        <p:nvSpPr>
          <p:cNvPr id="1447" name="Google Shape;1447;p32"/>
          <p:cNvSpPr txBox="1"/>
          <p:nvPr>
            <p:ph idx="13" type="subTitle"/>
          </p:nvPr>
        </p:nvSpPr>
        <p:spPr>
          <a:xfrm>
            <a:off x="2785359" y="2921193"/>
            <a:ext cx="1737300" cy="10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sp>
        <p:nvSpPr>
          <p:cNvPr id="1448" name="Google Shape;1448;p32"/>
          <p:cNvSpPr txBox="1"/>
          <p:nvPr>
            <p:ph idx="14" type="subTitle"/>
          </p:nvPr>
        </p:nvSpPr>
        <p:spPr>
          <a:xfrm>
            <a:off x="4628784" y="2921193"/>
            <a:ext cx="1737300" cy="10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sp>
        <p:nvSpPr>
          <p:cNvPr id="1449" name="Google Shape;1449;p32"/>
          <p:cNvSpPr txBox="1"/>
          <p:nvPr>
            <p:ph idx="15" type="subTitle"/>
          </p:nvPr>
        </p:nvSpPr>
        <p:spPr>
          <a:xfrm>
            <a:off x="6472209" y="2921193"/>
            <a:ext cx="1737300" cy="10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1600"/>
              </a:spcBef>
              <a:spcAft>
                <a:spcPts val="0"/>
              </a:spcAft>
              <a:buNone/>
              <a:defRPr>
                <a:solidFill>
                  <a:schemeClr val="accent3"/>
                </a:solidFill>
              </a:defRPr>
            </a:lvl2pPr>
            <a:lvl3pPr lvl="2" rtl="0" algn="ctr">
              <a:lnSpc>
                <a:spcPct val="100000"/>
              </a:lnSpc>
              <a:spcBef>
                <a:spcPts val="1600"/>
              </a:spcBef>
              <a:spcAft>
                <a:spcPts val="0"/>
              </a:spcAft>
              <a:buNone/>
              <a:defRPr>
                <a:solidFill>
                  <a:schemeClr val="accent3"/>
                </a:solidFill>
              </a:defRPr>
            </a:lvl3pPr>
            <a:lvl4pPr lvl="3" rtl="0" algn="ctr">
              <a:lnSpc>
                <a:spcPct val="100000"/>
              </a:lnSpc>
              <a:spcBef>
                <a:spcPts val="1600"/>
              </a:spcBef>
              <a:spcAft>
                <a:spcPts val="0"/>
              </a:spcAft>
              <a:buNone/>
              <a:defRPr>
                <a:solidFill>
                  <a:schemeClr val="accent3"/>
                </a:solidFill>
              </a:defRPr>
            </a:lvl4pPr>
            <a:lvl5pPr lvl="4" rtl="0" algn="ctr">
              <a:lnSpc>
                <a:spcPct val="100000"/>
              </a:lnSpc>
              <a:spcBef>
                <a:spcPts val="1600"/>
              </a:spcBef>
              <a:spcAft>
                <a:spcPts val="0"/>
              </a:spcAft>
              <a:buNone/>
              <a:defRPr>
                <a:solidFill>
                  <a:schemeClr val="accent3"/>
                </a:solidFill>
              </a:defRPr>
            </a:lvl5pPr>
            <a:lvl6pPr lvl="5" rtl="0" algn="ctr">
              <a:lnSpc>
                <a:spcPct val="100000"/>
              </a:lnSpc>
              <a:spcBef>
                <a:spcPts val="1600"/>
              </a:spcBef>
              <a:spcAft>
                <a:spcPts val="0"/>
              </a:spcAft>
              <a:buNone/>
              <a:defRPr>
                <a:solidFill>
                  <a:schemeClr val="accent3"/>
                </a:solidFill>
              </a:defRPr>
            </a:lvl6pPr>
            <a:lvl7pPr lvl="6" rtl="0" algn="ctr">
              <a:lnSpc>
                <a:spcPct val="100000"/>
              </a:lnSpc>
              <a:spcBef>
                <a:spcPts val="1600"/>
              </a:spcBef>
              <a:spcAft>
                <a:spcPts val="0"/>
              </a:spcAft>
              <a:buNone/>
              <a:defRPr>
                <a:solidFill>
                  <a:schemeClr val="accent3"/>
                </a:solidFill>
              </a:defRPr>
            </a:lvl7pPr>
            <a:lvl8pPr lvl="7" rtl="0" algn="ctr">
              <a:lnSpc>
                <a:spcPct val="100000"/>
              </a:lnSpc>
              <a:spcBef>
                <a:spcPts val="1600"/>
              </a:spcBef>
              <a:spcAft>
                <a:spcPts val="0"/>
              </a:spcAft>
              <a:buNone/>
              <a:defRPr>
                <a:solidFill>
                  <a:schemeClr val="accent3"/>
                </a:solidFill>
              </a:defRPr>
            </a:lvl8pPr>
            <a:lvl9pPr lvl="8" rtl="0" algn="ctr">
              <a:lnSpc>
                <a:spcPct val="100000"/>
              </a:lnSpc>
              <a:spcBef>
                <a:spcPts val="1600"/>
              </a:spcBef>
              <a:spcAft>
                <a:spcPts val="1600"/>
              </a:spcAft>
              <a:buNone/>
              <a:defRPr>
                <a:solidFill>
                  <a:schemeClr val="accent3"/>
                </a:solidFill>
              </a:defRPr>
            </a:lvl9pPr>
          </a:lstStyle>
          <a:p/>
        </p:txBody>
      </p:sp>
      <p:pic>
        <p:nvPicPr>
          <p:cNvPr id="1450" name="Google Shape;1450;p32"/>
          <p:cNvPicPr preferRelativeResize="0"/>
          <p:nvPr/>
        </p:nvPicPr>
        <p:blipFill>
          <a:blip r:embed="rId2">
            <a:alphaModFix/>
          </a:blip>
          <a:stretch>
            <a:fillRect/>
          </a:stretch>
        </p:blipFill>
        <p:spPr>
          <a:xfrm>
            <a:off x="7421050" y="-317876"/>
            <a:ext cx="1964802" cy="1508426"/>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2">
  <p:cSld name="ONE_COLUMN_TEXT_2_2">
    <p:spTree>
      <p:nvGrpSpPr>
        <p:cNvPr id="1451" name="Shape 1451"/>
        <p:cNvGrpSpPr/>
        <p:nvPr/>
      </p:nvGrpSpPr>
      <p:grpSpPr>
        <a:xfrm>
          <a:off x="0" y="0"/>
          <a:ext cx="0" cy="0"/>
          <a:chOff x="0" y="0"/>
          <a:chExt cx="0" cy="0"/>
        </a:xfrm>
      </p:grpSpPr>
      <p:sp>
        <p:nvSpPr>
          <p:cNvPr id="1452" name="Google Shape;1452;p33"/>
          <p:cNvSpPr txBox="1"/>
          <p:nvPr>
            <p:ph type="title"/>
          </p:nvPr>
        </p:nvSpPr>
        <p:spPr>
          <a:xfrm>
            <a:off x="4579962" y="1665460"/>
            <a:ext cx="3657600" cy="9144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None/>
              <a:defRPr>
                <a:latin typeface="Montserrat ExtraBold"/>
                <a:ea typeface="Montserrat ExtraBold"/>
                <a:cs typeface="Montserrat ExtraBold"/>
                <a:sym typeface="Montserrat ExtraBol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53" name="Google Shape;1453;p33"/>
          <p:cNvSpPr txBox="1"/>
          <p:nvPr>
            <p:ph idx="1" type="subTitle"/>
          </p:nvPr>
        </p:nvSpPr>
        <p:spPr>
          <a:xfrm>
            <a:off x="4572000" y="2587749"/>
            <a:ext cx="3657600" cy="1828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accent3"/>
                </a:solidFill>
                <a:latin typeface="Lato"/>
                <a:ea typeface="Lato"/>
                <a:cs typeface="Lato"/>
                <a:sym typeface="Lato"/>
              </a:defRPr>
            </a:lvl1pPr>
            <a:lvl2pPr lvl="1" rtl="0" algn="r">
              <a:lnSpc>
                <a:spcPct val="100000"/>
              </a:lnSpc>
              <a:spcBef>
                <a:spcPts val="160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grpSp>
        <p:nvGrpSpPr>
          <p:cNvPr id="1454" name="Google Shape;1454;p33"/>
          <p:cNvGrpSpPr/>
          <p:nvPr/>
        </p:nvGrpSpPr>
        <p:grpSpPr>
          <a:xfrm>
            <a:off x="6912145" y="4433249"/>
            <a:ext cx="4477807" cy="839588"/>
            <a:chOff x="3098100" y="3849750"/>
            <a:chExt cx="940775" cy="270425"/>
          </a:xfrm>
        </p:grpSpPr>
        <p:sp>
          <p:nvSpPr>
            <p:cNvPr id="1455" name="Google Shape;1455;p33"/>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3"/>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3"/>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8" name="Google Shape;1458;p33"/>
          <p:cNvGrpSpPr/>
          <p:nvPr/>
        </p:nvGrpSpPr>
        <p:grpSpPr>
          <a:xfrm>
            <a:off x="-731964" y="-152400"/>
            <a:ext cx="4770701" cy="5600699"/>
            <a:chOff x="-731964" y="-152400"/>
            <a:chExt cx="4770701" cy="5600699"/>
          </a:xfrm>
        </p:grpSpPr>
        <p:sp>
          <p:nvSpPr>
            <p:cNvPr id="1459" name="Google Shape;1459;p33"/>
            <p:cNvSpPr/>
            <p:nvPr/>
          </p:nvSpPr>
          <p:spPr>
            <a:xfrm rot="10800000">
              <a:off x="-731964" y="4332446"/>
              <a:ext cx="2888" cy="3337"/>
            </a:xfrm>
            <a:custGeom>
              <a:rect b="b" l="l" r="r" t="t"/>
              <a:pathLst>
                <a:path extrusionOk="0" h="39" w="38">
                  <a:moveTo>
                    <a:pt x="38" y="39"/>
                  </a:moveTo>
                  <a:lnTo>
                    <a:pt x="38" y="39"/>
                  </a:lnTo>
                  <a:lnTo>
                    <a:pt x="0" y="0"/>
                  </a:lnTo>
                  <a:lnTo>
                    <a:pt x="0" y="0"/>
                  </a:ln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3"/>
            <p:cNvSpPr/>
            <p:nvPr/>
          </p:nvSpPr>
          <p:spPr>
            <a:xfrm rot="10800000">
              <a:off x="-729152" y="4335697"/>
              <a:ext cx="2888" cy="3337"/>
            </a:xfrm>
            <a:custGeom>
              <a:rect b="b" l="l" r="r" t="t"/>
              <a:pathLst>
                <a:path extrusionOk="0" h="39" w="38">
                  <a:moveTo>
                    <a:pt x="37" y="38"/>
                  </a:moveTo>
                  <a:lnTo>
                    <a:pt x="0" y="1"/>
                  </a:ln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1" name="Google Shape;1461;p33"/>
            <p:cNvGrpSpPr/>
            <p:nvPr/>
          </p:nvGrpSpPr>
          <p:grpSpPr>
            <a:xfrm flipH="1">
              <a:off x="-597508" y="-49993"/>
              <a:ext cx="4636245" cy="5256773"/>
              <a:chOff x="3268325" y="3013975"/>
              <a:chExt cx="1443800" cy="1106200"/>
            </a:xfrm>
          </p:grpSpPr>
          <p:sp>
            <p:nvSpPr>
              <p:cNvPr id="1462" name="Google Shape;1462;p33"/>
              <p:cNvSpPr/>
              <p:nvPr/>
            </p:nvSpPr>
            <p:spPr>
              <a:xfrm>
                <a:off x="3268325" y="3013975"/>
                <a:ext cx="274950" cy="149575"/>
              </a:xfrm>
              <a:custGeom>
                <a:rect b="b" l="l" r="r" t="t"/>
                <a:pathLst>
                  <a:path extrusionOk="0" h="5983" w="10998">
                    <a:moveTo>
                      <a:pt x="1" y="1"/>
                    </a:moveTo>
                    <a:cubicBezTo>
                      <a:pt x="1367" y="1752"/>
                      <a:pt x="2900" y="3353"/>
                      <a:pt x="4795" y="4495"/>
                    </a:cubicBezTo>
                    <a:cubicBezTo>
                      <a:pt x="6348" y="5429"/>
                      <a:pt x="8202" y="5983"/>
                      <a:pt x="10007" y="5983"/>
                    </a:cubicBezTo>
                    <a:cubicBezTo>
                      <a:pt x="10340" y="5983"/>
                      <a:pt x="10671" y="5964"/>
                      <a:pt x="10998" y="5925"/>
                    </a:cubicBezTo>
                    <a:cubicBezTo>
                      <a:pt x="10617" y="3974"/>
                      <a:pt x="10586" y="1960"/>
                      <a:pt x="109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3"/>
              <p:cNvSpPr/>
              <p:nvPr/>
            </p:nvSpPr>
            <p:spPr>
              <a:xfrm>
                <a:off x="3543250" y="3013975"/>
                <a:ext cx="893200" cy="1018300"/>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3"/>
              <p:cNvSpPr/>
              <p:nvPr/>
            </p:nvSpPr>
            <p:spPr>
              <a:xfrm>
                <a:off x="3532950" y="3013975"/>
                <a:ext cx="491525" cy="178275"/>
              </a:xfrm>
              <a:custGeom>
                <a:rect b="b" l="l" r="r" t="t"/>
                <a:pathLst>
                  <a:path extrusionOk="0" h="7131" w="19661">
                    <a:moveTo>
                      <a:pt x="362" y="1"/>
                    </a:moveTo>
                    <a:cubicBezTo>
                      <a:pt x="1" y="1960"/>
                      <a:pt x="32" y="3974"/>
                      <a:pt x="413" y="5925"/>
                    </a:cubicBezTo>
                    <a:cubicBezTo>
                      <a:pt x="1575" y="5790"/>
                      <a:pt x="2692" y="5405"/>
                      <a:pt x="3660" y="4713"/>
                    </a:cubicBezTo>
                    <a:cubicBezTo>
                      <a:pt x="5149" y="3650"/>
                      <a:pt x="6409" y="1885"/>
                      <a:pt x="8226" y="1885"/>
                    </a:cubicBezTo>
                    <a:cubicBezTo>
                      <a:pt x="8251" y="1885"/>
                      <a:pt x="8275" y="1885"/>
                      <a:pt x="8299" y="1886"/>
                    </a:cubicBezTo>
                    <a:cubicBezTo>
                      <a:pt x="9765" y="1922"/>
                      <a:pt x="10895" y="3139"/>
                      <a:pt x="11785" y="4304"/>
                    </a:cubicBezTo>
                    <a:cubicBezTo>
                      <a:pt x="12677" y="5466"/>
                      <a:pt x="13645" y="6760"/>
                      <a:pt x="15076" y="7067"/>
                    </a:cubicBezTo>
                    <a:cubicBezTo>
                      <a:pt x="15275" y="7110"/>
                      <a:pt x="15473" y="7130"/>
                      <a:pt x="15669" y="7130"/>
                    </a:cubicBezTo>
                    <a:cubicBezTo>
                      <a:pt x="17448" y="7130"/>
                      <a:pt x="19041" y="5447"/>
                      <a:pt x="19412" y="3636"/>
                    </a:cubicBezTo>
                    <a:cubicBezTo>
                      <a:pt x="19661" y="2430"/>
                      <a:pt x="19521" y="1207"/>
                      <a:pt x="192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3"/>
              <p:cNvSpPr/>
              <p:nvPr/>
            </p:nvSpPr>
            <p:spPr>
              <a:xfrm>
                <a:off x="4244025" y="3013975"/>
                <a:ext cx="468100" cy="1042100"/>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3"/>
              <p:cNvSpPr/>
              <p:nvPr/>
            </p:nvSpPr>
            <p:spPr>
              <a:xfrm>
                <a:off x="4201350" y="3929300"/>
                <a:ext cx="510775" cy="190875"/>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3"/>
              <p:cNvSpPr/>
              <p:nvPr/>
            </p:nvSpPr>
            <p:spPr>
              <a:xfrm>
                <a:off x="4057600" y="3658800"/>
                <a:ext cx="265050" cy="295800"/>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68" name="Google Shape;1468;p33"/>
            <p:cNvPicPr preferRelativeResize="0"/>
            <p:nvPr/>
          </p:nvPicPr>
          <p:blipFill rotWithShape="1">
            <a:blip r:embed="rId2">
              <a:alphaModFix/>
            </a:blip>
            <a:srcRect b="0" l="0" r="41660" t="0"/>
            <a:stretch/>
          </p:blipFill>
          <p:spPr>
            <a:xfrm>
              <a:off x="-627150" y="-152400"/>
              <a:ext cx="2884579" cy="2781302"/>
            </a:xfrm>
            <a:prstGeom prst="rect">
              <a:avLst/>
            </a:prstGeom>
            <a:noFill/>
            <a:ln>
              <a:noFill/>
            </a:ln>
          </p:spPr>
        </p:pic>
        <p:pic>
          <p:nvPicPr>
            <p:cNvPr id="1469" name="Google Shape;1469;p33"/>
            <p:cNvPicPr preferRelativeResize="0"/>
            <p:nvPr/>
          </p:nvPicPr>
          <p:blipFill rotWithShape="1">
            <a:blip r:embed="rId3">
              <a:alphaModFix/>
            </a:blip>
            <a:srcRect b="0" l="49480" r="0" t="0"/>
            <a:stretch/>
          </p:blipFill>
          <p:spPr>
            <a:xfrm>
              <a:off x="-587773" y="3690950"/>
              <a:ext cx="1578374" cy="1757349"/>
            </a:xfrm>
            <a:prstGeom prst="rect">
              <a:avLst/>
            </a:prstGeom>
            <a:noFill/>
            <a:ln>
              <a:noFill/>
            </a:ln>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3">
  <p:cSld name="ONE_COLUMN_TEXT_2_1_1">
    <p:spTree>
      <p:nvGrpSpPr>
        <p:cNvPr id="1470" name="Shape 1470"/>
        <p:cNvGrpSpPr/>
        <p:nvPr/>
      </p:nvGrpSpPr>
      <p:grpSpPr>
        <a:xfrm>
          <a:off x="0" y="0"/>
          <a:ext cx="0" cy="0"/>
          <a:chOff x="0" y="0"/>
          <a:chExt cx="0" cy="0"/>
        </a:xfrm>
      </p:grpSpPr>
      <p:sp>
        <p:nvSpPr>
          <p:cNvPr id="1471" name="Google Shape;1471;p34"/>
          <p:cNvSpPr txBox="1"/>
          <p:nvPr>
            <p:ph type="title"/>
          </p:nvPr>
        </p:nvSpPr>
        <p:spPr>
          <a:xfrm>
            <a:off x="909458" y="1664014"/>
            <a:ext cx="3657600" cy="914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atin typeface="Montserrat ExtraBold"/>
                <a:ea typeface="Montserrat ExtraBold"/>
                <a:cs typeface="Montserrat ExtraBold"/>
                <a:sym typeface="Montserrat ExtraBol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72" name="Google Shape;1472;p34"/>
          <p:cNvSpPr txBox="1"/>
          <p:nvPr>
            <p:ph idx="1" type="subTitle"/>
          </p:nvPr>
        </p:nvSpPr>
        <p:spPr>
          <a:xfrm>
            <a:off x="909138" y="2587749"/>
            <a:ext cx="3657600" cy="182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solidFill>
                  <a:schemeClr val="accent3"/>
                </a:solidFill>
                <a:latin typeface="Lato"/>
                <a:ea typeface="Lato"/>
                <a:cs typeface="Lato"/>
                <a:sym typeface="Lato"/>
              </a:defRPr>
            </a:lvl1pPr>
            <a:lvl2pPr lvl="1" rtl="0" algn="r">
              <a:lnSpc>
                <a:spcPct val="100000"/>
              </a:lnSpc>
              <a:spcBef>
                <a:spcPts val="160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grpSp>
        <p:nvGrpSpPr>
          <p:cNvPr id="1473" name="Google Shape;1473;p34"/>
          <p:cNvGrpSpPr/>
          <p:nvPr/>
        </p:nvGrpSpPr>
        <p:grpSpPr>
          <a:xfrm>
            <a:off x="-2255105" y="4433249"/>
            <a:ext cx="4477807" cy="839588"/>
            <a:chOff x="3098100" y="3849750"/>
            <a:chExt cx="940775" cy="270425"/>
          </a:xfrm>
        </p:grpSpPr>
        <p:sp>
          <p:nvSpPr>
            <p:cNvPr id="1474" name="Google Shape;1474;p34"/>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4"/>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4"/>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7" name="Google Shape;1477;p34"/>
          <p:cNvGrpSpPr/>
          <p:nvPr/>
        </p:nvGrpSpPr>
        <p:grpSpPr>
          <a:xfrm>
            <a:off x="4038601" y="-137099"/>
            <a:ext cx="5314951" cy="5357097"/>
            <a:chOff x="4038601" y="-137099"/>
            <a:chExt cx="5314951" cy="5357097"/>
          </a:xfrm>
        </p:grpSpPr>
        <p:grpSp>
          <p:nvGrpSpPr>
            <p:cNvPr id="1478" name="Google Shape;1478;p34"/>
            <p:cNvGrpSpPr/>
            <p:nvPr/>
          </p:nvGrpSpPr>
          <p:grpSpPr>
            <a:xfrm>
              <a:off x="5827386" y="-55175"/>
              <a:ext cx="3400978" cy="5274667"/>
              <a:chOff x="5827590" y="0"/>
              <a:chExt cx="3316410" cy="5143508"/>
            </a:xfrm>
          </p:grpSpPr>
          <p:sp>
            <p:nvSpPr>
              <p:cNvPr id="1479" name="Google Shape;1479;p34"/>
              <p:cNvSpPr/>
              <p:nvPr/>
            </p:nvSpPr>
            <p:spPr>
              <a:xfrm flipH="1">
                <a:off x="8348056" y="1053597"/>
                <a:ext cx="795944" cy="1305112"/>
              </a:xfrm>
              <a:custGeom>
                <a:rect b="b" l="l" r="r" t="t"/>
                <a:pathLst>
                  <a:path extrusionOk="0" h="9771" w="5959">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4"/>
              <p:cNvSpPr/>
              <p:nvPr/>
            </p:nvSpPr>
            <p:spPr>
              <a:xfrm flipH="1">
                <a:off x="8079981" y="0"/>
                <a:ext cx="1064019" cy="2206710"/>
              </a:xfrm>
              <a:custGeom>
                <a:rect b="b" l="l" r="r" t="t"/>
                <a:pathLst>
                  <a:path extrusionOk="0" h="16521" w="7966">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4"/>
              <p:cNvSpPr/>
              <p:nvPr/>
            </p:nvSpPr>
            <p:spPr>
              <a:xfrm flipH="1">
                <a:off x="5827590" y="2206571"/>
                <a:ext cx="3316410" cy="2936937"/>
              </a:xfrm>
              <a:custGeom>
                <a:rect b="b" l="l" r="r" t="t"/>
                <a:pathLst>
                  <a:path extrusionOk="0" h="21988" w="24829">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82" name="Google Shape;1482;p34"/>
            <p:cNvPicPr preferRelativeResize="0"/>
            <p:nvPr/>
          </p:nvPicPr>
          <p:blipFill>
            <a:blip r:embed="rId2">
              <a:alphaModFix/>
            </a:blip>
            <a:stretch>
              <a:fillRect/>
            </a:stretch>
          </p:blipFill>
          <p:spPr>
            <a:xfrm>
              <a:off x="6162675" y="-137099"/>
              <a:ext cx="3190877" cy="1794852"/>
            </a:xfrm>
            <a:prstGeom prst="rect">
              <a:avLst/>
            </a:prstGeom>
            <a:noFill/>
            <a:ln>
              <a:noFill/>
            </a:ln>
          </p:spPr>
        </p:pic>
        <p:pic>
          <p:nvPicPr>
            <p:cNvPr id="1483" name="Google Shape;1483;p34"/>
            <p:cNvPicPr preferRelativeResize="0"/>
            <p:nvPr/>
          </p:nvPicPr>
          <p:blipFill>
            <a:blip r:embed="rId3">
              <a:alphaModFix/>
            </a:blip>
            <a:stretch>
              <a:fillRect/>
            </a:stretch>
          </p:blipFill>
          <p:spPr>
            <a:xfrm>
              <a:off x="4038601" y="2247600"/>
              <a:ext cx="5284301" cy="2972398"/>
            </a:xfrm>
            <a:prstGeom prst="rect">
              <a:avLst/>
            </a:prstGeom>
            <a:noFill/>
            <a:ln>
              <a:noFill/>
            </a:ln>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bg>
      <p:bgPr>
        <a:noFill/>
      </p:bgPr>
    </p:bg>
    <p:spTree>
      <p:nvGrpSpPr>
        <p:cNvPr id="1484" name="Shape 1484"/>
        <p:cNvGrpSpPr/>
        <p:nvPr/>
      </p:nvGrpSpPr>
      <p:grpSpPr>
        <a:xfrm>
          <a:off x="0" y="0"/>
          <a:ext cx="0" cy="0"/>
          <a:chOff x="0" y="0"/>
          <a:chExt cx="0" cy="0"/>
        </a:xfrm>
      </p:grpSpPr>
      <p:sp>
        <p:nvSpPr>
          <p:cNvPr id="1485" name="Google Shape;1485;p35"/>
          <p:cNvSpPr/>
          <p:nvPr/>
        </p:nvSpPr>
        <p:spPr>
          <a:xfrm>
            <a:off x="0" y="-94075"/>
            <a:ext cx="5010300" cy="528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5"/>
          <p:cNvSpPr txBox="1"/>
          <p:nvPr>
            <p:ph type="title"/>
          </p:nvPr>
        </p:nvSpPr>
        <p:spPr>
          <a:xfrm>
            <a:off x="914400" y="989590"/>
            <a:ext cx="2743200" cy="159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87" name="Google Shape;1487;p35"/>
          <p:cNvSpPr txBox="1"/>
          <p:nvPr>
            <p:ph idx="1" type="subTitle"/>
          </p:nvPr>
        </p:nvSpPr>
        <p:spPr>
          <a:xfrm>
            <a:off x="914400" y="2602412"/>
            <a:ext cx="3657600" cy="186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rgbClr val="FFFFFF"/>
                </a:solidFill>
              </a:defRPr>
            </a:lvl1pPr>
            <a:lvl2pPr lvl="1" rtl="0">
              <a:lnSpc>
                <a:spcPct val="100000"/>
              </a:lnSpc>
              <a:spcBef>
                <a:spcPts val="1600"/>
              </a:spcBef>
              <a:spcAft>
                <a:spcPts val="0"/>
              </a:spcAft>
              <a:buNone/>
              <a:defRPr>
                <a:solidFill>
                  <a:srgbClr val="FFFFFF"/>
                </a:solidFill>
              </a:defRPr>
            </a:lvl2pPr>
            <a:lvl3pPr lvl="2" rtl="0">
              <a:lnSpc>
                <a:spcPct val="100000"/>
              </a:lnSpc>
              <a:spcBef>
                <a:spcPts val="1600"/>
              </a:spcBef>
              <a:spcAft>
                <a:spcPts val="0"/>
              </a:spcAft>
              <a:buNone/>
              <a:defRPr>
                <a:solidFill>
                  <a:srgbClr val="FFFFFF"/>
                </a:solidFill>
              </a:defRPr>
            </a:lvl3pPr>
            <a:lvl4pPr lvl="3" rtl="0">
              <a:lnSpc>
                <a:spcPct val="100000"/>
              </a:lnSpc>
              <a:spcBef>
                <a:spcPts val="1600"/>
              </a:spcBef>
              <a:spcAft>
                <a:spcPts val="0"/>
              </a:spcAft>
              <a:buNone/>
              <a:defRPr>
                <a:solidFill>
                  <a:srgbClr val="FFFFFF"/>
                </a:solidFill>
              </a:defRPr>
            </a:lvl4pPr>
            <a:lvl5pPr lvl="4" rtl="0">
              <a:lnSpc>
                <a:spcPct val="100000"/>
              </a:lnSpc>
              <a:spcBef>
                <a:spcPts val="1600"/>
              </a:spcBef>
              <a:spcAft>
                <a:spcPts val="0"/>
              </a:spcAft>
              <a:buNone/>
              <a:defRPr>
                <a:solidFill>
                  <a:srgbClr val="FFFFFF"/>
                </a:solidFill>
              </a:defRPr>
            </a:lvl5pPr>
            <a:lvl6pPr lvl="5" rtl="0">
              <a:lnSpc>
                <a:spcPct val="100000"/>
              </a:lnSpc>
              <a:spcBef>
                <a:spcPts val="1600"/>
              </a:spcBef>
              <a:spcAft>
                <a:spcPts val="0"/>
              </a:spcAft>
              <a:buNone/>
              <a:defRPr>
                <a:solidFill>
                  <a:srgbClr val="FFFFFF"/>
                </a:solidFill>
              </a:defRPr>
            </a:lvl6pPr>
            <a:lvl7pPr lvl="6" rtl="0">
              <a:lnSpc>
                <a:spcPct val="100000"/>
              </a:lnSpc>
              <a:spcBef>
                <a:spcPts val="1600"/>
              </a:spcBef>
              <a:spcAft>
                <a:spcPts val="0"/>
              </a:spcAft>
              <a:buNone/>
              <a:defRPr>
                <a:solidFill>
                  <a:srgbClr val="FFFFFF"/>
                </a:solidFill>
              </a:defRPr>
            </a:lvl7pPr>
            <a:lvl8pPr lvl="7" rtl="0">
              <a:lnSpc>
                <a:spcPct val="100000"/>
              </a:lnSpc>
              <a:spcBef>
                <a:spcPts val="1600"/>
              </a:spcBef>
              <a:spcAft>
                <a:spcPts val="0"/>
              </a:spcAft>
              <a:buNone/>
              <a:defRPr>
                <a:solidFill>
                  <a:srgbClr val="FFFFFF"/>
                </a:solidFill>
              </a:defRPr>
            </a:lvl8pPr>
            <a:lvl9pPr lvl="8" rtl="0">
              <a:lnSpc>
                <a:spcPct val="100000"/>
              </a:lnSpc>
              <a:spcBef>
                <a:spcPts val="1600"/>
              </a:spcBef>
              <a:spcAft>
                <a:spcPts val="1600"/>
              </a:spcAft>
              <a:buNone/>
              <a:defRPr>
                <a:solidFill>
                  <a:srgbClr val="FFFFFF"/>
                </a:solidFill>
              </a:defRPr>
            </a:lvl9pPr>
          </a:lstStyle>
          <a:p/>
        </p:txBody>
      </p:sp>
      <p:grpSp>
        <p:nvGrpSpPr>
          <p:cNvPr id="1488" name="Google Shape;1488;p35"/>
          <p:cNvGrpSpPr/>
          <p:nvPr/>
        </p:nvGrpSpPr>
        <p:grpSpPr>
          <a:xfrm>
            <a:off x="-665807" y="3431744"/>
            <a:ext cx="2280393" cy="2280580"/>
            <a:chOff x="-665807" y="3431744"/>
            <a:chExt cx="2280393" cy="2280580"/>
          </a:xfrm>
        </p:grpSpPr>
        <p:sp>
          <p:nvSpPr>
            <p:cNvPr id="1489" name="Google Shape;1489;p35"/>
            <p:cNvSpPr/>
            <p:nvPr/>
          </p:nvSpPr>
          <p:spPr>
            <a:xfrm flipH="1" rot="6847533">
              <a:off x="-356027" y="4216323"/>
              <a:ext cx="1115230" cy="1401371"/>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0" name="Google Shape;1490;p35"/>
            <p:cNvGrpSpPr/>
            <p:nvPr/>
          </p:nvGrpSpPr>
          <p:grpSpPr>
            <a:xfrm rot="-5400000">
              <a:off x="-171875" y="3453684"/>
              <a:ext cx="1808401" cy="1764522"/>
              <a:chOff x="2024475" y="4433550"/>
              <a:chExt cx="623350" cy="608225"/>
            </a:xfrm>
          </p:grpSpPr>
          <p:sp>
            <p:nvSpPr>
              <p:cNvPr id="1491" name="Google Shape;1491;p35"/>
              <p:cNvSpPr/>
              <p:nvPr/>
            </p:nvSpPr>
            <p:spPr>
              <a:xfrm>
                <a:off x="2637250" y="4451875"/>
                <a:ext cx="7875" cy="4200"/>
              </a:xfrm>
              <a:custGeom>
                <a:rect b="b" l="l" r="r" t="t"/>
                <a:pathLst>
                  <a:path extrusionOk="0" h="168" w="315">
                    <a:moveTo>
                      <a:pt x="0" y="1"/>
                    </a:moveTo>
                    <a:lnTo>
                      <a:pt x="0" y="1"/>
                    </a:lnTo>
                    <a:cubicBezTo>
                      <a:pt x="24" y="96"/>
                      <a:pt x="106" y="167"/>
                      <a:pt x="208" y="167"/>
                    </a:cubicBezTo>
                    <a:cubicBezTo>
                      <a:pt x="246" y="167"/>
                      <a:pt x="283" y="154"/>
                      <a:pt x="314" y="137"/>
                    </a:cubicBezTo>
                    <a:cubicBezTo>
                      <a:pt x="297" y="93"/>
                      <a:pt x="283" y="52"/>
                      <a:pt x="263" y="8"/>
                    </a:cubicBezTo>
                    <a:lnTo>
                      <a:pt x="208" y="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5"/>
              <p:cNvSpPr/>
              <p:nvPr/>
            </p:nvSpPr>
            <p:spPr>
              <a:xfrm>
                <a:off x="2619025"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5"/>
              <p:cNvSpPr/>
              <p:nvPr/>
            </p:nvSpPr>
            <p:spPr>
              <a:xfrm>
                <a:off x="2619025"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5"/>
              <p:cNvSpPr/>
              <p:nvPr/>
            </p:nvSpPr>
            <p:spPr>
              <a:xfrm>
                <a:off x="2637000" y="4481350"/>
                <a:ext cx="10825" cy="10850"/>
              </a:xfrm>
              <a:custGeom>
                <a:rect b="b" l="l" r="r" t="t"/>
                <a:pathLst>
                  <a:path extrusionOk="0" h="434" w="433">
                    <a:moveTo>
                      <a:pt x="218" y="1"/>
                    </a:moveTo>
                    <a:cubicBezTo>
                      <a:pt x="99" y="1"/>
                      <a:pt x="0" y="96"/>
                      <a:pt x="0" y="215"/>
                    </a:cubicBezTo>
                    <a:cubicBezTo>
                      <a:pt x="0" y="334"/>
                      <a:pt x="99" y="433"/>
                      <a:pt x="218" y="433"/>
                    </a:cubicBezTo>
                    <a:cubicBezTo>
                      <a:pt x="337" y="433"/>
                      <a:pt x="433" y="334"/>
                      <a:pt x="433" y="215"/>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5"/>
              <p:cNvSpPr/>
              <p:nvPr/>
            </p:nvSpPr>
            <p:spPr>
              <a:xfrm>
                <a:off x="2637000" y="4517375"/>
                <a:ext cx="10825" cy="10850"/>
              </a:xfrm>
              <a:custGeom>
                <a:rect b="b" l="l" r="r" t="t"/>
                <a:pathLst>
                  <a:path extrusionOk="0" h="434" w="433">
                    <a:moveTo>
                      <a:pt x="218" y="0"/>
                    </a:moveTo>
                    <a:cubicBezTo>
                      <a:pt x="99" y="0"/>
                      <a:pt x="0" y="96"/>
                      <a:pt x="0" y="215"/>
                    </a:cubicBezTo>
                    <a:cubicBezTo>
                      <a:pt x="0" y="335"/>
                      <a:pt x="99" y="433"/>
                      <a:pt x="218" y="433"/>
                    </a:cubicBezTo>
                    <a:cubicBezTo>
                      <a:pt x="337" y="433"/>
                      <a:pt x="433" y="335"/>
                      <a:pt x="433" y="215"/>
                    </a:cubicBezTo>
                    <a:cubicBezTo>
                      <a:pt x="433" y="96"/>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5"/>
              <p:cNvSpPr/>
              <p:nvPr/>
            </p:nvSpPr>
            <p:spPr>
              <a:xfrm>
                <a:off x="2619025"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5"/>
              <p:cNvSpPr/>
              <p:nvPr/>
            </p:nvSpPr>
            <p:spPr>
              <a:xfrm>
                <a:off x="2619025" y="4571375"/>
                <a:ext cx="7425" cy="8450"/>
              </a:xfrm>
              <a:custGeom>
                <a:rect b="b" l="l" r="r" t="t"/>
                <a:pathLst>
                  <a:path extrusionOk="0" h="338" w="297">
                    <a:moveTo>
                      <a:pt x="215" y="0"/>
                    </a:moveTo>
                    <a:cubicBezTo>
                      <a:pt x="96" y="0"/>
                      <a:pt x="1" y="99"/>
                      <a:pt x="1" y="219"/>
                    </a:cubicBezTo>
                    <a:cubicBezTo>
                      <a:pt x="1" y="263"/>
                      <a:pt x="17" y="304"/>
                      <a:pt x="42" y="338"/>
                    </a:cubicBezTo>
                    <a:cubicBezTo>
                      <a:pt x="130" y="236"/>
                      <a:pt x="215" y="126"/>
                      <a:pt x="297" y="17"/>
                    </a:cubicBezTo>
                    <a:cubicBezTo>
                      <a:pt x="273" y="7"/>
                      <a:pt x="246"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5"/>
              <p:cNvSpPr/>
              <p:nvPr/>
            </p:nvSpPr>
            <p:spPr>
              <a:xfrm>
                <a:off x="2600975" y="4450775"/>
                <a:ext cx="10750" cy="5300"/>
              </a:xfrm>
              <a:custGeom>
                <a:rect b="b" l="l" r="r" t="t"/>
                <a:pathLst>
                  <a:path extrusionOk="0" h="212" w="430">
                    <a:moveTo>
                      <a:pt x="0" y="0"/>
                    </a:moveTo>
                    <a:lnTo>
                      <a:pt x="0" y="0"/>
                    </a:lnTo>
                    <a:cubicBezTo>
                      <a:pt x="3" y="120"/>
                      <a:pt x="99" y="211"/>
                      <a:pt x="218" y="211"/>
                    </a:cubicBezTo>
                    <a:cubicBezTo>
                      <a:pt x="330" y="211"/>
                      <a:pt x="419" y="123"/>
                      <a:pt x="429" y="14"/>
                    </a:cubicBezTo>
                    <a:lnTo>
                      <a:pt x="218" y="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5"/>
              <p:cNvSpPr/>
              <p:nvPr/>
            </p:nvSpPr>
            <p:spPr>
              <a:xfrm>
                <a:off x="2583000" y="4463300"/>
                <a:ext cx="10750" cy="10850"/>
              </a:xfrm>
              <a:custGeom>
                <a:rect b="b" l="l" r="r" t="t"/>
                <a:pathLst>
                  <a:path extrusionOk="0" h="434" w="43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5"/>
              <p:cNvSpPr/>
              <p:nvPr/>
            </p:nvSpPr>
            <p:spPr>
              <a:xfrm>
                <a:off x="2600975" y="4481350"/>
                <a:ext cx="10825" cy="10850"/>
              </a:xfrm>
              <a:custGeom>
                <a:rect b="b" l="l" r="r" t="t"/>
                <a:pathLst>
                  <a:path extrusionOk="0" h="434" w="433">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5"/>
              <p:cNvSpPr/>
              <p:nvPr/>
            </p:nvSpPr>
            <p:spPr>
              <a:xfrm>
                <a:off x="2583000" y="4499325"/>
                <a:ext cx="10750" cy="10825"/>
              </a:xfrm>
              <a:custGeom>
                <a:rect b="b" l="l" r="r" t="t"/>
                <a:pathLst>
                  <a:path extrusionOk="0" h="433" w="430">
                    <a:moveTo>
                      <a:pt x="215" y="0"/>
                    </a:moveTo>
                    <a:cubicBezTo>
                      <a:pt x="96" y="0"/>
                      <a:pt x="0" y="99"/>
                      <a:pt x="0" y="218"/>
                    </a:cubicBezTo>
                    <a:cubicBezTo>
                      <a:pt x="0" y="338"/>
                      <a:pt x="96" y="433"/>
                      <a:pt x="215" y="433"/>
                    </a:cubicBezTo>
                    <a:cubicBezTo>
                      <a:pt x="334" y="433"/>
                      <a:pt x="430" y="338"/>
                      <a:pt x="430" y="218"/>
                    </a:cubicBezTo>
                    <a:cubicBezTo>
                      <a:pt x="430"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5"/>
              <p:cNvSpPr/>
              <p:nvPr/>
            </p:nvSpPr>
            <p:spPr>
              <a:xfrm>
                <a:off x="2583000" y="4535350"/>
                <a:ext cx="10750" cy="10850"/>
              </a:xfrm>
              <a:custGeom>
                <a:rect b="b" l="l" r="r" t="t"/>
                <a:pathLst>
                  <a:path extrusionOk="0" h="434" w="43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5"/>
              <p:cNvSpPr/>
              <p:nvPr/>
            </p:nvSpPr>
            <p:spPr>
              <a:xfrm>
                <a:off x="2600975" y="4517375"/>
                <a:ext cx="10825" cy="10850"/>
              </a:xfrm>
              <a:custGeom>
                <a:rect b="b" l="l" r="r" t="t"/>
                <a:pathLst>
                  <a:path extrusionOk="0" h="434" w="433">
                    <a:moveTo>
                      <a:pt x="218" y="0"/>
                    </a:moveTo>
                    <a:cubicBezTo>
                      <a:pt x="96" y="0"/>
                      <a:pt x="0" y="96"/>
                      <a:pt x="0" y="215"/>
                    </a:cubicBezTo>
                    <a:cubicBezTo>
                      <a:pt x="0" y="335"/>
                      <a:pt x="96" y="433"/>
                      <a:pt x="218" y="433"/>
                    </a:cubicBezTo>
                    <a:cubicBezTo>
                      <a:pt x="338" y="433"/>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5"/>
              <p:cNvSpPr/>
              <p:nvPr/>
            </p:nvSpPr>
            <p:spPr>
              <a:xfrm>
                <a:off x="2600975" y="4553400"/>
                <a:ext cx="10825" cy="10850"/>
              </a:xfrm>
              <a:custGeom>
                <a:rect b="b" l="l" r="r" t="t"/>
                <a:pathLst>
                  <a:path extrusionOk="0" h="434" w="433">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5"/>
              <p:cNvSpPr/>
              <p:nvPr/>
            </p:nvSpPr>
            <p:spPr>
              <a:xfrm>
                <a:off x="2583000" y="4571375"/>
                <a:ext cx="10750" cy="10825"/>
              </a:xfrm>
              <a:custGeom>
                <a:rect b="b" l="l" r="r" t="t"/>
                <a:pathLst>
                  <a:path extrusionOk="0" h="433" w="430">
                    <a:moveTo>
                      <a:pt x="215" y="0"/>
                    </a:moveTo>
                    <a:cubicBezTo>
                      <a:pt x="96" y="0"/>
                      <a:pt x="0" y="99"/>
                      <a:pt x="0" y="219"/>
                    </a:cubicBezTo>
                    <a:cubicBezTo>
                      <a:pt x="0" y="338"/>
                      <a:pt x="96" y="433"/>
                      <a:pt x="215" y="433"/>
                    </a:cubicBezTo>
                    <a:cubicBezTo>
                      <a:pt x="334" y="433"/>
                      <a:pt x="430" y="338"/>
                      <a:pt x="430" y="219"/>
                    </a:cubicBezTo>
                    <a:cubicBezTo>
                      <a:pt x="430"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5"/>
              <p:cNvSpPr/>
              <p:nvPr/>
            </p:nvSpPr>
            <p:spPr>
              <a:xfrm>
                <a:off x="2600975" y="4589425"/>
                <a:ext cx="8525" cy="7875"/>
              </a:xfrm>
              <a:custGeom>
                <a:rect b="b" l="l" r="r" t="t"/>
                <a:pathLst>
                  <a:path extrusionOk="0" h="315" w="341">
                    <a:moveTo>
                      <a:pt x="218" y="0"/>
                    </a:moveTo>
                    <a:cubicBezTo>
                      <a:pt x="96" y="0"/>
                      <a:pt x="0" y="96"/>
                      <a:pt x="0" y="215"/>
                    </a:cubicBezTo>
                    <a:cubicBezTo>
                      <a:pt x="0" y="253"/>
                      <a:pt x="11" y="283"/>
                      <a:pt x="28" y="314"/>
                    </a:cubicBezTo>
                    <a:cubicBezTo>
                      <a:pt x="65" y="283"/>
                      <a:pt x="102" y="250"/>
                      <a:pt x="140" y="215"/>
                    </a:cubicBezTo>
                    <a:cubicBezTo>
                      <a:pt x="167" y="195"/>
                      <a:pt x="191" y="174"/>
                      <a:pt x="218" y="151"/>
                    </a:cubicBezTo>
                    <a:cubicBezTo>
                      <a:pt x="259" y="116"/>
                      <a:pt x="300" y="82"/>
                      <a:pt x="341" y="45"/>
                    </a:cubicBezTo>
                    <a:cubicBezTo>
                      <a:pt x="307" y="17"/>
                      <a:pt x="262"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5"/>
              <p:cNvSpPr/>
              <p:nvPr/>
            </p:nvSpPr>
            <p:spPr>
              <a:xfrm>
                <a:off x="2584275" y="4607650"/>
                <a:ext cx="3000" cy="1825"/>
              </a:xfrm>
              <a:custGeom>
                <a:rect b="b" l="l" r="r" t="t"/>
                <a:pathLst>
                  <a:path extrusionOk="0" h="73" w="120">
                    <a:moveTo>
                      <a:pt x="119" y="1"/>
                    </a:moveTo>
                    <a:lnTo>
                      <a:pt x="119" y="1"/>
                    </a:lnTo>
                    <a:cubicBezTo>
                      <a:pt x="72" y="11"/>
                      <a:pt x="31" y="35"/>
                      <a:pt x="1" y="72"/>
                    </a:cubicBezTo>
                    <a:cubicBezTo>
                      <a:pt x="38" y="48"/>
                      <a:pt x="83" y="24"/>
                      <a:pt x="1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5"/>
              <p:cNvSpPr/>
              <p:nvPr/>
            </p:nvSpPr>
            <p:spPr>
              <a:xfrm>
                <a:off x="2546875"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5"/>
              <p:cNvSpPr/>
              <p:nvPr/>
            </p:nvSpPr>
            <p:spPr>
              <a:xfrm>
                <a:off x="2564950" y="4449675"/>
                <a:ext cx="10825" cy="6400"/>
              </a:xfrm>
              <a:custGeom>
                <a:rect b="b" l="l" r="r" t="t"/>
                <a:pathLst>
                  <a:path extrusionOk="0" h="256" w="433">
                    <a:moveTo>
                      <a:pt x="7" y="0"/>
                    </a:moveTo>
                    <a:cubicBezTo>
                      <a:pt x="7" y="14"/>
                      <a:pt x="0" y="27"/>
                      <a:pt x="0" y="41"/>
                    </a:cubicBezTo>
                    <a:cubicBezTo>
                      <a:pt x="0" y="160"/>
                      <a:pt x="95" y="255"/>
                      <a:pt x="215" y="255"/>
                    </a:cubicBezTo>
                    <a:cubicBezTo>
                      <a:pt x="334" y="255"/>
                      <a:pt x="433" y="160"/>
                      <a:pt x="433" y="41"/>
                    </a:cubicBezTo>
                    <a:cubicBezTo>
                      <a:pt x="433" y="30"/>
                      <a:pt x="430" y="24"/>
                      <a:pt x="426" y="14"/>
                    </a:cubicBezTo>
                    <a:lnTo>
                      <a:pt x="215" y="7"/>
                    </a:lnTo>
                    <a:lnTo>
                      <a:pt x="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5"/>
              <p:cNvSpPr/>
              <p:nvPr/>
            </p:nvSpPr>
            <p:spPr>
              <a:xfrm>
                <a:off x="2546875"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5"/>
              <p:cNvSpPr/>
              <p:nvPr/>
            </p:nvSpPr>
            <p:spPr>
              <a:xfrm>
                <a:off x="2564950" y="448135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5"/>
              <p:cNvSpPr/>
              <p:nvPr/>
            </p:nvSpPr>
            <p:spPr>
              <a:xfrm>
                <a:off x="2546875"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5"/>
              <p:cNvSpPr/>
              <p:nvPr/>
            </p:nvSpPr>
            <p:spPr>
              <a:xfrm>
                <a:off x="2564950" y="4517375"/>
                <a:ext cx="10825" cy="10850"/>
              </a:xfrm>
              <a:custGeom>
                <a:rect b="b" l="l" r="r" t="t"/>
                <a:pathLst>
                  <a:path extrusionOk="0" h="434" w="433">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5"/>
              <p:cNvSpPr/>
              <p:nvPr/>
            </p:nvSpPr>
            <p:spPr>
              <a:xfrm>
                <a:off x="2564950" y="455340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5"/>
              <p:cNvSpPr/>
              <p:nvPr/>
            </p:nvSpPr>
            <p:spPr>
              <a:xfrm>
                <a:off x="2546875"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5"/>
              <p:cNvSpPr/>
              <p:nvPr/>
            </p:nvSpPr>
            <p:spPr>
              <a:xfrm>
                <a:off x="2546875"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5"/>
              <p:cNvSpPr/>
              <p:nvPr/>
            </p:nvSpPr>
            <p:spPr>
              <a:xfrm>
                <a:off x="2564950" y="4589425"/>
                <a:ext cx="10825" cy="10850"/>
              </a:xfrm>
              <a:custGeom>
                <a:rect b="b" l="l" r="r" t="t"/>
                <a:pathLst>
                  <a:path extrusionOk="0" h="434" w="433">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5"/>
              <p:cNvSpPr/>
              <p:nvPr/>
            </p:nvSpPr>
            <p:spPr>
              <a:xfrm>
                <a:off x="2528900" y="4448575"/>
                <a:ext cx="10850" cy="7500"/>
              </a:xfrm>
              <a:custGeom>
                <a:rect b="b" l="l" r="r" t="t"/>
                <a:pathLst>
                  <a:path extrusionOk="0" h="300" w="434">
                    <a:moveTo>
                      <a:pt x="18" y="0"/>
                    </a:moveTo>
                    <a:cubicBezTo>
                      <a:pt x="8" y="27"/>
                      <a:pt x="1" y="54"/>
                      <a:pt x="1" y="85"/>
                    </a:cubicBezTo>
                    <a:cubicBezTo>
                      <a:pt x="1" y="204"/>
                      <a:pt x="97" y="299"/>
                      <a:pt x="216" y="299"/>
                    </a:cubicBezTo>
                    <a:cubicBezTo>
                      <a:pt x="335" y="299"/>
                      <a:pt x="433" y="204"/>
                      <a:pt x="433" y="85"/>
                    </a:cubicBezTo>
                    <a:cubicBezTo>
                      <a:pt x="433" y="58"/>
                      <a:pt x="427" y="34"/>
                      <a:pt x="420" y="13"/>
                    </a:cubicBezTo>
                    <a:lnTo>
                      <a:pt x="216" y="7"/>
                    </a:lnTo>
                    <a:lnTo>
                      <a:pt x="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5"/>
              <p:cNvSpPr/>
              <p:nvPr/>
            </p:nvSpPr>
            <p:spPr>
              <a:xfrm>
                <a:off x="2510875" y="446330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5"/>
              <p:cNvSpPr/>
              <p:nvPr/>
            </p:nvSpPr>
            <p:spPr>
              <a:xfrm>
                <a:off x="2528900" y="448135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5"/>
              <p:cNvSpPr/>
              <p:nvPr/>
            </p:nvSpPr>
            <p:spPr>
              <a:xfrm>
                <a:off x="2510875" y="4499325"/>
                <a:ext cx="10825" cy="10825"/>
              </a:xfrm>
              <a:custGeom>
                <a:rect b="b" l="l" r="r" t="t"/>
                <a:pathLst>
                  <a:path extrusionOk="0" h="433" w="433">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5"/>
              <p:cNvSpPr/>
              <p:nvPr/>
            </p:nvSpPr>
            <p:spPr>
              <a:xfrm>
                <a:off x="2528900" y="4517375"/>
                <a:ext cx="10850" cy="10850"/>
              </a:xfrm>
              <a:custGeom>
                <a:rect b="b" l="l" r="r" t="t"/>
                <a:pathLst>
                  <a:path extrusionOk="0" h="434" w="434">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5"/>
              <p:cNvSpPr/>
              <p:nvPr/>
            </p:nvSpPr>
            <p:spPr>
              <a:xfrm>
                <a:off x="2510875" y="453535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5"/>
              <p:cNvSpPr/>
              <p:nvPr/>
            </p:nvSpPr>
            <p:spPr>
              <a:xfrm>
                <a:off x="2510875" y="4571375"/>
                <a:ext cx="10825" cy="10825"/>
              </a:xfrm>
              <a:custGeom>
                <a:rect b="b" l="l" r="r" t="t"/>
                <a:pathLst>
                  <a:path extrusionOk="0" h="433" w="433">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5"/>
              <p:cNvSpPr/>
              <p:nvPr/>
            </p:nvSpPr>
            <p:spPr>
              <a:xfrm>
                <a:off x="2528900" y="455340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5"/>
              <p:cNvSpPr/>
              <p:nvPr/>
            </p:nvSpPr>
            <p:spPr>
              <a:xfrm>
                <a:off x="2528900" y="4589425"/>
                <a:ext cx="10850" cy="10850"/>
              </a:xfrm>
              <a:custGeom>
                <a:rect b="b" l="l" r="r" t="t"/>
                <a:pathLst>
                  <a:path extrusionOk="0" h="434" w="434">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5"/>
              <p:cNvSpPr/>
              <p:nvPr/>
            </p:nvSpPr>
            <p:spPr>
              <a:xfrm>
                <a:off x="2510875" y="4607400"/>
                <a:ext cx="10825" cy="10850"/>
              </a:xfrm>
              <a:custGeom>
                <a:rect b="b" l="l" r="r" t="t"/>
                <a:pathLst>
                  <a:path extrusionOk="0" h="434" w="433">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5"/>
              <p:cNvSpPr/>
              <p:nvPr/>
            </p:nvSpPr>
            <p:spPr>
              <a:xfrm>
                <a:off x="2528900" y="4625450"/>
                <a:ext cx="10525" cy="6500"/>
              </a:xfrm>
              <a:custGeom>
                <a:rect b="b" l="l" r="r" t="t"/>
                <a:pathLst>
                  <a:path extrusionOk="0" h="260" w="421">
                    <a:moveTo>
                      <a:pt x="216" y="1"/>
                    </a:moveTo>
                    <a:cubicBezTo>
                      <a:pt x="97" y="1"/>
                      <a:pt x="1" y="96"/>
                      <a:pt x="1" y="215"/>
                    </a:cubicBezTo>
                    <a:cubicBezTo>
                      <a:pt x="1" y="232"/>
                      <a:pt x="8" y="246"/>
                      <a:pt x="8" y="260"/>
                    </a:cubicBezTo>
                    <a:cubicBezTo>
                      <a:pt x="39" y="252"/>
                      <a:pt x="70" y="249"/>
                      <a:pt x="100" y="239"/>
                    </a:cubicBezTo>
                    <a:cubicBezTo>
                      <a:pt x="127" y="232"/>
                      <a:pt x="155" y="225"/>
                      <a:pt x="182" y="215"/>
                    </a:cubicBezTo>
                    <a:cubicBezTo>
                      <a:pt x="192" y="215"/>
                      <a:pt x="205" y="208"/>
                      <a:pt x="216" y="205"/>
                    </a:cubicBezTo>
                    <a:cubicBezTo>
                      <a:pt x="284" y="188"/>
                      <a:pt x="352" y="167"/>
                      <a:pt x="420" y="147"/>
                    </a:cubicBezTo>
                    <a:cubicBezTo>
                      <a:pt x="389" y="62"/>
                      <a:pt x="311"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5"/>
              <p:cNvSpPr/>
              <p:nvPr/>
            </p:nvSpPr>
            <p:spPr>
              <a:xfrm>
                <a:off x="2474825"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5"/>
              <p:cNvSpPr/>
              <p:nvPr/>
            </p:nvSpPr>
            <p:spPr>
              <a:xfrm>
                <a:off x="2492900" y="4447450"/>
                <a:ext cx="10825" cy="8625"/>
              </a:xfrm>
              <a:custGeom>
                <a:rect b="b" l="l" r="r" t="t"/>
                <a:pathLst>
                  <a:path extrusionOk="0" h="345" w="433">
                    <a:moveTo>
                      <a:pt x="48" y="1"/>
                    </a:moveTo>
                    <a:cubicBezTo>
                      <a:pt x="18" y="38"/>
                      <a:pt x="0" y="83"/>
                      <a:pt x="0" y="130"/>
                    </a:cubicBezTo>
                    <a:cubicBezTo>
                      <a:pt x="0" y="249"/>
                      <a:pt x="95" y="344"/>
                      <a:pt x="215" y="344"/>
                    </a:cubicBezTo>
                    <a:cubicBezTo>
                      <a:pt x="334" y="344"/>
                      <a:pt x="433" y="249"/>
                      <a:pt x="433" y="130"/>
                    </a:cubicBezTo>
                    <a:cubicBezTo>
                      <a:pt x="433" y="86"/>
                      <a:pt x="416" y="45"/>
                      <a:pt x="392" y="11"/>
                    </a:cubicBezTo>
                    <a:lnTo>
                      <a:pt x="215" y="7"/>
                    </a:lnTo>
                    <a:lnTo>
                      <a:pt x="4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5"/>
              <p:cNvSpPr/>
              <p:nvPr/>
            </p:nvSpPr>
            <p:spPr>
              <a:xfrm>
                <a:off x="2492900" y="448135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5"/>
              <p:cNvSpPr/>
              <p:nvPr/>
            </p:nvSpPr>
            <p:spPr>
              <a:xfrm>
                <a:off x="2474825"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5"/>
              <p:cNvSpPr/>
              <p:nvPr/>
            </p:nvSpPr>
            <p:spPr>
              <a:xfrm>
                <a:off x="2474825"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5"/>
              <p:cNvSpPr/>
              <p:nvPr/>
            </p:nvSpPr>
            <p:spPr>
              <a:xfrm>
                <a:off x="2492900" y="4517375"/>
                <a:ext cx="10825" cy="10850"/>
              </a:xfrm>
              <a:custGeom>
                <a:rect b="b" l="l" r="r" t="t"/>
                <a:pathLst>
                  <a:path extrusionOk="0" h="434" w="433">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5"/>
              <p:cNvSpPr/>
              <p:nvPr/>
            </p:nvSpPr>
            <p:spPr>
              <a:xfrm>
                <a:off x="2474825"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5"/>
              <p:cNvSpPr/>
              <p:nvPr/>
            </p:nvSpPr>
            <p:spPr>
              <a:xfrm>
                <a:off x="2492900" y="455340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5"/>
              <p:cNvSpPr/>
              <p:nvPr/>
            </p:nvSpPr>
            <p:spPr>
              <a:xfrm>
                <a:off x="2474825"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5"/>
              <p:cNvSpPr/>
              <p:nvPr/>
            </p:nvSpPr>
            <p:spPr>
              <a:xfrm>
                <a:off x="2492900" y="4589425"/>
                <a:ext cx="10825" cy="10850"/>
              </a:xfrm>
              <a:custGeom>
                <a:rect b="b" l="l" r="r" t="t"/>
                <a:pathLst>
                  <a:path extrusionOk="0" h="434" w="433">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5"/>
              <p:cNvSpPr/>
              <p:nvPr/>
            </p:nvSpPr>
            <p:spPr>
              <a:xfrm>
                <a:off x="2492900" y="4625450"/>
                <a:ext cx="10825" cy="10850"/>
              </a:xfrm>
              <a:custGeom>
                <a:rect b="b" l="l" r="r" t="t"/>
                <a:pathLst>
                  <a:path extrusionOk="0" h="434" w="433">
                    <a:moveTo>
                      <a:pt x="215" y="1"/>
                    </a:moveTo>
                    <a:cubicBezTo>
                      <a:pt x="95" y="1"/>
                      <a:pt x="0" y="96"/>
                      <a:pt x="0" y="215"/>
                    </a:cubicBezTo>
                    <a:cubicBezTo>
                      <a:pt x="0" y="338"/>
                      <a:pt x="95" y="433"/>
                      <a:pt x="215" y="433"/>
                    </a:cubicBezTo>
                    <a:cubicBezTo>
                      <a:pt x="334" y="433"/>
                      <a:pt x="433" y="338"/>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5"/>
              <p:cNvSpPr/>
              <p:nvPr/>
            </p:nvSpPr>
            <p:spPr>
              <a:xfrm>
                <a:off x="2456850" y="4446450"/>
                <a:ext cx="10850" cy="9625"/>
              </a:xfrm>
              <a:custGeom>
                <a:rect b="b" l="l" r="r" t="t"/>
                <a:pathLst>
                  <a:path extrusionOk="0" h="385" w="434">
                    <a:moveTo>
                      <a:pt x="90" y="0"/>
                    </a:moveTo>
                    <a:cubicBezTo>
                      <a:pt x="39" y="37"/>
                      <a:pt x="1" y="98"/>
                      <a:pt x="1" y="170"/>
                    </a:cubicBezTo>
                    <a:cubicBezTo>
                      <a:pt x="1" y="289"/>
                      <a:pt x="97" y="384"/>
                      <a:pt x="216" y="384"/>
                    </a:cubicBezTo>
                    <a:cubicBezTo>
                      <a:pt x="335" y="384"/>
                      <a:pt x="433" y="289"/>
                      <a:pt x="433" y="170"/>
                    </a:cubicBezTo>
                    <a:cubicBezTo>
                      <a:pt x="433" y="102"/>
                      <a:pt x="400" y="47"/>
                      <a:pt x="352" y="7"/>
                    </a:cubicBezTo>
                    <a:lnTo>
                      <a:pt x="216" y="3"/>
                    </a:lnTo>
                    <a:lnTo>
                      <a:pt x="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5"/>
              <p:cNvSpPr/>
              <p:nvPr/>
            </p:nvSpPr>
            <p:spPr>
              <a:xfrm>
                <a:off x="2438800"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5"/>
              <p:cNvSpPr/>
              <p:nvPr/>
            </p:nvSpPr>
            <p:spPr>
              <a:xfrm>
                <a:off x="2438800"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3" y="338"/>
                      <a:pt x="433" y="218"/>
                    </a:cubicBezTo>
                    <a:cubicBezTo>
                      <a:pt x="433"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5"/>
              <p:cNvSpPr/>
              <p:nvPr/>
            </p:nvSpPr>
            <p:spPr>
              <a:xfrm>
                <a:off x="2456850" y="448135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5"/>
              <p:cNvSpPr/>
              <p:nvPr/>
            </p:nvSpPr>
            <p:spPr>
              <a:xfrm>
                <a:off x="2438800"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5"/>
              <p:cNvSpPr/>
              <p:nvPr/>
            </p:nvSpPr>
            <p:spPr>
              <a:xfrm>
                <a:off x="2456850" y="4517375"/>
                <a:ext cx="10850" cy="10850"/>
              </a:xfrm>
              <a:custGeom>
                <a:rect b="b" l="l" r="r" t="t"/>
                <a:pathLst>
                  <a:path extrusionOk="0" h="434" w="434">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5"/>
              <p:cNvSpPr/>
              <p:nvPr/>
            </p:nvSpPr>
            <p:spPr>
              <a:xfrm>
                <a:off x="2456850" y="455340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5"/>
              <p:cNvSpPr/>
              <p:nvPr/>
            </p:nvSpPr>
            <p:spPr>
              <a:xfrm>
                <a:off x="2438800"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3" y="338"/>
                      <a:pt x="433" y="219"/>
                    </a:cubicBezTo>
                    <a:cubicBezTo>
                      <a:pt x="433"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5"/>
              <p:cNvSpPr/>
              <p:nvPr/>
            </p:nvSpPr>
            <p:spPr>
              <a:xfrm>
                <a:off x="2456850" y="4589425"/>
                <a:ext cx="10850" cy="10850"/>
              </a:xfrm>
              <a:custGeom>
                <a:rect b="b" l="l" r="r" t="t"/>
                <a:pathLst>
                  <a:path extrusionOk="0" h="434" w="434">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5"/>
              <p:cNvSpPr/>
              <p:nvPr/>
            </p:nvSpPr>
            <p:spPr>
              <a:xfrm>
                <a:off x="2438800"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3" y="338"/>
                      <a:pt x="433" y="218"/>
                    </a:cubicBezTo>
                    <a:cubicBezTo>
                      <a:pt x="433"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5"/>
              <p:cNvSpPr/>
              <p:nvPr/>
            </p:nvSpPr>
            <p:spPr>
              <a:xfrm>
                <a:off x="2456850" y="4625450"/>
                <a:ext cx="10850" cy="10850"/>
              </a:xfrm>
              <a:custGeom>
                <a:rect b="b" l="l" r="r" t="t"/>
                <a:pathLst>
                  <a:path extrusionOk="0" h="434" w="434">
                    <a:moveTo>
                      <a:pt x="216" y="1"/>
                    </a:moveTo>
                    <a:cubicBezTo>
                      <a:pt x="97" y="1"/>
                      <a:pt x="1" y="96"/>
                      <a:pt x="1" y="215"/>
                    </a:cubicBezTo>
                    <a:cubicBezTo>
                      <a:pt x="1" y="338"/>
                      <a:pt x="97" y="433"/>
                      <a:pt x="216" y="433"/>
                    </a:cubicBezTo>
                    <a:cubicBezTo>
                      <a:pt x="335" y="433"/>
                      <a:pt x="433" y="338"/>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5"/>
              <p:cNvSpPr/>
              <p:nvPr/>
            </p:nvSpPr>
            <p:spPr>
              <a:xfrm>
                <a:off x="2420850" y="4445425"/>
                <a:ext cx="10825" cy="10650"/>
              </a:xfrm>
              <a:custGeom>
                <a:rect b="b" l="l" r="r" t="t"/>
                <a:pathLst>
                  <a:path extrusionOk="0" h="426" w="433">
                    <a:moveTo>
                      <a:pt x="197" y="0"/>
                    </a:moveTo>
                    <a:cubicBezTo>
                      <a:pt x="85" y="7"/>
                      <a:pt x="0" y="98"/>
                      <a:pt x="0" y="211"/>
                    </a:cubicBezTo>
                    <a:cubicBezTo>
                      <a:pt x="0" y="330"/>
                      <a:pt x="95" y="425"/>
                      <a:pt x="214" y="425"/>
                    </a:cubicBezTo>
                    <a:cubicBezTo>
                      <a:pt x="334" y="425"/>
                      <a:pt x="433" y="330"/>
                      <a:pt x="433" y="211"/>
                    </a:cubicBezTo>
                    <a:cubicBezTo>
                      <a:pt x="433" y="98"/>
                      <a:pt x="348" y="13"/>
                      <a:pt x="2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5"/>
              <p:cNvSpPr/>
              <p:nvPr/>
            </p:nvSpPr>
            <p:spPr>
              <a:xfrm>
                <a:off x="2402775" y="4463300"/>
                <a:ext cx="10850" cy="10850"/>
              </a:xfrm>
              <a:custGeom>
                <a:rect b="b" l="l" r="r" t="t"/>
                <a:pathLst>
                  <a:path extrusionOk="0" h="434" w="434">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5"/>
              <p:cNvSpPr/>
              <p:nvPr/>
            </p:nvSpPr>
            <p:spPr>
              <a:xfrm>
                <a:off x="2420850" y="4481350"/>
                <a:ext cx="10825" cy="10850"/>
              </a:xfrm>
              <a:custGeom>
                <a:rect b="b" l="l" r="r" t="t"/>
                <a:pathLst>
                  <a:path extrusionOk="0" h="434" w="433">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5"/>
              <p:cNvSpPr/>
              <p:nvPr/>
            </p:nvSpPr>
            <p:spPr>
              <a:xfrm>
                <a:off x="2402775" y="4499325"/>
                <a:ext cx="10850" cy="10825"/>
              </a:xfrm>
              <a:custGeom>
                <a:rect b="b" l="l" r="r" t="t"/>
                <a:pathLst>
                  <a:path extrusionOk="0" h="433" w="434">
                    <a:moveTo>
                      <a:pt x="219" y="0"/>
                    </a:moveTo>
                    <a:cubicBezTo>
                      <a:pt x="99" y="0"/>
                      <a:pt x="1" y="99"/>
                      <a:pt x="1" y="218"/>
                    </a:cubicBezTo>
                    <a:cubicBezTo>
                      <a:pt x="1" y="338"/>
                      <a:pt x="99" y="433"/>
                      <a:pt x="219" y="433"/>
                    </a:cubicBezTo>
                    <a:cubicBezTo>
                      <a:pt x="338" y="433"/>
                      <a:pt x="434" y="338"/>
                      <a:pt x="434" y="218"/>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5"/>
              <p:cNvSpPr/>
              <p:nvPr/>
            </p:nvSpPr>
            <p:spPr>
              <a:xfrm>
                <a:off x="2402775" y="4535350"/>
                <a:ext cx="10850" cy="10850"/>
              </a:xfrm>
              <a:custGeom>
                <a:rect b="b" l="l" r="r" t="t"/>
                <a:pathLst>
                  <a:path extrusionOk="0" h="434" w="434">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5"/>
              <p:cNvSpPr/>
              <p:nvPr/>
            </p:nvSpPr>
            <p:spPr>
              <a:xfrm>
                <a:off x="2420850" y="4517375"/>
                <a:ext cx="10825" cy="10850"/>
              </a:xfrm>
              <a:custGeom>
                <a:rect b="b" l="l" r="r" t="t"/>
                <a:pathLst>
                  <a:path extrusionOk="0" h="434" w="433">
                    <a:moveTo>
                      <a:pt x="214" y="0"/>
                    </a:moveTo>
                    <a:cubicBezTo>
                      <a:pt x="95" y="0"/>
                      <a:pt x="0" y="96"/>
                      <a:pt x="0" y="215"/>
                    </a:cubicBezTo>
                    <a:cubicBezTo>
                      <a:pt x="0" y="335"/>
                      <a:pt x="95" y="433"/>
                      <a:pt x="214" y="433"/>
                    </a:cubicBezTo>
                    <a:cubicBezTo>
                      <a:pt x="334" y="433"/>
                      <a:pt x="433" y="335"/>
                      <a:pt x="433" y="215"/>
                    </a:cubicBezTo>
                    <a:cubicBezTo>
                      <a:pt x="433" y="96"/>
                      <a:pt x="334" y="0"/>
                      <a:pt x="2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5"/>
              <p:cNvSpPr/>
              <p:nvPr/>
            </p:nvSpPr>
            <p:spPr>
              <a:xfrm>
                <a:off x="2420850" y="4553400"/>
                <a:ext cx="10825" cy="10850"/>
              </a:xfrm>
              <a:custGeom>
                <a:rect b="b" l="l" r="r" t="t"/>
                <a:pathLst>
                  <a:path extrusionOk="0" h="434" w="433">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5"/>
              <p:cNvSpPr/>
              <p:nvPr/>
            </p:nvSpPr>
            <p:spPr>
              <a:xfrm>
                <a:off x="2402775" y="4571375"/>
                <a:ext cx="10850" cy="10825"/>
              </a:xfrm>
              <a:custGeom>
                <a:rect b="b" l="l" r="r" t="t"/>
                <a:pathLst>
                  <a:path extrusionOk="0" h="433" w="434">
                    <a:moveTo>
                      <a:pt x="219" y="0"/>
                    </a:moveTo>
                    <a:cubicBezTo>
                      <a:pt x="99" y="0"/>
                      <a:pt x="1" y="99"/>
                      <a:pt x="1" y="219"/>
                    </a:cubicBezTo>
                    <a:cubicBezTo>
                      <a:pt x="1" y="338"/>
                      <a:pt x="99" y="433"/>
                      <a:pt x="219" y="433"/>
                    </a:cubicBezTo>
                    <a:cubicBezTo>
                      <a:pt x="338" y="433"/>
                      <a:pt x="434" y="338"/>
                      <a:pt x="434" y="219"/>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5"/>
              <p:cNvSpPr/>
              <p:nvPr/>
            </p:nvSpPr>
            <p:spPr>
              <a:xfrm>
                <a:off x="2420850" y="4589425"/>
                <a:ext cx="10825" cy="10850"/>
              </a:xfrm>
              <a:custGeom>
                <a:rect b="b" l="l" r="r" t="t"/>
                <a:pathLst>
                  <a:path extrusionOk="0" h="434" w="433">
                    <a:moveTo>
                      <a:pt x="214" y="0"/>
                    </a:moveTo>
                    <a:cubicBezTo>
                      <a:pt x="95" y="0"/>
                      <a:pt x="0" y="96"/>
                      <a:pt x="0" y="215"/>
                    </a:cubicBezTo>
                    <a:cubicBezTo>
                      <a:pt x="0" y="335"/>
                      <a:pt x="95" y="434"/>
                      <a:pt x="214" y="434"/>
                    </a:cubicBezTo>
                    <a:cubicBezTo>
                      <a:pt x="334" y="434"/>
                      <a:pt x="433" y="335"/>
                      <a:pt x="433" y="215"/>
                    </a:cubicBezTo>
                    <a:cubicBezTo>
                      <a:pt x="433" y="96"/>
                      <a:pt x="334" y="0"/>
                      <a:pt x="2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5"/>
              <p:cNvSpPr/>
              <p:nvPr/>
            </p:nvSpPr>
            <p:spPr>
              <a:xfrm>
                <a:off x="2386025" y="4625450"/>
                <a:ext cx="9300" cy="4125"/>
              </a:xfrm>
              <a:custGeom>
                <a:rect b="b" l="l" r="r" t="t"/>
                <a:pathLst>
                  <a:path extrusionOk="0" h="165" w="372">
                    <a:moveTo>
                      <a:pt x="167" y="1"/>
                    </a:moveTo>
                    <a:cubicBezTo>
                      <a:pt x="98" y="1"/>
                      <a:pt x="37" y="35"/>
                      <a:pt x="0" y="86"/>
                    </a:cubicBezTo>
                    <a:cubicBezTo>
                      <a:pt x="54" y="100"/>
                      <a:pt x="112" y="109"/>
                      <a:pt x="167" y="120"/>
                    </a:cubicBezTo>
                    <a:cubicBezTo>
                      <a:pt x="235" y="137"/>
                      <a:pt x="303" y="150"/>
                      <a:pt x="371" y="164"/>
                    </a:cubicBezTo>
                    <a:cubicBezTo>
                      <a:pt x="348" y="69"/>
                      <a:pt x="266" y="1"/>
                      <a:pt x="16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5"/>
              <p:cNvSpPr/>
              <p:nvPr/>
            </p:nvSpPr>
            <p:spPr>
              <a:xfrm>
                <a:off x="2402775" y="4607400"/>
                <a:ext cx="10850" cy="10850"/>
              </a:xfrm>
              <a:custGeom>
                <a:rect b="b" l="l" r="r" t="t"/>
                <a:pathLst>
                  <a:path extrusionOk="0" h="434" w="434">
                    <a:moveTo>
                      <a:pt x="219" y="1"/>
                    </a:moveTo>
                    <a:cubicBezTo>
                      <a:pt x="99" y="1"/>
                      <a:pt x="1" y="99"/>
                      <a:pt x="1" y="218"/>
                    </a:cubicBezTo>
                    <a:cubicBezTo>
                      <a:pt x="1" y="338"/>
                      <a:pt x="99" y="433"/>
                      <a:pt x="219" y="433"/>
                    </a:cubicBezTo>
                    <a:cubicBezTo>
                      <a:pt x="338" y="433"/>
                      <a:pt x="434" y="338"/>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5"/>
              <p:cNvSpPr/>
              <p:nvPr/>
            </p:nvSpPr>
            <p:spPr>
              <a:xfrm>
                <a:off x="2420850" y="4625450"/>
                <a:ext cx="10825" cy="9825"/>
              </a:xfrm>
              <a:custGeom>
                <a:rect b="b" l="l" r="r" t="t"/>
                <a:pathLst>
                  <a:path extrusionOk="0" h="393" w="433">
                    <a:moveTo>
                      <a:pt x="214" y="1"/>
                    </a:moveTo>
                    <a:cubicBezTo>
                      <a:pt x="95" y="1"/>
                      <a:pt x="0" y="96"/>
                      <a:pt x="0" y="215"/>
                    </a:cubicBezTo>
                    <a:cubicBezTo>
                      <a:pt x="0" y="270"/>
                      <a:pt x="21" y="314"/>
                      <a:pt x="51" y="351"/>
                    </a:cubicBezTo>
                    <a:cubicBezTo>
                      <a:pt x="106" y="362"/>
                      <a:pt x="161" y="372"/>
                      <a:pt x="214" y="378"/>
                    </a:cubicBezTo>
                    <a:cubicBezTo>
                      <a:pt x="255" y="386"/>
                      <a:pt x="293" y="389"/>
                      <a:pt x="334" y="392"/>
                    </a:cubicBezTo>
                    <a:cubicBezTo>
                      <a:pt x="392" y="355"/>
                      <a:pt x="433" y="290"/>
                      <a:pt x="433" y="215"/>
                    </a:cubicBezTo>
                    <a:cubicBezTo>
                      <a:pt x="433" y="96"/>
                      <a:pt x="334" y="1"/>
                      <a:pt x="2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5"/>
              <p:cNvSpPr/>
              <p:nvPr/>
            </p:nvSpPr>
            <p:spPr>
              <a:xfrm>
                <a:off x="2384800" y="4445325"/>
                <a:ext cx="10775" cy="10750"/>
              </a:xfrm>
              <a:custGeom>
                <a:rect b="b" l="l" r="r" t="t"/>
                <a:pathLst>
                  <a:path extrusionOk="0" h="430" w="431">
                    <a:moveTo>
                      <a:pt x="216" y="0"/>
                    </a:moveTo>
                    <a:cubicBezTo>
                      <a:pt x="96" y="0"/>
                      <a:pt x="1" y="96"/>
                      <a:pt x="1" y="215"/>
                    </a:cubicBezTo>
                    <a:cubicBezTo>
                      <a:pt x="1" y="334"/>
                      <a:pt x="96" y="429"/>
                      <a:pt x="216" y="429"/>
                    </a:cubicBezTo>
                    <a:cubicBezTo>
                      <a:pt x="335" y="429"/>
                      <a:pt x="430" y="334"/>
                      <a:pt x="430" y="215"/>
                    </a:cubicBezTo>
                    <a:cubicBezTo>
                      <a:pt x="430"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5"/>
              <p:cNvSpPr/>
              <p:nvPr/>
            </p:nvSpPr>
            <p:spPr>
              <a:xfrm>
                <a:off x="2366750" y="4463300"/>
                <a:ext cx="10850" cy="10850"/>
              </a:xfrm>
              <a:custGeom>
                <a:rect b="b" l="l" r="r" t="t"/>
                <a:pathLst>
                  <a:path extrusionOk="0" h="434" w="434">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5"/>
              <p:cNvSpPr/>
              <p:nvPr/>
            </p:nvSpPr>
            <p:spPr>
              <a:xfrm>
                <a:off x="2384800" y="4481350"/>
                <a:ext cx="10775" cy="10850"/>
              </a:xfrm>
              <a:custGeom>
                <a:rect b="b" l="l" r="r" t="t"/>
                <a:pathLst>
                  <a:path extrusionOk="0" h="434" w="431">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5"/>
              <p:cNvSpPr/>
              <p:nvPr/>
            </p:nvSpPr>
            <p:spPr>
              <a:xfrm>
                <a:off x="2366750" y="4499325"/>
                <a:ext cx="10850" cy="10825"/>
              </a:xfrm>
              <a:custGeom>
                <a:rect b="b" l="l" r="r" t="t"/>
                <a:pathLst>
                  <a:path extrusionOk="0" h="433" w="434">
                    <a:moveTo>
                      <a:pt x="215" y="0"/>
                    </a:moveTo>
                    <a:cubicBezTo>
                      <a:pt x="97" y="0"/>
                      <a:pt x="1" y="99"/>
                      <a:pt x="1" y="218"/>
                    </a:cubicBezTo>
                    <a:cubicBezTo>
                      <a:pt x="1" y="338"/>
                      <a:pt x="97" y="433"/>
                      <a:pt x="215" y="433"/>
                    </a:cubicBezTo>
                    <a:cubicBezTo>
                      <a:pt x="338" y="433"/>
                      <a:pt x="433" y="338"/>
                      <a:pt x="433" y="218"/>
                    </a:cubicBezTo>
                    <a:cubicBezTo>
                      <a:pt x="433" y="99"/>
                      <a:pt x="338"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5"/>
              <p:cNvSpPr/>
              <p:nvPr/>
            </p:nvSpPr>
            <p:spPr>
              <a:xfrm>
                <a:off x="2384800" y="4517375"/>
                <a:ext cx="10775" cy="10850"/>
              </a:xfrm>
              <a:custGeom>
                <a:rect b="b" l="l" r="r" t="t"/>
                <a:pathLst>
                  <a:path extrusionOk="0" h="434" w="431">
                    <a:moveTo>
                      <a:pt x="216" y="0"/>
                    </a:moveTo>
                    <a:cubicBezTo>
                      <a:pt x="96" y="0"/>
                      <a:pt x="1" y="96"/>
                      <a:pt x="1" y="215"/>
                    </a:cubicBezTo>
                    <a:cubicBezTo>
                      <a:pt x="1" y="335"/>
                      <a:pt x="96" y="433"/>
                      <a:pt x="216" y="433"/>
                    </a:cubicBezTo>
                    <a:cubicBezTo>
                      <a:pt x="335" y="433"/>
                      <a:pt x="430" y="335"/>
                      <a:pt x="430" y="215"/>
                    </a:cubicBezTo>
                    <a:cubicBezTo>
                      <a:pt x="430"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5"/>
              <p:cNvSpPr/>
              <p:nvPr/>
            </p:nvSpPr>
            <p:spPr>
              <a:xfrm>
                <a:off x="2366750" y="4535350"/>
                <a:ext cx="10850" cy="10850"/>
              </a:xfrm>
              <a:custGeom>
                <a:rect b="b" l="l" r="r" t="t"/>
                <a:pathLst>
                  <a:path extrusionOk="0" h="434" w="434">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5"/>
              <p:cNvSpPr/>
              <p:nvPr/>
            </p:nvSpPr>
            <p:spPr>
              <a:xfrm>
                <a:off x="2384800" y="4553400"/>
                <a:ext cx="10775" cy="10850"/>
              </a:xfrm>
              <a:custGeom>
                <a:rect b="b" l="l" r="r" t="t"/>
                <a:pathLst>
                  <a:path extrusionOk="0" h="434" w="431">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5"/>
              <p:cNvSpPr/>
              <p:nvPr/>
            </p:nvSpPr>
            <p:spPr>
              <a:xfrm>
                <a:off x="2366750" y="4571375"/>
                <a:ext cx="10850" cy="10825"/>
              </a:xfrm>
              <a:custGeom>
                <a:rect b="b" l="l" r="r" t="t"/>
                <a:pathLst>
                  <a:path extrusionOk="0" h="433" w="434">
                    <a:moveTo>
                      <a:pt x="215" y="0"/>
                    </a:moveTo>
                    <a:cubicBezTo>
                      <a:pt x="97" y="0"/>
                      <a:pt x="1" y="99"/>
                      <a:pt x="1" y="219"/>
                    </a:cubicBezTo>
                    <a:cubicBezTo>
                      <a:pt x="1" y="338"/>
                      <a:pt x="97" y="433"/>
                      <a:pt x="215" y="433"/>
                    </a:cubicBezTo>
                    <a:cubicBezTo>
                      <a:pt x="338" y="433"/>
                      <a:pt x="433" y="338"/>
                      <a:pt x="433" y="219"/>
                    </a:cubicBezTo>
                    <a:cubicBezTo>
                      <a:pt x="433" y="99"/>
                      <a:pt x="338"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5"/>
              <p:cNvSpPr/>
              <p:nvPr/>
            </p:nvSpPr>
            <p:spPr>
              <a:xfrm>
                <a:off x="2366750" y="4607400"/>
                <a:ext cx="10850" cy="10850"/>
              </a:xfrm>
              <a:custGeom>
                <a:rect b="b" l="l" r="r" t="t"/>
                <a:pathLst>
                  <a:path extrusionOk="0" h="434" w="434">
                    <a:moveTo>
                      <a:pt x="215" y="1"/>
                    </a:moveTo>
                    <a:cubicBezTo>
                      <a:pt x="97" y="1"/>
                      <a:pt x="1" y="99"/>
                      <a:pt x="1" y="218"/>
                    </a:cubicBezTo>
                    <a:cubicBezTo>
                      <a:pt x="1" y="338"/>
                      <a:pt x="97" y="433"/>
                      <a:pt x="215" y="433"/>
                    </a:cubicBezTo>
                    <a:cubicBezTo>
                      <a:pt x="338" y="433"/>
                      <a:pt x="433" y="338"/>
                      <a:pt x="433" y="218"/>
                    </a:cubicBezTo>
                    <a:cubicBezTo>
                      <a:pt x="433" y="99"/>
                      <a:pt x="338"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5"/>
              <p:cNvSpPr/>
              <p:nvPr/>
            </p:nvSpPr>
            <p:spPr>
              <a:xfrm>
                <a:off x="2384800" y="4589425"/>
                <a:ext cx="10775" cy="10850"/>
              </a:xfrm>
              <a:custGeom>
                <a:rect b="b" l="l" r="r" t="t"/>
                <a:pathLst>
                  <a:path extrusionOk="0" h="434" w="431">
                    <a:moveTo>
                      <a:pt x="216" y="0"/>
                    </a:moveTo>
                    <a:cubicBezTo>
                      <a:pt x="96" y="0"/>
                      <a:pt x="1" y="96"/>
                      <a:pt x="1" y="215"/>
                    </a:cubicBezTo>
                    <a:cubicBezTo>
                      <a:pt x="1" y="335"/>
                      <a:pt x="96" y="434"/>
                      <a:pt x="216" y="434"/>
                    </a:cubicBezTo>
                    <a:cubicBezTo>
                      <a:pt x="335" y="434"/>
                      <a:pt x="430" y="335"/>
                      <a:pt x="430" y="215"/>
                    </a:cubicBezTo>
                    <a:cubicBezTo>
                      <a:pt x="430"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5"/>
              <p:cNvSpPr/>
              <p:nvPr/>
            </p:nvSpPr>
            <p:spPr>
              <a:xfrm>
                <a:off x="234870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5"/>
              <p:cNvSpPr/>
              <p:nvPr/>
            </p:nvSpPr>
            <p:spPr>
              <a:xfrm>
                <a:off x="233072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5"/>
              <p:cNvSpPr/>
              <p:nvPr/>
            </p:nvSpPr>
            <p:spPr>
              <a:xfrm>
                <a:off x="2330725" y="4499325"/>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5"/>
              <p:cNvSpPr/>
              <p:nvPr/>
            </p:nvSpPr>
            <p:spPr>
              <a:xfrm>
                <a:off x="234870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5"/>
              <p:cNvSpPr/>
              <p:nvPr/>
            </p:nvSpPr>
            <p:spPr>
              <a:xfrm>
                <a:off x="234870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5"/>
              <p:cNvSpPr/>
              <p:nvPr/>
            </p:nvSpPr>
            <p:spPr>
              <a:xfrm>
                <a:off x="233072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5"/>
              <p:cNvSpPr/>
              <p:nvPr/>
            </p:nvSpPr>
            <p:spPr>
              <a:xfrm>
                <a:off x="233072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5"/>
              <p:cNvSpPr/>
              <p:nvPr/>
            </p:nvSpPr>
            <p:spPr>
              <a:xfrm>
                <a:off x="234870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5"/>
              <p:cNvSpPr/>
              <p:nvPr/>
            </p:nvSpPr>
            <p:spPr>
              <a:xfrm>
                <a:off x="234870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5"/>
              <p:cNvSpPr/>
              <p:nvPr/>
            </p:nvSpPr>
            <p:spPr>
              <a:xfrm>
                <a:off x="2330725" y="4607400"/>
                <a:ext cx="10850" cy="10500"/>
              </a:xfrm>
              <a:custGeom>
                <a:rect b="b" l="l" r="r" t="t"/>
                <a:pathLst>
                  <a:path extrusionOk="0" h="420" w="434">
                    <a:moveTo>
                      <a:pt x="215" y="1"/>
                    </a:moveTo>
                    <a:cubicBezTo>
                      <a:pt x="96" y="1"/>
                      <a:pt x="0" y="99"/>
                      <a:pt x="0" y="218"/>
                    </a:cubicBezTo>
                    <a:cubicBezTo>
                      <a:pt x="0" y="290"/>
                      <a:pt x="38" y="351"/>
                      <a:pt x="90" y="389"/>
                    </a:cubicBezTo>
                    <a:cubicBezTo>
                      <a:pt x="154" y="399"/>
                      <a:pt x="219" y="410"/>
                      <a:pt x="283" y="419"/>
                    </a:cubicBezTo>
                    <a:cubicBezTo>
                      <a:pt x="368" y="392"/>
                      <a:pt x="434" y="314"/>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5"/>
              <p:cNvSpPr/>
              <p:nvPr/>
            </p:nvSpPr>
            <p:spPr>
              <a:xfrm>
                <a:off x="2312675" y="4445325"/>
                <a:ext cx="10825" cy="10750"/>
              </a:xfrm>
              <a:custGeom>
                <a:rect b="b" l="l" r="r" t="t"/>
                <a:pathLst>
                  <a:path extrusionOk="0" h="430" w="433">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5"/>
              <p:cNvSpPr/>
              <p:nvPr/>
            </p:nvSpPr>
            <p:spPr>
              <a:xfrm>
                <a:off x="2294700"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5"/>
              <p:cNvSpPr/>
              <p:nvPr/>
            </p:nvSpPr>
            <p:spPr>
              <a:xfrm>
                <a:off x="2312675" y="448135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5"/>
              <p:cNvSpPr/>
              <p:nvPr/>
            </p:nvSpPr>
            <p:spPr>
              <a:xfrm>
                <a:off x="2294700"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5"/>
              <p:cNvSpPr/>
              <p:nvPr/>
            </p:nvSpPr>
            <p:spPr>
              <a:xfrm>
                <a:off x="2312675" y="4517375"/>
                <a:ext cx="10825" cy="10850"/>
              </a:xfrm>
              <a:custGeom>
                <a:rect b="b" l="l" r="r" t="t"/>
                <a:pathLst>
                  <a:path extrusionOk="0" h="434" w="433">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5"/>
              <p:cNvSpPr/>
              <p:nvPr/>
            </p:nvSpPr>
            <p:spPr>
              <a:xfrm>
                <a:off x="2294700"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5"/>
              <p:cNvSpPr/>
              <p:nvPr/>
            </p:nvSpPr>
            <p:spPr>
              <a:xfrm>
                <a:off x="2312675" y="455340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5"/>
              <p:cNvSpPr/>
              <p:nvPr/>
            </p:nvSpPr>
            <p:spPr>
              <a:xfrm>
                <a:off x="2294700" y="4571375"/>
                <a:ext cx="10850" cy="10825"/>
              </a:xfrm>
              <a:custGeom>
                <a:rect b="b" l="l" r="r" t="t"/>
                <a:pathLst>
                  <a:path extrusionOk="0" h="433" w="434">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5"/>
              <p:cNvSpPr/>
              <p:nvPr/>
            </p:nvSpPr>
            <p:spPr>
              <a:xfrm>
                <a:off x="2294700" y="4607400"/>
                <a:ext cx="10850" cy="6675"/>
              </a:xfrm>
              <a:custGeom>
                <a:rect b="b" l="l" r="r" t="t"/>
                <a:pathLst>
                  <a:path extrusionOk="0" h="267" w="434">
                    <a:moveTo>
                      <a:pt x="215" y="1"/>
                    </a:moveTo>
                    <a:cubicBezTo>
                      <a:pt x="96" y="1"/>
                      <a:pt x="1" y="99"/>
                      <a:pt x="1" y="218"/>
                    </a:cubicBezTo>
                    <a:cubicBezTo>
                      <a:pt x="1" y="232"/>
                      <a:pt x="4" y="242"/>
                      <a:pt x="7" y="256"/>
                    </a:cubicBezTo>
                    <a:cubicBezTo>
                      <a:pt x="147" y="256"/>
                      <a:pt x="284" y="259"/>
                      <a:pt x="424" y="266"/>
                    </a:cubicBezTo>
                    <a:cubicBezTo>
                      <a:pt x="427" y="249"/>
                      <a:pt x="433" y="235"/>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5"/>
              <p:cNvSpPr/>
              <p:nvPr/>
            </p:nvSpPr>
            <p:spPr>
              <a:xfrm>
                <a:off x="2312675" y="4589425"/>
                <a:ext cx="10825" cy="10850"/>
              </a:xfrm>
              <a:custGeom>
                <a:rect b="b" l="l" r="r" t="t"/>
                <a:pathLst>
                  <a:path extrusionOk="0" h="434" w="433">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5"/>
              <p:cNvSpPr/>
              <p:nvPr/>
            </p:nvSpPr>
            <p:spPr>
              <a:xfrm>
                <a:off x="227665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5"/>
              <p:cNvSpPr/>
              <p:nvPr/>
            </p:nvSpPr>
            <p:spPr>
              <a:xfrm>
                <a:off x="225867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5"/>
              <p:cNvSpPr/>
              <p:nvPr/>
            </p:nvSpPr>
            <p:spPr>
              <a:xfrm>
                <a:off x="2258675" y="4499325"/>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5"/>
              <p:cNvSpPr/>
              <p:nvPr/>
            </p:nvSpPr>
            <p:spPr>
              <a:xfrm>
                <a:off x="227665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5"/>
              <p:cNvSpPr/>
              <p:nvPr/>
            </p:nvSpPr>
            <p:spPr>
              <a:xfrm>
                <a:off x="225867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5"/>
              <p:cNvSpPr/>
              <p:nvPr/>
            </p:nvSpPr>
            <p:spPr>
              <a:xfrm>
                <a:off x="227665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5"/>
              <p:cNvSpPr/>
              <p:nvPr/>
            </p:nvSpPr>
            <p:spPr>
              <a:xfrm>
                <a:off x="225867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5"/>
              <p:cNvSpPr/>
              <p:nvPr/>
            </p:nvSpPr>
            <p:spPr>
              <a:xfrm>
                <a:off x="227665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5"/>
              <p:cNvSpPr/>
              <p:nvPr/>
            </p:nvSpPr>
            <p:spPr>
              <a:xfrm>
                <a:off x="227665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5"/>
              <p:cNvSpPr/>
              <p:nvPr/>
            </p:nvSpPr>
            <p:spPr>
              <a:xfrm>
                <a:off x="2258675" y="4607400"/>
                <a:ext cx="10850" cy="9550"/>
              </a:xfrm>
              <a:custGeom>
                <a:rect b="b" l="l" r="r" t="t"/>
                <a:pathLst>
                  <a:path extrusionOk="0" h="382" w="434">
                    <a:moveTo>
                      <a:pt x="215" y="1"/>
                    </a:moveTo>
                    <a:cubicBezTo>
                      <a:pt x="96" y="1"/>
                      <a:pt x="0" y="99"/>
                      <a:pt x="0" y="218"/>
                    </a:cubicBezTo>
                    <a:cubicBezTo>
                      <a:pt x="0" y="287"/>
                      <a:pt x="31" y="344"/>
                      <a:pt x="79" y="382"/>
                    </a:cubicBezTo>
                    <a:cubicBezTo>
                      <a:pt x="188" y="361"/>
                      <a:pt x="294" y="341"/>
                      <a:pt x="399" y="324"/>
                    </a:cubicBezTo>
                    <a:cubicBezTo>
                      <a:pt x="420" y="293"/>
                      <a:pt x="434" y="256"/>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5"/>
              <p:cNvSpPr/>
              <p:nvPr/>
            </p:nvSpPr>
            <p:spPr>
              <a:xfrm>
                <a:off x="2222650"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5"/>
              <p:cNvSpPr/>
              <p:nvPr/>
            </p:nvSpPr>
            <p:spPr>
              <a:xfrm>
                <a:off x="2240625" y="4445325"/>
                <a:ext cx="10825" cy="10750"/>
              </a:xfrm>
              <a:custGeom>
                <a:rect b="b" l="l" r="r" t="t"/>
                <a:pathLst>
                  <a:path extrusionOk="0" h="430" w="433">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5"/>
              <p:cNvSpPr/>
              <p:nvPr/>
            </p:nvSpPr>
            <p:spPr>
              <a:xfrm>
                <a:off x="2222650"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5"/>
              <p:cNvSpPr/>
              <p:nvPr/>
            </p:nvSpPr>
            <p:spPr>
              <a:xfrm>
                <a:off x="2240625" y="448135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5"/>
              <p:cNvSpPr/>
              <p:nvPr/>
            </p:nvSpPr>
            <p:spPr>
              <a:xfrm>
                <a:off x="2222650"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5"/>
              <p:cNvSpPr/>
              <p:nvPr/>
            </p:nvSpPr>
            <p:spPr>
              <a:xfrm>
                <a:off x="2240625" y="4517375"/>
                <a:ext cx="10825" cy="10850"/>
              </a:xfrm>
              <a:custGeom>
                <a:rect b="b" l="l" r="r" t="t"/>
                <a:pathLst>
                  <a:path extrusionOk="0" h="434" w="433">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5"/>
              <p:cNvSpPr/>
              <p:nvPr/>
            </p:nvSpPr>
            <p:spPr>
              <a:xfrm>
                <a:off x="2222650" y="4571375"/>
                <a:ext cx="10850" cy="10825"/>
              </a:xfrm>
              <a:custGeom>
                <a:rect b="b" l="l" r="r" t="t"/>
                <a:pathLst>
                  <a:path extrusionOk="0" h="433" w="434">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5"/>
              <p:cNvSpPr/>
              <p:nvPr/>
            </p:nvSpPr>
            <p:spPr>
              <a:xfrm>
                <a:off x="2240625" y="455340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5"/>
              <p:cNvSpPr/>
              <p:nvPr/>
            </p:nvSpPr>
            <p:spPr>
              <a:xfrm>
                <a:off x="2240625" y="4589425"/>
                <a:ext cx="10825" cy="10850"/>
              </a:xfrm>
              <a:custGeom>
                <a:rect b="b" l="l" r="r" t="t"/>
                <a:pathLst>
                  <a:path extrusionOk="0" h="434" w="433">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5"/>
              <p:cNvSpPr/>
              <p:nvPr/>
            </p:nvSpPr>
            <p:spPr>
              <a:xfrm>
                <a:off x="2222650" y="4607400"/>
                <a:ext cx="10850" cy="10850"/>
              </a:xfrm>
              <a:custGeom>
                <a:rect b="b" l="l" r="r" t="t"/>
                <a:pathLst>
                  <a:path extrusionOk="0" h="434" w="434">
                    <a:moveTo>
                      <a:pt x="215" y="1"/>
                    </a:moveTo>
                    <a:cubicBezTo>
                      <a:pt x="96" y="1"/>
                      <a:pt x="1" y="99"/>
                      <a:pt x="1" y="218"/>
                    </a:cubicBezTo>
                    <a:cubicBezTo>
                      <a:pt x="1" y="338"/>
                      <a:pt x="96" y="433"/>
                      <a:pt x="215" y="433"/>
                    </a:cubicBezTo>
                    <a:cubicBezTo>
                      <a:pt x="334" y="433"/>
                      <a:pt x="433" y="338"/>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5"/>
              <p:cNvSpPr/>
              <p:nvPr/>
            </p:nvSpPr>
            <p:spPr>
              <a:xfrm>
                <a:off x="218662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5"/>
              <p:cNvSpPr/>
              <p:nvPr/>
            </p:nvSpPr>
            <p:spPr>
              <a:xfrm>
                <a:off x="220460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5"/>
              <p:cNvSpPr/>
              <p:nvPr/>
            </p:nvSpPr>
            <p:spPr>
              <a:xfrm>
                <a:off x="220460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5"/>
              <p:cNvSpPr/>
              <p:nvPr/>
            </p:nvSpPr>
            <p:spPr>
              <a:xfrm>
                <a:off x="2204588" y="4481313"/>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5"/>
              <p:cNvSpPr/>
              <p:nvPr/>
            </p:nvSpPr>
            <p:spPr>
              <a:xfrm>
                <a:off x="218662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5"/>
              <p:cNvSpPr/>
              <p:nvPr/>
            </p:nvSpPr>
            <p:spPr>
              <a:xfrm>
                <a:off x="220460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5"/>
              <p:cNvSpPr/>
              <p:nvPr/>
            </p:nvSpPr>
            <p:spPr>
              <a:xfrm>
                <a:off x="220460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5"/>
              <p:cNvSpPr/>
              <p:nvPr/>
            </p:nvSpPr>
            <p:spPr>
              <a:xfrm>
                <a:off x="218662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5"/>
              <p:cNvSpPr/>
              <p:nvPr/>
            </p:nvSpPr>
            <p:spPr>
              <a:xfrm>
                <a:off x="220460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5"/>
              <p:cNvSpPr/>
              <p:nvPr/>
            </p:nvSpPr>
            <p:spPr>
              <a:xfrm>
                <a:off x="2186625" y="4607400"/>
                <a:ext cx="10850" cy="10850"/>
              </a:xfrm>
              <a:custGeom>
                <a:rect b="b" l="l" r="r" t="t"/>
                <a:pathLst>
                  <a:path extrusionOk="0" h="434" w="434">
                    <a:moveTo>
                      <a:pt x="215" y="1"/>
                    </a:moveTo>
                    <a:cubicBezTo>
                      <a:pt x="96" y="1"/>
                      <a:pt x="0" y="99"/>
                      <a:pt x="0" y="218"/>
                    </a:cubicBezTo>
                    <a:cubicBezTo>
                      <a:pt x="0" y="338"/>
                      <a:pt x="96" y="433"/>
                      <a:pt x="215" y="433"/>
                    </a:cubicBezTo>
                    <a:cubicBezTo>
                      <a:pt x="335" y="433"/>
                      <a:pt x="434" y="338"/>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5"/>
              <p:cNvSpPr/>
              <p:nvPr/>
            </p:nvSpPr>
            <p:spPr>
              <a:xfrm>
                <a:off x="2204600" y="4625450"/>
                <a:ext cx="10850" cy="10850"/>
              </a:xfrm>
              <a:custGeom>
                <a:rect b="b" l="l" r="r" t="t"/>
                <a:pathLst>
                  <a:path extrusionOk="0" h="434" w="434">
                    <a:moveTo>
                      <a:pt x="218" y="1"/>
                    </a:moveTo>
                    <a:cubicBezTo>
                      <a:pt x="99" y="1"/>
                      <a:pt x="1" y="96"/>
                      <a:pt x="1" y="215"/>
                    </a:cubicBezTo>
                    <a:cubicBezTo>
                      <a:pt x="1" y="338"/>
                      <a:pt x="99" y="433"/>
                      <a:pt x="218" y="433"/>
                    </a:cubicBezTo>
                    <a:cubicBezTo>
                      <a:pt x="338" y="433"/>
                      <a:pt x="433" y="338"/>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5"/>
              <p:cNvSpPr/>
              <p:nvPr/>
            </p:nvSpPr>
            <p:spPr>
              <a:xfrm>
                <a:off x="2186625" y="4643500"/>
                <a:ext cx="10425" cy="10075"/>
              </a:xfrm>
              <a:custGeom>
                <a:rect b="b" l="l" r="r" t="t"/>
                <a:pathLst>
                  <a:path extrusionOk="0" h="403" w="417">
                    <a:moveTo>
                      <a:pt x="215" y="1"/>
                    </a:moveTo>
                    <a:cubicBezTo>
                      <a:pt x="96" y="1"/>
                      <a:pt x="0" y="96"/>
                      <a:pt x="0" y="216"/>
                    </a:cubicBezTo>
                    <a:cubicBezTo>
                      <a:pt x="0" y="297"/>
                      <a:pt x="49" y="365"/>
                      <a:pt x="113" y="403"/>
                    </a:cubicBezTo>
                    <a:cubicBezTo>
                      <a:pt x="212" y="315"/>
                      <a:pt x="314" y="229"/>
                      <a:pt x="416" y="147"/>
                    </a:cubicBezTo>
                    <a:cubicBezTo>
                      <a:pt x="389" y="62"/>
                      <a:pt x="311"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5"/>
              <p:cNvSpPr/>
              <p:nvPr/>
            </p:nvSpPr>
            <p:spPr>
              <a:xfrm>
                <a:off x="2152800" y="4436975"/>
                <a:ext cx="6000" cy="1125"/>
              </a:xfrm>
              <a:custGeom>
                <a:rect b="b" l="l" r="r" t="t"/>
                <a:pathLst>
                  <a:path extrusionOk="0" h="45" w="240">
                    <a:moveTo>
                      <a:pt x="1" y="0"/>
                    </a:moveTo>
                    <a:lnTo>
                      <a:pt x="1" y="0"/>
                    </a:lnTo>
                    <a:cubicBezTo>
                      <a:pt x="39" y="27"/>
                      <a:pt x="79" y="45"/>
                      <a:pt x="127" y="45"/>
                    </a:cubicBezTo>
                    <a:cubicBezTo>
                      <a:pt x="172" y="45"/>
                      <a:pt x="209" y="27"/>
                      <a:pt x="240" y="7"/>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5"/>
              <p:cNvSpPr/>
              <p:nvPr/>
            </p:nvSpPr>
            <p:spPr>
              <a:xfrm>
                <a:off x="2150600" y="4463300"/>
                <a:ext cx="10750" cy="10850"/>
              </a:xfrm>
              <a:custGeom>
                <a:rect b="b" l="l" r="r" t="t"/>
                <a:pathLst>
                  <a:path extrusionOk="0" h="434" w="43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5"/>
              <p:cNvSpPr/>
              <p:nvPr/>
            </p:nvSpPr>
            <p:spPr>
              <a:xfrm>
                <a:off x="2168575" y="4445325"/>
                <a:ext cx="10825" cy="10750"/>
              </a:xfrm>
              <a:custGeom>
                <a:rect b="b" l="l" r="r" t="t"/>
                <a:pathLst>
                  <a:path extrusionOk="0" h="430" w="433">
                    <a:moveTo>
                      <a:pt x="219" y="0"/>
                    </a:moveTo>
                    <a:cubicBezTo>
                      <a:pt x="96" y="0"/>
                      <a:pt x="0" y="96"/>
                      <a:pt x="0" y="215"/>
                    </a:cubicBezTo>
                    <a:cubicBezTo>
                      <a:pt x="0" y="334"/>
                      <a:pt x="96" y="429"/>
                      <a:pt x="219" y="429"/>
                    </a:cubicBezTo>
                    <a:cubicBezTo>
                      <a:pt x="338" y="429"/>
                      <a:pt x="433" y="334"/>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5"/>
              <p:cNvSpPr/>
              <p:nvPr/>
            </p:nvSpPr>
            <p:spPr>
              <a:xfrm>
                <a:off x="2168575" y="4481350"/>
                <a:ext cx="10825" cy="10850"/>
              </a:xfrm>
              <a:custGeom>
                <a:rect b="b" l="l" r="r" t="t"/>
                <a:pathLst>
                  <a:path extrusionOk="0" h="434" w="433">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5"/>
              <p:cNvSpPr/>
              <p:nvPr/>
            </p:nvSpPr>
            <p:spPr>
              <a:xfrm>
                <a:off x="2150600" y="4499325"/>
                <a:ext cx="10750" cy="10825"/>
              </a:xfrm>
              <a:custGeom>
                <a:rect b="b" l="l" r="r" t="t"/>
                <a:pathLst>
                  <a:path extrusionOk="0" h="433" w="430">
                    <a:moveTo>
                      <a:pt x="215" y="0"/>
                    </a:moveTo>
                    <a:cubicBezTo>
                      <a:pt x="96" y="0"/>
                      <a:pt x="1" y="99"/>
                      <a:pt x="1" y="218"/>
                    </a:cubicBezTo>
                    <a:cubicBezTo>
                      <a:pt x="1" y="338"/>
                      <a:pt x="96" y="433"/>
                      <a:pt x="215" y="433"/>
                    </a:cubicBezTo>
                    <a:cubicBezTo>
                      <a:pt x="334" y="433"/>
                      <a:pt x="430" y="338"/>
                      <a:pt x="430" y="218"/>
                    </a:cubicBezTo>
                    <a:cubicBezTo>
                      <a:pt x="430"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5"/>
              <p:cNvSpPr/>
              <p:nvPr/>
            </p:nvSpPr>
            <p:spPr>
              <a:xfrm>
                <a:off x="2150600" y="4535350"/>
                <a:ext cx="10750" cy="10850"/>
              </a:xfrm>
              <a:custGeom>
                <a:rect b="b" l="l" r="r" t="t"/>
                <a:pathLst>
                  <a:path extrusionOk="0" h="434" w="43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5"/>
              <p:cNvSpPr/>
              <p:nvPr/>
            </p:nvSpPr>
            <p:spPr>
              <a:xfrm>
                <a:off x="2168575" y="4517375"/>
                <a:ext cx="10825" cy="10850"/>
              </a:xfrm>
              <a:custGeom>
                <a:rect b="b" l="l" r="r" t="t"/>
                <a:pathLst>
                  <a:path extrusionOk="0" h="434" w="433">
                    <a:moveTo>
                      <a:pt x="219" y="0"/>
                    </a:moveTo>
                    <a:cubicBezTo>
                      <a:pt x="96" y="0"/>
                      <a:pt x="0" y="96"/>
                      <a:pt x="0" y="215"/>
                    </a:cubicBezTo>
                    <a:cubicBezTo>
                      <a:pt x="0" y="335"/>
                      <a:pt x="96" y="433"/>
                      <a:pt x="219" y="433"/>
                    </a:cubicBezTo>
                    <a:cubicBezTo>
                      <a:pt x="338" y="433"/>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5"/>
              <p:cNvSpPr/>
              <p:nvPr/>
            </p:nvSpPr>
            <p:spPr>
              <a:xfrm>
                <a:off x="2150600" y="4571375"/>
                <a:ext cx="10750" cy="10825"/>
              </a:xfrm>
              <a:custGeom>
                <a:rect b="b" l="l" r="r" t="t"/>
                <a:pathLst>
                  <a:path extrusionOk="0" h="433" w="430">
                    <a:moveTo>
                      <a:pt x="215" y="0"/>
                    </a:moveTo>
                    <a:cubicBezTo>
                      <a:pt x="96" y="0"/>
                      <a:pt x="1" y="99"/>
                      <a:pt x="1" y="219"/>
                    </a:cubicBezTo>
                    <a:cubicBezTo>
                      <a:pt x="1" y="338"/>
                      <a:pt x="96" y="433"/>
                      <a:pt x="215" y="433"/>
                    </a:cubicBezTo>
                    <a:cubicBezTo>
                      <a:pt x="334" y="433"/>
                      <a:pt x="430" y="338"/>
                      <a:pt x="430" y="219"/>
                    </a:cubicBezTo>
                    <a:cubicBezTo>
                      <a:pt x="430"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5"/>
              <p:cNvSpPr/>
              <p:nvPr/>
            </p:nvSpPr>
            <p:spPr>
              <a:xfrm>
                <a:off x="2168575" y="4553400"/>
                <a:ext cx="10825" cy="10850"/>
              </a:xfrm>
              <a:custGeom>
                <a:rect b="b" l="l" r="r" t="t"/>
                <a:pathLst>
                  <a:path extrusionOk="0" h="434" w="433">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5"/>
              <p:cNvSpPr/>
              <p:nvPr/>
            </p:nvSpPr>
            <p:spPr>
              <a:xfrm>
                <a:off x="2150600" y="4607400"/>
                <a:ext cx="10750" cy="10850"/>
              </a:xfrm>
              <a:custGeom>
                <a:rect b="b" l="l" r="r" t="t"/>
                <a:pathLst>
                  <a:path extrusionOk="0" h="434" w="430">
                    <a:moveTo>
                      <a:pt x="215" y="1"/>
                    </a:moveTo>
                    <a:cubicBezTo>
                      <a:pt x="96" y="1"/>
                      <a:pt x="1" y="99"/>
                      <a:pt x="1" y="218"/>
                    </a:cubicBezTo>
                    <a:cubicBezTo>
                      <a:pt x="1" y="338"/>
                      <a:pt x="96" y="433"/>
                      <a:pt x="215" y="433"/>
                    </a:cubicBezTo>
                    <a:cubicBezTo>
                      <a:pt x="334" y="433"/>
                      <a:pt x="430" y="338"/>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5"/>
              <p:cNvSpPr/>
              <p:nvPr/>
            </p:nvSpPr>
            <p:spPr>
              <a:xfrm>
                <a:off x="2168575" y="4589425"/>
                <a:ext cx="10825" cy="10850"/>
              </a:xfrm>
              <a:custGeom>
                <a:rect b="b" l="l" r="r" t="t"/>
                <a:pathLst>
                  <a:path extrusionOk="0" h="434" w="433">
                    <a:moveTo>
                      <a:pt x="219" y="0"/>
                    </a:moveTo>
                    <a:cubicBezTo>
                      <a:pt x="96" y="0"/>
                      <a:pt x="0" y="96"/>
                      <a:pt x="0" y="215"/>
                    </a:cubicBezTo>
                    <a:cubicBezTo>
                      <a:pt x="0" y="335"/>
                      <a:pt x="96" y="434"/>
                      <a:pt x="219" y="434"/>
                    </a:cubicBezTo>
                    <a:cubicBezTo>
                      <a:pt x="338" y="434"/>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5"/>
              <p:cNvSpPr/>
              <p:nvPr/>
            </p:nvSpPr>
            <p:spPr>
              <a:xfrm>
                <a:off x="2168575" y="4625450"/>
                <a:ext cx="10825" cy="10850"/>
              </a:xfrm>
              <a:custGeom>
                <a:rect b="b" l="l" r="r" t="t"/>
                <a:pathLst>
                  <a:path extrusionOk="0" h="434" w="433">
                    <a:moveTo>
                      <a:pt x="219" y="1"/>
                    </a:moveTo>
                    <a:cubicBezTo>
                      <a:pt x="96" y="1"/>
                      <a:pt x="0" y="96"/>
                      <a:pt x="0" y="215"/>
                    </a:cubicBezTo>
                    <a:cubicBezTo>
                      <a:pt x="0" y="338"/>
                      <a:pt x="96" y="433"/>
                      <a:pt x="219" y="433"/>
                    </a:cubicBezTo>
                    <a:cubicBezTo>
                      <a:pt x="338" y="433"/>
                      <a:pt x="433" y="338"/>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5"/>
              <p:cNvSpPr/>
              <p:nvPr/>
            </p:nvSpPr>
            <p:spPr>
              <a:xfrm>
                <a:off x="2150600" y="4643500"/>
                <a:ext cx="10750" cy="10750"/>
              </a:xfrm>
              <a:custGeom>
                <a:rect b="b" l="l" r="r" t="t"/>
                <a:pathLst>
                  <a:path extrusionOk="0" h="430" w="430">
                    <a:moveTo>
                      <a:pt x="215" y="1"/>
                    </a:moveTo>
                    <a:cubicBezTo>
                      <a:pt x="96" y="1"/>
                      <a:pt x="1" y="96"/>
                      <a:pt x="1" y="216"/>
                    </a:cubicBezTo>
                    <a:cubicBezTo>
                      <a:pt x="1" y="335"/>
                      <a:pt x="96" y="430"/>
                      <a:pt x="215" y="430"/>
                    </a:cubicBezTo>
                    <a:cubicBezTo>
                      <a:pt x="334" y="430"/>
                      <a:pt x="430" y="335"/>
                      <a:pt x="430" y="216"/>
                    </a:cubicBezTo>
                    <a:cubicBezTo>
                      <a:pt x="430"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5"/>
              <p:cNvSpPr/>
              <p:nvPr/>
            </p:nvSpPr>
            <p:spPr>
              <a:xfrm>
                <a:off x="2150600" y="4679550"/>
                <a:ext cx="10750" cy="10825"/>
              </a:xfrm>
              <a:custGeom>
                <a:rect b="b" l="l" r="r" t="t"/>
                <a:pathLst>
                  <a:path extrusionOk="0" h="433" w="430">
                    <a:moveTo>
                      <a:pt x="215" y="0"/>
                    </a:moveTo>
                    <a:cubicBezTo>
                      <a:pt x="96" y="0"/>
                      <a:pt x="1" y="95"/>
                      <a:pt x="1" y="214"/>
                    </a:cubicBezTo>
                    <a:cubicBezTo>
                      <a:pt x="1" y="334"/>
                      <a:pt x="96" y="433"/>
                      <a:pt x="215" y="433"/>
                    </a:cubicBezTo>
                    <a:cubicBezTo>
                      <a:pt x="334" y="433"/>
                      <a:pt x="430" y="334"/>
                      <a:pt x="430" y="214"/>
                    </a:cubicBezTo>
                    <a:cubicBezTo>
                      <a:pt x="430" y="95"/>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5"/>
              <p:cNvSpPr/>
              <p:nvPr/>
            </p:nvSpPr>
            <p:spPr>
              <a:xfrm>
                <a:off x="2168575" y="4661475"/>
                <a:ext cx="10075" cy="10425"/>
              </a:xfrm>
              <a:custGeom>
                <a:rect b="b" l="l" r="r" t="t"/>
                <a:pathLst>
                  <a:path extrusionOk="0" h="417" w="403">
                    <a:moveTo>
                      <a:pt x="219" y="0"/>
                    </a:moveTo>
                    <a:cubicBezTo>
                      <a:pt x="96" y="0"/>
                      <a:pt x="0" y="96"/>
                      <a:pt x="0" y="219"/>
                    </a:cubicBezTo>
                    <a:cubicBezTo>
                      <a:pt x="0" y="307"/>
                      <a:pt x="58" y="385"/>
                      <a:pt x="137" y="416"/>
                    </a:cubicBezTo>
                    <a:cubicBezTo>
                      <a:pt x="164" y="385"/>
                      <a:pt x="191" y="355"/>
                      <a:pt x="219" y="321"/>
                    </a:cubicBezTo>
                    <a:cubicBezTo>
                      <a:pt x="246" y="286"/>
                      <a:pt x="277" y="253"/>
                      <a:pt x="307" y="219"/>
                    </a:cubicBezTo>
                    <a:cubicBezTo>
                      <a:pt x="338" y="181"/>
                      <a:pt x="368" y="147"/>
                      <a:pt x="403" y="110"/>
                    </a:cubicBezTo>
                    <a:cubicBezTo>
                      <a:pt x="365" y="45"/>
                      <a:pt x="297"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5"/>
              <p:cNvSpPr/>
              <p:nvPr/>
            </p:nvSpPr>
            <p:spPr>
              <a:xfrm>
                <a:off x="2150600" y="4896525"/>
                <a:ext cx="3450" cy="9575"/>
              </a:xfrm>
              <a:custGeom>
                <a:rect b="b" l="l" r="r" t="t"/>
                <a:pathLst>
                  <a:path extrusionOk="0" h="383" w="138">
                    <a:moveTo>
                      <a:pt x="103" y="1"/>
                    </a:moveTo>
                    <a:cubicBezTo>
                      <a:pt x="42" y="42"/>
                      <a:pt x="1" y="107"/>
                      <a:pt x="1" y="185"/>
                    </a:cubicBezTo>
                    <a:cubicBezTo>
                      <a:pt x="1" y="274"/>
                      <a:pt x="55" y="352"/>
                      <a:pt x="137" y="383"/>
                    </a:cubicBezTo>
                    <a:cubicBezTo>
                      <a:pt x="127" y="257"/>
                      <a:pt x="117" y="131"/>
                      <a:pt x="1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5"/>
              <p:cNvSpPr/>
              <p:nvPr/>
            </p:nvSpPr>
            <p:spPr>
              <a:xfrm>
                <a:off x="2150600" y="4932050"/>
                <a:ext cx="3850" cy="9975"/>
              </a:xfrm>
              <a:custGeom>
                <a:rect b="b" l="l" r="r" t="t"/>
                <a:pathLst>
                  <a:path extrusionOk="0" h="399" w="154">
                    <a:moveTo>
                      <a:pt x="154" y="1"/>
                    </a:moveTo>
                    <a:cubicBezTo>
                      <a:pt x="65" y="28"/>
                      <a:pt x="1" y="106"/>
                      <a:pt x="1" y="205"/>
                    </a:cubicBezTo>
                    <a:cubicBezTo>
                      <a:pt x="1" y="290"/>
                      <a:pt x="51" y="365"/>
                      <a:pt x="123" y="399"/>
                    </a:cubicBezTo>
                    <a:cubicBezTo>
                      <a:pt x="137" y="276"/>
                      <a:pt x="147" y="150"/>
                      <a:pt x="154" y="28"/>
                    </a:cubicBezTo>
                    <a:lnTo>
                      <a:pt x="15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5"/>
              <p:cNvSpPr/>
              <p:nvPr/>
            </p:nvSpPr>
            <p:spPr>
              <a:xfrm>
                <a:off x="2115700" y="4435800"/>
                <a:ext cx="8350" cy="2300"/>
              </a:xfrm>
              <a:custGeom>
                <a:rect b="b" l="l" r="r" t="t"/>
                <a:pathLst>
                  <a:path extrusionOk="0" h="92" w="334">
                    <a:moveTo>
                      <a:pt x="0" y="0"/>
                    </a:moveTo>
                    <a:cubicBezTo>
                      <a:pt x="37" y="54"/>
                      <a:pt x="98" y="92"/>
                      <a:pt x="170" y="92"/>
                    </a:cubicBezTo>
                    <a:cubicBezTo>
                      <a:pt x="238" y="92"/>
                      <a:pt x="293" y="58"/>
                      <a:pt x="334" y="10"/>
                    </a:cubicBez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5"/>
              <p:cNvSpPr/>
              <p:nvPr/>
            </p:nvSpPr>
            <p:spPr>
              <a:xfrm>
                <a:off x="2114475" y="446330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5"/>
              <p:cNvSpPr/>
              <p:nvPr/>
            </p:nvSpPr>
            <p:spPr>
              <a:xfrm>
                <a:off x="2132550" y="4445325"/>
                <a:ext cx="10850" cy="10750"/>
              </a:xfrm>
              <a:custGeom>
                <a:rect b="b" l="l" r="r" t="t"/>
                <a:pathLst>
                  <a:path extrusionOk="0" h="430" w="434">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5"/>
              <p:cNvSpPr/>
              <p:nvPr/>
            </p:nvSpPr>
            <p:spPr>
              <a:xfrm>
                <a:off x="2114475" y="4499325"/>
                <a:ext cx="10850" cy="10825"/>
              </a:xfrm>
              <a:custGeom>
                <a:rect b="b" l="l" r="r" t="t"/>
                <a:pathLst>
                  <a:path extrusionOk="0" h="433" w="434">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5"/>
              <p:cNvSpPr/>
              <p:nvPr/>
            </p:nvSpPr>
            <p:spPr>
              <a:xfrm>
                <a:off x="2132550" y="4481350"/>
                <a:ext cx="10850" cy="10850"/>
              </a:xfrm>
              <a:custGeom>
                <a:rect b="b" l="l" r="r" t="t"/>
                <a:pathLst>
                  <a:path extrusionOk="0" h="434" w="434">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5"/>
              <p:cNvSpPr/>
              <p:nvPr/>
            </p:nvSpPr>
            <p:spPr>
              <a:xfrm>
                <a:off x="2132550" y="4517375"/>
                <a:ext cx="10850" cy="10850"/>
              </a:xfrm>
              <a:custGeom>
                <a:rect b="b" l="l" r="r" t="t"/>
                <a:pathLst>
                  <a:path extrusionOk="0" h="434" w="434">
                    <a:moveTo>
                      <a:pt x="215" y="0"/>
                    </a:moveTo>
                    <a:cubicBezTo>
                      <a:pt x="96" y="0"/>
                      <a:pt x="1" y="96"/>
                      <a:pt x="1" y="215"/>
                    </a:cubicBezTo>
                    <a:cubicBezTo>
                      <a:pt x="1" y="335"/>
                      <a:pt x="96"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5"/>
              <p:cNvSpPr/>
              <p:nvPr/>
            </p:nvSpPr>
            <p:spPr>
              <a:xfrm>
                <a:off x="2114475" y="453535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5"/>
              <p:cNvSpPr/>
              <p:nvPr/>
            </p:nvSpPr>
            <p:spPr>
              <a:xfrm>
                <a:off x="2132550" y="4553400"/>
                <a:ext cx="10850" cy="10850"/>
              </a:xfrm>
              <a:custGeom>
                <a:rect b="b" l="l" r="r" t="t"/>
                <a:pathLst>
                  <a:path extrusionOk="0" h="434" w="434">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5"/>
              <p:cNvSpPr/>
              <p:nvPr/>
            </p:nvSpPr>
            <p:spPr>
              <a:xfrm>
                <a:off x="2114475" y="4571375"/>
                <a:ext cx="10850" cy="10825"/>
              </a:xfrm>
              <a:custGeom>
                <a:rect b="b" l="l" r="r" t="t"/>
                <a:pathLst>
                  <a:path extrusionOk="0" h="433" w="434">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5"/>
              <p:cNvSpPr/>
              <p:nvPr/>
            </p:nvSpPr>
            <p:spPr>
              <a:xfrm>
                <a:off x="2132550" y="4589425"/>
                <a:ext cx="10850" cy="10850"/>
              </a:xfrm>
              <a:custGeom>
                <a:rect b="b" l="l" r="r" t="t"/>
                <a:pathLst>
                  <a:path extrusionOk="0" h="434" w="434">
                    <a:moveTo>
                      <a:pt x="215" y="0"/>
                    </a:moveTo>
                    <a:cubicBezTo>
                      <a:pt x="96" y="0"/>
                      <a:pt x="1" y="96"/>
                      <a:pt x="1" y="215"/>
                    </a:cubicBezTo>
                    <a:cubicBezTo>
                      <a:pt x="1" y="335"/>
                      <a:pt x="96"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5"/>
              <p:cNvSpPr/>
              <p:nvPr/>
            </p:nvSpPr>
            <p:spPr>
              <a:xfrm>
                <a:off x="2114475" y="4607400"/>
                <a:ext cx="10850" cy="10850"/>
              </a:xfrm>
              <a:custGeom>
                <a:rect b="b" l="l" r="r" t="t"/>
                <a:pathLst>
                  <a:path extrusionOk="0" h="434" w="434">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5"/>
              <p:cNvSpPr/>
              <p:nvPr/>
            </p:nvSpPr>
            <p:spPr>
              <a:xfrm>
                <a:off x="2114475" y="4643500"/>
                <a:ext cx="10850" cy="10750"/>
              </a:xfrm>
              <a:custGeom>
                <a:rect b="b" l="l" r="r" t="t"/>
                <a:pathLst>
                  <a:path extrusionOk="0" h="430" w="434">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5"/>
              <p:cNvSpPr/>
              <p:nvPr/>
            </p:nvSpPr>
            <p:spPr>
              <a:xfrm>
                <a:off x="2132550" y="4625450"/>
                <a:ext cx="10850" cy="10850"/>
              </a:xfrm>
              <a:custGeom>
                <a:rect b="b" l="l" r="r" t="t"/>
                <a:pathLst>
                  <a:path extrusionOk="0" h="434" w="434">
                    <a:moveTo>
                      <a:pt x="215" y="1"/>
                    </a:moveTo>
                    <a:cubicBezTo>
                      <a:pt x="96" y="1"/>
                      <a:pt x="1" y="96"/>
                      <a:pt x="1" y="215"/>
                    </a:cubicBezTo>
                    <a:cubicBezTo>
                      <a:pt x="1" y="338"/>
                      <a:pt x="96" y="433"/>
                      <a:pt x="215" y="433"/>
                    </a:cubicBezTo>
                    <a:cubicBezTo>
                      <a:pt x="334" y="433"/>
                      <a:pt x="433" y="338"/>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5"/>
              <p:cNvSpPr/>
              <p:nvPr/>
            </p:nvSpPr>
            <p:spPr>
              <a:xfrm>
                <a:off x="2132550" y="4661475"/>
                <a:ext cx="10850" cy="10850"/>
              </a:xfrm>
              <a:custGeom>
                <a:rect b="b" l="l" r="r" t="t"/>
                <a:pathLst>
                  <a:path extrusionOk="0" h="434" w="434">
                    <a:moveTo>
                      <a:pt x="215" y="0"/>
                    </a:moveTo>
                    <a:cubicBezTo>
                      <a:pt x="96" y="0"/>
                      <a:pt x="1" y="96"/>
                      <a:pt x="1" y="219"/>
                    </a:cubicBezTo>
                    <a:cubicBezTo>
                      <a:pt x="1" y="338"/>
                      <a:pt x="96" y="434"/>
                      <a:pt x="215" y="434"/>
                    </a:cubicBezTo>
                    <a:cubicBezTo>
                      <a:pt x="334" y="434"/>
                      <a:pt x="433" y="338"/>
                      <a:pt x="433" y="219"/>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5"/>
              <p:cNvSpPr/>
              <p:nvPr/>
            </p:nvSpPr>
            <p:spPr>
              <a:xfrm>
                <a:off x="2114475" y="467955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5"/>
              <p:cNvSpPr/>
              <p:nvPr/>
            </p:nvSpPr>
            <p:spPr>
              <a:xfrm>
                <a:off x="2114475" y="471555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5"/>
              <p:cNvSpPr/>
              <p:nvPr/>
            </p:nvSpPr>
            <p:spPr>
              <a:xfrm>
                <a:off x="2132550" y="4697500"/>
                <a:ext cx="10850" cy="10850"/>
              </a:xfrm>
              <a:custGeom>
                <a:rect b="b" l="l" r="r" t="t"/>
                <a:pathLst>
                  <a:path extrusionOk="0" h="434" w="434">
                    <a:moveTo>
                      <a:pt x="215" y="1"/>
                    </a:moveTo>
                    <a:cubicBezTo>
                      <a:pt x="96" y="1"/>
                      <a:pt x="1" y="100"/>
                      <a:pt x="1" y="219"/>
                    </a:cubicBezTo>
                    <a:cubicBezTo>
                      <a:pt x="1" y="338"/>
                      <a:pt x="96"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5"/>
              <p:cNvSpPr/>
              <p:nvPr/>
            </p:nvSpPr>
            <p:spPr>
              <a:xfrm>
                <a:off x="2114475" y="475160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5"/>
              <p:cNvSpPr/>
              <p:nvPr/>
            </p:nvSpPr>
            <p:spPr>
              <a:xfrm>
                <a:off x="2132550" y="4733525"/>
                <a:ext cx="8725" cy="10850"/>
              </a:xfrm>
              <a:custGeom>
                <a:rect b="b" l="l" r="r" t="t"/>
                <a:pathLst>
                  <a:path extrusionOk="0" h="434" w="349">
                    <a:moveTo>
                      <a:pt x="215" y="0"/>
                    </a:moveTo>
                    <a:cubicBezTo>
                      <a:pt x="96" y="0"/>
                      <a:pt x="1" y="99"/>
                      <a:pt x="1" y="219"/>
                    </a:cubicBezTo>
                    <a:cubicBezTo>
                      <a:pt x="1" y="338"/>
                      <a:pt x="96" y="434"/>
                      <a:pt x="215" y="434"/>
                    </a:cubicBezTo>
                    <a:cubicBezTo>
                      <a:pt x="239" y="434"/>
                      <a:pt x="259" y="426"/>
                      <a:pt x="280" y="420"/>
                    </a:cubicBezTo>
                    <a:cubicBezTo>
                      <a:pt x="290" y="355"/>
                      <a:pt x="297" y="287"/>
                      <a:pt x="311" y="219"/>
                    </a:cubicBezTo>
                    <a:cubicBezTo>
                      <a:pt x="311" y="209"/>
                      <a:pt x="314" y="198"/>
                      <a:pt x="314" y="192"/>
                    </a:cubicBezTo>
                    <a:cubicBezTo>
                      <a:pt x="324" y="143"/>
                      <a:pt x="338" y="96"/>
                      <a:pt x="348" y="49"/>
                    </a:cubicBezTo>
                    <a:cubicBezTo>
                      <a:pt x="311" y="21"/>
                      <a:pt x="266"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5"/>
              <p:cNvSpPr/>
              <p:nvPr/>
            </p:nvSpPr>
            <p:spPr>
              <a:xfrm>
                <a:off x="2114475" y="478760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5"/>
              <p:cNvSpPr/>
              <p:nvPr/>
            </p:nvSpPr>
            <p:spPr>
              <a:xfrm>
                <a:off x="2132550" y="4769725"/>
                <a:ext cx="5050" cy="10600"/>
              </a:xfrm>
              <a:custGeom>
                <a:rect b="b" l="l" r="r" t="t"/>
                <a:pathLst>
                  <a:path extrusionOk="0" h="424" w="202">
                    <a:moveTo>
                      <a:pt x="198" y="0"/>
                    </a:moveTo>
                    <a:lnTo>
                      <a:pt x="198" y="0"/>
                    </a:lnTo>
                    <a:cubicBezTo>
                      <a:pt x="86" y="11"/>
                      <a:pt x="1" y="99"/>
                      <a:pt x="1" y="212"/>
                    </a:cubicBezTo>
                    <a:cubicBezTo>
                      <a:pt x="1" y="324"/>
                      <a:pt x="89" y="416"/>
                      <a:pt x="201" y="423"/>
                    </a:cubicBezTo>
                    <a:cubicBezTo>
                      <a:pt x="198" y="355"/>
                      <a:pt x="194" y="283"/>
                      <a:pt x="194" y="212"/>
                    </a:cubicBezTo>
                    <a:cubicBezTo>
                      <a:pt x="194" y="140"/>
                      <a:pt x="194" y="69"/>
                      <a:pt x="1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5"/>
              <p:cNvSpPr/>
              <p:nvPr/>
            </p:nvSpPr>
            <p:spPr>
              <a:xfrm>
                <a:off x="2132550" y="4805575"/>
                <a:ext cx="8300" cy="10850"/>
              </a:xfrm>
              <a:custGeom>
                <a:rect b="b" l="l" r="r" t="t"/>
                <a:pathLst>
                  <a:path extrusionOk="0" h="434" w="332">
                    <a:moveTo>
                      <a:pt x="215" y="0"/>
                    </a:moveTo>
                    <a:cubicBezTo>
                      <a:pt x="96" y="0"/>
                      <a:pt x="1" y="99"/>
                      <a:pt x="1" y="219"/>
                    </a:cubicBezTo>
                    <a:cubicBezTo>
                      <a:pt x="1" y="338"/>
                      <a:pt x="96" y="434"/>
                      <a:pt x="215" y="434"/>
                    </a:cubicBezTo>
                    <a:cubicBezTo>
                      <a:pt x="259" y="434"/>
                      <a:pt x="297" y="420"/>
                      <a:pt x="331" y="396"/>
                    </a:cubicBezTo>
                    <a:cubicBezTo>
                      <a:pt x="320" y="338"/>
                      <a:pt x="314" y="277"/>
                      <a:pt x="303" y="219"/>
                    </a:cubicBezTo>
                    <a:cubicBezTo>
                      <a:pt x="297" y="151"/>
                      <a:pt x="290" y="82"/>
                      <a:pt x="283" y="14"/>
                    </a:cubicBezTo>
                    <a:cubicBezTo>
                      <a:pt x="259" y="8"/>
                      <a:pt x="239"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5"/>
              <p:cNvSpPr/>
              <p:nvPr/>
            </p:nvSpPr>
            <p:spPr>
              <a:xfrm>
                <a:off x="2114475" y="4823650"/>
                <a:ext cx="10850" cy="10825"/>
              </a:xfrm>
              <a:custGeom>
                <a:rect b="b" l="l" r="r" t="t"/>
                <a:pathLst>
                  <a:path extrusionOk="0" h="433" w="434">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5"/>
              <p:cNvSpPr/>
              <p:nvPr/>
            </p:nvSpPr>
            <p:spPr>
              <a:xfrm>
                <a:off x="2132550" y="4841700"/>
                <a:ext cx="10850" cy="10750"/>
              </a:xfrm>
              <a:custGeom>
                <a:rect b="b" l="l" r="r" t="t"/>
                <a:pathLst>
                  <a:path extrusionOk="0" h="430" w="434">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5"/>
              <p:cNvSpPr/>
              <p:nvPr/>
            </p:nvSpPr>
            <p:spPr>
              <a:xfrm>
                <a:off x="2114475" y="4859650"/>
                <a:ext cx="10850" cy="10850"/>
              </a:xfrm>
              <a:custGeom>
                <a:rect b="b" l="l" r="r" t="t"/>
                <a:pathLst>
                  <a:path extrusionOk="0" h="434" w="434">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5"/>
              <p:cNvSpPr/>
              <p:nvPr/>
            </p:nvSpPr>
            <p:spPr>
              <a:xfrm>
                <a:off x="2114475" y="489570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5"/>
              <p:cNvSpPr/>
              <p:nvPr/>
            </p:nvSpPr>
            <p:spPr>
              <a:xfrm>
                <a:off x="2132550" y="4877725"/>
                <a:ext cx="10850" cy="10850"/>
              </a:xfrm>
              <a:custGeom>
                <a:rect b="b" l="l" r="r" t="t"/>
                <a:pathLst>
                  <a:path extrusionOk="0" h="434" w="434">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5"/>
              <p:cNvSpPr/>
              <p:nvPr/>
            </p:nvSpPr>
            <p:spPr>
              <a:xfrm>
                <a:off x="2114475" y="493170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5"/>
              <p:cNvSpPr/>
              <p:nvPr/>
            </p:nvSpPr>
            <p:spPr>
              <a:xfrm>
                <a:off x="2132550" y="4913750"/>
                <a:ext cx="10850" cy="10825"/>
              </a:xfrm>
              <a:custGeom>
                <a:rect b="b" l="l" r="r" t="t"/>
                <a:pathLst>
                  <a:path extrusionOk="0" h="433" w="434">
                    <a:moveTo>
                      <a:pt x="215" y="0"/>
                    </a:moveTo>
                    <a:cubicBezTo>
                      <a:pt x="96" y="0"/>
                      <a:pt x="1" y="96"/>
                      <a:pt x="1" y="215"/>
                    </a:cubicBezTo>
                    <a:cubicBezTo>
                      <a:pt x="1" y="334"/>
                      <a:pt x="96"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5"/>
              <p:cNvSpPr/>
              <p:nvPr/>
            </p:nvSpPr>
            <p:spPr>
              <a:xfrm>
                <a:off x="2114475" y="496775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5"/>
              <p:cNvSpPr/>
              <p:nvPr/>
            </p:nvSpPr>
            <p:spPr>
              <a:xfrm>
                <a:off x="2132550" y="4949775"/>
                <a:ext cx="10850" cy="10850"/>
              </a:xfrm>
              <a:custGeom>
                <a:rect b="b" l="l" r="r" t="t"/>
                <a:pathLst>
                  <a:path extrusionOk="0" h="434" w="434">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5"/>
              <p:cNvSpPr/>
              <p:nvPr/>
            </p:nvSpPr>
            <p:spPr>
              <a:xfrm>
                <a:off x="2132550" y="4985800"/>
                <a:ext cx="9400" cy="10750"/>
              </a:xfrm>
              <a:custGeom>
                <a:rect b="b" l="l" r="r" t="t"/>
                <a:pathLst>
                  <a:path extrusionOk="0" h="430" w="376">
                    <a:moveTo>
                      <a:pt x="215" y="0"/>
                    </a:moveTo>
                    <a:cubicBezTo>
                      <a:pt x="96" y="0"/>
                      <a:pt x="1" y="96"/>
                      <a:pt x="1" y="215"/>
                    </a:cubicBezTo>
                    <a:cubicBezTo>
                      <a:pt x="1" y="327"/>
                      <a:pt x="86" y="420"/>
                      <a:pt x="198" y="430"/>
                    </a:cubicBezTo>
                    <a:cubicBezTo>
                      <a:pt x="205" y="416"/>
                      <a:pt x="212" y="406"/>
                      <a:pt x="215" y="395"/>
                    </a:cubicBezTo>
                    <a:cubicBezTo>
                      <a:pt x="249" y="334"/>
                      <a:pt x="283" y="277"/>
                      <a:pt x="314" y="215"/>
                    </a:cubicBezTo>
                    <a:cubicBezTo>
                      <a:pt x="338" y="170"/>
                      <a:pt x="355" y="120"/>
                      <a:pt x="375" y="72"/>
                    </a:cubicBezTo>
                    <a:cubicBezTo>
                      <a:pt x="338" y="27"/>
                      <a:pt x="280"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5"/>
              <p:cNvSpPr/>
              <p:nvPr/>
            </p:nvSpPr>
            <p:spPr>
              <a:xfrm>
                <a:off x="2114475" y="500375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5"/>
              <p:cNvSpPr/>
              <p:nvPr/>
            </p:nvSpPr>
            <p:spPr>
              <a:xfrm>
                <a:off x="2078900" y="4434675"/>
                <a:ext cx="9900" cy="3425"/>
              </a:xfrm>
              <a:custGeom>
                <a:rect b="b" l="l" r="r" t="t"/>
                <a:pathLst>
                  <a:path extrusionOk="0" h="137" w="396">
                    <a:moveTo>
                      <a:pt x="0" y="1"/>
                    </a:moveTo>
                    <a:lnTo>
                      <a:pt x="0" y="1"/>
                    </a:lnTo>
                    <a:cubicBezTo>
                      <a:pt x="34" y="79"/>
                      <a:pt x="109" y="137"/>
                      <a:pt x="201" y="137"/>
                    </a:cubicBezTo>
                    <a:cubicBezTo>
                      <a:pt x="287" y="137"/>
                      <a:pt x="358" y="86"/>
                      <a:pt x="395" y="14"/>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5"/>
              <p:cNvSpPr/>
              <p:nvPr/>
            </p:nvSpPr>
            <p:spPr>
              <a:xfrm>
                <a:off x="2078475" y="446330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5"/>
              <p:cNvSpPr/>
              <p:nvPr/>
            </p:nvSpPr>
            <p:spPr>
              <a:xfrm>
                <a:off x="2096525" y="4445325"/>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5"/>
              <p:cNvSpPr/>
              <p:nvPr/>
            </p:nvSpPr>
            <p:spPr>
              <a:xfrm>
                <a:off x="2078475" y="4499325"/>
                <a:ext cx="10825" cy="10825"/>
              </a:xfrm>
              <a:custGeom>
                <a:rect b="b" l="l" r="r" t="t"/>
                <a:pathLst>
                  <a:path extrusionOk="0" h="433" w="433">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5"/>
              <p:cNvSpPr/>
              <p:nvPr/>
            </p:nvSpPr>
            <p:spPr>
              <a:xfrm>
                <a:off x="2096525" y="448135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5"/>
              <p:cNvSpPr/>
              <p:nvPr/>
            </p:nvSpPr>
            <p:spPr>
              <a:xfrm>
                <a:off x="2096525" y="4517375"/>
                <a:ext cx="10825" cy="10850"/>
              </a:xfrm>
              <a:custGeom>
                <a:rect b="b" l="l" r="r" t="t"/>
                <a:pathLst>
                  <a:path extrusionOk="0" h="434" w="433">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5"/>
              <p:cNvSpPr/>
              <p:nvPr/>
            </p:nvSpPr>
            <p:spPr>
              <a:xfrm>
                <a:off x="2078475" y="453535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5"/>
              <p:cNvSpPr/>
              <p:nvPr/>
            </p:nvSpPr>
            <p:spPr>
              <a:xfrm>
                <a:off x="2078475" y="4571375"/>
                <a:ext cx="10825" cy="10825"/>
              </a:xfrm>
              <a:custGeom>
                <a:rect b="b" l="l" r="r" t="t"/>
                <a:pathLst>
                  <a:path extrusionOk="0" h="433" w="433">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5"/>
              <p:cNvSpPr/>
              <p:nvPr/>
            </p:nvSpPr>
            <p:spPr>
              <a:xfrm>
                <a:off x="2096525" y="455340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5"/>
              <p:cNvSpPr/>
              <p:nvPr/>
            </p:nvSpPr>
            <p:spPr>
              <a:xfrm>
                <a:off x="2078475" y="4607400"/>
                <a:ext cx="10825" cy="10850"/>
              </a:xfrm>
              <a:custGeom>
                <a:rect b="b" l="l" r="r" t="t"/>
                <a:pathLst>
                  <a:path extrusionOk="0" h="434" w="433">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5"/>
              <p:cNvSpPr/>
              <p:nvPr/>
            </p:nvSpPr>
            <p:spPr>
              <a:xfrm>
                <a:off x="2096525" y="4589425"/>
                <a:ext cx="10825" cy="10850"/>
              </a:xfrm>
              <a:custGeom>
                <a:rect b="b" l="l" r="r" t="t"/>
                <a:pathLst>
                  <a:path extrusionOk="0" h="434" w="433">
                    <a:moveTo>
                      <a:pt x="215" y="0"/>
                    </a:moveTo>
                    <a:cubicBezTo>
                      <a:pt x="96" y="0"/>
                      <a:pt x="0" y="96"/>
                      <a:pt x="0" y="215"/>
                    </a:cubicBezTo>
                    <a:cubicBezTo>
                      <a:pt x="0" y="335"/>
                      <a:pt x="96"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5"/>
              <p:cNvSpPr/>
              <p:nvPr/>
            </p:nvSpPr>
            <p:spPr>
              <a:xfrm>
                <a:off x="2096525" y="4625450"/>
                <a:ext cx="10825" cy="10850"/>
              </a:xfrm>
              <a:custGeom>
                <a:rect b="b" l="l" r="r" t="t"/>
                <a:pathLst>
                  <a:path extrusionOk="0" h="434" w="433">
                    <a:moveTo>
                      <a:pt x="215" y="1"/>
                    </a:moveTo>
                    <a:cubicBezTo>
                      <a:pt x="96" y="1"/>
                      <a:pt x="0" y="96"/>
                      <a:pt x="0" y="215"/>
                    </a:cubicBezTo>
                    <a:cubicBezTo>
                      <a:pt x="0" y="338"/>
                      <a:pt x="96" y="433"/>
                      <a:pt x="215" y="433"/>
                    </a:cubicBezTo>
                    <a:cubicBezTo>
                      <a:pt x="334" y="433"/>
                      <a:pt x="433" y="338"/>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5"/>
              <p:cNvSpPr/>
              <p:nvPr/>
            </p:nvSpPr>
            <p:spPr>
              <a:xfrm>
                <a:off x="2078475" y="4643500"/>
                <a:ext cx="10825" cy="10750"/>
              </a:xfrm>
              <a:custGeom>
                <a:rect b="b" l="l" r="r" t="t"/>
                <a:pathLst>
                  <a:path extrusionOk="0" h="430" w="433">
                    <a:moveTo>
                      <a:pt x="218" y="1"/>
                    </a:moveTo>
                    <a:cubicBezTo>
                      <a:pt x="99" y="1"/>
                      <a:pt x="0" y="96"/>
                      <a:pt x="0" y="216"/>
                    </a:cubicBezTo>
                    <a:cubicBezTo>
                      <a:pt x="0" y="335"/>
                      <a:pt x="99" y="430"/>
                      <a:pt x="218" y="430"/>
                    </a:cubicBezTo>
                    <a:cubicBezTo>
                      <a:pt x="337" y="430"/>
                      <a:pt x="433" y="335"/>
                      <a:pt x="433" y="216"/>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5"/>
              <p:cNvSpPr/>
              <p:nvPr/>
            </p:nvSpPr>
            <p:spPr>
              <a:xfrm>
                <a:off x="2078475" y="4679550"/>
                <a:ext cx="10825" cy="10825"/>
              </a:xfrm>
              <a:custGeom>
                <a:rect b="b" l="l" r="r" t="t"/>
                <a:pathLst>
                  <a:path extrusionOk="0" h="433" w="433">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5"/>
              <p:cNvSpPr/>
              <p:nvPr/>
            </p:nvSpPr>
            <p:spPr>
              <a:xfrm>
                <a:off x="2096525" y="4661475"/>
                <a:ext cx="10825" cy="10850"/>
              </a:xfrm>
              <a:custGeom>
                <a:rect b="b" l="l" r="r" t="t"/>
                <a:pathLst>
                  <a:path extrusionOk="0" h="434" w="433">
                    <a:moveTo>
                      <a:pt x="215" y="0"/>
                    </a:moveTo>
                    <a:cubicBezTo>
                      <a:pt x="96" y="0"/>
                      <a:pt x="0" y="96"/>
                      <a:pt x="0" y="219"/>
                    </a:cubicBezTo>
                    <a:cubicBezTo>
                      <a:pt x="0" y="338"/>
                      <a:pt x="96" y="434"/>
                      <a:pt x="215" y="434"/>
                    </a:cubicBezTo>
                    <a:cubicBezTo>
                      <a:pt x="334" y="434"/>
                      <a:pt x="433" y="338"/>
                      <a:pt x="433" y="219"/>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5"/>
              <p:cNvSpPr/>
              <p:nvPr/>
            </p:nvSpPr>
            <p:spPr>
              <a:xfrm>
                <a:off x="2096525" y="4697500"/>
                <a:ext cx="10825" cy="10850"/>
              </a:xfrm>
              <a:custGeom>
                <a:rect b="b" l="l" r="r" t="t"/>
                <a:pathLst>
                  <a:path extrusionOk="0" h="434" w="433">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5"/>
              <p:cNvSpPr/>
              <p:nvPr/>
            </p:nvSpPr>
            <p:spPr>
              <a:xfrm>
                <a:off x="2078475" y="4715550"/>
                <a:ext cx="10825" cy="10850"/>
              </a:xfrm>
              <a:custGeom>
                <a:rect b="b" l="l" r="r" t="t"/>
                <a:pathLst>
                  <a:path extrusionOk="0" h="434" w="433">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5"/>
              <p:cNvSpPr/>
              <p:nvPr/>
            </p:nvSpPr>
            <p:spPr>
              <a:xfrm>
                <a:off x="2078475" y="4751600"/>
                <a:ext cx="10825" cy="10825"/>
              </a:xfrm>
              <a:custGeom>
                <a:rect b="b" l="l" r="r" t="t"/>
                <a:pathLst>
                  <a:path extrusionOk="0" h="433" w="433">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5"/>
              <p:cNvSpPr/>
              <p:nvPr/>
            </p:nvSpPr>
            <p:spPr>
              <a:xfrm>
                <a:off x="2096525" y="4733525"/>
                <a:ext cx="10825" cy="10850"/>
              </a:xfrm>
              <a:custGeom>
                <a:rect b="b" l="l" r="r" t="t"/>
                <a:pathLst>
                  <a:path extrusionOk="0" h="434" w="433">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5"/>
              <p:cNvSpPr/>
              <p:nvPr/>
            </p:nvSpPr>
            <p:spPr>
              <a:xfrm>
                <a:off x="2096525" y="4769550"/>
                <a:ext cx="10825" cy="10850"/>
              </a:xfrm>
              <a:custGeom>
                <a:rect b="b" l="l" r="r" t="t"/>
                <a:pathLst>
                  <a:path extrusionOk="0" h="434" w="433">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5"/>
              <p:cNvSpPr/>
              <p:nvPr/>
            </p:nvSpPr>
            <p:spPr>
              <a:xfrm>
                <a:off x="2078475" y="4787600"/>
                <a:ext cx="10825" cy="10850"/>
              </a:xfrm>
              <a:custGeom>
                <a:rect b="b" l="l" r="r" t="t"/>
                <a:pathLst>
                  <a:path extrusionOk="0" h="434" w="433">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5"/>
              <p:cNvSpPr/>
              <p:nvPr/>
            </p:nvSpPr>
            <p:spPr>
              <a:xfrm>
                <a:off x="2096525" y="4805575"/>
                <a:ext cx="10825" cy="10850"/>
              </a:xfrm>
              <a:custGeom>
                <a:rect b="b" l="l" r="r" t="t"/>
                <a:pathLst>
                  <a:path extrusionOk="0" h="434" w="433">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5"/>
              <p:cNvSpPr/>
              <p:nvPr/>
            </p:nvSpPr>
            <p:spPr>
              <a:xfrm>
                <a:off x="2078475" y="4823650"/>
                <a:ext cx="10825" cy="10825"/>
              </a:xfrm>
              <a:custGeom>
                <a:rect b="b" l="l" r="r" t="t"/>
                <a:pathLst>
                  <a:path extrusionOk="0" h="433" w="433">
                    <a:moveTo>
                      <a:pt x="218" y="0"/>
                    </a:moveTo>
                    <a:cubicBezTo>
                      <a:pt x="99" y="0"/>
                      <a:pt x="0" y="95"/>
                      <a:pt x="0" y="214"/>
                    </a:cubicBezTo>
                    <a:cubicBezTo>
                      <a:pt x="0" y="337"/>
                      <a:pt x="99" y="433"/>
                      <a:pt x="218" y="433"/>
                    </a:cubicBezTo>
                    <a:cubicBezTo>
                      <a:pt x="337" y="433"/>
                      <a:pt x="433" y="337"/>
                      <a:pt x="433" y="214"/>
                    </a:cubicBezTo>
                    <a:cubicBezTo>
                      <a:pt x="433" y="95"/>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5"/>
              <p:cNvSpPr/>
              <p:nvPr/>
            </p:nvSpPr>
            <p:spPr>
              <a:xfrm>
                <a:off x="2096525" y="4841700"/>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5"/>
              <p:cNvSpPr/>
              <p:nvPr/>
            </p:nvSpPr>
            <p:spPr>
              <a:xfrm>
                <a:off x="2078475" y="4859650"/>
                <a:ext cx="10825" cy="10850"/>
              </a:xfrm>
              <a:custGeom>
                <a:rect b="b" l="l" r="r" t="t"/>
                <a:pathLst>
                  <a:path extrusionOk="0" h="434" w="433">
                    <a:moveTo>
                      <a:pt x="218" y="1"/>
                    </a:moveTo>
                    <a:cubicBezTo>
                      <a:pt x="99" y="1"/>
                      <a:pt x="0" y="96"/>
                      <a:pt x="0" y="219"/>
                    </a:cubicBezTo>
                    <a:cubicBezTo>
                      <a:pt x="0" y="338"/>
                      <a:pt x="99" y="433"/>
                      <a:pt x="218" y="433"/>
                    </a:cubicBezTo>
                    <a:cubicBezTo>
                      <a:pt x="337" y="433"/>
                      <a:pt x="433" y="338"/>
                      <a:pt x="433" y="219"/>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5"/>
              <p:cNvSpPr/>
              <p:nvPr/>
            </p:nvSpPr>
            <p:spPr>
              <a:xfrm>
                <a:off x="2096525" y="4877725"/>
                <a:ext cx="10825" cy="10850"/>
              </a:xfrm>
              <a:custGeom>
                <a:rect b="b" l="l" r="r" t="t"/>
                <a:pathLst>
                  <a:path extrusionOk="0" h="434" w="433">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5"/>
              <p:cNvSpPr/>
              <p:nvPr/>
            </p:nvSpPr>
            <p:spPr>
              <a:xfrm>
                <a:off x="2078475" y="4895700"/>
                <a:ext cx="10825" cy="10825"/>
              </a:xfrm>
              <a:custGeom>
                <a:rect b="b" l="l" r="r" t="t"/>
                <a:pathLst>
                  <a:path extrusionOk="0" h="433" w="433">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5"/>
              <p:cNvSpPr/>
              <p:nvPr/>
            </p:nvSpPr>
            <p:spPr>
              <a:xfrm>
                <a:off x="2096525" y="4913750"/>
                <a:ext cx="10825" cy="10825"/>
              </a:xfrm>
              <a:custGeom>
                <a:rect b="b" l="l" r="r" t="t"/>
                <a:pathLst>
                  <a:path extrusionOk="0" h="433" w="433">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5"/>
              <p:cNvSpPr/>
              <p:nvPr/>
            </p:nvSpPr>
            <p:spPr>
              <a:xfrm>
                <a:off x="2078475" y="4931700"/>
                <a:ext cx="10825" cy="10850"/>
              </a:xfrm>
              <a:custGeom>
                <a:rect b="b" l="l" r="r" t="t"/>
                <a:pathLst>
                  <a:path extrusionOk="0" h="434" w="433">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5"/>
              <p:cNvSpPr/>
              <p:nvPr/>
            </p:nvSpPr>
            <p:spPr>
              <a:xfrm>
                <a:off x="2096525" y="4949775"/>
                <a:ext cx="10825" cy="10850"/>
              </a:xfrm>
              <a:custGeom>
                <a:rect b="b" l="l" r="r" t="t"/>
                <a:pathLst>
                  <a:path extrusionOk="0" h="434" w="433">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5"/>
              <p:cNvSpPr/>
              <p:nvPr/>
            </p:nvSpPr>
            <p:spPr>
              <a:xfrm>
                <a:off x="2078475" y="4967750"/>
                <a:ext cx="10825" cy="10825"/>
              </a:xfrm>
              <a:custGeom>
                <a:rect b="b" l="l" r="r" t="t"/>
                <a:pathLst>
                  <a:path extrusionOk="0" h="433" w="433">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5"/>
              <p:cNvSpPr/>
              <p:nvPr/>
            </p:nvSpPr>
            <p:spPr>
              <a:xfrm>
                <a:off x="2096525" y="4985800"/>
                <a:ext cx="10825" cy="10825"/>
              </a:xfrm>
              <a:custGeom>
                <a:rect b="b" l="l" r="r" t="t"/>
                <a:pathLst>
                  <a:path extrusionOk="0" h="433" w="433">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5"/>
              <p:cNvSpPr/>
              <p:nvPr/>
            </p:nvSpPr>
            <p:spPr>
              <a:xfrm>
                <a:off x="2078475" y="5003750"/>
                <a:ext cx="10825" cy="10850"/>
              </a:xfrm>
              <a:custGeom>
                <a:rect b="b" l="l" r="r" t="t"/>
                <a:pathLst>
                  <a:path extrusionOk="0" h="434" w="433">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5"/>
              <p:cNvSpPr/>
              <p:nvPr/>
            </p:nvSpPr>
            <p:spPr>
              <a:xfrm>
                <a:off x="2080950" y="5039875"/>
                <a:ext cx="3500" cy="975"/>
              </a:xfrm>
              <a:custGeom>
                <a:rect b="b" l="l" r="r" t="t"/>
                <a:pathLst>
                  <a:path extrusionOk="0" h="39" w="140">
                    <a:moveTo>
                      <a:pt x="119" y="1"/>
                    </a:moveTo>
                    <a:cubicBezTo>
                      <a:pt x="75" y="1"/>
                      <a:pt x="34" y="15"/>
                      <a:pt x="0" y="38"/>
                    </a:cubicBezTo>
                    <a:cubicBezTo>
                      <a:pt x="48" y="28"/>
                      <a:pt x="92" y="15"/>
                      <a:pt x="139" y="4"/>
                    </a:cubicBezTo>
                    <a:cubicBezTo>
                      <a:pt x="133" y="1"/>
                      <a:pt x="126" y="1"/>
                      <a:pt x="1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5"/>
              <p:cNvSpPr/>
              <p:nvPr/>
            </p:nvSpPr>
            <p:spPr>
              <a:xfrm>
                <a:off x="2096525" y="5021825"/>
                <a:ext cx="10825" cy="10850"/>
              </a:xfrm>
              <a:custGeom>
                <a:rect b="b" l="l" r="r" t="t"/>
                <a:pathLst>
                  <a:path extrusionOk="0" h="434" w="433">
                    <a:moveTo>
                      <a:pt x="215" y="1"/>
                    </a:moveTo>
                    <a:cubicBezTo>
                      <a:pt x="96" y="1"/>
                      <a:pt x="0" y="96"/>
                      <a:pt x="0" y="215"/>
                    </a:cubicBezTo>
                    <a:cubicBezTo>
                      <a:pt x="0" y="334"/>
                      <a:pt x="96" y="433"/>
                      <a:pt x="215" y="433"/>
                    </a:cubicBezTo>
                    <a:cubicBezTo>
                      <a:pt x="228" y="433"/>
                      <a:pt x="242" y="426"/>
                      <a:pt x="252" y="426"/>
                    </a:cubicBezTo>
                    <a:cubicBezTo>
                      <a:pt x="297" y="399"/>
                      <a:pt x="341" y="375"/>
                      <a:pt x="382" y="348"/>
                    </a:cubicBezTo>
                    <a:cubicBezTo>
                      <a:pt x="412" y="311"/>
                      <a:pt x="433" y="266"/>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5"/>
              <p:cNvSpPr/>
              <p:nvPr/>
            </p:nvSpPr>
            <p:spPr>
              <a:xfrm>
                <a:off x="2042625" y="4433550"/>
                <a:ext cx="10400" cy="4550"/>
              </a:xfrm>
              <a:custGeom>
                <a:rect b="b" l="l" r="r" t="t"/>
                <a:pathLst>
                  <a:path extrusionOk="0" h="182" w="416">
                    <a:moveTo>
                      <a:pt x="0" y="1"/>
                    </a:moveTo>
                    <a:cubicBezTo>
                      <a:pt x="21" y="103"/>
                      <a:pt x="102" y="182"/>
                      <a:pt x="211" y="182"/>
                    </a:cubicBezTo>
                    <a:cubicBezTo>
                      <a:pt x="313" y="182"/>
                      <a:pt x="395" y="110"/>
                      <a:pt x="416" y="15"/>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5"/>
              <p:cNvSpPr/>
              <p:nvPr/>
            </p:nvSpPr>
            <p:spPr>
              <a:xfrm>
                <a:off x="2042425" y="446330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5"/>
              <p:cNvSpPr/>
              <p:nvPr/>
            </p:nvSpPr>
            <p:spPr>
              <a:xfrm>
                <a:off x="2060500" y="4445325"/>
                <a:ext cx="10850" cy="10750"/>
              </a:xfrm>
              <a:custGeom>
                <a:rect b="b" l="l" r="r" t="t"/>
                <a:pathLst>
                  <a:path extrusionOk="0" h="430" w="434">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5"/>
              <p:cNvSpPr/>
              <p:nvPr/>
            </p:nvSpPr>
            <p:spPr>
              <a:xfrm>
                <a:off x="2042425" y="4499325"/>
                <a:ext cx="10850" cy="10825"/>
              </a:xfrm>
              <a:custGeom>
                <a:rect b="b" l="l" r="r" t="t"/>
                <a:pathLst>
                  <a:path extrusionOk="0" h="433" w="434">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5"/>
              <p:cNvSpPr/>
              <p:nvPr/>
            </p:nvSpPr>
            <p:spPr>
              <a:xfrm>
                <a:off x="2060500" y="4481350"/>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5"/>
              <p:cNvSpPr/>
              <p:nvPr/>
            </p:nvSpPr>
            <p:spPr>
              <a:xfrm>
                <a:off x="2042425" y="453535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5"/>
              <p:cNvSpPr/>
              <p:nvPr/>
            </p:nvSpPr>
            <p:spPr>
              <a:xfrm>
                <a:off x="2060500" y="4517375"/>
                <a:ext cx="10850" cy="10850"/>
              </a:xfrm>
              <a:custGeom>
                <a:rect b="b" l="l" r="r" t="t"/>
                <a:pathLst>
                  <a:path extrusionOk="0" h="434" w="434">
                    <a:moveTo>
                      <a:pt x="215" y="0"/>
                    </a:moveTo>
                    <a:cubicBezTo>
                      <a:pt x="95" y="0"/>
                      <a:pt x="1" y="96"/>
                      <a:pt x="1" y="215"/>
                    </a:cubicBezTo>
                    <a:cubicBezTo>
                      <a:pt x="1" y="335"/>
                      <a:pt x="95"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5"/>
              <p:cNvSpPr/>
              <p:nvPr/>
            </p:nvSpPr>
            <p:spPr>
              <a:xfrm>
                <a:off x="2060500" y="4553400"/>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5"/>
              <p:cNvSpPr/>
              <p:nvPr/>
            </p:nvSpPr>
            <p:spPr>
              <a:xfrm>
                <a:off x="2024725" y="4589425"/>
                <a:ext cx="10575" cy="10850"/>
              </a:xfrm>
              <a:custGeom>
                <a:rect b="b" l="l" r="r" t="t"/>
                <a:pathLst>
                  <a:path extrusionOk="0" h="434" w="423">
                    <a:moveTo>
                      <a:pt x="205" y="0"/>
                    </a:moveTo>
                    <a:cubicBezTo>
                      <a:pt x="106" y="0"/>
                      <a:pt x="28" y="69"/>
                      <a:pt x="1" y="157"/>
                    </a:cubicBezTo>
                    <a:lnTo>
                      <a:pt x="1" y="215"/>
                    </a:lnTo>
                    <a:cubicBezTo>
                      <a:pt x="1" y="239"/>
                      <a:pt x="1" y="259"/>
                      <a:pt x="4" y="280"/>
                    </a:cubicBezTo>
                    <a:cubicBezTo>
                      <a:pt x="31" y="368"/>
                      <a:pt x="110" y="434"/>
                      <a:pt x="205" y="434"/>
                    </a:cubicBezTo>
                    <a:cubicBezTo>
                      <a:pt x="324" y="434"/>
                      <a:pt x="423" y="335"/>
                      <a:pt x="423" y="215"/>
                    </a:cubicBezTo>
                    <a:cubicBezTo>
                      <a:pt x="423" y="96"/>
                      <a:pt x="324" y="0"/>
                      <a:pt x="2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5"/>
              <p:cNvSpPr/>
              <p:nvPr/>
            </p:nvSpPr>
            <p:spPr>
              <a:xfrm>
                <a:off x="2042425" y="4571375"/>
                <a:ext cx="10850" cy="10825"/>
              </a:xfrm>
              <a:custGeom>
                <a:rect b="b" l="l" r="r" t="t"/>
                <a:pathLst>
                  <a:path extrusionOk="0" h="433" w="434">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5"/>
              <p:cNvSpPr/>
              <p:nvPr/>
            </p:nvSpPr>
            <p:spPr>
              <a:xfrm>
                <a:off x="2042425" y="4607400"/>
                <a:ext cx="10850" cy="10850"/>
              </a:xfrm>
              <a:custGeom>
                <a:rect b="b" l="l" r="r" t="t"/>
                <a:pathLst>
                  <a:path extrusionOk="0" h="434" w="434">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5"/>
              <p:cNvSpPr/>
              <p:nvPr/>
            </p:nvSpPr>
            <p:spPr>
              <a:xfrm>
                <a:off x="2060500" y="4589425"/>
                <a:ext cx="10850" cy="10850"/>
              </a:xfrm>
              <a:custGeom>
                <a:rect b="b" l="l" r="r" t="t"/>
                <a:pathLst>
                  <a:path extrusionOk="0" h="434" w="434">
                    <a:moveTo>
                      <a:pt x="215" y="0"/>
                    </a:moveTo>
                    <a:cubicBezTo>
                      <a:pt x="95" y="0"/>
                      <a:pt x="1" y="96"/>
                      <a:pt x="1" y="215"/>
                    </a:cubicBezTo>
                    <a:cubicBezTo>
                      <a:pt x="1" y="335"/>
                      <a:pt x="95"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5"/>
              <p:cNvSpPr/>
              <p:nvPr/>
            </p:nvSpPr>
            <p:spPr>
              <a:xfrm>
                <a:off x="2025050" y="4625450"/>
                <a:ext cx="10250" cy="10850"/>
              </a:xfrm>
              <a:custGeom>
                <a:rect b="b" l="l" r="r" t="t"/>
                <a:pathLst>
                  <a:path extrusionOk="0" h="434" w="410">
                    <a:moveTo>
                      <a:pt x="192" y="1"/>
                    </a:moveTo>
                    <a:cubicBezTo>
                      <a:pt x="106" y="1"/>
                      <a:pt x="35" y="51"/>
                      <a:pt x="1" y="123"/>
                    </a:cubicBezTo>
                    <a:lnTo>
                      <a:pt x="1" y="215"/>
                    </a:lnTo>
                    <a:lnTo>
                      <a:pt x="1" y="314"/>
                    </a:lnTo>
                    <a:cubicBezTo>
                      <a:pt x="39" y="382"/>
                      <a:pt x="110" y="433"/>
                      <a:pt x="192" y="433"/>
                    </a:cubicBezTo>
                    <a:cubicBezTo>
                      <a:pt x="311" y="433"/>
                      <a:pt x="410" y="338"/>
                      <a:pt x="410" y="215"/>
                    </a:cubicBezTo>
                    <a:cubicBezTo>
                      <a:pt x="410" y="96"/>
                      <a:pt x="311" y="1"/>
                      <a:pt x="1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5"/>
              <p:cNvSpPr/>
              <p:nvPr/>
            </p:nvSpPr>
            <p:spPr>
              <a:xfrm>
                <a:off x="2042425" y="4643500"/>
                <a:ext cx="10850" cy="10750"/>
              </a:xfrm>
              <a:custGeom>
                <a:rect b="b" l="l" r="r" t="t"/>
                <a:pathLst>
                  <a:path extrusionOk="0" h="430" w="434">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5"/>
              <p:cNvSpPr/>
              <p:nvPr/>
            </p:nvSpPr>
            <p:spPr>
              <a:xfrm>
                <a:off x="2060500" y="4625450"/>
                <a:ext cx="10850" cy="10850"/>
              </a:xfrm>
              <a:custGeom>
                <a:rect b="b" l="l" r="r" t="t"/>
                <a:pathLst>
                  <a:path extrusionOk="0" h="434" w="434">
                    <a:moveTo>
                      <a:pt x="215" y="1"/>
                    </a:moveTo>
                    <a:cubicBezTo>
                      <a:pt x="95" y="1"/>
                      <a:pt x="1" y="96"/>
                      <a:pt x="1" y="215"/>
                    </a:cubicBezTo>
                    <a:cubicBezTo>
                      <a:pt x="1" y="338"/>
                      <a:pt x="95" y="433"/>
                      <a:pt x="215" y="433"/>
                    </a:cubicBezTo>
                    <a:cubicBezTo>
                      <a:pt x="334" y="433"/>
                      <a:pt x="433" y="338"/>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5"/>
              <p:cNvSpPr/>
              <p:nvPr/>
            </p:nvSpPr>
            <p:spPr>
              <a:xfrm>
                <a:off x="2025325" y="4661475"/>
                <a:ext cx="9975" cy="10850"/>
              </a:xfrm>
              <a:custGeom>
                <a:rect b="b" l="l" r="r" t="t"/>
                <a:pathLst>
                  <a:path extrusionOk="0" h="434" w="399">
                    <a:moveTo>
                      <a:pt x="181" y="0"/>
                    </a:moveTo>
                    <a:cubicBezTo>
                      <a:pt x="106" y="0"/>
                      <a:pt x="41" y="45"/>
                      <a:pt x="1" y="102"/>
                    </a:cubicBezTo>
                    <a:cubicBezTo>
                      <a:pt x="1" y="140"/>
                      <a:pt x="4" y="181"/>
                      <a:pt x="4" y="219"/>
                    </a:cubicBezTo>
                    <a:lnTo>
                      <a:pt x="4" y="331"/>
                    </a:lnTo>
                    <a:cubicBezTo>
                      <a:pt x="41" y="393"/>
                      <a:pt x="106" y="434"/>
                      <a:pt x="181" y="434"/>
                    </a:cubicBezTo>
                    <a:cubicBezTo>
                      <a:pt x="300" y="434"/>
                      <a:pt x="399" y="338"/>
                      <a:pt x="399" y="219"/>
                    </a:cubicBezTo>
                    <a:cubicBezTo>
                      <a:pt x="399" y="96"/>
                      <a:pt x="300" y="0"/>
                      <a:pt x="1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5"/>
              <p:cNvSpPr/>
              <p:nvPr/>
            </p:nvSpPr>
            <p:spPr>
              <a:xfrm>
                <a:off x="2060500" y="4661475"/>
                <a:ext cx="10850" cy="10850"/>
              </a:xfrm>
              <a:custGeom>
                <a:rect b="b" l="l" r="r" t="t"/>
                <a:pathLst>
                  <a:path extrusionOk="0" h="434" w="434">
                    <a:moveTo>
                      <a:pt x="215" y="0"/>
                    </a:moveTo>
                    <a:cubicBezTo>
                      <a:pt x="95" y="0"/>
                      <a:pt x="1" y="96"/>
                      <a:pt x="1" y="219"/>
                    </a:cubicBezTo>
                    <a:cubicBezTo>
                      <a:pt x="1" y="338"/>
                      <a:pt x="95" y="434"/>
                      <a:pt x="215" y="434"/>
                    </a:cubicBezTo>
                    <a:cubicBezTo>
                      <a:pt x="334" y="434"/>
                      <a:pt x="433" y="338"/>
                      <a:pt x="433" y="219"/>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5"/>
              <p:cNvSpPr/>
              <p:nvPr/>
            </p:nvSpPr>
            <p:spPr>
              <a:xfrm>
                <a:off x="2025650" y="4697500"/>
                <a:ext cx="9650" cy="10850"/>
              </a:xfrm>
              <a:custGeom>
                <a:rect b="b" l="l" r="r" t="t"/>
                <a:pathLst>
                  <a:path extrusionOk="0" h="434" w="386">
                    <a:moveTo>
                      <a:pt x="168" y="1"/>
                    </a:moveTo>
                    <a:cubicBezTo>
                      <a:pt x="100" y="1"/>
                      <a:pt x="42" y="35"/>
                      <a:pt x="1" y="86"/>
                    </a:cubicBezTo>
                    <a:lnTo>
                      <a:pt x="1" y="219"/>
                    </a:lnTo>
                    <a:cubicBezTo>
                      <a:pt x="1" y="263"/>
                      <a:pt x="5" y="307"/>
                      <a:pt x="5" y="351"/>
                    </a:cubicBezTo>
                    <a:cubicBezTo>
                      <a:pt x="42" y="399"/>
                      <a:pt x="100" y="433"/>
                      <a:pt x="168" y="433"/>
                    </a:cubicBezTo>
                    <a:cubicBezTo>
                      <a:pt x="287" y="433"/>
                      <a:pt x="386" y="338"/>
                      <a:pt x="386" y="219"/>
                    </a:cubicBezTo>
                    <a:cubicBezTo>
                      <a:pt x="386" y="100"/>
                      <a:pt x="287" y="1"/>
                      <a:pt x="1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5"/>
              <p:cNvSpPr/>
              <p:nvPr/>
            </p:nvSpPr>
            <p:spPr>
              <a:xfrm>
                <a:off x="2042425" y="467955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5"/>
              <p:cNvSpPr/>
              <p:nvPr/>
            </p:nvSpPr>
            <p:spPr>
              <a:xfrm>
                <a:off x="2060500" y="4697500"/>
                <a:ext cx="10850" cy="10850"/>
              </a:xfrm>
              <a:custGeom>
                <a:rect b="b" l="l" r="r" t="t"/>
                <a:pathLst>
                  <a:path extrusionOk="0" h="434" w="434">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5"/>
              <p:cNvSpPr/>
              <p:nvPr/>
            </p:nvSpPr>
            <p:spPr>
              <a:xfrm>
                <a:off x="2026000" y="4733525"/>
                <a:ext cx="9300" cy="10850"/>
              </a:xfrm>
              <a:custGeom>
                <a:rect b="b" l="l" r="r" t="t"/>
                <a:pathLst>
                  <a:path extrusionOk="0" h="434" w="372">
                    <a:moveTo>
                      <a:pt x="154" y="0"/>
                    </a:moveTo>
                    <a:cubicBezTo>
                      <a:pt x="93" y="0"/>
                      <a:pt x="38" y="28"/>
                      <a:pt x="1" y="69"/>
                    </a:cubicBezTo>
                    <a:lnTo>
                      <a:pt x="1" y="219"/>
                    </a:lnTo>
                    <a:lnTo>
                      <a:pt x="1" y="372"/>
                    </a:lnTo>
                    <a:cubicBezTo>
                      <a:pt x="41" y="409"/>
                      <a:pt x="96" y="434"/>
                      <a:pt x="154" y="434"/>
                    </a:cubicBezTo>
                    <a:cubicBezTo>
                      <a:pt x="273" y="434"/>
                      <a:pt x="372" y="338"/>
                      <a:pt x="372" y="219"/>
                    </a:cubicBezTo>
                    <a:cubicBezTo>
                      <a:pt x="372" y="99"/>
                      <a:pt x="273" y="0"/>
                      <a:pt x="15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5"/>
              <p:cNvSpPr/>
              <p:nvPr/>
            </p:nvSpPr>
            <p:spPr>
              <a:xfrm>
                <a:off x="2042425" y="471555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5"/>
              <p:cNvSpPr/>
              <p:nvPr/>
            </p:nvSpPr>
            <p:spPr>
              <a:xfrm>
                <a:off x="2042425" y="475160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5"/>
              <p:cNvSpPr/>
              <p:nvPr/>
            </p:nvSpPr>
            <p:spPr>
              <a:xfrm>
                <a:off x="2026275" y="4769550"/>
                <a:ext cx="9025" cy="10850"/>
              </a:xfrm>
              <a:custGeom>
                <a:rect b="b" l="l" r="r" t="t"/>
                <a:pathLst>
                  <a:path extrusionOk="0" h="434" w="361">
                    <a:moveTo>
                      <a:pt x="143" y="1"/>
                    </a:moveTo>
                    <a:cubicBezTo>
                      <a:pt x="88" y="1"/>
                      <a:pt x="37" y="25"/>
                      <a:pt x="0" y="59"/>
                    </a:cubicBezTo>
                    <a:cubicBezTo>
                      <a:pt x="0" y="113"/>
                      <a:pt x="0" y="164"/>
                      <a:pt x="3" y="219"/>
                    </a:cubicBezTo>
                    <a:lnTo>
                      <a:pt x="3" y="379"/>
                    </a:lnTo>
                    <a:cubicBezTo>
                      <a:pt x="41" y="413"/>
                      <a:pt x="88" y="433"/>
                      <a:pt x="143" y="433"/>
                    </a:cubicBezTo>
                    <a:cubicBezTo>
                      <a:pt x="262" y="433"/>
                      <a:pt x="361" y="338"/>
                      <a:pt x="361" y="219"/>
                    </a:cubicBezTo>
                    <a:cubicBezTo>
                      <a:pt x="361" y="100"/>
                      <a:pt x="262" y="1"/>
                      <a:pt x="14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5"/>
              <p:cNvSpPr/>
              <p:nvPr/>
            </p:nvSpPr>
            <p:spPr>
              <a:xfrm>
                <a:off x="2060500" y="4733525"/>
                <a:ext cx="10850" cy="10850"/>
              </a:xfrm>
              <a:custGeom>
                <a:rect b="b" l="l" r="r" t="t"/>
                <a:pathLst>
                  <a:path extrusionOk="0" h="434" w="434">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5"/>
              <p:cNvSpPr/>
              <p:nvPr/>
            </p:nvSpPr>
            <p:spPr>
              <a:xfrm>
                <a:off x="2042425" y="478760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5"/>
              <p:cNvSpPr/>
              <p:nvPr/>
            </p:nvSpPr>
            <p:spPr>
              <a:xfrm>
                <a:off x="2060500" y="4769550"/>
                <a:ext cx="10850" cy="10850"/>
              </a:xfrm>
              <a:custGeom>
                <a:rect b="b" l="l" r="r" t="t"/>
                <a:pathLst>
                  <a:path extrusionOk="0" h="434" w="434">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5"/>
              <p:cNvSpPr/>
              <p:nvPr/>
            </p:nvSpPr>
            <p:spPr>
              <a:xfrm>
                <a:off x="2026600" y="4805575"/>
                <a:ext cx="8700" cy="10850"/>
              </a:xfrm>
              <a:custGeom>
                <a:rect b="b" l="l" r="r" t="t"/>
                <a:pathLst>
                  <a:path extrusionOk="0" h="434" w="348">
                    <a:moveTo>
                      <a:pt x="130" y="0"/>
                    </a:moveTo>
                    <a:cubicBezTo>
                      <a:pt x="79" y="0"/>
                      <a:pt x="38" y="21"/>
                      <a:pt x="0" y="52"/>
                    </a:cubicBezTo>
                    <a:lnTo>
                      <a:pt x="0" y="219"/>
                    </a:lnTo>
                    <a:cubicBezTo>
                      <a:pt x="0" y="277"/>
                      <a:pt x="4" y="332"/>
                      <a:pt x="4" y="389"/>
                    </a:cubicBezTo>
                    <a:cubicBezTo>
                      <a:pt x="38" y="417"/>
                      <a:pt x="82" y="434"/>
                      <a:pt x="130" y="434"/>
                    </a:cubicBezTo>
                    <a:cubicBezTo>
                      <a:pt x="249" y="434"/>
                      <a:pt x="348" y="338"/>
                      <a:pt x="348" y="219"/>
                    </a:cubicBezTo>
                    <a:cubicBezTo>
                      <a:pt x="348" y="99"/>
                      <a:pt x="249"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5"/>
              <p:cNvSpPr/>
              <p:nvPr/>
            </p:nvSpPr>
            <p:spPr>
              <a:xfrm>
                <a:off x="2060500" y="4805575"/>
                <a:ext cx="10850" cy="10850"/>
              </a:xfrm>
              <a:custGeom>
                <a:rect b="b" l="l" r="r" t="t"/>
                <a:pathLst>
                  <a:path extrusionOk="0" h="434" w="434">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5"/>
              <p:cNvSpPr/>
              <p:nvPr/>
            </p:nvSpPr>
            <p:spPr>
              <a:xfrm>
                <a:off x="2026850" y="4841700"/>
                <a:ext cx="8450" cy="10750"/>
              </a:xfrm>
              <a:custGeom>
                <a:rect b="b" l="l" r="r" t="t"/>
                <a:pathLst>
                  <a:path extrusionOk="0" h="430" w="338">
                    <a:moveTo>
                      <a:pt x="120" y="0"/>
                    </a:moveTo>
                    <a:cubicBezTo>
                      <a:pt x="75" y="0"/>
                      <a:pt x="38" y="14"/>
                      <a:pt x="1" y="38"/>
                    </a:cubicBezTo>
                    <a:cubicBezTo>
                      <a:pt x="4" y="96"/>
                      <a:pt x="4" y="157"/>
                      <a:pt x="4" y="215"/>
                    </a:cubicBezTo>
                    <a:lnTo>
                      <a:pt x="4" y="392"/>
                    </a:lnTo>
                    <a:cubicBezTo>
                      <a:pt x="38" y="415"/>
                      <a:pt x="75" y="429"/>
                      <a:pt x="120" y="429"/>
                    </a:cubicBezTo>
                    <a:cubicBezTo>
                      <a:pt x="239" y="429"/>
                      <a:pt x="338" y="334"/>
                      <a:pt x="338" y="215"/>
                    </a:cubicBezTo>
                    <a:cubicBezTo>
                      <a:pt x="338" y="96"/>
                      <a:pt x="239" y="0"/>
                      <a:pt x="1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5"/>
              <p:cNvSpPr/>
              <p:nvPr/>
            </p:nvSpPr>
            <p:spPr>
              <a:xfrm>
                <a:off x="2042425" y="4823650"/>
                <a:ext cx="10850" cy="10825"/>
              </a:xfrm>
              <a:custGeom>
                <a:rect b="b" l="l" r="r" t="t"/>
                <a:pathLst>
                  <a:path extrusionOk="0" h="433" w="434">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5"/>
              <p:cNvSpPr/>
              <p:nvPr/>
            </p:nvSpPr>
            <p:spPr>
              <a:xfrm>
                <a:off x="2027175" y="4877725"/>
                <a:ext cx="8125" cy="10850"/>
              </a:xfrm>
              <a:custGeom>
                <a:rect b="b" l="l" r="r" t="t"/>
                <a:pathLst>
                  <a:path extrusionOk="0" h="434" w="325">
                    <a:moveTo>
                      <a:pt x="107" y="1"/>
                    </a:moveTo>
                    <a:cubicBezTo>
                      <a:pt x="70" y="1"/>
                      <a:pt x="32" y="14"/>
                      <a:pt x="1" y="31"/>
                    </a:cubicBezTo>
                    <a:cubicBezTo>
                      <a:pt x="1" y="92"/>
                      <a:pt x="1" y="153"/>
                      <a:pt x="5" y="215"/>
                    </a:cubicBezTo>
                    <a:lnTo>
                      <a:pt x="5" y="402"/>
                    </a:lnTo>
                    <a:cubicBezTo>
                      <a:pt x="35" y="419"/>
                      <a:pt x="70" y="433"/>
                      <a:pt x="107" y="433"/>
                    </a:cubicBezTo>
                    <a:cubicBezTo>
                      <a:pt x="226" y="433"/>
                      <a:pt x="325" y="334"/>
                      <a:pt x="325" y="215"/>
                    </a:cubicBezTo>
                    <a:cubicBezTo>
                      <a:pt x="325" y="95"/>
                      <a:pt x="226" y="1"/>
                      <a:pt x="10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5"/>
              <p:cNvSpPr/>
              <p:nvPr/>
            </p:nvSpPr>
            <p:spPr>
              <a:xfrm>
                <a:off x="2042425" y="4859650"/>
                <a:ext cx="10850" cy="10850"/>
              </a:xfrm>
              <a:custGeom>
                <a:rect b="b" l="l" r="r" t="t"/>
                <a:pathLst>
                  <a:path extrusionOk="0" h="434" w="434">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5"/>
              <p:cNvSpPr/>
              <p:nvPr/>
            </p:nvSpPr>
            <p:spPr>
              <a:xfrm>
                <a:off x="2060500" y="4841700"/>
                <a:ext cx="10850" cy="10750"/>
              </a:xfrm>
              <a:custGeom>
                <a:rect b="b" l="l" r="r" t="t"/>
                <a:pathLst>
                  <a:path extrusionOk="0" h="430" w="434">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5"/>
              <p:cNvSpPr/>
              <p:nvPr/>
            </p:nvSpPr>
            <p:spPr>
              <a:xfrm>
                <a:off x="2060500" y="4877725"/>
                <a:ext cx="10850" cy="10850"/>
              </a:xfrm>
              <a:custGeom>
                <a:rect b="b" l="l" r="r" t="t"/>
                <a:pathLst>
                  <a:path extrusionOk="0" h="434" w="434">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5"/>
              <p:cNvSpPr/>
              <p:nvPr/>
            </p:nvSpPr>
            <p:spPr>
              <a:xfrm>
                <a:off x="2027525" y="4913750"/>
                <a:ext cx="7775" cy="10825"/>
              </a:xfrm>
              <a:custGeom>
                <a:rect b="b" l="l" r="r" t="t"/>
                <a:pathLst>
                  <a:path extrusionOk="0" h="433" w="311">
                    <a:moveTo>
                      <a:pt x="93" y="0"/>
                    </a:moveTo>
                    <a:cubicBezTo>
                      <a:pt x="59" y="0"/>
                      <a:pt x="28" y="7"/>
                      <a:pt x="1" y="24"/>
                    </a:cubicBezTo>
                    <a:lnTo>
                      <a:pt x="1" y="215"/>
                    </a:lnTo>
                    <a:cubicBezTo>
                      <a:pt x="1" y="280"/>
                      <a:pt x="4" y="344"/>
                      <a:pt x="4" y="409"/>
                    </a:cubicBezTo>
                    <a:cubicBezTo>
                      <a:pt x="32" y="423"/>
                      <a:pt x="62" y="433"/>
                      <a:pt x="93" y="433"/>
                    </a:cubicBezTo>
                    <a:cubicBezTo>
                      <a:pt x="212" y="433"/>
                      <a:pt x="311" y="334"/>
                      <a:pt x="311" y="215"/>
                    </a:cubicBezTo>
                    <a:cubicBezTo>
                      <a:pt x="311" y="96"/>
                      <a:pt x="212" y="0"/>
                      <a:pt x="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5"/>
              <p:cNvSpPr/>
              <p:nvPr/>
            </p:nvSpPr>
            <p:spPr>
              <a:xfrm>
                <a:off x="2042425" y="489570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5"/>
              <p:cNvSpPr/>
              <p:nvPr/>
            </p:nvSpPr>
            <p:spPr>
              <a:xfrm>
                <a:off x="2027800" y="4949775"/>
                <a:ext cx="7500" cy="10850"/>
              </a:xfrm>
              <a:custGeom>
                <a:rect b="b" l="l" r="r" t="t"/>
                <a:pathLst>
                  <a:path extrusionOk="0" h="434" w="300">
                    <a:moveTo>
                      <a:pt x="82" y="1"/>
                    </a:moveTo>
                    <a:cubicBezTo>
                      <a:pt x="54" y="1"/>
                      <a:pt x="27" y="7"/>
                      <a:pt x="0" y="17"/>
                    </a:cubicBezTo>
                    <a:cubicBezTo>
                      <a:pt x="4" y="82"/>
                      <a:pt x="4" y="150"/>
                      <a:pt x="4" y="215"/>
                    </a:cubicBezTo>
                    <a:lnTo>
                      <a:pt x="4" y="416"/>
                    </a:lnTo>
                    <a:cubicBezTo>
                      <a:pt x="31" y="426"/>
                      <a:pt x="54" y="433"/>
                      <a:pt x="82" y="433"/>
                    </a:cubicBezTo>
                    <a:cubicBezTo>
                      <a:pt x="201" y="433"/>
                      <a:pt x="300" y="334"/>
                      <a:pt x="300" y="215"/>
                    </a:cubicBezTo>
                    <a:cubicBezTo>
                      <a:pt x="300" y="95"/>
                      <a:pt x="201" y="1"/>
                      <a:pt x="8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5"/>
              <p:cNvSpPr/>
              <p:nvPr/>
            </p:nvSpPr>
            <p:spPr>
              <a:xfrm>
                <a:off x="2042425" y="493170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5"/>
              <p:cNvSpPr/>
              <p:nvPr/>
            </p:nvSpPr>
            <p:spPr>
              <a:xfrm>
                <a:off x="2060500" y="4913750"/>
                <a:ext cx="10850" cy="10825"/>
              </a:xfrm>
              <a:custGeom>
                <a:rect b="b" l="l" r="r" t="t"/>
                <a:pathLst>
                  <a:path extrusionOk="0" h="433" w="434">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5"/>
              <p:cNvSpPr/>
              <p:nvPr/>
            </p:nvSpPr>
            <p:spPr>
              <a:xfrm>
                <a:off x="2028125" y="4985800"/>
                <a:ext cx="7175" cy="10825"/>
              </a:xfrm>
              <a:custGeom>
                <a:rect b="b" l="l" r="r" t="t"/>
                <a:pathLst>
                  <a:path extrusionOk="0" h="433" w="287">
                    <a:moveTo>
                      <a:pt x="69" y="0"/>
                    </a:moveTo>
                    <a:cubicBezTo>
                      <a:pt x="45" y="0"/>
                      <a:pt x="21" y="7"/>
                      <a:pt x="1" y="14"/>
                    </a:cubicBezTo>
                    <a:cubicBezTo>
                      <a:pt x="1" y="82"/>
                      <a:pt x="1" y="150"/>
                      <a:pt x="4" y="215"/>
                    </a:cubicBezTo>
                    <a:lnTo>
                      <a:pt x="4" y="420"/>
                    </a:lnTo>
                    <a:cubicBezTo>
                      <a:pt x="24" y="426"/>
                      <a:pt x="45" y="433"/>
                      <a:pt x="69" y="433"/>
                    </a:cubicBezTo>
                    <a:cubicBezTo>
                      <a:pt x="188" y="433"/>
                      <a:pt x="287" y="334"/>
                      <a:pt x="287" y="215"/>
                    </a:cubicBezTo>
                    <a:cubicBezTo>
                      <a:pt x="287" y="96"/>
                      <a:pt x="188" y="0"/>
                      <a:pt x="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5"/>
              <p:cNvSpPr/>
              <p:nvPr/>
            </p:nvSpPr>
            <p:spPr>
              <a:xfrm>
                <a:off x="2060500" y="4949775"/>
                <a:ext cx="10850" cy="10850"/>
              </a:xfrm>
              <a:custGeom>
                <a:rect b="b" l="l" r="r" t="t"/>
                <a:pathLst>
                  <a:path extrusionOk="0" h="434" w="434">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5"/>
              <p:cNvSpPr/>
              <p:nvPr/>
            </p:nvSpPr>
            <p:spPr>
              <a:xfrm>
                <a:off x="2042425" y="496775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5"/>
              <p:cNvSpPr/>
              <p:nvPr/>
            </p:nvSpPr>
            <p:spPr>
              <a:xfrm>
                <a:off x="2028475" y="5021825"/>
                <a:ext cx="6825" cy="10850"/>
              </a:xfrm>
              <a:custGeom>
                <a:rect b="b" l="l" r="r" t="t"/>
                <a:pathLst>
                  <a:path extrusionOk="0" h="434" w="273">
                    <a:moveTo>
                      <a:pt x="55" y="1"/>
                    </a:moveTo>
                    <a:cubicBezTo>
                      <a:pt x="35" y="1"/>
                      <a:pt x="18" y="7"/>
                      <a:pt x="0" y="11"/>
                    </a:cubicBezTo>
                    <a:lnTo>
                      <a:pt x="0" y="215"/>
                    </a:lnTo>
                    <a:cubicBezTo>
                      <a:pt x="0" y="287"/>
                      <a:pt x="4" y="355"/>
                      <a:pt x="4" y="423"/>
                    </a:cubicBezTo>
                    <a:cubicBezTo>
                      <a:pt x="21" y="426"/>
                      <a:pt x="38" y="433"/>
                      <a:pt x="55" y="433"/>
                    </a:cubicBezTo>
                    <a:cubicBezTo>
                      <a:pt x="174" y="433"/>
                      <a:pt x="273" y="334"/>
                      <a:pt x="273" y="215"/>
                    </a:cubicBezTo>
                    <a:cubicBezTo>
                      <a:pt x="273" y="96"/>
                      <a:pt x="174" y="1"/>
                      <a:pt x="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5"/>
              <p:cNvSpPr/>
              <p:nvPr/>
            </p:nvSpPr>
            <p:spPr>
              <a:xfrm>
                <a:off x="2042425" y="500375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5"/>
              <p:cNvSpPr/>
              <p:nvPr/>
            </p:nvSpPr>
            <p:spPr>
              <a:xfrm>
                <a:off x="2060500" y="4985800"/>
                <a:ext cx="10850" cy="10825"/>
              </a:xfrm>
              <a:custGeom>
                <a:rect b="b" l="l" r="r" t="t"/>
                <a:pathLst>
                  <a:path extrusionOk="0" h="433" w="434">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5"/>
              <p:cNvSpPr/>
              <p:nvPr/>
            </p:nvSpPr>
            <p:spPr>
              <a:xfrm>
                <a:off x="2045675" y="5039875"/>
                <a:ext cx="6250" cy="1900"/>
              </a:xfrm>
              <a:custGeom>
                <a:rect b="b" l="l" r="r" t="t"/>
                <a:pathLst>
                  <a:path extrusionOk="0" h="76" w="250">
                    <a:moveTo>
                      <a:pt x="89" y="1"/>
                    </a:moveTo>
                    <a:cubicBezTo>
                      <a:pt x="55" y="1"/>
                      <a:pt x="28" y="7"/>
                      <a:pt x="1" y="18"/>
                    </a:cubicBezTo>
                    <a:cubicBezTo>
                      <a:pt x="83" y="42"/>
                      <a:pt x="164" y="62"/>
                      <a:pt x="249" y="76"/>
                    </a:cubicBezTo>
                    <a:cubicBezTo>
                      <a:pt x="212" y="28"/>
                      <a:pt x="154" y="1"/>
                      <a:pt x="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5"/>
              <p:cNvSpPr/>
              <p:nvPr/>
            </p:nvSpPr>
            <p:spPr>
              <a:xfrm>
                <a:off x="2060500" y="5021825"/>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5"/>
              <p:cNvSpPr/>
              <p:nvPr/>
            </p:nvSpPr>
            <p:spPr>
              <a:xfrm>
                <a:off x="2024475" y="4445325"/>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5"/>
              <p:cNvSpPr/>
              <p:nvPr/>
            </p:nvSpPr>
            <p:spPr>
              <a:xfrm>
                <a:off x="2024475" y="448135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5"/>
              <p:cNvSpPr/>
              <p:nvPr/>
            </p:nvSpPr>
            <p:spPr>
              <a:xfrm>
                <a:off x="2024475" y="4517375"/>
                <a:ext cx="10825" cy="10850"/>
              </a:xfrm>
              <a:custGeom>
                <a:rect b="b" l="l" r="r" t="t"/>
                <a:pathLst>
                  <a:path extrusionOk="0" h="434" w="433">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5"/>
              <p:cNvSpPr/>
              <p:nvPr/>
            </p:nvSpPr>
            <p:spPr>
              <a:xfrm>
                <a:off x="2024475" y="455340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62" name="Google Shape;1762;p35"/>
          <p:cNvSpPr/>
          <p:nvPr/>
        </p:nvSpPr>
        <p:spPr>
          <a:xfrm rot="-4421961">
            <a:off x="2756334" y="1581448"/>
            <a:ext cx="5541644" cy="273578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3" name="Google Shape;1763;p35"/>
          <p:cNvGrpSpPr/>
          <p:nvPr/>
        </p:nvGrpSpPr>
        <p:grpSpPr>
          <a:xfrm>
            <a:off x="6539446" y="-344139"/>
            <a:ext cx="2878067" cy="5824284"/>
            <a:chOff x="5883539" y="-344156"/>
            <a:chExt cx="3534407" cy="5824284"/>
          </a:xfrm>
        </p:grpSpPr>
        <p:sp>
          <p:nvSpPr>
            <p:cNvPr id="1764" name="Google Shape;1764;p35"/>
            <p:cNvSpPr/>
            <p:nvPr/>
          </p:nvSpPr>
          <p:spPr>
            <a:xfrm rot="5400000">
              <a:off x="6900504" y="863896"/>
              <a:ext cx="3234092" cy="138320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5"/>
            <p:cNvSpPr/>
            <p:nvPr/>
          </p:nvSpPr>
          <p:spPr>
            <a:xfrm rot="5400000">
              <a:off x="4775506" y="1046483"/>
              <a:ext cx="5541677" cy="3325611"/>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5"/>
            <p:cNvSpPr/>
            <p:nvPr/>
          </p:nvSpPr>
          <p:spPr>
            <a:xfrm rot="5400000">
              <a:off x="8150941" y="3716902"/>
              <a:ext cx="789976" cy="451130"/>
            </a:xfrm>
            <a:custGeom>
              <a:rect b="b" l="l" r="r" t="t"/>
              <a:pathLst>
                <a:path extrusionOk="0" h="5660" w="9871">
                  <a:moveTo>
                    <a:pt x="9870" y="1"/>
                  </a:moveTo>
                  <a:cubicBezTo>
                    <a:pt x="6399" y="706"/>
                    <a:pt x="3053" y="2008"/>
                    <a:pt x="1" y="3807"/>
                  </a:cubicBezTo>
                  <a:cubicBezTo>
                    <a:pt x="621" y="4185"/>
                    <a:pt x="1258" y="4535"/>
                    <a:pt x="1922" y="4845"/>
                  </a:cubicBezTo>
                  <a:cubicBezTo>
                    <a:pt x="2913" y="5309"/>
                    <a:pt x="4048" y="5660"/>
                    <a:pt x="5141" y="5660"/>
                  </a:cubicBezTo>
                  <a:cubicBezTo>
                    <a:pt x="5826" y="5660"/>
                    <a:pt x="6498" y="5520"/>
                    <a:pt x="7103" y="5180"/>
                  </a:cubicBezTo>
                  <a:cubicBezTo>
                    <a:pt x="8194" y="4570"/>
                    <a:pt x="8848" y="3432"/>
                    <a:pt x="9267" y="2287"/>
                  </a:cubicBezTo>
                  <a:cubicBezTo>
                    <a:pt x="9543" y="1538"/>
                    <a:pt x="9737" y="774"/>
                    <a:pt x="98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5"/>
            <p:cNvSpPr/>
            <p:nvPr/>
          </p:nvSpPr>
          <p:spPr>
            <a:xfrm rot="5400000">
              <a:off x="8024895" y="1980397"/>
              <a:ext cx="1785149" cy="530118"/>
            </a:xfrm>
            <a:custGeom>
              <a:rect b="b" l="l" r="r" t="t"/>
              <a:pathLst>
                <a:path extrusionOk="0" h="6651" w="22306">
                  <a:moveTo>
                    <a:pt x="1" y="0"/>
                  </a:moveTo>
                  <a:cubicBezTo>
                    <a:pt x="97" y="1758"/>
                    <a:pt x="877" y="3479"/>
                    <a:pt x="2185" y="4702"/>
                  </a:cubicBezTo>
                  <a:cubicBezTo>
                    <a:pt x="3531" y="5952"/>
                    <a:pt x="5405" y="6650"/>
                    <a:pt x="7274" y="6650"/>
                  </a:cubicBezTo>
                  <a:cubicBezTo>
                    <a:pt x="7350" y="6650"/>
                    <a:pt x="7425" y="6647"/>
                    <a:pt x="7496" y="6647"/>
                  </a:cubicBezTo>
                  <a:cubicBezTo>
                    <a:pt x="8947" y="5873"/>
                    <a:pt x="10491" y="5332"/>
                    <a:pt x="12115" y="5209"/>
                  </a:cubicBezTo>
                  <a:cubicBezTo>
                    <a:pt x="13083" y="4756"/>
                    <a:pt x="14054" y="4317"/>
                    <a:pt x="15103" y="4109"/>
                  </a:cubicBezTo>
                  <a:cubicBezTo>
                    <a:pt x="15587" y="4010"/>
                    <a:pt x="16078" y="3966"/>
                    <a:pt x="16565" y="3966"/>
                  </a:cubicBezTo>
                  <a:cubicBezTo>
                    <a:pt x="17849" y="3966"/>
                    <a:pt x="19130" y="4276"/>
                    <a:pt x="20346" y="4756"/>
                  </a:cubicBezTo>
                  <a:cubicBezTo>
                    <a:pt x="21586" y="3986"/>
                    <a:pt x="22305" y="2511"/>
                    <a:pt x="22305" y="1060"/>
                  </a:cubicBezTo>
                  <a:cubicBezTo>
                    <a:pt x="22305" y="702"/>
                    <a:pt x="22260" y="345"/>
                    <a:pt x="221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5"/>
            <p:cNvSpPr/>
            <p:nvPr/>
          </p:nvSpPr>
          <p:spPr>
            <a:xfrm rot="5400000">
              <a:off x="7621400" y="2799386"/>
              <a:ext cx="2407783" cy="714476"/>
            </a:xfrm>
            <a:custGeom>
              <a:rect b="b" l="l" r="r" t="t"/>
              <a:pathLst>
                <a:path extrusionOk="0" h="8964" w="30086">
                  <a:moveTo>
                    <a:pt x="4620" y="5209"/>
                  </a:moveTo>
                  <a:lnTo>
                    <a:pt x="4620" y="5209"/>
                  </a:lnTo>
                  <a:cubicBezTo>
                    <a:pt x="2996" y="5332"/>
                    <a:pt x="1452" y="5873"/>
                    <a:pt x="1" y="6647"/>
                  </a:cubicBezTo>
                  <a:cubicBezTo>
                    <a:pt x="478" y="6630"/>
                    <a:pt x="955" y="6572"/>
                    <a:pt x="1418" y="6466"/>
                  </a:cubicBezTo>
                  <a:cubicBezTo>
                    <a:pt x="2539" y="6208"/>
                    <a:pt x="3578" y="5700"/>
                    <a:pt x="4620" y="5209"/>
                  </a:cubicBezTo>
                  <a:close/>
                  <a:moveTo>
                    <a:pt x="14677" y="0"/>
                  </a:moveTo>
                  <a:cubicBezTo>
                    <a:pt x="14765" y="345"/>
                    <a:pt x="14810" y="702"/>
                    <a:pt x="14810" y="1060"/>
                  </a:cubicBezTo>
                  <a:cubicBezTo>
                    <a:pt x="14810" y="2511"/>
                    <a:pt x="14091" y="3986"/>
                    <a:pt x="12851" y="4756"/>
                  </a:cubicBezTo>
                  <a:cubicBezTo>
                    <a:pt x="13652" y="5073"/>
                    <a:pt x="14422" y="5465"/>
                    <a:pt x="15154" y="5890"/>
                  </a:cubicBezTo>
                  <a:cubicBezTo>
                    <a:pt x="16789" y="6845"/>
                    <a:pt x="18309" y="7986"/>
                    <a:pt x="19927" y="8964"/>
                  </a:cubicBezTo>
                  <a:cubicBezTo>
                    <a:pt x="22979" y="7165"/>
                    <a:pt x="26325" y="5863"/>
                    <a:pt x="29796" y="5158"/>
                  </a:cubicBezTo>
                  <a:cubicBezTo>
                    <a:pt x="30086" y="3472"/>
                    <a:pt x="30086" y="1735"/>
                    <a:pt x="29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9" name="Google Shape;1769;p35"/>
            <p:cNvGrpSpPr/>
            <p:nvPr/>
          </p:nvGrpSpPr>
          <p:grpSpPr>
            <a:xfrm flipH="1">
              <a:off x="6930507" y="-344156"/>
              <a:ext cx="2487438" cy="2254471"/>
              <a:chOff x="4895725" y="2485200"/>
              <a:chExt cx="464525" cy="744050"/>
            </a:xfrm>
          </p:grpSpPr>
          <p:sp>
            <p:nvSpPr>
              <p:cNvPr id="1770" name="Google Shape;1770;p35"/>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5"/>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5"/>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5"/>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5"/>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5"/>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5"/>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5"/>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5"/>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5"/>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5"/>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5"/>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5"/>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5"/>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5"/>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5"/>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5"/>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5"/>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5"/>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5"/>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5"/>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5"/>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5"/>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5"/>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5"/>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5"/>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5"/>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5"/>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5"/>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99" name="Google Shape;1799;p35"/>
          <p:cNvGrpSpPr/>
          <p:nvPr/>
        </p:nvGrpSpPr>
        <p:grpSpPr>
          <a:xfrm>
            <a:off x="4340703" y="4855367"/>
            <a:ext cx="2740195" cy="335138"/>
            <a:chOff x="3731103" y="4808559"/>
            <a:chExt cx="2740195" cy="335138"/>
          </a:xfrm>
        </p:grpSpPr>
        <p:sp>
          <p:nvSpPr>
            <p:cNvPr id="1800" name="Google Shape;1800;p35"/>
            <p:cNvSpPr/>
            <p:nvPr/>
          </p:nvSpPr>
          <p:spPr>
            <a:xfrm>
              <a:off x="4333158" y="4849734"/>
              <a:ext cx="1938475" cy="293962"/>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5"/>
            <p:cNvSpPr/>
            <p:nvPr/>
          </p:nvSpPr>
          <p:spPr>
            <a:xfrm>
              <a:off x="3731103" y="4808559"/>
              <a:ext cx="2740195" cy="335138"/>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5"/>
            <p:cNvSpPr/>
            <p:nvPr/>
          </p:nvSpPr>
          <p:spPr>
            <a:xfrm>
              <a:off x="4333158" y="4950520"/>
              <a:ext cx="1938475" cy="193176"/>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06" name="Shape 18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7F8F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1pPr>
            <a:lvl2pPr lvl="1">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2pPr>
            <a:lvl3pPr lvl="2">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3pPr>
            <a:lvl4pPr lvl="3">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4pPr>
            <a:lvl5pPr lvl="4">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5pPr>
            <a:lvl6pPr lvl="5">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6pPr>
            <a:lvl7pPr lvl="6">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7pPr>
            <a:lvl8pPr lvl="7">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8pPr>
            <a:lvl9pPr lvl="8">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3"/>
              </a:buClr>
              <a:buSzPts val="1400"/>
              <a:buFont typeface="Lato"/>
              <a:buChar char="●"/>
              <a:defRPr>
                <a:solidFill>
                  <a:schemeClr val="accent3"/>
                </a:solidFill>
                <a:latin typeface="Lato"/>
                <a:ea typeface="Lato"/>
                <a:cs typeface="Lato"/>
                <a:sym typeface="Lato"/>
              </a:defRPr>
            </a:lvl1pPr>
            <a:lvl2pPr indent="-317500" lvl="1" marL="9144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2pPr>
            <a:lvl3pPr indent="-317500" lvl="2" marL="13716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3pPr>
            <a:lvl4pPr indent="-317500" lvl="3" marL="18288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4pPr>
            <a:lvl5pPr indent="-317500" lvl="4" marL="22860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5pPr>
            <a:lvl6pPr indent="-317500" lvl="5" marL="27432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6pPr>
            <a:lvl7pPr indent="-317500" lvl="6" marL="32004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7pPr>
            <a:lvl8pPr indent="-317500" lvl="7" marL="36576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8pPr>
            <a:lvl9pPr indent="-317500" lvl="8" marL="4114800">
              <a:lnSpc>
                <a:spcPct val="115000"/>
              </a:lnSpc>
              <a:spcBef>
                <a:spcPts val="1600"/>
              </a:spcBef>
              <a:spcAft>
                <a:spcPts val="1600"/>
              </a:spcAft>
              <a:buClr>
                <a:schemeClr val="accent3"/>
              </a:buClr>
              <a:buSzPts val="1400"/>
              <a:buFont typeface="Lato"/>
              <a:buChar char="■"/>
              <a:defRPr>
                <a:solidFill>
                  <a:schemeClr val="accent3"/>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803" name="Shape 1803"/>
        <p:cNvGrpSpPr/>
        <p:nvPr/>
      </p:nvGrpSpPr>
      <p:grpSpPr>
        <a:xfrm>
          <a:off x="0" y="0"/>
          <a:ext cx="0" cy="0"/>
          <a:chOff x="0" y="0"/>
          <a:chExt cx="0" cy="0"/>
        </a:xfrm>
      </p:grpSpPr>
      <p:sp>
        <p:nvSpPr>
          <p:cNvPr id="1804" name="Google Shape;1804;p36"/>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805" name="Google Shape;1805;p36"/>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8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7.png"/><Relationship Id="rId7" Type="http://schemas.openxmlformats.org/officeDocument/2006/relationships/hyperlink" Target="https://www.scanvas.id/" TargetMode="Externa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50.png"/><Relationship Id="rId3" Type="http://schemas.openxmlformats.org/officeDocument/2006/relationships/image" Target="../media/image43.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notesSlide" Target="../notesSlides/notesSlide3.xml"/><Relationship Id="rId7" Type="http://schemas.openxmlformats.org/officeDocument/2006/relationships/image" Target="../media/image5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2.png"/><Relationship Id="rId3" Type="http://schemas.openxmlformats.org/officeDocument/2006/relationships/image" Target="../media/image54.png"/><Relationship Id="rId4" Type="http://schemas.openxmlformats.org/officeDocument/2006/relationships/image" Target="../media/image63.png"/><Relationship Id="rId5" Type="http://schemas.openxmlformats.org/officeDocument/2006/relationships/image" Target="../media/image55.png"/><Relationship Id="rId6" Type="http://schemas.openxmlformats.org/officeDocument/2006/relationships/image" Target="../media/image45.png"/><Relationship Id="rId7" Type="http://schemas.openxmlformats.org/officeDocument/2006/relationships/notesSlide" Target="../notesSlides/notesSlide4.xml"/><Relationship Id="rId8" Type="http://schemas.openxmlformats.org/officeDocument/2006/relationships/image" Target="../media/image52.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6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6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9.png"/><Relationship Id="rId3" Type="http://schemas.openxmlformats.org/officeDocument/2006/relationships/image" Target="../media/image5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58.png"/><Relationship Id="rId3" Type="http://schemas.openxmlformats.org/officeDocument/2006/relationships/image" Target="../media/image75.jpg"/><Relationship Id="rId4" Type="http://schemas.openxmlformats.org/officeDocument/2006/relationships/image" Target="../media/image76.jpg"/><Relationship Id="rId5" Type="http://schemas.openxmlformats.org/officeDocument/2006/relationships/image" Target="../media/image77.jpg"/><Relationship Id="rId6" Type="http://schemas.openxmlformats.org/officeDocument/2006/relationships/image" Target="../media/image84.jp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8.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88.png"/><Relationship Id="rId3" Type="http://schemas.openxmlformats.org/officeDocument/2006/relationships/image" Target="../media/image43.png"/><Relationship Id="rId4" Type="http://schemas.openxmlformats.org/officeDocument/2006/relationships/image" Target="../media/image64.png"/><Relationship Id="rId5" Type="http://schemas.openxmlformats.org/officeDocument/2006/relationships/image" Target="../media/image89.png"/><Relationship Id="rId6" Type="http://schemas.openxmlformats.org/officeDocument/2006/relationships/image" Target="../media/image69.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41.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96.png"/><Relationship Id="rId3" Type="http://schemas.openxmlformats.org/officeDocument/2006/relationships/image" Target="../media/image5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9.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7.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5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30352" y="1371600"/>
            <a:ext cx="3657600" cy="731520"/>
          </a:xfrm>
        </p:spPr>
        <p:txBody>
          <a:bodyPr wrap="square" lIns="0" rIns="0" tIns="0" bIns="0" anchor="t">
            <a:noAutofit/>
          </a:bodyPr>
          <a:lstStyle/>
          <a:p>
            <a:pPr algn="l">
              <a:lnSpc>
                <a:spcPct val="95000"/>
              </a:lnSpc>
            </a:pPr>
            <a:r>
              <a:rPr sz="4800" b="1" i="0">
                <a:solidFill>
                  <a:srgbClr val="172033"/>
                </a:solidFill>
                <a:latin typeface="Fredoka"/>
              </a:rPr>
              <a:t>SCANVAS</a:t>
            </a:r>
          </a:p>
        </p:txBody>
      </p:sp>
      <p:pic>
        <p:nvPicPr>
          <p:cNvPr id="3" name="Picture 2" descr="Scanvas logo"/>
          <p:cNvPicPr>
            <a:picLocks noChangeAspect="1"/>
          </p:cNvPicPr>
          <p:nvPr/>
        </p:nvPicPr>
        <p:blipFill>
          <a:blip r:embed="rId2"/>
          <a:stretch>
            <a:fillRect/>
          </a:stretch>
        </p:blipFill>
        <p:spPr>
          <a:xfrm>
            <a:off x="548640" y="713232"/>
            <a:ext cx="561290" cy="566928"/>
          </a:xfrm>
          <a:prstGeom prst="rect">
            <a:avLst/>
          </a:prstGeom>
        </p:spPr>
      </p:pic>
      <p:sp>
        <p:nvSpPr>
          <p:cNvPr id="4" name="TextBox 3"/>
          <p:cNvSpPr txBox="1"/>
          <p:nvPr/>
        </p:nvSpPr>
        <p:spPr>
          <a:xfrm>
            <a:off x="548640" y="2121408"/>
            <a:ext cx="3108960" cy="731520"/>
          </a:xfrm>
          <a:prstGeom prst="rect">
            <a:avLst/>
          </a:prstGeom>
          <a:noFill/>
        </p:spPr>
        <p:txBody>
          <a:bodyPr wrap="square" lIns="0" rIns="0" tIns="0" bIns="0" anchor="t">
            <a:noAutofit/>
          </a:bodyPr>
          <a:lstStyle/>
          <a:p>
            <a:pPr algn="l">
              <a:lnSpc>
                <a:spcPct val="95000"/>
              </a:lnSpc>
            </a:pPr>
            <a:r>
              <a:rPr sz="1900" b="1" i="0">
                <a:solidFill>
                  <a:srgbClr val="7C3AED"/>
                </a:solidFill>
                <a:latin typeface="Fredoka"/>
              </a:rPr>
              <a:t>Where Children’s Creativity Comes Alive</a:t>
            </a:r>
          </a:p>
        </p:txBody>
      </p:sp>
      <p:sp>
        <p:nvSpPr>
          <p:cNvPr id="5" name="TextBox 4"/>
          <p:cNvSpPr txBox="1"/>
          <p:nvPr/>
        </p:nvSpPr>
        <p:spPr>
          <a:xfrm>
            <a:off x="548640" y="2944368"/>
            <a:ext cx="2788920" cy="822960"/>
          </a:xfrm>
          <a:prstGeom prst="rect">
            <a:avLst/>
          </a:prstGeom>
          <a:noFill/>
        </p:spPr>
        <p:txBody>
          <a:bodyPr wrap="square" lIns="0" rIns="0" tIns="0" bIns="0" anchor="t">
            <a:noAutofit/>
          </a:bodyPr>
          <a:lstStyle/>
          <a:p>
            <a:pPr algn="l">
              <a:lnSpc>
                <a:spcPct val="115000"/>
              </a:lnSpc>
            </a:pPr>
            <a:r>
              <a:rPr sz="1100" b="0" i="0">
                <a:solidFill>
                  <a:srgbClr val="172033"/>
                </a:solidFill>
                <a:latin typeface="Varela Round"/>
              </a:rPr>
              <a:t>An interactive educational toy that turns children’s coloring into a living learning experience.</a:t>
            </a:r>
          </a:p>
        </p:txBody>
      </p:sp>
      <p:sp>
        <p:nvSpPr>
          <p:cNvPr id="6" name="Rounded Rectangle 5"/>
          <p:cNvSpPr/>
          <p:nvPr/>
        </p:nvSpPr>
        <p:spPr>
          <a:xfrm>
            <a:off x="548640" y="3913632"/>
            <a:ext cx="1943354"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3697" tIns="0" bIns="0">
            <a:noAutofit/>
          </a:bodyPr>
          <a:lstStyle/>
          <a:p>
            <a:pPr algn="l"/>
            <a:r>
              <a:rPr sz="850" b="0" i="0">
                <a:solidFill>
                  <a:srgbClr val="5B21B6"/>
                </a:solidFill>
                <a:latin typeface="Fredoka SemiBold"/>
              </a:rPr>
              <a:t>Category: Education</a:t>
            </a:r>
          </a:p>
        </p:txBody>
      </p:sp>
      <p:pic>
        <p:nvPicPr>
          <p:cNvPr id="7" name="Picture 6" descr="palette_purple.png"/>
          <p:cNvPicPr>
            <a:picLocks noChangeAspect="1"/>
          </p:cNvPicPr>
          <p:nvPr/>
        </p:nvPicPr>
        <p:blipFill>
          <a:blip r:embed="rId3"/>
          <a:stretch>
            <a:fillRect/>
          </a:stretch>
        </p:blipFill>
        <p:spPr>
          <a:xfrm>
            <a:off x="658368" y="3965752"/>
            <a:ext cx="170078" cy="170078"/>
          </a:xfrm>
          <a:prstGeom prst="rect">
            <a:avLst/>
          </a:prstGeom>
        </p:spPr>
      </p:pic>
      <p:pic>
        <p:nvPicPr>
          <p:cNvPr id="8" name="Picture 7" descr="Child-colored Scanvas whale sheet"/>
          <p:cNvPicPr>
            <a:picLocks noChangeAspect="1"/>
          </p:cNvPicPr>
          <p:nvPr/>
        </p:nvPicPr>
        <p:blipFill>
          <a:blip r:embed="rId4"/>
          <a:stretch>
            <a:fillRect/>
          </a:stretch>
        </p:blipFill>
        <p:spPr>
          <a:xfrm>
            <a:off x="3511296" y="0"/>
            <a:ext cx="2514600" cy="2471030"/>
          </a:xfrm>
          <a:prstGeom prst="rect">
            <a:avLst/>
          </a:prstGeom>
        </p:spPr>
      </p:pic>
      <p:pic>
        <p:nvPicPr>
          <p:cNvPr id="9" name="Picture 8" descr="The same whale scanned and alive in Scanvas"/>
          <p:cNvPicPr>
            <a:picLocks noChangeAspect="1"/>
          </p:cNvPicPr>
          <p:nvPr/>
        </p:nvPicPr>
        <p:blipFill>
          <a:blip r:embed="rId5"/>
          <a:stretch>
            <a:fillRect/>
          </a:stretch>
        </p:blipFill>
        <p:spPr>
          <a:xfrm>
            <a:off x="4846320" y="1481328"/>
            <a:ext cx="4069080" cy="2496935"/>
          </a:xfrm>
          <a:prstGeom prst="rect">
            <a:avLst/>
          </a:prstGeom>
        </p:spPr>
      </p:pic>
      <p:sp>
        <p:nvSpPr>
          <p:cNvPr id="10" name="Rounded Rectangle 9"/>
          <p:cNvSpPr/>
          <p:nvPr/>
        </p:nvSpPr>
        <p:spPr>
          <a:xfrm>
            <a:off x="4041648" y="3108960"/>
            <a:ext cx="1655064" cy="1627632"/>
          </a:xfrm>
          <a:prstGeom prst="roundRect">
            <a:avLst>
              <a:gd name="adj" fmla="val 955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QR code to scanvas.id"/>
          <p:cNvPicPr>
            <a:picLocks noChangeAspect="1"/>
          </p:cNvPicPr>
          <p:nvPr/>
        </p:nvPicPr>
        <p:blipFill>
          <a:blip r:embed="rId6"/>
          <a:stretch>
            <a:fillRect/>
          </a:stretch>
        </p:blipFill>
        <p:spPr>
          <a:xfrm>
            <a:off x="4142232" y="3227832"/>
            <a:ext cx="1453896" cy="1453896"/>
          </a:xfrm>
          <a:prstGeom prst="rect">
            <a:avLst/>
          </a:prstGeom>
        </p:spPr>
      </p:pic>
      <p:sp>
        <p:nvSpPr>
          <p:cNvPr id="12" name="Rounded Rectangle 11"/>
          <p:cNvSpPr/>
          <p:nvPr/>
        </p:nvSpPr>
        <p:spPr>
          <a:xfrm>
            <a:off x="4041648" y="4809744"/>
            <a:ext cx="1655064" cy="274320"/>
          </a:xfrm>
          <a:prstGeom prst="roundRect">
            <a:avLst>
              <a:gd name="adj" fmla="val 16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800" b="1" i="0" u="sng">
                <a:solidFill>
                  <a:srgbClr val="2563EB"/>
                </a:solidFill>
                <a:latin typeface="Fredoka"/>
                <a:hlinkClick r:id="rId7"/>
              </a:rPr>
              <a:t>scanvas.id</a:t>
            </a:r>
          </a:p>
        </p:txBody>
      </p:sp>
      <p:sp>
        <p:nvSpPr>
          <p:cNvPr id="13" name="Rounded Rectangle 12"/>
          <p:cNvSpPr/>
          <p:nvPr/>
        </p:nvSpPr>
        <p:spPr>
          <a:xfrm>
            <a:off x="6007608" y="4206240"/>
            <a:ext cx="2834640" cy="475488"/>
          </a:xfrm>
          <a:prstGeom prst="roundRect">
            <a:avLst>
              <a:gd name="adj" fmla="val 2307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07608" y="4224528"/>
            <a:ext cx="2724912" cy="438912"/>
          </a:xfrm>
          <a:prstGeom prst="rect">
            <a:avLst/>
          </a:prstGeom>
          <a:noFill/>
        </p:spPr>
        <p:txBody>
          <a:bodyPr wrap="square" lIns="0" rIns="0" tIns="0" bIns="0" anchor="ctr">
            <a:noAutofit/>
          </a:bodyPr>
          <a:lstStyle/>
          <a:p>
            <a:pPr algn="r"/>
            <a:r>
              <a:rPr sz="950" b="0" i="0">
                <a:solidFill>
                  <a:srgbClr val="172033"/>
                </a:solidFill>
                <a:latin typeface="Fredoka SemiBold"/>
              </a:rPr>
              <a:t>Haikal Hilmi · CEO &amp; Co-Founder</a:t>
            </a:r>
          </a:p>
          <a:p>
            <a:pPr algn="r"/>
            <a:r>
              <a:rPr sz="800" b="0" i="0">
                <a:solidFill>
                  <a:srgbClr val="172033"/>
                </a:solidFill>
                <a:latin typeface="Varela Round"/>
              </a:rPr>
              <a:t>Salsabila Khoirunnisa · CMO &amp; Co-Founder</a:t>
            </a:r>
          </a:p>
        </p:txBody>
      </p:sp>
      <p:sp>
        <p:nvSpPr>
          <p:cNvPr id="15" name="TextBox 14"/>
          <p:cNvSpPr txBox="1"/>
          <p:nvPr/>
        </p:nvSpPr>
        <p:spPr>
          <a:xfrm>
            <a:off x="548640" y="4681728"/>
            <a:ext cx="2926080" cy="182880"/>
          </a:xfrm>
          <a:prstGeom prst="rect">
            <a:avLst/>
          </a:prstGeom>
          <a:noFill/>
        </p:spPr>
        <p:txBody>
          <a:bodyPr wrap="square" lIns="0" rIns="0" tIns="0" bIns="0" anchor="ctr">
            <a:noAutofit/>
          </a:bodyPr>
          <a:lstStyle/>
          <a:p>
            <a:pPr algn="l"/>
            <a:r>
              <a:rPr sz="700" b="0" i="0">
                <a:solidFill>
                  <a:srgbClr val="172033"/>
                </a:solidFill>
                <a:latin typeface="Fredoka SemiBold"/>
              </a:rPr>
              <a:t>DSC Season 17 · Founders Arena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804672"/>
            <a:ext cx="3657600" cy="777240"/>
          </a:xfrm>
        </p:spPr>
        <p:txBody>
          <a:bodyPr wrap="square" lIns="0" rIns="0" tIns="0" bIns="0" anchor="t">
            <a:noAutofit/>
          </a:bodyPr>
          <a:lstStyle/>
          <a:p>
            <a:pPr algn="l">
              <a:lnSpc>
                <a:spcPct val="95000"/>
              </a:lnSpc>
            </a:pPr>
            <a:r>
              <a:rPr sz="2100" b="1" i="0">
                <a:solidFill>
                  <a:srgbClr val="172033"/>
                </a:solidFill>
                <a:latin typeface="Fredoka"/>
              </a:rPr>
              <a:t>Physical Creativity Meets</a:t>
            </a:r>
            <a:br/>
            <a:r>
              <a:rPr sz="2100" b="1" i="0">
                <a:solidFill>
                  <a:srgbClr val="172033"/>
                </a:solidFill>
                <a:latin typeface="Fredoka"/>
              </a:rPr>
              <a:t>Digital Learning</a:t>
            </a:r>
          </a:p>
        </p:txBody>
      </p:sp>
      <p:sp>
        <p:nvSpPr>
          <p:cNvPr id="3" name="Rounded Rectangle 2"/>
          <p:cNvSpPr/>
          <p:nvPr/>
        </p:nvSpPr>
        <p:spPr>
          <a:xfrm>
            <a:off x="548640" y="411480"/>
            <a:ext cx="4218940" cy="274320"/>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3697" tIns="0" bIns="0">
            <a:noAutofit/>
          </a:bodyPr>
          <a:lstStyle/>
          <a:p>
            <a:pPr algn="l"/>
            <a:r>
              <a:rPr sz="850" b="0" i="0">
                <a:solidFill>
                  <a:srgbClr val="15803D"/>
                </a:solidFill>
                <a:latin typeface="Fredoka SemiBold"/>
              </a:rPr>
              <a:t>Live product · First pilot completed · Pre-revenue</a:t>
            </a:r>
          </a:p>
        </p:txBody>
      </p:sp>
      <p:pic>
        <p:nvPicPr>
          <p:cNvPr id="4" name="Picture 3" descr="check_green.png"/>
          <p:cNvPicPr>
            <a:picLocks noChangeAspect="1"/>
          </p:cNvPicPr>
          <p:nvPr/>
        </p:nvPicPr>
        <p:blipFill>
          <a:blip r:embed="rId2"/>
          <a:stretch>
            <a:fillRect/>
          </a:stretch>
        </p:blipFill>
        <p:spPr>
          <a:xfrm>
            <a:off x="658368" y="463600"/>
            <a:ext cx="170078" cy="170078"/>
          </a:xfrm>
          <a:prstGeom prst="rect">
            <a:avLst/>
          </a:prstGeom>
        </p:spPr>
      </p:pic>
      <p:sp>
        <p:nvSpPr>
          <p:cNvPr id="5" name="Oval 4"/>
          <p:cNvSpPr/>
          <p:nvPr/>
        </p:nvSpPr>
        <p:spPr>
          <a:xfrm>
            <a:off x="548640" y="1691640"/>
            <a:ext cx="402336" cy="40233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lette_purple.png"/>
          <p:cNvPicPr>
            <a:picLocks noChangeAspect="1"/>
          </p:cNvPicPr>
          <p:nvPr/>
        </p:nvPicPr>
        <p:blipFill>
          <a:blip r:embed="rId3"/>
          <a:stretch>
            <a:fillRect/>
          </a:stretch>
        </p:blipFill>
        <p:spPr>
          <a:xfrm>
            <a:off x="645200" y="1788200"/>
            <a:ext cx="209214" cy="209214"/>
          </a:xfrm>
          <a:prstGeom prst="rect">
            <a:avLst/>
          </a:prstGeom>
        </p:spPr>
      </p:pic>
      <p:sp>
        <p:nvSpPr>
          <p:cNvPr id="7" name="TextBox 6"/>
          <p:cNvSpPr txBox="1"/>
          <p:nvPr/>
        </p:nvSpPr>
        <p:spPr>
          <a:xfrm>
            <a:off x="1078992" y="1673352"/>
            <a:ext cx="2743200" cy="237744"/>
          </a:xfrm>
          <a:prstGeom prst="rect">
            <a:avLst/>
          </a:prstGeom>
          <a:noFill/>
        </p:spPr>
        <p:txBody>
          <a:bodyPr wrap="square" lIns="0" rIns="0" tIns="0" bIns="0" anchor="t">
            <a:noAutofit/>
          </a:bodyPr>
          <a:lstStyle/>
          <a:p>
            <a:pPr algn="l"/>
            <a:r>
              <a:rPr sz="1150" b="1" i="0">
                <a:solidFill>
                  <a:srgbClr val="172033"/>
                </a:solidFill>
                <a:latin typeface="Fredoka"/>
              </a:rPr>
              <a:t>Product</a:t>
            </a:r>
          </a:p>
        </p:txBody>
      </p:sp>
      <p:sp>
        <p:nvSpPr>
          <p:cNvPr id="8" name="TextBox 7"/>
          <p:cNvSpPr txBox="1"/>
          <p:nvPr/>
        </p:nvSpPr>
        <p:spPr>
          <a:xfrm>
            <a:off x="1078992" y="1920240"/>
            <a:ext cx="2880360" cy="566928"/>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Children color a Scanvas sheet, photograph it in the browser, and their own artwork comes alive with motion, sound, and facts.</a:t>
            </a:r>
          </a:p>
        </p:txBody>
      </p:sp>
      <p:sp>
        <p:nvSpPr>
          <p:cNvPr id="9" name="Oval 8"/>
          <p:cNvSpPr/>
          <p:nvPr/>
        </p:nvSpPr>
        <p:spPr>
          <a:xfrm>
            <a:off x="548640" y="2542032"/>
            <a:ext cx="402336" cy="40233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hool_purple.png"/>
          <p:cNvPicPr>
            <a:picLocks noChangeAspect="1"/>
          </p:cNvPicPr>
          <p:nvPr/>
        </p:nvPicPr>
        <p:blipFill>
          <a:blip r:embed="rId4"/>
          <a:stretch>
            <a:fillRect/>
          </a:stretch>
        </p:blipFill>
        <p:spPr>
          <a:xfrm>
            <a:off x="645200" y="2638592"/>
            <a:ext cx="209214" cy="209214"/>
          </a:xfrm>
          <a:prstGeom prst="rect">
            <a:avLst/>
          </a:prstGeom>
        </p:spPr>
      </p:pic>
      <p:sp>
        <p:nvSpPr>
          <p:cNvPr id="11" name="TextBox 10"/>
          <p:cNvSpPr txBox="1"/>
          <p:nvPr/>
        </p:nvSpPr>
        <p:spPr>
          <a:xfrm>
            <a:off x="1078992" y="2523744"/>
            <a:ext cx="2743200" cy="237744"/>
          </a:xfrm>
          <a:prstGeom prst="rect">
            <a:avLst/>
          </a:prstGeom>
          <a:noFill/>
        </p:spPr>
        <p:txBody>
          <a:bodyPr wrap="square" lIns="0" rIns="0" tIns="0" bIns="0" anchor="t">
            <a:noAutofit/>
          </a:bodyPr>
          <a:lstStyle/>
          <a:p>
            <a:pPr algn="l"/>
            <a:r>
              <a:rPr sz="1150" b="1" i="0">
                <a:solidFill>
                  <a:srgbClr val="172033"/>
                </a:solidFill>
                <a:latin typeface="Fredoka"/>
              </a:rPr>
              <a:t>Customers · B2B-first</a:t>
            </a:r>
          </a:p>
        </p:txBody>
      </p:sp>
      <p:sp>
        <p:nvSpPr>
          <p:cNvPr id="12" name="TextBox 11"/>
          <p:cNvSpPr txBox="1"/>
          <p:nvPr/>
        </p:nvSpPr>
        <p:spPr>
          <a:xfrm>
            <a:off x="1078992" y="2770632"/>
            <a:ext cx="2880360" cy="86868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Our primary target customers are PAUD/TK, schools, and event organizers seeking interactive educational activities for groups of children. Parents are our B2C customers through physical creative packs, providing a direct channel to validate demand and repeat purchases.</a:t>
            </a:r>
          </a:p>
        </p:txBody>
      </p:sp>
      <p:sp>
        <p:nvSpPr>
          <p:cNvPr id="13" name="Oval 12"/>
          <p:cNvSpPr/>
          <p:nvPr/>
        </p:nvSpPr>
        <p:spPr>
          <a:xfrm>
            <a:off x="548640" y="3675887"/>
            <a:ext cx="402336" cy="40233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and-sparkles_purple.png"/>
          <p:cNvPicPr>
            <a:picLocks noChangeAspect="1"/>
          </p:cNvPicPr>
          <p:nvPr/>
        </p:nvPicPr>
        <p:blipFill>
          <a:blip r:embed="rId5"/>
          <a:stretch>
            <a:fillRect/>
          </a:stretch>
        </p:blipFill>
        <p:spPr>
          <a:xfrm>
            <a:off x="645200" y="3772448"/>
            <a:ext cx="209214" cy="209214"/>
          </a:xfrm>
          <a:prstGeom prst="rect">
            <a:avLst/>
          </a:prstGeom>
        </p:spPr>
      </p:pic>
      <p:sp>
        <p:nvSpPr>
          <p:cNvPr id="15" name="TextBox 14"/>
          <p:cNvSpPr txBox="1"/>
          <p:nvPr/>
        </p:nvSpPr>
        <p:spPr>
          <a:xfrm>
            <a:off x="1078992" y="3657599"/>
            <a:ext cx="2743200" cy="237744"/>
          </a:xfrm>
          <a:prstGeom prst="rect">
            <a:avLst/>
          </a:prstGeom>
          <a:noFill/>
        </p:spPr>
        <p:txBody>
          <a:bodyPr wrap="square" lIns="0" rIns="0" tIns="0" bIns="0" anchor="t">
            <a:noAutofit/>
          </a:bodyPr>
          <a:lstStyle/>
          <a:p>
            <a:pPr algn="l"/>
            <a:r>
              <a:rPr sz="1150" b="1" i="0">
                <a:solidFill>
                  <a:srgbClr val="172033"/>
                </a:solidFill>
                <a:latin typeface="Fredoka"/>
              </a:rPr>
              <a:t>Value proposition</a:t>
            </a:r>
          </a:p>
        </p:txBody>
      </p:sp>
      <p:sp>
        <p:nvSpPr>
          <p:cNvPr id="16" name="TextBox 15"/>
          <p:cNvSpPr txBox="1"/>
          <p:nvPr/>
        </p:nvSpPr>
        <p:spPr>
          <a:xfrm>
            <a:off x="1078992" y="3904487"/>
            <a:ext cx="2880360" cy="566928"/>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Hands-on creativity stays at the center; technology extends it into interactive learning, with no app to install.</a:t>
            </a:r>
          </a:p>
        </p:txBody>
      </p:sp>
      <p:pic>
        <p:nvPicPr>
          <p:cNvPr id="17" name="Picture 16" descr="Landing page"/>
          <p:cNvPicPr>
            <a:picLocks noChangeAspect="1"/>
          </p:cNvPicPr>
          <p:nvPr/>
        </p:nvPicPr>
        <p:blipFill>
          <a:blip r:embed="rId6"/>
          <a:stretch>
            <a:fillRect/>
          </a:stretch>
        </p:blipFill>
        <p:spPr>
          <a:xfrm>
            <a:off x="4023360" y="685800"/>
            <a:ext cx="1579797" cy="3108960"/>
          </a:xfrm>
          <a:prstGeom prst="rect">
            <a:avLst/>
          </a:prstGeom>
        </p:spPr>
      </p:pic>
      <p:sp>
        <p:nvSpPr>
          <p:cNvPr id="18" name="TextBox 17"/>
          <p:cNvSpPr txBox="1"/>
          <p:nvPr/>
        </p:nvSpPr>
        <p:spPr>
          <a:xfrm>
            <a:off x="4023360" y="3822191"/>
            <a:ext cx="1581912" cy="219456"/>
          </a:xfrm>
          <a:prstGeom prst="rect">
            <a:avLst/>
          </a:prstGeom>
          <a:noFill/>
        </p:spPr>
        <p:txBody>
          <a:bodyPr wrap="square" lIns="0" rIns="0" tIns="0" bIns="0" anchor="t">
            <a:noAutofit/>
          </a:bodyPr>
          <a:lstStyle/>
          <a:p>
            <a:pPr algn="ctr"/>
            <a:r>
              <a:rPr sz="850" b="0" i="0">
                <a:solidFill>
                  <a:srgbClr val="172033"/>
                </a:solidFill>
                <a:latin typeface="Fredoka SemiBold"/>
              </a:rPr>
              <a:t>Landing page</a:t>
            </a:r>
          </a:p>
        </p:txBody>
      </p:sp>
      <p:pic>
        <p:nvPicPr>
          <p:cNvPr id="19" name="Picture 18" descr="Scan / upload"/>
          <p:cNvPicPr>
            <a:picLocks noChangeAspect="1"/>
          </p:cNvPicPr>
          <p:nvPr/>
        </p:nvPicPr>
        <p:blipFill>
          <a:blip r:embed="rId7"/>
          <a:stretch>
            <a:fillRect/>
          </a:stretch>
        </p:blipFill>
        <p:spPr>
          <a:xfrm>
            <a:off x="5614416" y="685800"/>
            <a:ext cx="1579797" cy="3108960"/>
          </a:xfrm>
          <a:prstGeom prst="rect">
            <a:avLst/>
          </a:prstGeom>
        </p:spPr>
      </p:pic>
      <p:sp>
        <p:nvSpPr>
          <p:cNvPr id="20" name="TextBox 19"/>
          <p:cNvSpPr txBox="1"/>
          <p:nvPr/>
        </p:nvSpPr>
        <p:spPr>
          <a:xfrm>
            <a:off x="5614416" y="3822191"/>
            <a:ext cx="1581912" cy="219456"/>
          </a:xfrm>
          <a:prstGeom prst="rect">
            <a:avLst/>
          </a:prstGeom>
          <a:noFill/>
        </p:spPr>
        <p:txBody>
          <a:bodyPr wrap="square" lIns="0" rIns="0" tIns="0" bIns="0" anchor="t">
            <a:noAutofit/>
          </a:bodyPr>
          <a:lstStyle/>
          <a:p>
            <a:pPr algn="ctr"/>
            <a:r>
              <a:rPr sz="850" b="0" i="0">
                <a:solidFill>
                  <a:srgbClr val="172033"/>
                </a:solidFill>
                <a:latin typeface="Fredoka SemiBold"/>
              </a:rPr>
              <a:t>Scan / upload</a:t>
            </a:r>
          </a:p>
        </p:txBody>
      </p:sp>
      <p:pic>
        <p:nvPicPr>
          <p:cNvPr id="21" name="Picture 20" descr="Alive in the world"/>
          <p:cNvPicPr>
            <a:picLocks noChangeAspect="1"/>
          </p:cNvPicPr>
          <p:nvPr/>
        </p:nvPicPr>
        <p:blipFill>
          <a:blip r:embed="rId8"/>
          <a:stretch>
            <a:fillRect/>
          </a:stretch>
        </p:blipFill>
        <p:spPr>
          <a:xfrm>
            <a:off x="7205472" y="685800"/>
            <a:ext cx="1579797" cy="3108960"/>
          </a:xfrm>
          <a:prstGeom prst="rect">
            <a:avLst/>
          </a:prstGeom>
        </p:spPr>
      </p:pic>
      <p:sp>
        <p:nvSpPr>
          <p:cNvPr id="22" name="TextBox 21"/>
          <p:cNvSpPr txBox="1"/>
          <p:nvPr/>
        </p:nvSpPr>
        <p:spPr>
          <a:xfrm>
            <a:off x="7205472" y="3822191"/>
            <a:ext cx="1581912" cy="219456"/>
          </a:xfrm>
          <a:prstGeom prst="rect">
            <a:avLst/>
          </a:prstGeom>
          <a:noFill/>
        </p:spPr>
        <p:txBody>
          <a:bodyPr wrap="square" lIns="0" rIns="0" tIns="0" bIns="0" anchor="t">
            <a:noAutofit/>
          </a:bodyPr>
          <a:lstStyle/>
          <a:p>
            <a:pPr algn="ctr"/>
            <a:r>
              <a:rPr sz="850" b="0" i="0">
                <a:solidFill>
                  <a:srgbClr val="172033"/>
                </a:solidFill>
                <a:latin typeface="Fredoka SemiBold"/>
              </a:rPr>
              <a:t>Alive in the world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7315200" cy="548640"/>
          </a:xfrm>
        </p:spPr>
        <p:txBody>
          <a:bodyPr wrap="square" lIns="0" rIns="0" tIns="0" bIns="0" anchor="t">
            <a:noAutofit/>
          </a:bodyPr>
          <a:lstStyle/>
          <a:p>
            <a:pPr algn="l">
              <a:lnSpc>
                <a:spcPct val="95000"/>
              </a:lnSpc>
            </a:pPr>
            <a:r>
              <a:rPr sz="2800" b="1" i="0">
                <a:solidFill>
                  <a:srgbClr val="172033"/>
                </a:solidFill>
                <a:latin typeface="Fredoka"/>
              </a:rPr>
              <a:t>Creativity Often Stops at the Paper</a:t>
            </a:r>
          </a:p>
        </p:txBody>
      </p:sp>
      <p:sp>
        <p:nvSpPr>
          <p:cNvPr id="3" name="TextBox 2"/>
          <p:cNvSpPr txBox="1"/>
          <p:nvPr/>
        </p:nvSpPr>
        <p:spPr>
          <a:xfrm>
            <a:off x="548640" y="1143000"/>
            <a:ext cx="7498079" cy="502920"/>
          </a:xfrm>
          <a:prstGeom prst="rect">
            <a:avLst/>
          </a:prstGeom>
          <a:noFill/>
        </p:spPr>
        <p:txBody>
          <a:bodyPr wrap="square" lIns="0" rIns="0" tIns="0" bIns="0" anchor="t">
            <a:noAutofit/>
          </a:bodyPr>
          <a:lstStyle/>
          <a:p>
            <a:pPr algn="l">
              <a:lnSpc>
                <a:spcPct val="115000"/>
              </a:lnSpc>
            </a:pPr>
            <a:r>
              <a:rPr sz="1050" b="0" i="0">
                <a:solidFill>
                  <a:srgbClr val="172033"/>
                </a:solidFill>
                <a:latin typeface="Varela Round"/>
              </a:rPr>
              <a:t>Children love drawing and coloring, but once the page is finished, the learning moment ends. Many screen-based activities are built around watching and swiping, not creating.</a:t>
            </a:r>
          </a:p>
        </p:txBody>
      </p:sp>
      <p:sp>
        <p:nvSpPr>
          <p:cNvPr id="4" name="Rounded Rectangle 3"/>
          <p:cNvSpPr/>
          <p:nvPr/>
        </p:nvSpPr>
        <p:spPr>
          <a:xfrm>
            <a:off x="548640" y="1901952"/>
            <a:ext cx="3931920" cy="2240280"/>
          </a:xfrm>
          <a:prstGeom prst="roundRect">
            <a:avLst>
              <a:gd name="adj" fmla="val 73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ild coloring a Scanvas sheet"/>
          <p:cNvPicPr>
            <a:picLocks noChangeAspect="1"/>
          </p:cNvPicPr>
          <p:nvPr/>
        </p:nvPicPr>
        <p:blipFill>
          <a:blip r:embed="rId2"/>
          <a:stretch>
            <a:fillRect/>
          </a:stretch>
        </p:blipFill>
        <p:spPr>
          <a:xfrm>
            <a:off x="749808" y="2084831"/>
            <a:ext cx="1417320" cy="1233068"/>
          </a:xfrm>
          <a:prstGeom prst="rect">
            <a:avLst/>
          </a:prstGeom>
        </p:spPr>
      </p:pic>
      <p:sp>
        <p:nvSpPr>
          <p:cNvPr id="6" name="TextBox 5"/>
          <p:cNvSpPr txBox="1"/>
          <p:nvPr/>
        </p:nvSpPr>
        <p:spPr>
          <a:xfrm>
            <a:off x="2359152" y="2121408"/>
            <a:ext cx="1965960" cy="320040"/>
          </a:xfrm>
          <a:prstGeom prst="rect">
            <a:avLst/>
          </a:prstGeom>
          <a:noFill/>
        </p:spPr>
        <p:txBody>
          <a:bodyPr wrap="square" lIns="0" rIns="0" tIns="0" bIns="0" anchor="t">
            <a:noAutofit/>
          </a:bodyPr>
          <a:lstStyle/>
          <a:p>
            <a:pPr algn="l"/>
            <a:r>
              <a:rPr sz="1500" b="1" i="0">
                <a:solidFill>
                  <a:srgbClr val="172033"/>
                </a:solidFill>
                <a:latin typeface="Fredoka"/>
              </a:rPr>
              <a:t>On paper</a:t>
            </a:r>
          </a:p>
        </p:txBody>
      </p:sp>
      <p:sp>
        <p:nvSpPr>
          <p:cNvPr id="7" name="TextBox 6"/>
          <p:cNvSpPr txBox="1"/>
          <p:nvPr/>
        </p:nvSpPr>
        <p:spPr>
          <a:xfrm>
            <a:off x="2359152" y="2505456"/>
            <a:ext cx="1920240" cy="822960"/>
          </a:xfrm>
          <a:prstGeom prst="rect">
            <a:avLst/>
          </a:prstGeom>
          <a:noFill/>
        </p:spPr>
        <p:txBody>
          <a:bodyPr wrap="square" lIns="0" rIns="0" tIns="0" bIns="0" anchor="t">
            <a:noAutofit/>
          </a:bodyPr>
          <a:lstStyle/>
          <a:p>
            <a:pPr algn="l">
              <a:lnSpc>
                <a:spcPct val="115000"/>
              </a:lnSpc>
            </a:pPr>
            <a:r>
              <a:rPr sz="1000" b="0" i="0">
                <a:solidFill>
                  <a:srgbClr val="172033"/>
                </a:solidFill>
                <a:latin typeface="Varela Round"/>
              </a:rPr>
              <a:t>Creative and hands-on, but it ends when the page is done.</a:t>
            </a:r>
          </a:p>
        </p:txBody>
      </p:sp>
      <p:sp>
        <p:nvSpPr>
          <p:cNvPr id="8" name="Rounded Rectangle 7"/>
          <p:cNvSpPr/>
          <p:nvPr/>
        </p:nvSpPr>
        <p:spPr>
          <a:xfrm>
            <a:off x="749808" y="3584448"/>
            <a:ext cx="795528"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Create</a:t>
            </a:r>
          </a:p>
        </p:txBody>
      </p:sp>
      <p:pic>
        <p:nvPicPr>
          <p:cNvPr id="9" name="Picture 8" descr="arrow-right_purple.png"/>
          <p:cNvPicPr>
            <a:picLocks noChangeAspect="1"/>
          </p:cNvPicPr>
          <p:nvPr/>
        </p:nvPicPr>
        <p:blipFill>
          <a:blip r:embed="rId3"/>
          <a:stretch>
            <a:fillRect/>
          </a:stretch>
        </p:blipFill>
        <p:spPr>
          <a:xfrm>
            <a:off x="1586484" y="3671315"/>
            <a:ext cx="137160" cy="137160"/>
          </a:xfrm>
          <a:prstGeom prst="rect">
            <a:avLst/>
          </a:prstGeom>
        </p:spPr>
      </p:pic>
      <p:sp>
        <p:nvSpPr>
          <p:cNvPr id="10" name="Rounded Rectangle 9"/>
          <p:cNvSpPr/>
          <p:nvPr/>
        </p:nvSpPr>
        <p:spPr>
          <a:xfrm>
            <a:off x="1764792" y="3584448"/>
            <a:ext cx="950976"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Finished</a:t>
            </a:r>
          </a:p>
        </p:txBody>
      </p:sp>
      <p:pic>
        <p:nvPicPr>
          <p:cNvPr id="11" name="Picture 10" descr="arrow-right_purple.png"/>
          <p:cNvPicPr>
            <a:picLocks noChangeAspect="1"/>
          </p:cNvPicPr>
          <p:nvPr/>
        </p:nvPicPr>
        <p:blipFill>
          <a:blip r:embed="rId3"/>
          <a:stretch>
            <a:fillRect/>
          </a:stretch>
        </p:blipFill>
        <p:spPr>
          <a:xfrm>
            <a:off x="2756915" y="3671315"/>
            <a:ext cx="137160" cy="137160"/>
          </a:xfrm>
          <a:prstGeom prst="rect">
            <a:avLst/>
          </a:prstGeom>
        </p:spPr>
      </p:pic>
      <p:sp>
        <p:nvSpPr>
          <p:cNvPr id="12" name="Rounded Rectangle 11"/>
          <p:cNvSpPr/>
          <p:nvPr/>
        </p:nvSpPr>
        <p:spPr>
          <a:xfrm>
            <a:off x="2935224" y="3584448"/>
            <a:ext cx="640080"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26078"/>
                </a:solidFill>
                <a:latin typeface="Fredoka SemiBold"/>
              </a:rPr>
              <a:t>Stop</a:t>
            </a:r>
          </a:p>
        </p:txBody>
      </p:sp>
      <p:sp>
        <p:nvSpPr>
          <p:cNvPr id="13" name="Rounded Rectangle 12"/>
          <p:cNvSpPr/>
          <p:nvPr/>
        </p:nvSpPr>
        <p:spPr>
          <a:xfrm>
            <a:off x="4663440" y="1901952"/>
            <a:ext cx="3931920" cy="2240280"/>
          </a:xfrm>
          <a:prstGeom prst="roundRect">
            <a:avLst>
              <a:gd name="adj" fmla="val 73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64607" y="2084831"/>
            <a:ext cx="1417320" cy="1234440"/>
          </a:xfrm>
          <a:prstGeom prst="roundRect">
            <a:avLst>
              <a:gd name="adj" fmla="val 9629"/>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76088" y="2203704"/>
            <a:ext cx="594360" cy="1005840"/>
          </a:xfrm>
          <a:prstGeom prst="roundRect">
            <a:avLst>
              <a:gd name="adj" fmla="val 15384"/>
            </a:avLst>
          </a:prstGeom>
          <a:solidFill>
            <a:srgbClr val="FFFFFF"/>
          </a:solidFill>
          <a:ln w="254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itor-play_gray.png"/>
          <p:cNvPicPr>
            <a:picLocks noChangeAspect="1"/>
          </p:cNvPicPr>
          <p:nvPr/>
        </p:nvPicPr>
        <p:blipFill>
          <a:blip r:embed="rId4"/>
          <a:stretch>
            <a:fillRect/>
          </a:stretch>
        </p:blipFill>
        <p:spPr>
          <a:xfrm>
            <a:off x="5385816" y="2523744"/>
            <a:ext cx="384048" cy="384048"/>
          </a:xfrm>
          <a:prstGeom prst="rect">
            <a:avLst/>
          </a:prstGeom>
        </p:spPr>
      </p:pic>
      <p:sp>
        <p:nvSpPr>
          <p:cNvPr id="17" name="TextBox 16"/>
          <p:cNvSpPr txBox="1"/>
          <p:nvPr/>
        </p:nvSpPr>
        <p:spPr>
          <a:xfrm>
            <a:off x="6473952" y="2121408"/>
            <a:ext cx="1965960" cy="320040"/>
          </a:xfrm>
          <a:prstGeom prst="rect">
            <a:avLst/>
          </a:prstGeom>
          <a:noFill/>
        </p:spPr>
        <p:txBody>
          <a:bodyPr wrap="square" lIns="0" rIns="0" tIns="0" bIns="0" anchor="t">
            <a:noAutofit/>
          </a:bodyPr>
          <a:lstStyle/>
          <a:p>
            <a:pPr algn="l"/>
            <a:r>
              <a:rPr sz="1500" b="1" i="0">
                <a:solidFill>
                  <a:srgbClr val="172033"/>
                </a:solidFill>
                <a:latin typeface="Fredoka"/>
              </a:rPr>
              <a:t>On screens</a:t>
            </a:r>
          </a:p>
        </p:txBody>
      </p:sp>
      <p:sp>
        <p:nvSpPr>
          <p:cNvPr id="18" name="TextBox 17"/>
          <p:cNvSpPr txBox="1"/>
          <p:nvPr/>
        </p:nvSpPr>
        <p:spPr>
          <a:xfrm>
            <a:off x="6473952" y="2505456"/>
            <a:ext cx="1920240" cy="822960"/>
          </a:xfrm>
          <a:prstGeom prst="rect">
            <a:avLst/>
          </a:prstGeom>
          <a:noFill/>
        </p:spPr>
        <p:txBody>
          <a:bodyPr wrap="square" lIns="0" rIns="0" tIns="0" bIns="0" anchor="t">
            <a:noAutofit/>
          </a:bodyPr>
          <a:lstStyle/>
          <a:p>
            <a:pPr algn="l">
              <a:lnSpc>
                <a:spcPct val="115000"/>
              </a:lnSpc>
            </a:pPr>
            <a:r>
              <a:rPr sz="1000" b="0" i="0">
                <a:solidFill>
                  <a:srgbClr val="172033"/>
                </a:solidFill>
                <a:latin typeface="Varela Round"/>
              </a:rPr>
              <a:t>Engaging, but children mostly watch instead of make.</a:t>
            </a:r>
          </a:p>
        </p:txBody>
      </p:sp>
      <p:sp>
        <p:nvSpPr>
          <p:cNvPr id="19" name="Rounded Rectangle 18"/>
          <p:cNvSpPr/>
          <p:nvPr/>
        </p:nvSpPr>
        <p:spPr>
          <a:xfrm>
            <a:off x="4864607" y="3584448"/>
            <a:ext cx="717804" cy="310896"/>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26078"/>
                </a:solidFill>
                <a:latin typeface="Fredoka SemiBold"/>
              </a:rPr>
              <a:t>Watch</a:t>
            </a:r>
          </a:p>
        </p:txBody>
      </p:sp>
      <p:pic>
        <p:nvPicPr>
          <p:cNvPr id="20" name="Picture 19" descr="arrow-right_gray.png"/>
          <p:cNvPicPr>
            <a:picLocks noChangeAspect="1"/>
          </p:cNvPicPr>
          <p:nvPr/>
        </p:nvPicPr>
        <p:blipFill>
          <a:blip r:embed="rId5"/>
          <a:stretch>
            <a:fillRect/>
          </a:stretch>
        </p:blipFill>
        <p:spPr>
          <a:xfrm>
            <a:off x="5623559" y="3671315"/>
            <a:ext cx="137160" cy="137160"/>
          </a:xfrm>
          <a:prstGeom prst="rect">
            <a:avLst/>
          </a:prstGeom>
        </p:spPr>
      </p:pic>
      <p:sp>
        <p:nvSpPr>
          <p:cNvPr id="21" name="Rounded Rectangle 20"/>
          <p:cNvSpPr/>
          <p:nvPr/>
        </p:nvSpPr>
        <p:spPr>
          <a:xfrm>
            <a:off x="5801868" y="3584448"/>
            <a:ext cx="717804" cy="310896"/>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26078"/>
                </a:solidFill>
                <a:latin typeface="Fredoka SemiBold"/>
              </a:rPr>
              <a:t>Swipe</a:t>
            </a:r>
          </a:p>
        </p:txBody>
      </p:sp>
      <p:pic>
        <p:nvPicPr>
          <p:cNvPr id="22" name="Picture 21" descr="arrow-right_gray.png"/>
          <p:cNvPicPr>
            <a:picLocks noChangeAspect="1"/>
          </p:cNvPicPr>
          <p:nvPr/>
        </p:nvPicPr>
        <p:blipFill>
          <a:blip r:embed="rId5"/>
          <a:stretch>
            <a:fillRect/>
          </a:stretch>
        </p:blipFill>
        <p:spPr>
          <a:xfrm>
            <a:off x="6560820" y="3671315"/>
            <a:ext cx="137160" cy="137160"/>
          </a:xfrm>
          <a:prstGeom prst="rect">
            <a:avLst/>
          </a:prstGeom>
        </p:spPr>
      </p:pic>
      <p:sp>
        <p:nvSpPr>
          <p:cNvPr id="23" name="Rounded Rectangle 22"/>
          <p:cNvSpPr/>
          <p:nvPr/>
        </p:nvSpPr>
        <p:spPr>
          <a:xfrm>
            <a:off x="6739128" y="3584448"/>
            <a:ext cx="717804" cy="310896"/>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26078"/>
                </a:solidFill>
                <a:latin typeface="Fredoka SemiBold"/>
              </a:rPr>
              <a:t>Watch</a:t>
            </a:r>
          </a:p>
        </p:txBody>
      </p:sp>
      <p:sp>
        <p:nvSpPr>
          <p:cNvPr id="24" name="TextBox 23"/>
          <p:cNvSpPr txBox="1"/>
          <p:nvPr/>
        </p:nvSpPr>
        <p:spPr>
          <a:xfrm>
            <a:off x="548640" y="4297680"/>
            <a:ext cx="8046720" cy="365760"/>
          </a:xfrm>
          <a:prstGeom prst="rect">
            <a:avLst/>
          </a:prstGeom>
          <a:noFill/>
        </p:spPr>
        <p:txBody>
          <a:bodyPr wrap="square" lIns="0" rIns="0" tIns="0" bIns="0" anchor="t">
            <a:noAutofit/>
          </a:bodyPr>
          <a:lstStyle/>
          <a:p>
            <a:pPr algn="ctr"/>
          </a:p>
        </p:txBody>
      </p:sp>
      <p:sp>
        <p:nvSpPr>
          <p:cNvPr id="25" name="Rounded Rectangle 24"/>
          <p:cNvSpPr/>
          <p:nvPr/>
        </p:nvSpPr>
        <p:spPr>
          <a:xfrm>
            <a:off x="548640" y="4261104"/>
            <a:ext cx="8046720" cy="566928"/>
          </a:xfrm>
          <a:prstGeom prst="roundRect">
            <a:avLst>
              <a:gd name="adj" fmla="val 2258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76656" y="4352544"/>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chool_purple.png"/>
          <p:cNvPicPr>
            <a:picLocks noChangeAspect="1"/>
          </p:cNvPicPr>
          <p:nvPr/>
        </p:nvPicPr>
        <p:blipFill>
          <a:blip r:embed="rId7"/>
          <a:stretch>
            <a:fillRect/>
          </a:stretch>
        </p:blipFill>
        <p:spPr>
          <a:xfrm>
            <a:off x="768827" y="4444715"/>
            <a:ext cx="199704" cy="199704"/>
          </a:xfrm>
          <a:prstGeom prst="rect">
            <a:avLst/>
          </a:prstGeom>
        </p:spPr>
      </p:pic>
      <p:sp>
        <p:nvSpPr>
          <p:cNvPr id="28" name="Rounded Rectangle 27"/>
          <p:cNvSpPr/>
          <p:nvPr/>
        </p:nvSpPr>
        <p:spPr>
          <a:xfrm>
            <a:off x="1170432" y="4315968"/>
            <a:ext cx="2565908" cy="20116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92400E"/>
                </a:solidFill>
                <a:latin typeface="Fredoka SemiBold"/>
              </a:rPr>
              <a:t>FOR SCHOOLS &amp; ORGANIZERS · VALIDATING</a:t>
            </a:r>
          </a:p>
        </p:txBody>
      </p:sp>
      <p:sp>
        <p:nvSpPr>
          <p:cNvPr id="29" name="TextBox 28"/>
          <p:cNvSpPr txBox="1"/>
          <p:nvPr/>
        </p:nvSpPr>
        <p:spPr>
          <a:xfrm>
            <a:off x="1170432" y="4526280"/>
            <a:ext cx="4251960" cy="274320"/>
          </a:xfrm>
          <a:prstGeom prst="rect">
            <a:avLst/>
          </a:prstGeom>
          <a:noFill/>
        </p:spPr>
        <p:txBody>
          <a:bodyPr wrap="square" lIns="0" rIns="0" tIns="0" bIns="0" anchor="ctr">
            <a:noAutofit/>
          </a:bodyPr>
          <a:lstStyle/>
          <a:p>
            <a:pPr algn="l">
              <a:lnSpc>
                <a:spcPct val="100000"/>
              </a:lnSpc>
            </a:pPr>
            <a:r>
              <a:rPr sz="800" b="0" i="0">
                <a:solidFill>
                  <a:srgbClr val="172033"/>
                </a:solidFill>
                <a:latin typeface="Varela Round"/>
              </a:rPr>
              <a:t>Creative sessions for 20–30 children need ready-made activities that are engaging, educational, and easy for teachers to run.</a:t>
            </a:r>
          </a:p>
        </p:txBody>
      </p:sp>
      <p:sp>
        <p:nvSpPr>
          <p:cNvPr id="30" name="Rectangle 29"/>
          <p:cNvSpPr/>
          <p:nvPr/>
        </p:nvSpPr>
        <p:spPr>
          <a:xfrm>
            <a:off x="5532120" y="4334256"/>
            <a:ext cx="9144" cy="42062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0" y="4261104"/>
            <a:ext cx="2834640" cy="566928"/>
          </a:xfrm>
          <a:prstGeom prst="rect">
            <a:avLst/>
          </a:prstGeom>
          <a:noFill/>
        </p:spPr>
        <p:txBody>
          <a:bodyPr wrap="square" lIns="0" rIns="0" tIns="0" bIns="0" anchor="ctr">
            <a:noAutofit/>
          </a:bodyPr>
          <a:lstStyle/>
          <a:p>
            <a:pPr algn="l">
              <a:lnSpc>
                <a:spcPct val="100000"/>
              </a:lnSpc>
            </a:pPr>
            <a:r>
              <a:rPr sz="1050" b="1" i="0">
                <a:solidFill>
                  <a:srgbClr val="7C3AED"/>
                </a:solidFill>
                <a:latin typeface="Fredoka"/>
              </a:rPr>
              <a:t>Opportunity: join hands-on creativity, digital play, and learning.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7315200" cy="822960"/>
          </a:xfrm>
        </p:spPr>
        <p:txBody>
          <a:bodyPr wrap="square" lIns="0" rIns="0" tIns="0" bIns="0" anchor="t">
            <a:noAutofit/>
          </a:bodyPr>
          <a:lstStyle/>
          <a:p>
            <a:pPr algn="l">
              <a:lnSpc>
                <a:spcPct val="95000"/>
              </a:lnSpc>
            </a:pPr>
            <a:r>
              <a:rPr sz="2800" b="1" i="0">
                <a:solidFill>
                  <a:srgbClr val="172033"/>
                </a:solidFill>
                <a:latin typeface="Fredoka"/>
              </a:rPr>
              <a:t>Their Creation Becomes the Character</a:t>
            </a:r>
          </a:p>
        </p:txBody>
      </p:sp>
      <p:sp>
        <p:nvSpPr>
          <p:cNvPr id="3" name="TextBox 2"/>
          <p:cNvSpPr txBox="1"/>
          <p:nvPr/>
        </p:nvSpPr>
        <p:spPr>
          <a:xfrm>
            <a:off x="548640" y="1143000"/>
            <a:ext cx="7589520" cy="502920"/>
          </a:xfrm>
          <a:prstGeom prst="rect">
            <a:avLst/>
          </a:prstGeom>
          <a:noFill/>
        </p:spPr>
        <p:txBody>
          <a:bodyPr wrap="square" lIns="0" rIns="0" tIns="0" bIns="0" anchor="t">
            <a:noAutofit/>
          </a:bodyPr>
          <a:lstStyle/>
          <a:p>
            <a:pPr algn="l">
              <a:lnSpc>
                <a:spcPct val="115000"/>
              </a:lnSpc>
            </a:pPr>
            <a:r>
              <a:rPr sz="1050" b="0" i="0">
                <a:solidFill>
                  <a:srgbClr val="172033"/>
                </a:solidFill>
                <a:latin typeface="Varela Round"/>
              </a:rPr>
              <a:t>Children color a printed sheet, scan it through the website, and watch their own artwork become an animated character with sound, motion, and educational content.</a:t>
            </a:r>
          </a:p>
        </p:txBody>
      </p:sp>
      <p:sp>
        <p:nvSpPr>
          <p:cNvPr id="4" name="Rounded Rectangle 3"/>
          <p:cNvSpPr/>
          <p:nvPr/>
        </p:nvSpPr>
        <p:spPr>
          <a:xfrm>
            <a:off x="786384"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lor step"/>
          <p:cNvPicPr>
            <a:picLocks noChangeAspect="1"/>
          </p:cNvPicPr>
          <p:nvPr/>
        </p:nvPicPr>
        <p:blipFill>
          <a:blip r:embed="rId2"/>
          <a:stretch>
            <a:fillRect/>
          </a:stretch>
        </p:blipFill>
        <p:spPr>
          <a:xfrm>
            <a:off x="804672" y="2095430"/>
            <a:ext cx="1335024" cy="1304682"/>
          </a:xfrm>
          <a:prstGeom prst="rect">
            <a:avLst/>
          </a:prstGeom>
        </p:spPr>
      </p:pic>
      <p:sp>
        <p:nvSpPr>
          <p:cNvPr id="6" name="Oval 5"/>
          <p:cNvSpPr/>
          <p:nvPr/>
        </p:nvSpPr>
        <p:spPr>
          <a:xfrm>
            <a:off x="713232"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1</a:t>
            </a:r>
          </a:p>
        </p:txBody>
      </p:sp>
      <p:sp>
        <p:nvSpPr>
          <p:cNvPr id="7" name="TextBox 6"/>
          <p:cNvSpPr txBox="1"/>
          <p:nvPr/>
        </p:nvSpPr>
        <p:spPr>
          <a:xfrm>
            <a:off x="786384"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Color</a:t>
            </a:r>
          </a:p>
        </p:txBody>
      </p:sp>
      <p:sp>
        <p:nvSpPr>
          <p:cNvPr id="8" name="TextBox 7"/>
          <p:cNvSpPr txBox="1"/>
          <p:nvPr/>
        </p:nvSpPr>
        <p:spPr>
          <a:xfrm>
            <a:off x="786384"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Kids color a Scanvas paper sheet</a:t>
            </a:r>
          </a:p>
        </p:txBody>
      </p:sp>
      <p:sp>
        <p:nvSpPr>
          <p:cNvPr id="9" name="Chevron 8"/>
          <p:cNvSpPr/>
          <p:nvPr/>
        </p:nvSpPr>
        <p:spPr>
          <a:xfrm>
            <a:off x="2221991"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395728"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can step"/>
          <p:cNvPicPr>
            <a:picLocks noChangeAspect="1"/>
          </p:cNvPicPr>
          <p:nvPr/>
        </p:nvPicPr>
        <p:blipFill>
          <a:blip r:embed="rId3"/>
          <a:stretch>
            <a:fillRect/>
          </a:stretch>
        </p:blipFill>
        <p:spPr>
          <a:xfrm>
            <a:off x="2693548" y="1984248"/>
            <a:ext cx="775959" cy="1527048"/>
          </a:xfrm>
          <a:prstGeom prst="rect">
            <a:avLst/>
          </a:prstGeom>
        </p:spPr>
      </p:pic>
      <p:sp>
        <p:nvSpPr>
          <p:cNvPr id="12" name="Oval 11"/>
          <p:cNvSpPr/>
          <p:nvPr/>
        </p:nvSpPr>
        <p:spPr>
          <a:xfrm>
            <a:off x="2322576"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2</a:t>
            </a:r>
          </a:p>
        </p:txBody>
      </p:sp>
      <p:sp>
        <p:nvSpPr>
          <p:cNvPr id="13" name="TextBox 12"/>
          <p:cNvSpPr txBox="1"/>
          <p:nvPr/>
        </p:nvSpPr>
        <p:spPr>
          <a:xfrm>
            <a:off x="2395728"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Scan</a:t>
            </a:r>
          </a:p>
        </p:txBody>
      </p:sp>
      <p:sp>
        <p:nvSpPr>
          <p:cNvPr id="14" name="TextBox 13"/>
          <p:cNvSpPr txBox="1"/>
          <p:nvPr/>
        </p:nvSpPr>
        <p:spPr>
          <a:xfrm>
            <a:off x="2395728"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Snap or upload a photo in the browser</a:t>
            </a:r>
          </a:p>
        </p:txBody>
      </p:sp>
      <p:sp>
        <p:nvSpPr>
          <p:cNvPr id="15" name="Chevron 14"/>
          <p:cNvSpPr/>
          <p:nvPr/>
        </p:nvSpPr>
        <p:spPr>
          <a:xfrm>
            <a:off x="3831336"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005072"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ome Alive step"/>
          <p:cNvPicPr>
            <a:picLocks noChangeAspect="1"/>
          </p:cNvPicPr>
          <p:nvPr/>
        </p:nvPicPr>
        <p:blipFill>
          <a:blip r:embed="rId4"/>
          <a:stretch>
            <a:fillRect/>
          </a:stretch>
        </p:blipFill>
        <p:spPr>
          <a:xfrm>
            <a:off x="4023360" y="2367290"/>
            <a:ext cx="1335024" cy="760963"/>
          </a:xfrm>
          <a:prstGeom prst="rect">
            <a:avLst/>
          </a:prstGeom>
        </p:spPr>
      </p:pic>
      <p:sp>
        <p:nvSpPr>
          <p:cNvPr id="18" name="Oval 17"/>
          <p:cNvSpPr/>
          <p:nvPr/>
        </p:nvSpPr>
        <p:spPr>
          <a:xfrm>
            <a:off x="3931920"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3</a:t>
            </a:r>
          </a:p>
        </p:txBody>
      </p:sp>
      <p:sp>
        <p:nvSpPr>
          <p:cNvPr id="19" name="TextBox 18"/>
          <p:cNvSpPr txBox="1"/>
          <p:nvPr/>
        </p:nvSpPr>
        <p:spPr>
          <a:xfrm>
            <a:off x="4005072"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Come Alive</a:t>
            </a:r>
          </a:p>
        </p:txBody>
      </p:sp>
      <p:sp>
        <p:nvSpPr>
          <p:cNvPr id="20" name="TextBox 19"/>
          <p:cNvSpPr txBox="1"/>
          <p:nvPr/>
        </p:nvSpPr>
        <p:spPr>
          <a:xfrm>
            <a:off x="4005072"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The artwork comes alive in seconds</a:t>
            </a:r>
          </a:p>
        </p:txBody>
      </p:sp>
      <p:sp>
        <p:nvSpPr>
          <p:cNvPr id="21" name="Chevron 20"/>
          <p:cNvSpPr/>
          <p:nvPr/>
        </p:nvSpPr>
        <p:spPr>
          <a:xfrm>
            <a:off x="5440680"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14416"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Explore step"/>
          <p:cNvPicPr>
            <a:picLocks noChangeAspect="1"/>
          </p:cNvPicPr>
          <p:nvPr/>
        </p:nvPicPr>
        <p:blipFill>
          <a:blip r:embed="rId5"/>
          <a:stretch>
            <a:fillRect/>
          </a:stretch>
        </p:blipFill>
        <p:spPr>
          <a:xfrm>
            <a:off x="5912236" y="1984248"/>
            <a:ext cx="775959" cy="1527048"/>
          </a:xfrm>
          <a:prstGeom prst="rect">
            <a:avLst/>
          </a:prstGeom>
        </p:spPr>
      </p:pic>
      <p:sp>
        <p:nvSpPr>
          <p:cNvPr id="24" name="Oval 23"/>
          <p:cNvSpPr/>
          <p:nvPr/>
        </p:nvSpPr>
        <p:spPr>
          <a:xfrm>
            <a:off x="5541264"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4</a:t>
            </a:r>
          </a:p>
        </p:txBody>
      </p:sp>
      <p:sp>
        <p:nvSpPr>
          <p:cNvPr id="25" name="TextBox 24"/>
          <p:cNvSpPr txBox="1"/>
          <p:nvPr/>
        </p:nvSpPr>
        <p:spPr>
          <a:xfrm>
            <a:off x="5614416"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Explore</a:t>
            </a:r>
          </a:p>
        </p:txBody>
      </p:sp>
      <p:sp>
        <p:nvSpPr>
          <p:cNvPr id="26" name="TextBox 25"/>
          <p:cNvSpPr txBox="1"/>
          <p:nvPr/>
        </p:nvSpPr>
        <p:spPr>
          <a:xfrm>
            <a:off x="5614416"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It swims inside a living world</a:t>
            </a:r>
          </a:p>
        </p:txBody>
      </p:sp>
      <p:sp>
        <p:nvSpPr>
          <p:cNvPr id="27" name="Chevron 26"/>
          <p:cNvSpPr/>
          <p:nvPr/>
        </p:nvSpPr>
        <p:spPr>
          <a:xfrm>
            <a:off x="7050024"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223760"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earn step"/>
          <p:cNvPicPr>
            <a:picLocks noChangeAspect="1"/>
          </p:cNvPicPr>
          <p:nvPr/>
        </p:nvPicPr>
        <p:blipFill>
          <a:blip r:embed="rId6"/>
          <a:stretch>
            <a:fillRect/>
          </a:stretch>
        </p:blipFill>
        <p:spPr>
          <a:xfrm>
            <a:off x="7242048" y="2338162"/>
            <a:ext cx="1335024" cy="819219"/>
          </a:xfrm>
          <a:prstGeom prst="rect">
            <a:avLst/>
          </a:prstGeom>
        </p:spPr>
      </p:pic>
      <p:sp>
        <p:nvSpPr>
          <p:cNvPr id="30" name="Oval 29"/>
          <p:cNvSpPr/>
          <p:nvPr/>
        </p:nvSpPr>
        <p:spPr>
          <a:xfrm>
            <a:off x="7150608"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5</a:t>
            </a:r>
          </a:p>
        </p:txBody>
      </p:sp>
      <p:sp>
        <p:nvSpPr>
          <p:cNvPr id="31" name="TextBox 30"/>
          <p:cNvSpPr txBox="1"/>
          <p:nvPr/>
        </p:nvSpPr>
        <p:spPr>
          <a:xfrm>
            <a:off x="7223760"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Learn</a:t>
            </a:r>
          </a:p>
        </p:txBody>
      </p:sp>
      <p:sp>
        <p:nvSpPr>
          <p:cNvPr id="32" name="TextBox 31"/>
          <p:cNvSpPr txBox="1"/>
          <p:nvPr/>
        </p:nvSpPr>
        <p:spPr>
          <a:xfrm>
            <a:off x="7223760"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A short story, sounds, and facts</a:t>
            </a:r>
          </a:p>
        </p:txBody>
      </p:sp>
      <p:sp>
        <p:nvSpPr>
          <p:cNvPr id="33" name="Rounded Rectangle 32"/>
          <p:cNvSpPr/>
          <p:nvPr/>
        </p:nvSpPr>
        <p:spPr>
          <a:xfrm>
            <a:off x="548640" y="4315968"/>
            <a:ext cx="8046720" cy="475488"/>
          </a:xfrm>
          <a:prstGeom prst="roundRect">
            <a:avLst>
              <a:gd name="adj" fmla="val 2692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wand-sparkles_purple.png"/>
          <p:cNvPicPr>
            <a:picLocks noChangeAspect="1"/>
          </p:cNvPicPr>
          <p:nvPr/>
        </p:nvPicPr>
        <p:blipFill>
          <a:blip r:embed="rId8"/>
          <a:stretch>
            <a:fillRect/>
          </a:stretch>
        </p:blipFill>
        <p:spPr>
          <a:xfrm>
            <a:off x="713232" y="4425696"/>
            <a:ext cx="256032" cy="256032"/>
          </a:xfrm>
          <a:prstGeom prst="rect">
            <a:avLst/>
          </a:prstGeom>
        </p:spPr>
      </p:pic>
      <p:sp>
        <p:nvSpPr>
          <p:cNvPr id="35" name="TextBox 34"/>
          <p:cNvSpPr txBox="1"/>
          <p:nvPr/>
        </p:nvSpPr>
        <p:spPr>
          <a:xfrm>
            <a:off x="1060704" y="4315968"/>
            <a:ext cx="3931920" cy="475488"/>
          </a:xfrm>
          <a:prstGeom prst="rect">
            <a:avLst/>
          </a:prstGeom>
          <a:noFill/>
        </p:spPr>
        <p:txBody>
          <a:bodyPr wrap="square" lIns="0" rIns="0" tIns="0" bIns="0" anchor="ctr">
            <a:noAutofit/>
          </a:bodyPr>
          <a:lstStyle/>
          <a:p>
            <a:pPr algn="l"/>
            <a:r>
              <a:rPr sz="1000" b="0" i="0">
                <a:solidFill>
                  <a:srgbClr val="5B21B6"/>
                </a:solidFill>
                <a:latin typeface="Fredoka SemiBold"/>
              </a:rPr>
              <a:t>Not a generic animation: the child’s own artwork.</a:t>
            </a:r>
          </a:p>
        </p:txBody>
      </p:sp>
      <p:sp>
        <p:nvSpPr>
          <p:cNvPr id="36" name="Rounded Rectangle 35"/>
          <p:cNvSpPr/>
          <p:nvPr/>
        </p:nvSpPr>
        <p:spPr>
          <a:xfrm>
            <a:off x="6894677" y="4407408"/>
            <a:ext cx="1590954"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37962" tIns="0" bIns="0">
            <a:noAutofit/>
          </a:bodyPr>
          <a:lstStyle/>
          <a:p>
            <a:pPr algn="l"/>
            <a:r>
              <a:rPr sz="850" b="0" i="0">
                <a:solidFill>
                  <a:srgbClr val="5B21B6"/>
                </a:solidFill>
                <a:latin typeface="Fredoka SemiBold"/>
              </a:rPr>
              <a:t>Learning Facts</a:t>
            </a:r>
          </a:p>
        </p:txBody>
      </p:sp>
      <p:pic>
        <p:nvPicPr>
          <p:cNvPr id="37" name="Picture 36" descr="book-open_purple.png"/>
          <p:cNvPicPr>
            <a:picLocks noChangeAspect="1"/>
          </p:cNvPicPr>
          <p:nvPr/>
        </p:nvPicPr>
        <p:blipFill>
          <a:blip r:embed="rId9"/>
          <a:stretch>
            <a:fillRect/>
          </a:stretch>
        </p:blipFill>
        <p:spPr>
          <a:xfrm>
            <a:off x="7004405" y="4463003"/>
            <a:ext cx="181416" cy="181416"/>
          </a:xfrm>
          <a:prstGeom prst="rect">
            <a:avLst/>
          </a:prstGeom>
        </p:spPr>
      </p:pic>
      <p:sp>
        <p:nvSpPr>
          <p:cNvPr id="38" name="Rounded Rectangle 37"/>
          <p:cNvSpPr/>
          <p:nvPr/>
        </p:nvSpPr>
        <p:spPr>
          <a:xfrm>
            <a:off x="5872937" y="4407408"/>
            <a:ext cx="930300"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37962" tIns="0" bIns="0">
            <a:noAutofit/>
          </a:bodyPr>
          <a:lstStyle/>
          <a:p>
            <a:pPr algn="l"/>
            <a:r>
              <a:rPr sz="850" b="0" i="0">
                <a:solidFill>
                  <a:srgbClr val="5B21B6"/>
                </a:solidFill>
                <a:latin typeface="Fredoka SemiBold"/>
              </a:rPr>
              <a:t>Sound</a:t>
            </a:r>
          </a:p>
        </p:txBody>
      </p:sp>
      <p:pic>
        <p:nvPicPr>
          <p:cNvPr id="39" name="Picture 38" descr="music_purple.png"/>
          <p:cNvPicPr>
            <a:picLocks noChangeAspect="1"/>
          </p:cNvPicPr>
          <p:nvPr/>
        </p:nvPicPr>
        <p:blipFill>
          <a:blip r:embed="rId10"/>
          <a:stretch>
            <a:fillRect/>
          </a:stretch>
        </p:blipFill>
        <p:spPr>
          <a:xfrm>
            <a:off x="5982665" y="4463003"/>
            <a:ext cx="181416" cy="181416"/>
          </a:xfrm>
          <a:prstGeom prst="rect">
            <a:avLst/>
          </a:prstGeom>
        </p:spPr>
      </p:pic>
      <p:sp>
        <p:nvSpPr>
          <p:cNvPr id="40" name="Rounded Rectangle 39"/>
          <p:cNvSpPr/>
          <p:nvPr/>
        </p:nvSpPr>
        <p:spPr>
          <a:xfrm>
            <a:off x="4630978" y="4407408"/>
            <a:ext cx="1150518"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37962" tIns="0" bIns="0">
            <a:noAutofit/>
          </a:bodyPr>
          <a:lstStyle/>
          <a:p>
            <a:pPr algn="l"/>
            <a:r>
              <a:rPr sz="850" b="0" i="0">
                <a:solidFill>
                  <a:srgbClr val="5B21B6"/>
                </a:solidFill>
                <a:latin typeface="Fredoka SemiBold"/>
              </a:rPr>
              <a:t>Movement</a:t>
            </a:r>
          </a:p>
        </p:txBody>
      </p:sp>
      <p:pic>
        <p:nvPicPr>
          <p:cNvPr id="41" name="Picture 40" descr="move_purple.png"/>
          <p:cNvPicPr>
            <a:picLocks noChangeAspect="1"/>
          </p:cNvPicPr>
          <p:nvPr/>
        </p:nvPicPr>
        <p:blipFill>
          <a:blip r:embed="rId11"/>
          <a:stretch>
            <a:fillRect/>
          </a:stretch>
        </p:blipFill>
        <p:spPr>
          <a:xfrm>
            <a:off x="4740706" y="4463003"/>
            <a:ext cx="181416" cy="18141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47472"/>
            <a:ext cx="8046720" cy="411480"/>
          </a:xfrm>
        </p:spPr>
        <p:txBody>
          <a:bodyPr wrap="square" lIns="0" rIns="0" tIns="0" bIns="0" anchor="t">
            <a:noAutofit/>
          </a:bodyPr>
          <a:lstStyle/>
          <a:p>
            <a:pPr algn="l">
              <a:lnSpc>
                <a:spcPct val="95000"/>
              </a:lnSpc>
            </a:pPr>
            <a:r>
              <a:rPr sz="2000" b="1" i="0">
                <a:solidFill>
                  <a:srgbClr val="172033"/>
                </a:solidFill>
                <a:latin typeface="Fredoka"/>
              </a:rPr>
              <a:t>Market Size &amp; Target Market</a:t>
            </a:r>
          </a:p>
        </p:txBody>
      </p:sp>
      <p:sp>
        <p:nvSpPr>
          <p:cNvPr id="3" name="Rounded Rectangle 2"/>
          <p:cNvSpPr/>
          <p:nvPr/>
        </p:nvSpPr>
        <p:spPr>
          <a:xfrm>
            <a:off x="548640" y="896112"/>
            <a:ext cx="8046720" cy="749808"/>
          </a:xfrm>
          <a:prstGeom prst="roundRect">
            <a:avLst>
              <a:gd name="adj" fmla="val 1707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143000"/>
            <a:ext cx="1570329" cy="25603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09432" tIns="0" bIns="0">
            <a:noAutofit/>
          </a:bodyPr>
          <a:lstStyle/>
          <a:p>
            <a:pPr algn="l"/>
            <a:r>
              <a:rPr sz="750" b="0" i="0">
                <a:solidFill>
                  <a:srgbClr val="FFFFFF"/>
                </a:solidFill>
                <a:latin typeface="Fredoka SemiBold"/>
              </a:rPr>
              <a:t>INITIAL CUSTOMER</a:t>
            </a:r>
          </a:p>
        </p:txBody>
      </p:sp>
      <p:pic>
        <p:nvPicPr>
          <p:cNvPr id="5" name="Picture 4" descr="target_white.png"/>
          <p:cNvPicPr>
            <a:picLocks noChangeAspect="1"/>
          </p:cNvPicPr>
          <p:nvPr/>
        </p:nvPicPr>
        <p:blipFill>
          <a:blip r:embed="rId2"/>
          <a:stretch>
            <a:fillRect/>
          </a:stretch>
        </p:blipFill>
        <p:spPr>
          <a:xfrm>
            <a:off x="795528" y="1191646"/>
            <a:ext cx="158739" cy="158739"/>
          </a:xfrm>
          <a:prstGeom prst="rect">
            <a:avLst/>
          </a:prstGeom>
        </p:spPr>
      </p:pic>
      <p:sp>
        <p:nvSpPr>
          <p:cNvPr id="6" name="Rectangle 5"/>
          <p:cNvSpPr/>
          <p:nvPr/>
        </p:nvSpPr>
        <p:spPr>
          <a:xfrm>
            <a:off x="2340864" y="1005840"/>
            <a:ext cx="9144" cy="53035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32304" y="1005840"/>
            <a:ext cx="2103120" cy="164592"/>
          </a:xfrm>
          <a:prstGeom prst="rect">
            <a:avLst/>
          </a:prstGeom>
          <a:noFill/>
        </p:spPr>
        <p:txBody>
          <a:bodyPr wrap="square" lIns="0" rIns="0" tIns="0" bIns="0" anchor="t">
            <a:noAutofit/>
          </a:bodyPr>
          <a:lstStyle/>
          <a:p>
            <a:pPr algn="l"/>
            <a:r>
              <a:rPr sz="700" b="0" i="0">
                <a:solidFill>
                  <a:srgbClr val="7C3AED"/>
                </a:solidFill>
                <a:latin typeface="Fredoka SemiBold"/>
              </a:rPr>
              <a:t>Buyer</a:t>
            </a:r>
          </a:p>
        </p:txBody>
      </p:sp>
      <p:sp>
        <p:nvSpPr>
          <p:cNvPr id="8" name="TextBox 7"/>
          <p:cNvSpPr txBox="1"/>
          <p:nvPr/>
        </p:nvSpPr>
        <p:spPr>
          <a:xfrm>
            <a:off x="2432304" y="1188720"/>
            <a:ext cx="2103120" cy="384048"/>
          </a:xfrm>
          <a:prstGeom prst="rect">
            <a:avLst/>
          </a:prstGeom>
          <a:noFill/>
        </p:spPr>
        <p:txBody>
          <a:bodyPr wrap="square" lIns="0" rIns="0" tIns="0" bIns="0" anchor="t">
            <a:noAutofit/>
          </a:bodyPr>
          <a:lstStyle/>
          <a:p>
            <a:pPr algn="l">
              <a:lnSpc>
                <a:spcPct val="100000"/>
              </a:lnSpc>
            </a:pPr>
            <a:r>
              <a:rPr sz="850" b="0" i="0">
                <a:solidFill>
                  <a:srgbClr val="172033"/>
                </a:solidFill>
                <a:latin typeface="Varela Round"/>
              </a:rPr>
              <a:t>PAUD / TK / TPA owner or principal · school or event organizer · parent</a:t>
            </a:r>
          </a:p>
        </p:txBody>
      </p:sp>
      <p:sp>
        <p:nvSpPr>
          <p:cNvPr id="9" name="Rectangle 8"/>
          <p:cNvSpPr/>
          <p:nvPr/>
        </p:nvSpPr>
        <p:spPr>
          <a:xfrm>
            <a:off x="4572000" y="1005840"/>
            <a:ext cx="9144" cy="53035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005840"/>
            <a:ext cx="777240" cy="164592"/>
          </a:xfrm>
          <a:prstGeom prst="rect">
            <a:avLst/>
          </a:prstGeom>
          <a:noFill/>
        </p:spPr>
        <p:txBody>
          <a:bodyPr wrap="square" lIns="0" rIns="0" tIns="0" bIns="0" anchor="t">
            <a:noAutofit/>
          </a:bodyPr>
          <a:lstStyle/>
          <a:p>
            <a:pPr algn="l"/>
            <a:r>
              <a:rPr sz="700" b="0" i="0">
                <a:solidFill>
                  <a:srgbClr val="7C3AED"/>
                </a:solidFill>
                <a:latin typeface="Fredoka SemiBold"/>
              </a:rPr>
              <a:t>User</a:t>
            </a:r>
          </a:p>
        </p:txBody>
      </p:sp>
      <p:sp>
        <p:nvSpPr>
          <p:cNvPr id="11" name="TextBox 10"/>
          <p:cNvSpPr txBox="1"/>
          <p:nvPr/>
        </p:nvSpPr>
        <p:spPr>
          <a:xfrm>
            <a:off x="4663440" y="1188720"/>
            <a:ext cx="777240" cy="384048"/>
          </a:xfrm>
          <a:prstGeom prst="rect">
            <a:avLst/>
          </a:prstGeom>
          <a:noFill/>
        </p:spPr>
        <p:txBody>
          <a:bodyPr wrap="square" lIns="0" rIns="0" tIns="0" bIns="0" anchor="t">
            <a:noAutofit/>
          </a:bodyPr>
          <a:lstStyle/>
          <a:p>
            <a:pPr algn="l">
              <a:lnSpc>
                <a:spcPct val="100000"/>
              </a:lnSpc>
            </a:pPr>
            <a:r>
              <a:rPr sz="850" b="0" i="0">
                <a:solidFill>
                  <a:srgbClr val="172033"/>
                </a:solidFill>
                <a:latin typeface="Fredoka SemiBold"/>
              </a:rPr>
              <a:t>Children 3–10</a:t>
            </a:r>
          </a:p>
        </p:txBody>
      </p:sp>
      <p:sp>
        <p:nvSpPr>
          <p:cNvPr id="12" name="Rectangle 11"/>
          <p:cNvSpPr/>
          <p:nvPr/>
        </p:nvSpPr>
        <p:spPr>
          <a:xfrm>
            <a:off x="5468112" y="1005840"/>
            <a:ext cx="9144" cy="53035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9552" y="1005840"/>
            <a:ext cx="1188720" cy="164592"/>
          </a:xfrm>
          <a:prstGeom prst="rect">
            <a:avLst/>
          </a:prstGeom>
          <a:noFill/>
        </p:spPr>
        <p:txBody>
          <a:bodyPr wrap="square" lIns="0" rIns="0" tIns="0" bIns="0" anchor="t">
            <a:noAutofit/>
          </a:bodyPr>
          <a:lstStyle/>
          <a:p>
            <a:pPr algn="l"/>
            <a:r>
              <a:rPr sz="700" b="0" i="0">
                <a:solidFill>
                  <a:srgbClr val="7C3AED"/>
                </a:solidFill>
                <a:latin typeface="Fredoka SemiBold"/>
              </a:rPr>
              <a:t>Use case</a:t>
            </a:r>
          </a:p>
        </p:txBody>
      </p:sp>
      <p:sp>
        <p:nvSpPr>
          <p:cNvPr id="14" name="TextBox 13"/>
          <p:cNvSpPr txBox="1"/>
          <p:nvPr/>
        </p:nvSpPr>
        <p:spPr>
          <a:xfrm>
            <a:off x="5559552" y="1188720"/>
            <a:ext cx="1188720" cy="384048"/>
          </a:xfrm>
          <a:prstGeom prst="rect">
            <a:avLst/>
          </a:prstGeom>
          <a:noFill/>
        </p:spPr>
        <p:txBody>
          <a:bodyPr wrap="square" lIns="0" rIns="0" tIns="0" bIns="0" anchor="t">
            <a:noAutofit/>
          </a:bodyPr>
          <a:lstStyle/>
          <a:p>
            <a:pPr algn="l">
              <a:lnSpc>
                <a:spcPct val="100000"/>
              </a:lnSpc>
            </a:pPr>
            <a:r>
              <a:rPr sz="850" b="0" i="0">
                <a:solidFill>
                  <a:srgbClr val="172033"/>
                </a:solidFill>
                <a:latin typeface="Fredoka SemiBold"/>
              </a:rPr>
              <a:t>Creative classroom / activity session</a:t>
            </a:r>
          </a:p>
        </p:txBody>
      </p:sp>
      <p:sp>
        <p:nvSpPr>
          <p:cNvPr id="15" name="Rectangle 14"/>
          <p:cNvSpPr/>
          <p:nvPr/>
        </p:nvSpPr>
        <p:spPr>
          <a:xfrm>
            <a:off x="6766560" y="1005840"/>
            <a:ext cx="9144" cy="53035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1005840"/>
            <a:ext cx="1691640" cy="164592"/>
          </a:xfrm>
          <a:prstGeom prst="rect">
            <a:avLst/>
          </a:prstGeom>
          <a:noFill/>
        </p:spPr>
        <p:txBody>
          <a:bodyPr wrap="square" lIns="0" rIns="0" tIns="0" bIns="0" anchor="t">
            <a:noAutofit/>
          </a:bodyPr>
          <a:lstStyle/>
          <a:p>
            <a:pPr algn="l"/>
            <a:r>
              <a:rPr sz="700" b="0" i="0">
                <a:solidFill>
                  <a:srgbClr val="7C3AED"/>
                </a:solidFill>
                <a:latin typeface="Fredoka SemiBold"/>
              </a:rPr>
              <a:t>Target acquisition loop</a:t>
            </a:r>
          </a:p>
        </p:txBody>
      </p:sp>
      <p:sp>
        <p:nvSpPr>
          <p:cNvPr id="17" name="TextBox 16"/>
          <p:cNvSpPr txBox="1"/>
          <p:nvPr/>
        </p:nvSpPr>
        <p:spPr>
          <a:xfrm>
            <a:off x="6858000" y="1188720"/>
            <a:ext cx="1691640" cy="384048"/>
          </a:xfrm>
          <a:prstGeom prst="rect">
            <a:avLst/>
          </a:prstGeom>
          <a:noFill/>
        </p:spPr>
        <p:txBody>
          <a:bodyPr wrap="square" lIns="0" rIns="0" tIns="0" bIns="0" anchor="t">
            <a:noAutofit/>
          </a:bodyPr>
          <a:lstStyle/>
          <a:p>
            <a:pPr algn="l">
              <a:lnSpc>
                <a:spcPct val="100000"/>
              </a:lnSpc>
            </a:pPr>
            <a:r>
              <a:rPr sz="850" b="0" i="0">
                <a:solidFill>
                  <a:srgbClr val="5B21B6"/>
                </a:solidFill>
                <a:latin typeface="Fredoka SemiBold"/>
              </a:rPr>
              <a:t>DEMO </a:t>
            </a:r>
            <a:r>
              <a:rPr sz="850" b="0" i="0">
                <a:solidFill>
                  <a:srgbClr val="5B21B6"/>
                </a:solidFill>
                <a:latin typeface="Segoe UI"/>
              </a:rPr>
              <a:t>→</a:t>
            </a:r>
            <a:r>
              <a:rPr sz="850" b="0" i="0">
                <a:solidFill>
                  <a:srgbClr val="5B21B6"/>
                </a:solidFill>
                <a:latin typeface="Fredoka SemiBold"/>
              </a:rPr>
              <a:t> PILOT </a:t>
            </a:r>
            <a:r>
              <a:rPr sz="850" b="0" i="0">
                <a:solidFill>
                  <a:srgbClr val="5B21B6"/>
                </a:solidFill>
                <a:latin typeface="Segoe UI"/>
              </a:rPr>
              <a:t>→</a:t>
            </a:r>
            <a:r>
              <a:rPr sz="850" b="0" i="0">
                <a:solidFill>
                  <a:srgbClr val="5B21B6"/>
                </a:solidFill>
                <a:latin typeface="Fredoka SemiBold"/>
              </a:rPr>
              <a:t> PAID SESSION </a:t>
            </a:r>
            <a:r>
              <a:rPr sz="850" b="0" i="0">
                <a:solidFill>
                  <a:srgbClr val="5B21B6"/>
                </a:solidFill>
                <a:latin typeface="Segoe UI"/>
              </a:rPr>
              <a:t>→</a:t>
            </a:r>
            <a:r>
              <a:rPr sz="850" b="0" i="0">
                <a:solidFill>
                  <a:srgbClr val="5B21B6"/>
                </a:solidFill>
                <a:latin typeface="Fredoka SemiBold"/>
              </a:rPr>
              <a:t> REPEAT</a:t>
            </a:r>
          </a:p>
        </p:txBody>
      </p:sp>
      <p:sp>
        <p:nvSpPr>
          <p:cNvPr id="18" name="Rounded Rectangle 17"/>
          <p:cNvSpPr/>
          <p:nvPr/>
        </p:nvSpPr>
        <p:spPr>
          <a:xfrm>
            <a:off x="548640" y="2212848"/>
            <a:ext cx="1874519" cy="2011680"/>
          </a:xfrm>
          <a:prstGeom prst="roundRect">
            <a:avLst>
              <a:gd name="adj" fmla="val 7804"/>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94944" y="2340864"/>
            <a:ext cx="91211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BEACHHEAD</a:t>
            </a:r>
          </a:p>
        </p:txBody>
      </p:sp>
      <p:sp>
        <p:nvSpPr>
          <p:cNvPr id="20" name="TextBox 19"/>
          <p:cNvSpPr txBox="1"/>
          <p:nvPr/>
        </p:nvSpPr>
        <p:spPr>
          <a:xfrm>
            <a:off x="694944" y="2633472"/>
            <a:ext cx="1600199" cy="219456"/>
          </a:xfrm>
          <a:prstGeom prst="rect">
            <a:avLst/>
          </a:prstGeom>
          <a:noFill/>
        </p:spPr>
        <p:txBody>
          <a:bodyPr wrap="square" lIns="0" rIns="0" tIns="0" bIns="0" anchor="t">
            <a:noAutofit/>
          </a:bodyPr>
          <a:lstStyle/>
          <a:p>
            <a:pPr algn="l"/>
            <a:r>
              <a:rPr sz="1000" b="0" i="0">
                <a:solidFill>
                  <a:srgbClr val="FFFFFF"/>
                </a:solidFill>
                <a:latin typeface="Fredoka SemiBold"/>
              </a:rPr>
              <a:t>D.I. Yogyakarta</a:t>
            </a:r>
          </a:p>
        </p:txBody>
      </p:sp>
      <p:sp>
        <p:nvSpPr>
          <p:cNvPr id="21" name="TextBox 20"/>
          <p:cNvSpPr txBox="1"/>
          <p:nvPr/>
        </p:nvSpPr>
        <p:spPr>
          <a:xfrm>
            <a:off x="694944" y="2871215"/>
            <a:ext cx="1600199" cy="420624"/>
          </a:xfrm>
          <a:prstGeom prst="rect">
            <a:avLst/>
          </a:prstGeom>
          <a:noFill/>
        </p:spPr>
        <p:txBody>
          <a:bodyPr wrap="square" lIns="0" rIns="0" tIns="0" bIns="0" anchor="t">
            <a:noAutofit/>
          </a:bodyPr>
          <a:lstStyle/>
          <a:p>
            <a:pPr algn="l"/>
            <a:r>
              <a:rPr sz="2300" b="1" i="0">
                <a:solidFill>
                  <a:srgbClr val="FFFFFF"/>
                </a:solidFill>
                <a:latin typeface="Fredoka"/>
              </a:rPr>
              <a:t>7,123</a:t>
            </a:r>
          </a:p>
        </p:txBody>
      </p:sp>
      <p:sp>
        <p:nvSpPr>
          <p:cNvPr id="22" name="TextBox 21"/>
          <p:cNvSpPr txBox="1"/>
          <p:nvPr/>
        </p:nvSpPr>
        <p:spPr>
          <a:xfrm>
            <a:off x="694944" y="3291839"/>
            <a:ext cx="1600199" cy="182880"/>
          </a:xfrm>
          <a:prstGeom prst="rect">
            <a:avLst/>
          </a:prstGeom>
          <a:noFill/>
        </p:spPr>
        <p:txBody>
          <a:bodyPr wrap="square" lIns="0" rIns="0" tIns="0" bIns="0" anchor="t">
            <a:noAutofit/>
          </a:bodyPr>
          <a:lstStyle/>
          <a:p>
            <a:pPr algn="l"/>
            <a:r>
              <a:rPr sz="800" b="0" i="0">
                <a:solidFill>
                  <a:srgbClr val="EDE9FE"/>
                </a:solidFill>
                <a:latin typeface="Fredoka SemiBold"/>
              </a:rPr>
              <a:t>PAUD + primary schools</a:t>
            </a:r>
          </a:p>
        </p:txBody>
      </p:sp>
      <p:sp>
        <p:nvSpPr>
          <p:cNvPr id="23" name="TextBox 22"/>
          <p:cNvSpPr txBox="1"/>
          <p:nvPr/>
        </p:nvSpPr>
        <p:spPr>
          <a:xfrm>
            <a:off x="694944" y="3511296"/>
            <a:ext cx="1600199" cy="548640"/>
          </a:xfrm>
          <a:prstGeom prst="rect">
            <a:avLst/>
          </a:prstGeom>
          <a:noFill/>
        </p:spPr>
        <p:txBody>
          <a:bodyPr wrap="square" lIns="0" rIns="0" tIns="0" bIns="0" anchor="t">
            <a:noAutofit/>
          </a:bodyPr>
          <a:lstStyle/>
          <a:p>
            <a:pPr algn="l">
              <a:lnSpc>
                <a:spcPct val="108000"/>
              </a:lnSpc>
            </a:pPr>
            <a:r>
              <a:rPr sz="850" b="0" i="0">
                <a:solidFill>
                  <a:srgbClr val="FFFFFF"/>
                </a:solidFill>
                <a:latin typeface="Varela Round"/>
              </a:rPr>
              <a:t>Where our first pilot ran and where we deliver locally.</a:t>
            </a:r>
          </a:p>
        </p:txBody>
      </p:sp>
      <p:sp>
        <p:nvSpPr>
          <p:cNvPr id="24" name="Chevron 23"/>
          <p:cNvSpPr/>
          <p:nvPr/>
        </p:nvSpPr>
        <p:spPr>
          <a:xfrm>
            <a:off x="2459736" y="3154680"/>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606040" y="2084831"/>
            <a:ext cx="1874519" cy="2139696"/>
          </a:xfrm>
          <a:prstGeom prst="roundRect">
            <a:avLst>
              <a:gd name="adj" fmla="val 7804"/>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52344" y="2212848"/>
            <a:ext cx="58826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NEXT</a:t>
            </a:r>
          </a:p>
        </p:txBody>
      </p:sp>
      <p:sp>
        <p:nvSpPr>
          <p:cNvPr id="27" name="TextBox 26"/>
          <p:cNvSpPr txBox="1"/>
          <p:nvPr/>
        </p:nvSpPr>
        <p:spPr>
          <a:xfrm>
            <a:off x="2752344" y="2505456"/>
            <a:ext cx="1600199" cy="219456"/>
          </a:xfrm>
          <a:prstGeom prst="rect">
            <a:avLst/>
          </a:prstGeom>
          <a:noFill/>
        </p:spPr>
        <p:txBody>
          <a:bodyPr wrap="square" lIns="0" rIns="0" tIns="0" bIns="0" anchor="t">
            <a:noAutofit/>
          </a:bodyPr>
          <a:lstStyle/>
          <a:p>
            <a:pPr algn="l"/>
            <a:r>
              <a:rPr sz="1000" b="0" i="0">
                <a:solidFill>
                  <a:srgbClr val="172033"/>
                </a:solidFill>
                <a:latin typeface="Fredoka SemiBold"/>
              </a:rPr>
              <a:t>Central Java + DIY</a:t>
            </a:r>
          </a:p>
        </p:txBody>
      </p:sp>
      <p:sp>
        <p:nvSpPr>
          <p:cNvPr id="28" name="TextBox 27"/>
          <p:cNvSpPr txBox="1"/>
          <p:nvPr/>
        </p:nvSpPr>
        <p:spPr>
          <a:xfrm>
            <a:off x="2752344" y="2743200"/>
            <a:ext cx="1600199" cy="420624"/>
          </a:xfrm>
          <a:prstGeom prst="rect">
            <a:avLst/>
          </a:prstGeom>
          <a:noFill/>
        </p:spPr>
        <p:txBody>
          <a:bodyPr wrap="square" lIns="0" rIns="0" tIns="0" bIns="0" anchor="t">
            <a:noAutofit/>
          </a:bodyPr>
          <a:lstStyle/>
          <a:p>
            <a:pPr algn="l"/>
            <a:r>
              <a:rPr sz="2300" b="1" i="0">
                <a:solidFill>
                  <a:srgbClr val="5B21B6"/>
                </a:solidFill>
                <a:latin typeface="Fredoka"/>
              </a:rPr>
              <a:t>62,797</a:t>
            </a:r>
          </a:p>
        </p:txBody>
      </p:sp>
      <p:sp>
        <p:nvSpPr>
          <p:cNvPr id="29" name="TextBox 28"/>
          <p:cNvSpPr txBox="1"/>
          <p:nvPr/>
        </p:nvSpPr>
        <p:spPr>
          <a:xfrm>
            <a:off x="2752344" y="3163824"/>
            <a:ext cx="1600199" cy="182880"/>
          </a:xfrm>
          <a:prstGeom prst="rect">
            <a:avLst/>
          </a:prstGeom>
          <a:noFill/>
        </p:spPr>
        <p:txBody>
          <a:bodyPr wrap="square" lIns="0" rIns="0" tIns="0" bIns="0" anchor="t">
            <a:noAutofit/>
          </a:bodyPr>
          <a:lstStyle/>
          <a:p>
            <a:pPr algn="l"/>
            <a:r>
              <a:rPr sz="800" b="0" i="0">
                <a:solidFill>
                  <a:srgbClr val="172033"/>
                </a:solidFill>
                <a:latin typeface="Fredoka SemiBold"/>
              </a:rPr>
              <a:t>PAUD + primary schools</a:t>
            </a:r>
          </a:p>
        </p:txBody>
      </p:sp>
      <p:sp>
        <p:nvSpPr>
          <p:cNvPr id="30" name="TextBox 29"/>
          <p:cNvSpPr txBox="1"/>
          <p:nvPr/>
        </p:nvSpPr>
        <p:spPr>
          <a:xfrm>
            <a:off x="2752344" y="3383279"/>
            <a:ext cx="1600199" cy="54864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Same team, reachable by road; sessions and events.</a:t>
            </a:r>
          </a:p>
        </p:txBody>
      </p:sp>
      <p:sp>
        <p:nvSpPr>
          <p:cNvPr id="31" name="Chevron 30"/>
          <p:cNvSpPr/>
          <p:nvPr/>
        </p:nvSpPr>
        <p:spPr>
          <a:xfrm>
            <a:off x="4517136" y="3154680"/>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663440" y="1956815"/>
            <a:ext cx="1874519" cy="2267712"/>
          </a:xfrm>
          <a:prstGeom prst="roundRect">
            <a:avLst>
              <a:gd name="adj" fmla="val 7804"/>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809744" y="2084831"/>
            <a:ext cx="84734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NATIONAL</a:t>
            </a:r>
          </a:p>
        </p:txBody>
      </p:sp>
      <p:sp>
        <p:nvSpPr>
          <p:cNvPr id="34" name="TextBox 33"/>
          <p:cNvSpPr txBox="1"/>
          <p:nvPr/>
        </p:nvSpPr>
        <p:spPr>
          <a:xfrm>
            <a:off x="4809744" y="2377439"/>
            <a:ext cx="1600199" cy="219456"/>
          </a:xfrm>
          <a:prstGeom prst="rect">
            <a:avLst/>
          </a:prstGeom>
          <a:noFill/>
        </p:spPr>
        <p:txBody>
          <a:bodyPr wrap="square" lIns="0" rIns="0" tIns="0" bIns="0" anchor="t">
            <a:noAutofit/>
          </a:bodyPr>
          <a:lstStyle/>
          <a:p>
            <a:pPr algn="l"/>
            <a:r>
              <a:rPr sz="1000" b="0" i="0">
                <a:solidFill>
                  <a:srgbClr val="172033"/>
                </a:solidFill>
                <a:latin typeface="Fredoka SemiBold"/>
              </a:rPr>
              <a:t>Indonesia</a:t>
            </a:r>
          </a:p>
        </p:txBody>
      </p:sp>
      <p:sp>
        <p:nvSpPr>
          <p:cNvPr id="35" name="TextBox 34"/>
          <p:cNvSpPr txBox="1"/>
          <p:nvPr/>
        </p:nvSpPr>
        <p:spPr>
          <a:xfrm>
            <a:off x="4809744" y="2615183"/>
            <a:ext cx="1600199" cy="420624"/>
          </a:xfrm>
          <a:prstGeom prst="rect">
            <a:avLst/>
          </a:prstGeom>
          <a:noFill/>
        </p:spPr>
        <p:txBody>
          <a:bodyPr wrap="square" lIns="0" rIns="0" tIns="0" bIns="0" anchor="t">
            <a:noAutofit/>
          </a:bodyPr>
          <a:lstStyle/>
          <a:p>
            <a:pPr algn="l"/>
            <a:r>
              <a:rPr sz="2300" b="1" i="0">
                <a:solidFill>
                  <a:srgbClr val="5B21B6"/>
                </a:solidFill>
                <a:latin typeface="Fredoka"/>
              </a:rPr>
              <a:t>420,886</a:t>
            </a:r>
          </a:p>
        </p:txBody>
      </p:sp>
      <p:sp>
        <p:nvSpPr>
          <p:cNvPr id="36" name="TextBox 35"/>
          <p:cNvSpPr txBox="1"/>
          <p:nvPr/>
        </p:nvSpPr>
        <p:spPr>
          <a:xfrm>
            <a:off x="4809744" y="3035807"/>
            <a:ext cx="1600199" cy="182880"/>
          </a:xfrm>
          <a:prstGeom prst="rect">
            <a:avLst/>
          </a:prstGeom>
          <a:noFill/>
        </p:spPr>
        <p:txBody>
          <a:bodyPr wrap="square" lIns="0" rIns="0" tIns="0" bIns="0" anchor="t">
            <a:noAutofit/>
          </a:bodyPr>
          <a:lstStyle/>
          <a:p>
            <a:pPr algn="l"/>
            <a:r>
              <a:rPr sz="800" b="0" i="0">
                <a:solidFill>
                  <a:srgbClr val="172033"/>
                </a:solidFill>
                <a:latin typeface="Fredoka SemiBold"/>
              </a:rPr>
              <a:t>PAUD + primary schools</a:t>
            </a:r>
          </a:p>
        </p:txBody>
      </p:sp>
      <p:sp>
        <p:nvSpPr>
          <p:cNvPr id="37" name="TextBox 36"/>
          <p:cNvSpPr txBox="1"/>
          <p:nvPr/>
        </p:nvSpPr>
        <p:spPr>
          <a:xfrm>
            <a:off x="4809744" y="3255263"/>
            <a:ext cx="1600199" cy="54864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≈35.3M children aged 3–10.*</a:t>
            </a:r>
          </a:p>
        </p:txBody>
      </p:sp>
      <p:sp>
        <p:nvSpPr>
          <p:cNvPr id="38" name="Chevron 37"/>
          <p:cNvSpPr/>
          <p:nvPr/>
        </p:nvSpPr>
        <p:spPr>
          <a:xfrm>
            <a:off x="6574536" y="3154680"/>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720840" y="1828800"/>
            <a:ext cx="1874519" cy="2395728"/>
          </a:xfrm>
          <a:prstGeom prst="roundRect">
            <a:avLst>
              <a:gd name="adj" fmla="val 7804"/>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867144" y="1956816"/>
            <a:ext cx="130073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12-MONTH TARGET</a:t>
            </a:r>
          </a:p>
        </p:txBody>
      </p:sp>
      <p:sp>
        <p:nvSpPr>
          <p:cNvPr id="41" name="TextBox 40"/>
          <p:cNvSpPr txBox="1"/>
          <p:nvPr/>
        </p:nvSpPr>
        <p:spPr>
          <a:xfrm>
            <a:off x="6867144" y="2249424"/>
            <a:ext cx="1600199" cy="219456"/>
          </a:xfrm>
          <a:prstGeom prst="rect">
            <a:avLst/>
          </a:prstGeom>
          <a:noFill/>
        </p:spPr>
        <p:txBody>
          <a:bodyPr wrap="square" lIns="0" rIns="0" tIns="0" bIns="0" anchor="t">
            <a:noAutofit/>
          </a:bodyPr>
          <a:lstStyle/>
          <a:p>
            <a:pPr algn="l"/>
            <a:r>
              <a:rPr sz="1000" b="0" i="0">
                <a:solidFill>
                  <a:srgbClr val="172033"/>
                </a:solidFill>
                <a:latin typeface="Fredoka SemiBold"/>
              </a:rPr>
              <a:t>Base case</a:t>
            </a:r>
          </a:p>
        </p:txBody>
      </p:sp>
      <p:sp>
        <p:nvSpPr>
          <p:cNvPr id="42" name="TextBox 41"/>
          <p:cNvSpPr txBox="1"/>
          <p:nvPr/>
        </p:nvSpPr>
        <p:spPr>
          <a:xfrm>
            <a:off x="6867144" y="2487168"/>
            <a:ext cx="1600199" cy="420624"/>
          </a:xfrm>
          <a:prstGeom prst="rect">
            <a:avLst/>
          </a:prstGeom>
          <a:noFill/>
        </p:spPr>
        <p:txBody>
          <a:bodyPr wrap="square" lIns="0" rIns="0" tIns="0" bIns="0" anchor="t">
            <a:noAutofit/>
          </a:bodyPr>
          <a:lstStyle/>
          <a:p>
            <a:pPr algn="l"/>
            <a:r>
              <a:rPr sz="2300" b="1" i="0">
                <a:solidFill>
                  <a:srgbClr val="7C3AED"/>
                </a:solidFill>
                <a:latin typeface="Fredoka"/>
              </a:rPr>
              <a:t>≈40</a:t>
            </a:r>
          </a:p>
        </p:txBody>
      </p:sp>
      <p:sp>
        <p:nvSpPr>
          <p:cNvPr id="43" name="TextBox 42"/>
          <p:cNvSpPr txBox="1"/>
          <p:nvPr/>
        </p:nvSpPr>
        <p:spPr>
          <a:xfrm>
            <a:off x="6867144" y="2907791"/>
            <a:ext cx="1600199" cy="182880"/>
          </a:xfrm>
          <a:prstGeom prst="rect">
            <a:avLst/>
          </a:prstGeom>
          <a:noFill/>
        </p:spPr>
        <p:txBody>
          <a:bodyPr wrap="square" lIns="0" rIns="0" tIns="0" bIns="0" anchor="t">
            <a:noAutofit/>
          </a:bodyPr>
          <a:lstStyle/>
          <a:p>
            <a:pPr algn="l"/>
            <a:r>
              <a:rPr sz="800" b="0" i="0">
                <a:solidFill>
                  <a:srgbClr val="172033"/>
                </a:solidFill>
                <a:latin typeface="Fredoka SemiBold"/>
              </a:rPr>
              <a:t>paying institutions</a:t>
            </a:r>
          </a:p>
        </p:txBody>
      </p:sp>
      <p:sp>
        <p:nvSpPr>
          <p:cNvPr id="44" name="TextBox 43"/>
          <p:cNvSpPr txBox="1"/>
          <p:nvPr/>
        </p:nvSpPr>
        <p:spPr>
          <a:xfrm>
            <a:off x="6867144" y="3127248"/>
            <a:ext cx="1600199" cy="54864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48 paid sessions with ≥20% rebooking · plus 600 family packs.</a:t>
            </a:r>
          </a:p>
        </p:txBody>
      </p:sp>
      <p:sp>
        <p:nvSpPr>
          <p:cNvPr id="45" name="TextBox 44"/>
          <p:cNvSpPr txBox="1"/>
          <p:nvPr/>
        </p:nvSpPr>
        <p:spPr>
          <a:xfrm>
            <a:off x="548640" y="4297680"/>
            <a:ext cx="8046720" cy="274320"/>
          </a:xfrm>
          <a:prstGeom prst="rect">
            <a:avLst/>
          </a:prstGeom>
          <a:noFill/>
        </p:spPr>
        <p:txBody>
          <a:bodyPr wrap="square" lIns="0" rIns="0" tIns="0" bIns="0" anchor="t">
            <a:noAutofit/>
          </a:bodyPr>
          <a:lstStyle/>
          <a:p>
            <a:pPr algn="l">
              <a:lnSpc>
                <a:spcPct val="100000"/>
              </a:lnSpc>
            </a:pPr>
            <a:r>
              <a:rPr sz="900" b="0" i="0">
                <a:solidFill>
                  <a:srgbClr val="5B21B6"/>
                </a:solidFill>
                <a:latin typeface="Fredoka SemiBold"/>
              </a:rPr>
              <a:t>Institution counts are the education units we can reach, not paying customers. The 12-month target is ≈0.6% of DIY institutions.</a:t>
            </a:r>
          </a:p>
        </p:txBody>
      </p:sp>
      <p:sp>
        <p:nvSpPr>
          <p:cNvPr id="46" name="TextBox 45"/>
          <p:cNvSpPr txBox="1"/>
          <p:nvPr/>
        </p:nvSpPr>
        <p:spPr>
          <a:xfrm>
            <a:off x="548640" y="4590288"/>
            <a:ext cx="8046720" cy="201168"/>
          </a:xfrm>
          <a:prstGeom prst="rect">
            <a:avLst/>
          </a:prstGeom>
          <a:noFill/>
        </p:spPr>
        <p:txBody>
          <a:bodyPr wrap="square" lIns="0" rIns="0" tIns="0" bIns="0" anchor="t">
            <a:noAutofit/>
          </a:bodyPr>
          <a:lstStyle/>
          <a:p>
            <a:pPr algn="l"/>
            <a:r>
              <a:rPr sz="650" b="0" i="0">
                <a:solidFill>
                  <a:srgbClr val="172033"/>
                </a:solidFill>
                <a:latin typeface="Varela Round"/>
              </a:rPr>
              <a:t>Sources: Kemendikdasmen Data Referensi Pendidikan (PAUD, SD), accessed Sep 2026 · *estimated from BPS population by 5-year age group, 2022. Details in Appendix 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47472"/>
            <a:ext cx="6400800" cy="731520"/>
          </a:xfrm>
        </p:spPr>
        <p:txBody>
          <a:bodyPr wrap="square" lIns="0" rIns="0" tIns="0" bIns="0" anchor="t">
            <a:noAutofit/>
          </a:bodyPr>
          <a:lstStyle/>
          <a:p>
            <a:pPr algn="l">
              <a:lnSpc>
                <a:spcPct val="95000"/>
              </a:lnSpc>
            </a:pPr>
            <a:r>
              <a:rPr sz="2600" b="1" i="0">
                <a:solidFill>
                  <a:srgbClr val="172033"/>
                </a:solidFill>
                <a:latin typeface="Fredoka"/>
              </a:rPr>
              <a:t>Competitive Landscape</a:t>
            </a:r>
          </a:p>
        </p:txBody>
      </p:sp>
      <p:sp>
        <p:nvSpPr>
          <p:cNvPr id="3" name="TextBox 2"/>
          <p:cNvSpPr txBox="1"/>
          <p:nvPr/>
        </p:nvSpPr>
        <p:spPr>
          <a:xfrm>
            <a:off x="548640" y="868680"/>
            <a:ext cx="6949440" cy="274320"/>
          </a:xfrm>
          <a:prstGeom prst="rect">
            <a:avLst/>
          </a:prstGeom>
          <a:noFill/>
        </p:spPr>
        <p:txBody>
          <a:bodyPr wrap="square" lIns="0" rIns="0" tIns="0" bIns="0" anchor="t">
            <a:noAutofit/>
          </a:bodyPr>
          <a:lstStyle/>
          <a:p>
            <a:pPr algn="l"/>
            <a:r>
              <a:rPr sz="1050" b="0" i="0">
                <a:solidFill>
                  <a:srgbClr val="5B21B6"/>
                </a:solidFill>
                <a:latin typeface="Fredoka SemiBold"/>
              </a:rPr>
              <a:t>Competitors prove the category; Scanvas combines web access, the child’s own character, and shared worlds.</a:t>
            </a:r>
          </a:p>
        </p:txBody>
      </p:sp>
      <p:sp>
        <p:nvSpPr>
          <p:cNvPr id="4" name="Rounded Rectangle 3"/>
          <p:cNvSpPr/>
          <p:nvPr/>
        </p:nvSpPr>
        <p:spPr>
          <a:xfrm>
            <a:off x="548640" y="1234440"/>
            <a:ext cx="8321040" cy="2962656"/>
          </a:xfrm>
          <a:prstGeom prst="roundRect">
            <a:avLst>
              <a:gd name="adj" fmla="val 432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697480" y="1289304"/>
            <a:ext cx="1216152" cy="402336"/>
          </a:xfrm>
          <a:prstGeom prst="rect">
            <a:avLst/>
          </a:prstGeom>
          <a:noFill/>
        </p:spPr>
        <p:txBody>
          <a:bodyPr wrap="square" lIns="0" rIns="0" tIns="0" bIns="0" anchor="ctr">
            <a:noAutofit/>
          </a:bodyPr>
          <a:lstStyle/>
          <a:p>
            <a:pPr algn="ctr">
              <a:lnSpc>
                <a:spcPct val="95000"/>
              </a:lnSpc>
            </a:pPr>
            <a:r>
              <a:rPr sz="1100" b="1" i="0">
                <a:solidFill>
                  <a:srgbClr val="5B21B6"/>
                </a:solidFill>
                <a:latin typeface="Fredoka"/>
              </a:rPr>
              <a:t>Scanvas</a:t>
            </a:r>
          </a:p>
        </p:txBody>
      </p:sp>
      <p:sp>
        <p:nvSpPr>
          <p:cNvPr id="6" name="TextBox 5"/>
          <p:cNvSpPr txBox="1"/>
          <p:nvPr/>
        </p:nvSpPr>
        <p:spPr>
          <a:xfrm>
            <a:off x="3913632" y="1289304"/>
            <a:ext cx="1216152" cy="402336"/>
          </a:xfrm>
          <a:prstGeom prst="rect">
            <a:avLst/>
          </a:prstGeom>
          <a:noFill/>
        </p:spPr>
        <p:txBody>
          <a:bodyPr wrap="square" lIns="0" rIns="0" tIns="0" bIns="0" anchor="ctr">
            <a:noAutofit/>
          </a:bodyPr>
          <a:lstStyle/>
          <a:p>
            <a:pPr algn="ctr">
              <a:lnSpc>
                <a:spcPct val="95000"/>
              </a:lnSpc>
            </a:pPr>
            <a:r>
              <a:rPr sz="850" b="1" i="0">
                <a:solidFill>
                  <a:srgbClr val="172033"/>
                </a:solidFill>
                <a:latin typeface="Fredoka"/>
              </a:rPr>
              <a:t>Faber-Castell</a:t>
            </a:r>
            <a:br/>
            <a:r>
              <a:rPr sz="850" b="1" i="0">
                <a:solidFill>
                  <a:srgbClr val="172033"/>
                </a:solidFill>
                <a:latin typeface="Fredoka"/>
              </a:rPr>
              <a:t>ARt Alive</a:t>
            </a:r>
          </a:p>
        </p:txBody>
      </p:sp>
      <p:sp>
        <p:nvSpPr>
          <p:cNvPr id="7" name="TextBox 6"/>
          <p:cNvSpPr txBox="1"/>
          <p:nvPr/>
        </p:nvSpPr>
        <p:spPr>
          <a:xfrm>
            <a:off x="5129784" y="1289304"/>
            <a:ext cx="1216152" cy="402336"/>
          </a:xfrm>
          <a:prstGeom prst="rect">
            <a:avLst/>
          </a:prstGeom>
          <a:noFill/>
        </p:spPr>
        <p:txBody>
          <a:bodyPr wrap="square" lIns="0" rIns="0" tIns="0" bIns="0" anchor="ctr">
            <a:noAutofit/>
          </a:bodyPr>
          <a:lstStyle/>
          <a:p>
            <a:pPr algn="ctr">
              <a:lnSpc>
                <a:spcPct val="95000"/>
              </a:lnSpc>
            </a:pPr>
            <a:r>
              <a:rPr sz="850" b="1" i="0">
                <a:solidFill>
                  <a:srgbClr val="172033"/>
                </a:solidFill>
                <a:latin typeface="Fredoka"/>
              </a:rPr>
              <a:t>Quiver</a:t>
            </a:r>
          </a:p>
        </p:txBody>
      </p:sp>
      <p:sp>
        <p:nvSpPr>
          <p:cNvPr id="8" name="TextBox 7"/>
          <p:cNvSpPr txBox="1"/>
          <p:nvPr/>
        </p:nvSpPr>
        <p:spPr>
          <a:xfrm>
            <a:off x="6345936" y="1289304"/>
            <a:ext cx="1216152" cy="402336"/>
          </a:xfrm>
          <a:prstGeom prst="rect">
            <a:avLst/>
          </a:prstGeom>
          <a:noFill/>
        </p:spPr>
        <p:txBody>
          <a:bodyPr wrap="square" lIns="0" rIns="0" tIns="0" bIns="0" anchor="ctr">
            <a:noAutofit/>
          </a:bodyPr>
          <a:lstStyle/>
          <a:p>
            <a:pPr algn="ctr">
              <a:lnSpc>
                <a:spcPct val="95000"/>
              </a:lnSpc>
            </a:pPr>
            <a:r>
              <a:rPr sz="850" b="1" i="0">
                <a:solidFill>
                  <a:srgbClr val="172033"/>
                </a:solidFill>
                <a:latin typeface="Fredoka"/>
              </a:rPr>
              <a:t>WAGZAK</a:t>
            </a:r>
            <a:br/>
            <a:r>
              <a:rPr sz="850" b="1" i="0">
                <a:solidFill>
                  <a:srgbClr val="172033"/>
                </a:solidFill>
                <a:latin typeface="Fredoka"/>
              </a:rPr>
              <a:t>JUMP</a:t>
            </a:r>
          </a:p>
        </p:txBody>
      </p:sp>
      <p:sp>
        <p:nvSpPr>
          <p:cNvPr id="9" name="TextBox 8"/>
          <p:cNvSpPr txBox="1"/>
          <p:nvPr/>
        </p:nvSpPr>
        <p:spPr>
          <a:xfrm>
            <a:off x="7562088" y="1289304"/>
            <a:ext cx="1216152" cy="402336"/>
          </a:xfrm>
          <a:prstGeom prst="rect">
            <a:avLst/>
          </a:prstGeom>
          <a:noFill/>
        </p:spPr>
        <p:txBody>
          <a:bodyPr wrap="square" lIns="0" rIns="0" tIns="0" bIns="0" anchor="ctr">
            <a:noAutofit/>
          </a:bodyPr>
          <a:lstStyle/>
          <a:p>
            <a:pPr algn="ctr">
              <a:lnSpc>
                <a:spcPct val="95000"/>
              </a:lnSpc>
            </a:pPr>
            <a:r>
              <a:rPr sz="850" b="1" i="0">
                <a:solidFill>
                  <a:srgbClr val="172033"/>
                </a:solidFill>
                <a:latin typeface="Fredoka"/>
              </a:rPr>
              <a:t>teamLab Sketch</a:t>
            </a:r>
            <a:br/>
            <a:r>
              <a:rPr sz="850" b="1" i="0">
                <a:solidFill>
                  <a:srgbClr val="172033"/>
                </a:solidFill>
                <a:latin typeface="Fredoka"/>
              </a:rPr>
              <a:t>Aquarium</a:t>
            </a:r>
          </a:p>
        </p:txBody>
      </p:sp>
      <p:sp>
        <p:nvSpPr>
          <p:cNvPr id="10" name="Rectangle 9"/>
          <p:cNvSpPr/>
          <p:nvPr/>
        </p:nvSpPr>
        <p:spPr>
          <a:xfrm>
            <a:off x="685800" y="1709928"/>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709928"/>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Paper coloring </a:t>
            </a:r>
            <a:r>
              <a:rPr sz="850" b="0" i="0">
                <a:solidFill>
                  <a:srgbClr val="172033"/>
                </a:solidFill>
                <a:latin typeface="Segoe UI"/>
              </a:rPr>
              <a:t>→</a:t>
            </a:r>
            <a:r>
              <a:rPr sz="850" b="0" i="0">
                <a:solidFill>
                  <a:srgbClr val="172033"/>
                </a:solidFill>
                <a:latin typeface="Fredoka SemiBold"/>
              </a:rPr>
              <a:t> digital</a:t>
            </a:r>
          </a:p>
        </p:txBody>
      </p:sp>
      <p:pic>
        <p:nvPicPr>
          <p:cNvPr id="12" name="Picture 11" descr="check_purple.png"/>
          <p:cNvPicPr>
            <a:picLocks noChangeAspect="1"/>
          </p:cNvPicPr>
          <p:nvPr/>
        </p:nvPicPr>
        <p:blipFill>
          <a:blip r:embed="rId2"/>
          <a:stretch>
            <a:fillRect/>
          </a:stretch>
        </p:blipFill>
        <p:spPr>
          <a:xfrm>
            <a:off x="3214116" y="1769364"/>
            <a:ext cx="182880" cy="182880"/>
          </a:xfrm>
          <a:prstGeom prst="rect">
            <a:avLst/>
          </a:prstGeom>
        </p:spPr>
      </p:pic>
      <p:pic>
        <p:nvPicPr>
          <p:cNvPr id="13" name="Picture 12" descr="check_green.png"/>
          <p:cNvPicPr>
            <a:picLocks noChangeAspect="1"/>
          </p:cNvPicPr>
          <p:nvPr/>
        </p:nvPicPr>
        <p:blipFill>
          <a:blip r:embed="rId3"/>
          <a:stretch>
            <a:fillRect/>
          </a:stretch>
        </p:blipFill>
        <p:spPr>
          <a:xfrm>
            <a:off x="4430268" y="1769364"/>
            <a:ext cx="182880" cy="182880"/>
          </a:xfrm>
          <a:prstGeom prst="rect">
            <a:avLst/>
          </a:prstGeom>
        </p:spPr>
      </p:pic>
      <p:pic>
        <p:nvPicPr>
          <p:cNvPr id="14" name="Picture 13" descr="check_green.png"/>
          <p:cNvPicPr>
            <a:picLocks noChangeAspect="1"/>
          </p:cNvPicPr>
          <p:nvPr/>
        </p:nvPicPr>
        <p:blipFill>
          <a:blip r:embed="rId3"/>
          <a:stretch>
            <a:fillRect/>
          </a:stretch>
        </p:blipFill>
        <p:spPr>
          <a:xfrm>
            <a:off x="5646420" y="1769364"/>
            <a:ext cx="182880" cy="182880"/>
          </a:xfrm>
          <a:prstGeom prst="rect">
            <a:avLst/>
          </a:prstGeom>
        </p:spPr>
      </p:pic>
      <p:pic>
        <p:nvPicPr>
          <p:cNvPr id="15" name="Picture 14" descr="check_green.png"/>
          <p:cNvPicPr>
            <a:picLocks noChangeAspect="1"/>
          </p:cNvPicPr>
          <p:nvPr/>
        </p:nvPicPr>
        <p:blipFill>
          <a:blip r:embed="rId3"/>
          <a:stretch>
            <a:fillRect/>
          </a:stretch>
        </p:blipFill>
        <p:spPr>
          <a:xfrm>
            <a:off x="6862572" y="1769364"/>
            <a:ext cx="182880" cy="182880"/>
          </a:xfrm>
          <a:prstGeom prst="rect">
            <a:avLst/>
          </a:prstGeom>
        </p:spPr>
      </p:pic>
      <p:pic>
        <p:nvPicPr>
          <p:cNvPr id="16" name="Picture 15" descr="check_green.png"/>
          <p:cNvPicPr>
            <a:picLocks noChangeAspect="1"/>
          </p:cNvPicPr>
          <p:nvPr/>
        </p:nvPicPr>
        <p:blipFill>
          <a:blip r:embed="rId3"/>
          <a:stretch>
            <a:fillRect/>
          </a:stretch>
        </p:blipFill>
        <p:spPr>
          <a:xfrm>
            <a:off x="8078723" y="1769364"/>
            <a:ext cx="182880" cy="182880"/>
          </a:xfrm>
          <a:prstGeom prst="rect">
            <a:avLst/>
          </a:prstGeom>
        </p:spPr>
      </p:pic>
      <p:sp>
        <p:nvSpPr>
          <p:cNvPr id="17" name="Rectangle 16"/>
          <p:cNvSpPr/>
          <p:nvPr/>
        </p:nvSpPr>
        <p:spPr>
          <a:xfrm>
            <a:off x="685800" y="2011680"/>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Child’s artwork becomes character</a:t>
            </a:r>
          </a:p>
        </p:txBody>
      </p:sp>
      <p:pic>
        <p:nvPicPr>
          <p:cNvPr id="19" name="Picture 18" descr="check_purple.png"/>
          <p:cNvPicPr>
            <a:picLocks noChangeAspect="1"/>
          </p:cNvPicPr>
          <p:nvPr/>
        </p:nvPicPr>
        <p:blipFill>
          <a:blip r:embed="rId2"/>
          <a:stretch>
            <a:fillRect/>
          </a:stretch>
        </p:blipFill>
        <p:spPr>
          <a:xfrm>
            <a:off x="3214116" y="2071116"/>
            <a:ext cx="182880" cy="182880"/>
          </a:xfrm>
          <a:prstGeom prst="rect">
            <a:avLst/>
          </a:prstGeom>
        </p:spPr>
      </p:pic>
      <p:pic>
        <p:nvPicPr>
          <p:cNvPr id="20" name="Picture 19" descr="check_green.png"/>
          <p:cNvPicPr>
            <a:picLocks noChangeAspect="1"/>
          </p:cNvPicPr>
          <p:nvPr/>
        </p:nvPicPr>
        <p:blipFill>
          <a:blip r:embed="rId3"/>
          <a:stretch>
            <a:fillRect/>
          </a:stretch>
        </p:blipFill>
        <p:spPr>
          <a:xfrm>
            <a:off x="4430268" y="2071116"/>
            <a:ext cx="182880" cy="182880"/>
          </a:xfrm>
          <a:prstGeom prst="rect">
            <a:avLst/>
          </a:prstGeom>
        </p:spPr>
      </p:pic>
      <p:pic>
        <p:nvPicPr>
          <p:cNvPr id="21" name="Picture 20" descr="check_green.png"/>
          <p:cNvPicPr>
            <a:picLocks noChangeAspect="1"/>
          </p:cNvPicPr>
          <p:nvPr/>
        </p:nvPicPr>
        <p:blipFill>
          <a:blip r:embed="rId3"/>
          <a:stretch>
            <a:fillRect/>
          </a:stretch>
        </p:blipFill>
        <p:spPr>
          <a:xfrm>
            <a:off x="5646420" y="2071116"/>
            <a:ext cx="182880" cy="182880"/>
          </a:xfrm>
          <a:prstGeom prst="rect">
            <a:avLst/>
          </a:prstGeom>
        </p:spPr>
      </p:pic>
      <p:pic>
        <p:nvPicPr>
          <p:cNvPr id="22" name="Picture 21" descr="check_green.png"/>
          <p:cNvPicPr>
            <a:picLocks noChangeAspect="1"/>
          </p:cNvPicPr>
          <p:nvPr/>
        </p:nvPicPr>
        <p:blipFill>
          <a:blip r:embed="rId3"/>
          <a:stretch>
            <a:fillRect/>
          </a:stretch>
        </p:blipFill>
        <p:spPr>
          <a:xfrm>
            <a:off x="6862572" y="2071116"/>
            <a:ext cx="182880" cy="182880"/>
          </a:xfrm>
          <a:prstGeom prst="rect">
            <a:avLst/>
          </a:prstGeom>
        </p:spPr>
      </p:pic>
      <p:pic>
        <p:nvPicPr>
          <p:cNvPr id="23" name="Picture 22" descr="check_green.png"/>
          <p:cNvPicPr>
            <a:picLocks noChangeAspect="1"/>
          </p:cNvPicPr>
          <p:nvPr/>
        </p:nvPicPr>
        <p:blipFill>
          <a:blip r:embed="rId3"/>
          <a:stretch>
            <a:fillRect/>
          </a:stretch>
        </p:blipFill>
        <p:spPr>
          <a:xfrm>
            <a:off x="8078723" y="2071116"/>
            <a:ext cx="182880" cy="182880"/>
          </a:xfrm>
          <a:prstGeom prst="rect">
            <a:avLst/>
          </a:prstGeom>
        </p:spPr>
      </p:pic>
      <p:sp>
        <p:nvSpPr>
          <p:cNvPr id="24" name="Rectangle 23"/>
          <p:cNvSpPr/>
          <p:nvPr/>
        </p:nvSpPr>
        <p:spPr>
          <a:xfrm>
            <a:off x="685800" y="2313432"/>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2313432"/>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No app required (web)</a:t>
            </a:r>
          </a:p>
        </p:txBody>
      </p:sp>
      <p:pic>
        <p:nvPicPr>
          <p:cNvPr id="26" name="Picture 25" descr="check_purple.png"/>
          <p:cNvPicPr>
            <a:picLocks noChangeAspect="1"/>
          </p:cNvPicPr>
          <p:nvPr/>
        </p:nvPicPr>
        <p:blipFill>
          <a:blip r:embed="rId2"/>
          <a:stretch>
            <a:fillRect/>
          </a:stretch>
        </p:blipFill>
        <p:spPr>
          <a:xfrm>
            <a:off x="3214116" y="2372868"/>
            <a:ext cx="182880" cy="182880"/>
          </a:xfrm>
          <a:prstGeom prst="rect">
            <a:avLst/>
          </a:prstGeom>
        </p:spPr>
      </p:pic>
      <p:sp>
        <p:nvSpPr>
          <p:cNvPr id="27" name="TextBox 26"/>
          <p:cNvSpPr txBox="1"/>
          <p:nvPr/>
        </p:nvSpPr>
        <p:spPr>
          <a:xfrm>
            <a:off x="3913632" y="2313432"/>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28" name="TextBox 27"/>
          <p:cNvSpPr txBox="1"/>
          <p:nvPr/>
        </p:nvSpPr>
        <p:spPr>
          <a:xfrm>
            <a:off x="5129784" y="2313432"/>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29" name="TextBox 28"/>
          <p:cNvSpPr txBox="1"/>
          <p:nvPr/>
        </p:nvSpPr>
        <p:spPr>
          <a:xfrm>
            <a:off x="6345936" y="2313432"/>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30" name="TextBox 29"/>
          <p:cNvSpPr txBox="1"/>
          <p:nvPr/>
        </p:nvSpPr>
        <p:spPr>
          <a:xfrm>
            <a:off x="7562088" y="2313432"/>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Venue only</a:t>
            </a:r>
          </a:p>
        </p:txBody>
      </p:sp>
      <p:sp>
        <p:nvSpPr>
          <p:cNvPr id="31" name="Rectangle 30"/>
          <p:cNvSpPr/>
          <p:nvPr/>
        </p:nvSpPr>
        <p:spPr>
          <a:xfrm>
            <a:off x="685800" y="2615184"/>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2615184"/>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Shared interactive worlds</a:t>
            </a:r>
          </a:p>
        </p:txBody>
      </p:sp>
      <p:pic>
        <p:nvPicPr>
          <p:cNvPr id="33" name="Picture 32" descr="check_purple.png"/>
          <p:cNvPicPr>
            <a:picLocks noChangeAspect="1"/>
          </p:cNvPicPr>
          <p:nvPr/>
        </p:nvPicPr>
        <p:blipFill>
          <a:blip r:embed="rId2"/>
          <a:stretch>
            <a:fillRect/>
          </a:stretch>
        </p:blipFill>
        <p:spPr>
          <a:xfrm>
            <a:off x="3214116" y="2674620"/>
            <a:ext cx="182880" cy="182880"/>
          </a:xfrm>
          <a:prstGeom prst="rect">
            <a:avLst/>
          </a:prstGeom>
        </p:spPr>
      </p:pic>
      <p:sp>
        <p:nvSpPr>
          <p:cNvPr id="34" name="TextBox 33"/>
          <p:cNvSpPr txBox="1"/>
          <p:nvPr/>
        </p:nvSpPr>
        <p:spPr>
          <a:xfrm>
            <a:off x="3913632" y="2615184"/>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35" name="TextBox 34"/>
          <p:cNvSpPr txBox="1"/>
          <p:nvPr/>
        </p:nvSpPr>
        <p:spPr>
          <a:xfrm>
            <a:off x="5129784" y="2615184"/>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36" name="TextBox 35"/>
          <p:cNvSpPr txBox="1"/>
          <p:nvPr/>
        </p:nvSpPr>
        <p:spPr>
          <a:xfrm>
            <a:off x="6345936" y="2615184"/>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pic>
        <p:nvPicPr>
          <p:cNvPr id="37" name="Picture 36" descr="check_green.png"/>
          <p:cNvPicPr>
            <a:picLocks noChangeAspect="1"/>
          </p:cNvPicPr>
          <p:nvPr/>
        </p:nvPicPr>
        <p:blipFill>
          <a:blip r:embed="rId3"/>
          <a:stretch>
            <a:fillRect/>
          </a:stretch>
        </p:blipFill>
        <p:spPr>
          <a:xfrm>
            <a:off x="8078723" y="2674620"/>
            <a:ext cx="182880" cy="182880"/>
          </a:xfrm>
          <a:prstGeom prst="rect">
            <a:avLst/>
          </a:prstGeom>
        </p:spPr>
      </p:pic>
      <p:sp>
        <p:nvSpPr>
          <p:cNvPr id="38" name="Rectangle 37"/>
          <p:cNvSpPr/>
          <p:nvPr/>
        </p:nvSpPr>
        <p:spPr>
          <a:xfrm>
            <a:off x="685800" y="2916936"/>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2916936"/>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Educational / story content</a:t>
            </a:r>
          </a:p>
        </p:txBody>
      </p:sp>
      <p:pic>
        <p:nvPicPr>
          <p:cNvPr id="40" name="Picture 39" descr="check_purple.png"/>
          <p:cNvPicPr>
            <a:picLocks noChangeAspect="1"/>
          </p:cNvPicPr>
          <p:nvPr/>
        </p:nvPicPr>
        <p:blipFill>
          <a:blip r:embed="rId2"/>
          <a:stretch>
            <a:fillRect/>
          </a:stretch>
        </p:blipFill>
        <p:spPr>
          <a:xfrm>
            <a:off x="3214116" y="2976372"/>
            <a:ext cx="182880" cy="182880"/>
          </a:xfrm>
          <a:prstGeom prst="rect">
            <a:avLst/>
          </a:prstGeom>
        </p:spPr>
      </p:pic>
      <p:sp>
        <p:nvSpPr>
          <p:cNvPr id="41" name="TextBox 40"/>
          <p:cNvSpPr txBox="1"/>
          <p:nvPr/>
        </p:nvSpPr>
        <p:spPr>
          <a:xfrm>
            <a:off x="3913632" y="2916936"/>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Some</a:t>
            </a:r>
          </a:p>
        </p:txBody>
      </p:sp>
      <p:pic>
        <p:nvPicPr>
          <p:cNvPr id="42" name="Picture 41" descr="check_green.png"/>
          <p:cNvPicPr>
            <a:picLocks noChangeAspect="1"/>
          </p:cNvPicPr>
          <p:nvPr/>
        </p:nvPicPr>
        <p:blipFill>
          <a:blip r:embed="rId3"/>
          <a:stretch>
            <a:fillRect/>
          </a:stretch>
        </p:blipFill>
        <p:spPr>
          <a:xfrm>
            <a:off x="5646420" y="2976372"/>
            <a:ext cx="182880" cy="182880"/>
          </a:xfrm>
          <a:prstGeom prst="rect">
            <a:avLst/>
          </a:prstGeom>
        </p:spPr>
      </p:pic>
      <p:pic>
        <p:nvPicPr>
          <p:cNvPr id="43" name="Picture 42" descr="check_green.png"/>
          <p:cNvPicPr>
            <a:picLocks noChangeAspect="1"/>
          </p:cNvPicPr>
          <p:nvPr/>
        </p:nvPicPr>
        <p:blipFill>
          <a:blip r:embed="rId3"/>
          <a:stretch>
            <a:fillRect/>
          </a:stretch>
        </p:blipFill>
        <p:spPr>
          <a:xfrm>
            <a:off x="6862572" y="2976372"/>
            <a:ext cx="182880" cy="182880"/>
          </a:xfrm>
          <a:prstGeom prst="rect">
            <a:avLst/>
          </a:prstGeom>
        </p:spPr>
      </p:pic>
      <p:sp>
        <p:nvSpPr>
          <p:cNvPr id="44" name="TextBox 43"/>
          <p:cNvSpPr txBox="1"/>
          <p:nvPr/>
        </p:nvSpPr>
        <p:spPr>
          <a:xfrm>
            <a:off x="7562088" y="2916936"/>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Some</a:t>
            </a:r>
          </a:p>
        </p:txBody>
      </p:sp>
      <p:sp>
        <p:nvSpPr>
          <p:cNvPr id="45" name="Rectangle 44"/>
          <p:cNvSpPr/>
          <p:nvPr/>
        </p:nvSpPr>
        <p:spPr>
          <a:xfrm>
            <a:off x="685800" y="3218688"/>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3218688"/>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Institutional sessions</a:t>
            </a:r>
          </a:p>
        </p:txBody>
      </p:sp>
      <p:sp>
        <p:nvSpPr>
          <p:cNvPr id="47" name="TextBox 46"/>
          <p:cNvSpPr txBox="1"/>
          <p:nvPr/>
        </p:nvSpPr>
        <p:spPr>
          <a:xfrm>
            <a:off x="2697480" y="3218688"/>
            <a:ext cx="1216152" cy="301752"/>
          </a:xfrm>
          <a:prstGeom prst="rect">
            <a:avLst/>
          </a:prstGeom>
          <a:noFill/>
        </p:spPr>
        <p:txBody>
          <a:bodyPr wrap="square" lIns="0" rIns="0" tIns="0" bIns="0" anchor="ctr">
            <a:noAutofit/>
          </a:bodyPr>
          <a:lstStyle/>
          <a:p>
            <a:pPr algn="ctr"/>
            <a:r>
              <a:rPr sz="750" b="0" i="0">
                <a:solidFill>
                  <a:srgbClr val="5B21B6"/>
                </a:solidFill>
                <a:latin typeface="Fredoka SemiBold"/>
              </a:rPr>
              <a:t>Pilot</a:t>
            </a:r>
          </a:p>
        </p:txBody>
      </p:sp>
      <p:sp>
        <p:nvSpPr>
          <p:cNvPr id="48" name="TextBox 47"/>
          <p:cNvSpPr txBox="1"/>
          <p:nvPr/>
        </p:nvSpPr>
        <p:spPr>
          <a:xfrm>
            <a:off x="3913632" y="3218688"/>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49" name="TextBox 48"/>
          <p:cNvSpPr txBox="1"/>
          <p:nvPr/>
        </p:nvSpPr>
        <p:spPr>
          <a:xfrm>
            <a:off x="5129784" y="3218688"/>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Edu subscription</a:t>
            </a:r>
          </a:p>
        </p:txBody>
      </p:sp>
      <p:sp>
        <p:nvSpPr>
          <p:cNvPr id="50" name="TextBox 49"/>
          <p:cNvSpPr txBox="1"/>
          <p:nvPr/>
        </p:nvSpPr>
        <p:spPr>
          <a:xfrm>
            <a:off x="6345936" y="3218688"/>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School license</a:t>
            </a:r>
          </a:p>
        </p:txBody>
      </p:sp>
      <p:sp>
        <p:nvSpPr>
          <p:cNvPr id="51" name="TextBox 50"/>
          <p:cNvSpPr txBox="1"/>
          <p:nvPr/>
        </p:nvSpPr>
        <p:spPr>
          <a:xfrm>
            <a:off x="7562088" y="3218688"/>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Installation</a:t>
            </a:r>
          </a:p>
        </p:txBody>
      </p:sp>
      <p:sp>
        <p:nvSpPr>
          <p:cNvPr id="52" name="Rectangle 51"/>
          <p:cNvSpPr/>
          <p:nvPr/>
        </p:nvSpPr>
        <p:spPr>
          <a:xfrm>
            <a:off x="685800" y="3520440"/>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3232" y="3520440"/>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Large ready-made content library</a:t>
            </a:r>
          </a:p>
        </p:txBody>
      </p:sp>
      <p:sp>
        <p:nvSpPr>
          <p:cNvPr id="54" name="TextBox 53"/>
          <p:cNvSpPr txBox="1"/>
          <p:nvPr/>
        </p:nvSpPr>
        <p:spPr>
          <a:xfrm>
            <a:off x="2697480" y="3520440"/>
            <a:ext cx="1216152" cy="301752"/>
          </a:xfrm>
          <a:prstGeom prst="rect">
            <a:avLst/>
          </a:prstGeom>
          <a:noFill/>
        </p:spPr>
        <p:txBody>
          <a:bodyPr wrap="square" lIns="0" rIns="0" tIns="0" bIns="0" anchor="ctr">
            <a:noAutofit/>
          </a:bodyPr>
          <a:lstStyle/>
          <a:p>
            <a:pPr algn="ctr"/>
            <a:r>
              <a:rPr sz="750" b="0" i="0">
                <a:solidFill>
                  <a:srgbClr val="5B21B6"/>
                </a:solidFill>
                <a:latin typeface="Fredoka SemiBold"/>
              </a:rPr>
              <a:t>2 worlds</a:t>
            </a:r>
          </a:p>
        </p:txBody>
      </p:sp>
      <p:sp>
        <p:nvSpPr>
          <p:cNvPr id="55" name="TextBox 54"/>
          <p:cNvSpPr txBox="1"/>
          <p:nvPr/>
        </p:nvSpPr>
        <p:spPr>
          <a:xfrm>
            <a:off x="3913632" y="3520440"/>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pic>
        <p:nvPicPr>
          <p:cNvPr id="56" name="Picture 55" descr="check_green.png"/>
          <p:cNvPicPr>
            <a:picLocks noChangeAspect="1"/>
          </p:cNvPicPr>
          <p:nvPr/>
        </p:nvPicPr>
        <p:blipFill>
          <a:blip r:embed="rId3"/>
          <a:stretch>
            <a:fillRect/>
          </a:stretch>
        </p:blipFill>
        <p:spPr>
          <a:xfrm>
            <a:off x="5646420" y="3579875"/>
            <a:ext cx="182880" cy="182880"/>
          </a:xfrm>
          <a:prstGeom prst="rect">
            <a:avLst/>
          </a:prstGeom>
        </p:spPr>
      </p:pic>
      <p:sp>
        <p:nvSpPr>
          <p:cNvPr id="57" name="TextBox 56"/>
          <p:cNvSpPr txBox="1"/>
          <p:nvPr/>
        </p:nvSpPr>
        <p:spPr>
          <a:xfrm>
            <a:off x="6345936" y="3520440"/>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100+ lessons</a:t>
            </a:r>
          </a:p>
        </p:txBody>
      </p:sp>
      <p:sp>
        <p:nvSpPr>
          <p:cNvPr id="58" name="TextBox 57"/>
          <p:cNvSpPr txBox="1"/>
          <p:nvPr/>
        </p:nvSpPr>
        <p:spPr>
          <a:xfrm>
            <a:off x="7562088" y="3520440"/>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59" name="Rectangle 58"/>
          <p:cNvSpPr/>
          <p:nvPr/>
        </p:nvSpPr>
        <p:spPr>
          <a:xfrm>
            <a:off x="685800" y="3822191"/>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3232" y="3822191"/>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Brand &amp; distribution reach</a:t>
            </a:r>
          </a:p>
        </p:txBody>
      </p:sp>
      <p:sp>
        <p:nvSpPr>
          <p:cNvPr id="61" name="TextBox 60"/>
          <p:cNvSpPr txBox="1"/>
          <p:nvPr/>
        </p:nvSpPr>
        <p:spPr>
          <a:xfrm>
            <a:off x="2697480" y="3822191"/>
            <a:ext cx="1216152" cy="301752"/>
          </a:xfrm>
          <a:prstGeom prst="rect">
            <a:avLst/>
          </a:prstGeom>
          <a:noFill/>
        </p:spPr>
        <p:txBody>
          <a:bodyPr wrap="square" lIns="0" rIns="0" tIns="0" bIns="0" anchor="ctr">
            <a:noAutofit/>
          </a:bodyPr>
          <a:lstStyle/>
          <a:p>
            <a:pPr algn="ctr"/>
            <a:r>
              <a:rPr sz="750" b="0" i="0">
                <a:solidFill>
                  <a:srgbClr val="5B21B6"/>
                </a:solidFill>
                <a:latin typeface="Fredoka SemiBold"/>
              </a:rPr>
              <a:t>Early</a:t>
            </a:r>
          </a:p>
        </p:txBody>
      </p:sp>
      <p:sp>
        <p:nvSpPr>
          <p:cNvPr id="62" name="TextBox 61"/>
          <p:cNvSpPr txBox="1"/>
          <p:nvPr/>
        </p:nvSpPr>
        <p:spPr>
          <a:xfrm>
            <a:off x="3913632" y="3822191"/>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Retail brand</a:t>
            </a:r>
          </a:p>
        </p:txBody>
      </p:sp>
      <p:sp>
        <p:nvSpPr>
          <p:cNvPr id="63" name="TextBox 62"/>
          <p:cNvSpPr txBox="1"/>
          <p:nvPr/>
        </p:nvSpPr>
        <p:spPr>
          <a:xfrm>
            <a:off x="5129784" y="3822191"/>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26M+ downloads</a:t>
            </a:r>
          </a:p>
        </p:txBody>
      </p:sp>
      <p:sp>
        <p:nvSpPr>
          <p:cNvPr id="64" name="TextBox 63"/>
          <p:cNvSpPr txBox="1"/>
          <p:nvPr/>
        </p:nvSpPr>
        <p:spPr>
          <a:xfrm>
            <a:off x="6345936" y="3822191"/>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30 languages</a:t>
            </a:r>
          </a:p>
        </p:txBody>
      </p:sp>
      <p:sp>
        <p:nvSpPr>
          <p:cNvPr id="65" name="TextBox 64"/>
          <p:cNvSpPr txBox="1"/>
          <p:nvPr/>
        </p:nvSpPr>
        <p:spPr>
          <a:xfrm>
            <a:off x="7562088" y="3822191"/>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Museums</a:t>
            </a:r>
          </a:p>
        </p:txBody>
      </p:sp>
      <p:sp>
        <p:nvSpPr>
          <p:cNvPr id="66" name="Rounded Rectangle 65"/>
          <p:cNvSpPr/>
          <p:nvPr/>
        </p:nvSpPr>
        <p:spPr>
          <a:xfrm>
            <a:off x="548640" y="4215384"/>
            <a:ext cx="8046720" cy="457200"/>
          </a:xfrm>
          <a:prstGeom prst="roundRect">
            <a:avLst>
              <a:gd name="adj" fmla="val 24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13232" y="4215384"/>
            <a:ext cx="7726679" cy="457200"/>
          </a:xfrm>
          <a:prstGeom prst="rect">
            <a:avLst/>
          </a:prstGeom>
          <a:noFill/>
        </p:spPr>
        <p:txBody>
          <a:bodyPr wrap="square" lIns="0" rIns="0" tIns="0" bIns="0" anchor="ctr">
            <a:noAutofit/>
          </a:bodyPr>
          <a:lstStyle/>
          <a:p>
            <a:pPr algn="l">
              <a:lnSpc>
                <a:spcPct val="100000"/>
              </a:lnSpc>
            </a:pPr>
            <a:r>
              <a:rPr sz="900" b="0" i="0">
                <a:solidFill>
                  <a:srgbClr val="172033"/>
                </a:solidFill>
                <a:latin typeface="Fredoka SemiBold"/>
              </a:rPr>
              <a:t>Scanvas does not need to replace these products. The opportunity is to combine a low-friction web experience, child-generated characters, shared worlds, and a reusable content engine.</a:t>
            </a:r>
          </a:p>
        </p:txBody>
      </p:sp>
      <p:sp>
        <p:nvSpPr>
          <p:cNvPr id="68" name="TextBox 67"/>
          <p:cNvSpPr txBox="1"/>
          <p:nvPr/>
        </p:nvSpPr>
        <p:spPr>
          <a:xfrm>
            <a:off x="548640" y="4727448"/>
            <a:ext cx="8046720" cy="201168"/>
          </a:xfrm>
          <a:prstGeom prst="rect">
            <a:avLst/>
          </a:prstGeom>
          <a:noFill/>
        </p:spPr>
        <p:txBody>
          <a:bodyPr wrap="square" lIns="0" rIns="0" tIns="0" bIns="0" anchor="t">
            <a:noAutofit/>
          </a:bodyPr>
          <a:lstStyle/>
          <a:p>
            <a:pPr algn="l"/>
            <a:r>
              <a:rPr sz="750" b="0" i="0">
                <a:solidFill>
                  <a:srgbClr val="172033"/>
                </a:solidFill>
                <a:latin typeface="Varela Round"/>
              </a:rPr>
              <a:t>Rows include axes where competitors lead. Evidence checked Sep 2026 on each product’s official site (Appendix 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949440" cy="548640"/>
          </a:xfrm>
        </p:spPr>
        <p:txBody>
          <a:bodyPr wrap="square" lIns="0" rIns="0" tIns="0" bIns="0" anchor="t">
            <a:noAutofit/>
          </a:bodyPr>
          <a:lstStyle/>
          <a:p>
            <a:pPr algn="l">
              <a:lnSpc>
                <a:spcPct val="95000"/>
              </a:lnSpc>
            </a:pPr>
            <a:r>
              <a:rPr sz="2600" b="1" i="0">
                <a:solidFill>
                  <a:srgbClr val="172033"/>
                </a:solidFill>
                <a:latin typeface="Fredoka"/>
              </a:rPr>
              <a:t>Business Model &amp; Revenue Streams</a:t>
            </a:r>
          </a:p>
        </p:txBody>
      </p:sp>
      <p:sp>
        <p:nvSpPr>
          <p:cNvPr id="3" name="Rounded Rectangle 2"/>
          <p:cNvSpPr/>
          <p:nvPr/>
        </p:nvSpPr>
        <p:spPr>
          <a:xfrm>
            <a:off x="548640"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loring Packs"/>
          <p:cNvPicPr>
            <a:picLocks noChangeAspect="1"/>
          </p:cNvPicPr>
          <p:nvPr/>
        </p:nvPicPr>
        <p:blipFill>
          <a:blip r:embed="rId2"/>
          <a:stretch>
            <a:fillRect/>
          </a:stretch>
        </p:blipFill>
        <p:spPr>
          <a:xfrm>
            <a:off x="548640" y="1188720"/>
            <a:ext cx="1920240" cy="960120"/>
          </a:xfrm>
          <a:prstGeom prst="rect">
            <a:avLst/>
          </a:prstGeom>
        </p:spPr>
      </p:pic>
      <p:sp>
        <p:nvSpPr>
          <p:cNvPr id="5" name="Rounded Rectangle 4"/>
          <p:cNvSpPr/>
          <p:nvPr/>
        </p:nvSpPr>
        <p:spPr>
          <a:xfrm>
            <a:off x="658368" y="1298448"/>
            <a:ext cx="1719580" cy="21945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15803D"/>
                </a:solidFill>
                <a:latin typeface="Fredoka SemiBold"/>
              </a:rPr>
              <a:t>AVAILABLE · PRE-REVENUE</a:t>
            </a:r>
          </a:p>
        </p:txBody>
      </p:sp>
      <p:sp>
        <p:nvSpPr>
          <p:cNvPr id="6" name="TextBox 5"/>
          <p:cNvSpPr txBox="1"/>
          <p:nvPr/>
        </p:nvSpPr>
        <p:spPr>
          <a:xfrm>
            <a:off x="694944" y="2249424"/>
            <a:ext cx="1645920" cy="201168"/>
          </a:xfrm>
          <a:prstGeom prst="rect">
            <a:avLst/>
          </a:prstGeom>
          <a:noFill/>
        </p:spPr>
        <p:txBody>
          <a:bodyPr wrap="square" lIns="0" rIns="0" tIns="0" bIns="0" anchor="t">
            <a:noAutofit/>
          </a:bodyPr>
          <a:lstStyle/>
          <a:p>
            <a:pPr algn="l"/>
            <a:r>
              <a:rPr sz="750" b="0" i="0">
                <a:solidFill>
                  <a:srgbClr val="7C3AED"/>
                </a:solidFill>
                <a:latin typeface="Fredoka SemiBold"/>
              </a:rPr>
              <a:t>B2C · PHYSICAL PACKS</a:t>
            </a:r>
          </a:p>
        </p:txBody>
      </p:sp>
      <p:sp>
        <p:nvSpPr>
          <p:cNvPr id="7" name="TextBox 6"/>
          <p:cNvSpPr txBox="1"/>
          <p:nvPr/>
        </p:nvSpPr>
        <p:spPr>
          <a:xfrm>
            <a:off x="694944" y="2450592"/>
            <a:ext cx="1645920" cy="457200"/>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Coloring Packs</a:t>
            </a:r>
          </a:p>
        </p:txBody>
      </p:sp>
      <p:sp>
        <p:nvSpPr>
          <p:cNvPr id="8" name="TextBox 7"/>
          <p:cNvSpPr txBox="1"/>
          <p:nvPr/>
        </p:nvSpPr>
        <p:spPr>
          <a:xfrm>
            <a:off x="694944" y="2926080"/>
            <a:ext cx="1645920" cy="73152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10 A5 coloring sheets per world plus the digital experience. Ordered via website </a:t>
            </a:r>
            <a:r>
              <a:rPr sz="850" b="0" i="0">
                <a:solidFill>
                  <a:srgbClr val="172033"/>
                </a:solidFill>
                <a:latin typeface="Segoe UI"/>
              </a:rPr>
              <a:t>→</a:t>
            </a:r>
            <a:r>
              <a:rPr sz="850" b="0" i="0">
                <a:solidFill>
                  <a:srgbClr val="172033"/>
                </a:solidFill>
                <a:latin typeface="Varela Round"/>
              </a:rPr>
              <a:t> WhatsApp.</a:t>
            </a:r>
          </a:p>
        </p:txBody>
      </p:sp>
      <p:sp>
        <p:nvSpPr>
          <p:cNvPr id="9" name="Rounded Rectangle 8"/>
          <p:cNvSpPr/>
          <p:nvPr/>
        </p:nvSpPr>
        <p:spPr>
          <a:xfrm>
            <a:off x="658368"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776472"/>
            <a:ext cx="1517904" cy="402336"/>
          </a:xfrm>
          <a:prstGeom prst="rect">
            <a:avLst/>
          </a:prstGeom>
          <a:noFill/>
        </p:spPr>
        <p:txBody>
          <a:bodyPr wrap="square" lIns="0" rIns="0" tIns="0" bIns="0" anchor="ctr">
            <a:noAutofit/>
          </a:bodyPr>
          <a:lstStyle/>
          <a:p>
            <a:pPr algn="l">
              <a:lnSpc>
                <a:spcPct val="95000"/>
              </a:lnSpc>
            </a:pPr>
            <a:r>
              <a:rPr sz="1050" b="1" i="0">
                <a:solidFill>
                  <a:srgbClr val="5B21B6"/>
                </a:solidFill>
                <a:latin typeface="Fredoka"/>
              </a:rPr>
              <a:t>Rp49,000 / pack</a:t>
            </a:r>
          </a:p>
        </p:txBody>
      </p:sp>
      <p:sp>
        <p:nvSpPr>
          <p:cNvPr id="11" name="TextBox 10"/>
          <p:cNvSpPr txBox="1"/>
          <p:nvPr/>
        </p:nvSpPr>
        <p:spPr>
          <a:xfrm>
            <a:off x="749808" y="4169663"/>
            <a:ext cx="1517904" cy="402336"/>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Conversion and repeat purchase still to be proven</a:t>
            </a:r>
          </a:p>
        </p:txBody>
      </p:sp>
      <p:sp>
        <p:nvSpPr>
          <p:cNvPr id="12" name="Rounded Rectangle 11"/>
          <p:cNvSpPr/>
          <p:nvPr/>
        </p:nvSpPr>
        <p:spPr>
          <a:xfrm>
            <a:off x="2587752"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ducational Sessions"/>
          <p:cNvPicPr>
            <a:picLocks noChangeAspect="1"/>
          </p:cNvPicPr>
          <p:nvPr/>
        </p:nvPicPr>
        <p:blipFill>
          <a:blip r:embed="rId3"/>
          <a:stretch>
            <a:fillRect/>
          </a:stretch>
        </p:blipFill>
        <p:spPr>
          <a:xfrm>
            <a:off x="2587752" y="1188720"/>
            <a:ext cx="1920240" cy="960120"/>
          </a:xfrm>
          <a:prstGeom prst="rect">
            <a:avLst/>
          </a:prstGeom>
        </p:spPr>
      </p:pic>
      <p:sp>
        <p:nvSpPr>
          <p:cNvPr id="14" name="Rounded Rectangle 13"/>
          <p:cNvSpPr/>
          <p:nvPr/>
        </p:nvSpPr>
        <p:spPr>
          <a:xfrm>
            <a:off x="2697480" y="1298448"/>
            <a:ext cx="933704" cy="219456"/>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92400E"/>
                </a:solidFill>
                <a:latin typeface="Fredoka SemiBold"/>
              </a:rPr>
              <a:t>VALIDATING</a:t>
            </a:r>
          </a:p>
        </p:txBody>
      </p:sp>
      <p:sp>
        <p:nvSpPr>
          <p:cNvPr id="15" name="TextBox 14"/>
          <p:cNvSpPr txBox="1"/>
          <p:nvPr/>
        </p:nvSpPr>
        <p:spPr>
          <a:xfrm>
            <a:off x="2734056" y="2249424"/>
            <a:ext cx="1645920" cy="201168"/>
          </a:xfrm>
          <a:prstGeom prst="rect">
            <a:avLst/>
          </a:prstGeom>
          <a:noFill/>
        </p:spPr>
        <p:txBody>
          <a:bodyPr wrap="square" lIns="0" rIns="0" tIns="0" bIns="0" anchor="t">
            <a:noAutofit/>
          </a:bodyPr>
          <a:lstStyle/>
          <a:p>
            <a:pPr algn="l"/>
            <a:r>
              <a:rPr sz="750" b="0" i="0">
                <a:solidFill>
                  <a:srgbClr val="7C3AED"/>
                </a:solidFill>
                <a:latin typeface="Fredoka SemiBold"/>
              </a:rPr>
              <a:t>B2B · MANAGED SESSIONS</a:t>
            </a:r>
          </a:p>
        </p:txBody>
      </p:sp>
      <p:sp>
        <p:nvSpPr>
          <p:cNvPr id="16" name="TextBox 15"/>
          <p:cNvSpPr txBox="1"/>
          <p:nvPr/>
        </p:nvSpPr>
        <p:spPr>
          <a:xfrm>
            <a:off x="2734056" y="2450592"/>
            <a:ext cx="1645920" cy="457200"/>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Educational Sessions</a:t>
            </a:r>
          </a:p>
        </p:txBody>
      </p:sp>
      <p:sp>
        <p:nvSpPr>
          <p:cNvPr id="17" name="TextBox 16"/>
          <p:cNvSpPr txBox="1"/>
          <p:nvPr/>
        </p:nvSpPr>
        <p:spPr>
          <a:xfrm>
            <a:off x="2734056" y="2926080"/>
            <a:ext cx="1645920" cy="73152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A complete Scanvas activity run by our team for classrooms and events.</a:t>
            </a:r>
          </a:p>
        </p:txBody>
      </p:sp>
      <p:sp>
        <p:nvSpPr>
          <p:cNvPr id="18" name="Rounded Rectangle 17"/>
          <p:cNvSpPr/>
          <p:nvPr/>
        </p:nvSpPr>
        <p:spPr>
          <a:xfrm>
            <a:off x="2697480"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88920" y="3776472"/>
            <a:ext cx="1517904" cy="402336"/>
          </a:xfrm>
          <a:prstGeom prst="rect">
            <a:avLst/>
          </a:prstGeom>
          <a:noFill/>
        </p:spPr>
        <p:txBody>
          <a:bodyPr wrap="square" lIns="0" rIns="0" tIns="0" bIns="0" anchor="ctr">
            <a:noAutofit/>
          </a:bodyPr>
          <a:lstStyle/>
          <a:p>
            <a:pPr algn="l">
              <a:lnSpc>
                <a:spcPct val="95000"/>
              </a:lnSpc>
            </a:pPr>
            <a:r>
              <a:rPr sz="1050" b="1" i="0">
                <a:solidFill>
                  <a:srgbClr val="5B21B6"/>
                </a:solidFill>
                <a:latin typeface="Fredoka"/>
              </a:rPr>
              <a:t>From Rp1,000,000 / session</a:t>
            </a:r>
          </a:p>
        </p:txBody>
      </p:sp>
      <p:sp>
        <p:nvSpPr>
          <p:cNvPr id="20" name="TextBox 19"/>
          <p:cNvSpPr txBox="1"/>
          <p:nvPr/>
        </p:nvSpPr>
        <p:spPr>
          <a:xfrm>
            <a:off x="2788920" y="4169663"/>
            <a:ext cx="1517904" cy="402336"/>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Up to 30 children · target: paid session + rebooking</a:t>
            </a:r>
          </a:p>
        </p:txBody>
      </p:sp>
      <p:sp>
        <p:nvSpPr>
          <p:cNvPr id="21" name="Rounded Rectangle 20"/>
          <p:cNvSpPr/>
          <p:nvPr/>
        </p:nvSpPr>
        <p:spPr>
          <a:xfrm>
            <a:off x="4626864"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elf-Operated Platform"/>
          <p:cNvPicPr>
            <a:picLocks noChangeAspect="1"/>
          </p:cNvPicPr>
          <p:nvPr/>
        </p:nvPicPr>
        <p:blipFill>
          <a:blip r:embed="rId4"/>
          <a:stretch>
            <a:fillRect/>
          </a:stretch>
        </p:blipFill>
        <p:spPr>
          <a:xfrm>
            <a:off x="4626864" y="1188720"/>
            <a:ext cx="1920240" cy="960120"/>
          </a:xfrm>
          <a:prstGeom prst="rect">
            <a:avLst/>
          </a:prstGeom>
        </p:spPr>
      </p:pic>
      <p:sp>
        <p:nvSpPr>
          <p:cNvPr id="23" name="Rounded Rectangle 22"/>
          <p:cNvSpPr/>
          <p:nvPr/>
        </p:nvSpPr>
        <p:spPr>
          <a:xfrm>
            <a:off x="4736592" y="1298448"/>
            <a:ext cx="1175512" cy="21945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FFFFFF"/>
                </a:solidFill>
                <a:latin typeface="Fredoka SemiBold"/>
              </a:rPr>
              <a:t>IN DEVELOPMENT</a:t>
            </a:r>
          </a:p>
        </p:txBody>
      </p:sp>
      <p:sp>
        <p:nvSpPr>
          <p:cNvPr id="24" name="TextBox 23"/>
          <p:cNvSpPr txBox="1"/>
          <p:nvPr/>
        </p:nvSpPr>
        <p:spPr>
          <a:xfrm>
            <a:off x="4773168" y="2249424"/>
            <a:ext cx="1645920" cy="201168"/>
          </a:xfrm>
          <a:prstGeom prst="rect">
            <a:avLst/>
          </a:prstGeom>
          <a:noFill/>
        </p:spPr>
        <p:txBody>
          <a:bodyPr wrap="square" lIns="0" rIns="0" tIns="0" bIns="0" anchor="t">
            <a:noAutofit/>
          </a:bodyPr>
          <a:lstStyle/>
          <a:p>
            <a:pPr algn="l"/>
            <a:r>
              <a:rPr sz="750" b="0" i="0">
                <a:solidFill>
                  <a:srgbClr val="7C3AED"/>
                </a:solidFill>
                <a:latin typeface="Fredoka SemiBold"/>
              </a:rPr>
              <a:t>B2B · STUDIO</a:t>
            </a:r>
          </a:p>
        </p:txBody>
      </p:sp>
      <p:sp>
        <p:nvSpPr>
          <p:cNvPr id="25" name="TextBox 24"/>
          <p:cNvSpPr txBox="1"/>
          <p:nvPr/>
        </p:nvSpPr>
        <p:spPr>
          <a:xfrm>
            <a:off x="4773168" y="2450592"/>
            <a:ext cx="1645920" cy="457200"/>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Self-Operated Platform</a:t>
            </a:r>
          </a:p>
        </p:txBody>
      </p:sp>
      <p:sp>
        <p:nvSpPr>
          <p:cNvPr id="26" name="TextBox 25"/>
          <p:cNvSpPr txBox="1"/>
          <p:nvPr/>
        </p:nvSpPr>
        <p:spPr>
          <a:xfrm>
            <a:off x="4773168" y="2926080"/>
            <a:ext cx="1645920" cy="73152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Bulk drawing processing, session management, and a shared world; the institution runs it.</a:t>
            </a:r>
          </a:p>
        </p:txBody>
      </p:sp>
      <p:sp>
        <p:nvSpPr>
          <p:cNvPr id="27" name="Rounded Rectangle 26"/>
          <p:cNvSpPr/>
          <p:nvPr/>
        </p:nvSpPr>
        <p:spPr>
          <a:xfrm>
            <a:off x="4736592"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8031" y="3776472"/>
            <a:ext cx="1517904" cy="402336"/>
          </a:xfrm>
          <a:prstGeom prst="rect">
            <a:avLst/>
          </a:prstGeom>
          <a:noFill/>
        </p:spPr>
        <p:txBody>
          <a:bodyPr wrap="square" lIns="0" rIns="0" tIns="0" bIns="0" anchor="ctr">
            <a:noAutofit/>
          </a:bodyPr>
          <a:lstStyle/>
          <a:p>
            <a:pPr algn="l">
              <a:lnSpc>
                <a:spcPct val="95000"/>
              </a:lnSpc>
            </a:pPr>
            <a:r>
              <a:rPr sz="1050" b="1" i="0">
                <a:solidFill>
                  <a:srgbClr val="5B21B6"/>
                </a:solidFill>
                <a:latin typeface="Fredoka"/>
              </a:rPr>
              <a:t>Usage-based</a:t>
            </a:r>
          </a:p>
        </p:txBody>
      </p:sp>
      <p:sp>
        <p:nvSpPr>
          <p:cNvPr id="29" name="TextBox 28"/>
          <p:cNvSpPr txBox="1"/>
          <p:nvPr/>
        </p:nvSpPr>
        <p:spPr>
          <a:xfrm>
            <a:off x="4828031" y="4169663"/>
            <a:ext cx="1517904" cy="402336"/>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Per-drawing price is a test hypothesis, set in pilots</a:t>
            </a:r>
          </a:p>
        </p:txBody>
      </p:sp>
      <p:sp>
        <p:nvSpPr>
          <p:cNvPr id="30" name="Rounded Rectangle 29"/>
          <p:cNvSpPr/>
          <p:nvPr/>
        </p:nvSpPr>
        <p:spPr>
          <a:xfrm>
            <a:off x="6665975"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essons &amp; New Worlds"/>
          <p:cNvPicPr>
            <a:picLocks noChangeAspect="1"/>
          </p:cNvPicPr>
          <p:nvPr/>
        </p:nvPicPr>
        <p:blipFill>
          <a:blip r:embed="rId5"/>
          <a:stretch>
            <a:fillRect/>
          </a:stretch>
        </p:blipFill>
        <p:spPr>
          <a:xfrm>
            <a:off x="6665975" y="1188720"/>
            <a:ext cx="1920240" cy="960120"/>
          </a:xfrm>
          <a:prstGeom prst="rect">
            <a:avLst/>
          </a:prstGeom>
        </p:spPr>
      </p:pic>
      <p:sp>
        <p:nvSpPr>
          <p:cNvPr id="32" name="Rounded Rectangle 31"/>
          <p:cNvSpPr/>
          <p:nvPr/>
        </p:nvSpPr>
        <p:spPr>
          <a:xfrm>
            <a:off x="6775703" y="1298448"/>
            <a:ext cx="1659128" cy="219456"/>
          </a:xfrm>
          <a:prstGeom prst="roundRect">
            <a:avLst>
              <a:gd name="adj" fmla="val 50000"/>
            </a:avLst>
          </a:prstGeom>
          <a:solidFill>
            <a:srgbClr val="FFFFFF"/>
          </a:solidFill>
          <a:ln w="15875">
            <a:solidFill>
              <a:srgbClr val="5B21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5B21B6"/>
                </a:solidFill>
                <a:latin typeface="Fredoka SemiBold"/>
              </a:rPr>
              <a:t>FUTURE · PILOT PLANNED</a:t>
            </a:r>
          </a:p>
        </p:txBody>
      </p:sp>
      <p:sp>
        <p:nvSpPr>
          <p:cNvPr id="33" name="TextBox 32"/>
          <p:cNvSpPr txBox="1"/>
          <p:nvPr/>
        </p:nvSpPr>
        <p:spPr>
          <a:xfrm>
            <a:off x="6812279" y="2249424"/>
            <a:ext cx="1645920" cy="201168"/>
          </a:xfrm>
          <a:prstGeom prst="rect">
            <a:avLst/>
          </a:prstGeom>
          <a:noFill/>
        </p:spPr>
        <p:txBody>
          <a:bodyPr wrap="square" lIns="0" rIns="0" tIns="0" bIns="0" anchor="t">
            <a:noAutofit/>
          </a:bodyPr>
          <a:lstStyle/>
          <a:p>
            <a:pPr algn="l"/>
            <a:r>
              <a:rPr sz="750" b="0" i="0">
                <a:solidFill>
                  <a:srgbClr val="7C3AED"/>
                </a:solidFill>
                <a:latin typeface="Fredoka SemiBold"/>
              </a:rPr>
              <a:t>LEARNING · CONTENT</a:t>
            </a:r>
          </a:p>
        </p:txBody>
      </p:sp>
      <p:sp>
        <p:nvSpPr>
          <p:cNvPr id="34" name="TextBox 33"/>
          <p:cNvSpPr txBox="1"/>
          <p:nvPr/>
        </p:nvSpPr>
        <p:spPr>
          <a:xfrm>
            <a:off x="6812279" y="2450592"/>
            <a:ext cx="1645920" cy="457200"/>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Lessons &amp; New Worlds</a:t>
            </a:r>
          </a:p>
        </p:txBody>
      </p:sp>
      <p:sp>
        <p:nvSpPr>
          <p:cNvPr id="35" name="TextBox 34"/>
          <p:cNvSpPr txBox="1"/>
          <p:nvPr/>
        </p:nvSpPr>
        <p:spPr>
          <a:xfrm>
            <a:off x="6812279" y="2926080"/>
            <a:ext cx="1645920" cy="73152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Creative lessons, programs, and new worlds. Starts with the Ocean Artist 3-lesson pilot.</a:t>
            </a:r>
          </a:p>
        </p:txBody>
      </p:sp>
      <p:sp>
        <p:nvSpPr>
          <p:cNvPr id="36" name="Rounded Rectangle 35"/>
          <p:cNvSpPr/>
          <p:nvPr/>
        </p:nvSpPr>
        <p:spPr>
          <a:xfrm>
            <a:off x="6775703"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67143" y="3776472"/>
            <a:ext cx="1517904" cy="402336"/>
          </a:xfrm>
          <a:prstGeom prst="rect">
            <a:avLst/>
          </a:prstGeom>
          <a:noFill/>
        </p:spPr>
        <p:txBody>
          <a:bodyPr wrap="square" lIns="0" rIns="0" tIns="0" bIns="0" anchor="ctr">
            <a:noAutofit/>
          </a:bodyPr>
          <a:lstStyle/>
          <a:p>
            <a:pPr algn="l">
              <a:lnSpc>
                <a:spcPct val="95000"/>
              </a:lnSpc>
            </a:pPr>
            <a:r>
              <a:rPr sz="1050" b="1" i="0">
                <a:solidFill>
                  <a:srgbClr val="5B21B6"/>
                </a:solidFill>
                <a:latin typeface="Fredoka"/>
              </a:rPr>
              <a:t>Subscription later</a:t>
            </a:r>
          </a:p>
        </p:txBody>
      </p:sp>
      <p:sp>
        <p:nvSpPr>
          <p:cNvPr id="38" name="TextBox 37"/>
          <p:cNvSpPr txBox="1"/>
          <p:nvPr/>
        </p:nvSpPr>
        <p:spPr>
          <a:xfrm>
            <a:off x="6867143" y="4169663"/>
            <a:ext cx="1517904" cy="402336"/>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Only if the 3-lesson pilot proves repeat use</a:t>
            </a:r>
          </a:p>
        </p:txBody>
      </p:sp>
      <p:sp>
        <p:nvSpPr>
          <p:cNvPr id="39" name="TextBox 38"/>
          <p:cNvSpPr txBox="1"/>
          <p:nvPr/>
        </p:nvSpPr>
        <p:spPr>
          <a:xfrm>
            <a:off x="548640" y="868680"/>
            <a:ext cx="8046720" cy="274320"/>
          </a:xfrm>
          <a:prstGeom prst="rect">
            <a:avLst/>
          </a:prstGeom>
          <a:noFill/>
        </p:spPr>
        <p:txBody>
          <a:bodyPr wrap="square" lIns="0" rIns="0" tIns="0" bIns="0" anchor="t">
            <a:noAutofit/>
          </a:bodyPr>
          <a:lstStyle/>
          <a:p>
            <a:pPr algn="l"/>
            <a:r>
              <a:rPr sz="1000" b="0" i="0">
                <a:solidFill>
                  <a:srgbClr val="172033"/>
                </a:solidFill>
                <a:latin typeface="Varela Round"/>
              </a:rPr>
              <a:t>Pre-revenue. B2B-first; B2C is our direct sales and validation channel. Each stream has a clear status.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4206240" cy="640080"/>
          </a:xfrm>
        </p:spPr>
        <p:txBody>
          <a:bodyPr wrap="square" lIns="0" rIns="0" tIns="0" bIns="0" anchor="t">
            <a:noAutofit/>
          </a:bodyPr>
          <a:lstStyle/>
          <a:p>
            <a:pPr algn="l">
              <a:lnSpc>
                <a:spcPct val="95000"/>
              </a:lnSpc>
            </a:pPr>
            <a:r>
              <a:rPr sz="2600" b="1" i="0">
                <a:solidFill>
                  <a:srgbClr val="172033"/>
                </a:solidFill>
                <a:latin typeface="Fredoka"/>
              </a:rPr>
              <a:t>Traction &amp; Validation</a:t>
            </a:r>
          </a:p>
        </p:txBody>
      </p:sp>
      <p:sp>
        <p:nvSpPr>
          <p:cNvPr id="3" name="Rounded Rectangle 2"/>
          <p:cNvSpPr/>
          <p:nvPr/>
        </p:nvSpPr>
        <p:spPr>
          <a:xfrm>
            <a:off x="548640" y="1280160"/>
            <a:ext cx="918971" cy="987552"/>
          </a:xfrm>
          <a:prstGeom prst="roundRect">
            <a:avLst>
              <a:gd name="adj" fmla="val 1393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918971" cy="457200"/>
          </a:xfrm>
          <a:prstGeom prst="rect">
            <a:avLst/>
          </a:prstGeom>
          <a:noFill/>
        </p:spPr>
        <p:txBody>
          <a:bodyPr wrap="square" lIns="0" rIns="0" tIns="0" bIns="0" anchor="ctr">
            <a:noAutofit/>
          </a:bodyPr>
          <a:lstStyle/>
          <a:p>
            <a:pPr algn="ctr"/>
            <a:r>
              <a:rPr sz="2600" b="1" i="0">
                <a:solidFill>
                  <a:srgbClr val="5B21B6"/>
                </a:solidFill>
                <a:latin typeface="Fredoka"/>
              </a:rPr>
              <a:t>30</a:t>
            </a:r>
          </a:p>
        </p:txBody>
      </p:sp>
      <p:sp>
        <p:nvSpPr>
          <p:cNvPr id="5" name="TextBox 4"/>
          <p:cNvSpPr txBox="1"/>
          <p:nvPr/>
        </p:nvSpPr>
        <p:spPr>
          <a:xfrm>
            <a:off x="621792" y="1792224"/>
            <a:ext cx="772667" cy="438912"/>
          </a:xfrm>
          <a:prstGeom prst="rect">
            <a:avLst/>
          </a:prstGeom>
          <a:noFill/>
        </p:spPr>
        <p:txBody>
          <a:bodyPr wrap="square" lIns="0" rIns="0" tIns="0" bIns="0" anchor="t">
            <a:noAutofit/>
          </a:bodyPr>
          <a:lstStyle/>
          <a:p>
            <a:pPr algn="ctr">
              <a:lnSpc>
                <a:spcPct val="100000"/>
              </a:lnSpc>
            </a:pPr>
            <a:r>
              <a:rPr sz="800" b="0" i="0">
                <a:solidFill>
                  <a:srgbClr val="172033"/>
                </a:solidFill>
                <a:latin typeface="Fredoka SemiBold"/>
              </a:rPr>
              <a:t>children in first TPA pilot</a:t>
            </a:r>
          </a:p>
        </p:txBody>
      </p:sp>
      <p:sp>
        <p:nvSpPr>
          <p:cNvPr id="6" name="Rounded Rectangle 5"/>
          <p:cNvSpPr/>
          <p:nvPr/>
        </p:nvSpPr>
        <p:spPr>
          <a:xfrm>
            <a:off x="1577340" y="1280160"/>
            <a:ext cx="918971" cy="987552"/>
          </a:xfrm>
          <a:prstGeom prst="roundRect">
            <a:avLst>
              <a:gd name="adj" fmla="val 1393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7340" y="1325880"/>
            <a:ext cx="918971" cy="457200"/>
          </a:xfrm>
          <a:prstGeom prst="rect">
            <a:avLst/>
          </a:prstGeom>
          <a:noFill/>
        </p:spPr>
        <p:txBody>
          <a:bodyPr wrap="square" lIns="0" rIns="0" tIns="0" bIns="0" anchor="ctr">
            <a:noAutofit/>
          </a:bodyPr>
          <a:lstStyle/>
          <a:p>
            <a:pPr algn="ctr"/>
            <a:r>
              <a:rPr sz="2600" b="1" i="0">
                <a:solidFill>
                  <a:srgbClr val="5B21B6"/>
                </a:solidFill>
                <a:latin typeface="Fredoka"/>
              </a:rPr>
              <a:t>2</a:t>
            </a:r>
          </a:p>
        </p:txBody>
      </p:sp>
      <p:sp>
        <p:nvSpPr>
          <p:cNvPr id="8" name="TextBox 7"/>
          <p:cNvSpPr txBox="1"/>
          <p:nvPr/>
        </p:nvSpPr>
        <p:spPr>
          <a:xfrm>
            <a:off x="1650492" y="1792224"/>
            <a:ext cx="772667" cy="438912"/>
          </a:xfrm>
          <a:prstGeom prst="rect">
            <a:avLst/>
          </a:prstGeom>
          <a:noFill/>
        </p:spPr>
        <p:txBody>
          <a:bodyPr wrap="square" lIns="0" rIns="0" tIns="0" bIns="0" anchor="t">
            <a:noAutofit/>
          </a:bodyPr>
          <a:lstStyle/>
          <a:p>
            <a:pPr algn="ctr">
              <a:lnSpc>
                <a:spcPct val="100000"/>
              </a:lnSpc>
            </a:pPr>
            <a:r>
              <a:rPr sz="800" b="0" i="0">
                <a:solidFill>
                  <a:srgbClr val="172033"/>
                </a:solidFill>
                <a:latin typeface="Fredoka SemiBold"/>
              </a:rPr>
              <a:t>interactive worlds live</a:t>
            </a:r>
          </a:p>
        </p:txBody>
      </p:sp>
      <p:sp>
        <p:nvSpPr>
          <p:cNvPr id="9" name="Rounded Rectangle 8"/>
          <p:cNvSpPr/>
          <p:nvPr/>
        </p:nvSpPr>
        <p:spPr>
          <a:xfrm>
            <a:off x="2606040" y="1280160"/>
            <a:ext cx="918971" cy="987552"/>
          </a:xfrm>
          <a:prstGeom prst="roundRect">
            <a:avLst>
              <a:gd name="adj" fmla="val 1393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40" y="1325880"/>
            <a:ext cx="918971" cy="457200"/>
          </a:xfrm>
          <a:prstGeom prst="rect">
            <a:avLst/>
          </a:prstGeom>
          <a:noFill/>
        </p:spPr>
        <p:txBody>
          <a:bodyPr wrap="square" lIns="0" rIns="0" tIns="0" bIns="0" anchor="ctr">
            <a:noAutofit/>
          </a:bodyPr>
          <a:lstStyle/>
          <a:p>
            <a:pPr algn="ctr"/>
            <a:r>
              <a:rPr sz="2600" b="1" i="0">
                <a:solidFill>
                  <a:srgbClr val="5B21B6"/>
                </a:solidFill>
                <a:latin typeface="Fredoka"/>
              </a:rPr>
              <a:t>2</a:t>
            </a:r>
          </a:p>
        </p:txBody>
      </p:sp>
      <p:sp>
        <p:nvSpPr>
          <p:cNvPr id="11" name="TextBox 10"/>
          <p:cNvSpPr txBox="1"/>
          <p:nvPr/>
        </p:nvSpPr>
        <p:spPr>
          <a:xfrm>
            <a:off x="2679192" y="1792224"/>
            <a:ext cx="772667" cy="438912"/>
          </a:xfrm>
          <a:prstGeom prst="rect">
            <a:avLst/>
          </a:prstGeom>
          <a:noFill/>
        </p:spPr>
        <p:txBody>
          <a:bodyPr wrap="square" lIns="0" rIns="0" tIns="0" bIns="0" anchor="t">
            <a:noAutofit/>
          </a:bodyPr>
          <a:lstStyle/>
          <a:p>
            <a:pPr algn="ctr">
              <a:lnSpc>
                <a:spcPct val="100000"/>
              </a:lnSpc>
            </a:pPr>
            <a:r>
              <a:rPr sz="800" b="0" i="0">
                <a:solidFill>
                  <a:srgbClr val="172033"/>
                </a:solidFill>
                <a:latin typeface="Fredoka SemiBold"/>
              </a:rPr>
              <a:t>improvements shipped</a:t>
            </a:r>
          </a:p>
        </p:txBody>
      </p:sp>
      <p:sp>
        <p:nvSpPr>
          <p:cNvPr id="12" name="Rounded Rectangle 11"/>
          <p:cNvSpPr/>
          <p:nvPr/>
        </p:nvSpPr>
        <p:spPr>
          <a:xfrm>
            <a:off x="3634740" y="1280160"/>
            <a:ext cx="918971" cy="987552"/>
          </a:xfrm>
          <a:prstGeom prst="roundRect">
            <a:avLst>
              <a:gd name="adj" fmla="val 1393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1325880"/>
            <a:ext cx="918971" cy="457200"/>
          </a:xfrm>
          <a:prstGeom prst="rect">
            <a:avLst/>
          </a:prstGeom>
          <a:noFill/>
        </p:spPr>
        <p:txBody>
          <a:bodyPr wrap="square" lIns="0" rIns="0" tIns="0" bIns="0" anchor="ctr">
            <a:noAutofit/>
          </a:bodyPr>
          <a:lstStyle/>
          <a:p>
            <a:pPr algn="ctr"/>
            <a:r>
              <a:rPr sz="2600" b="1" i="0">
                <a:solidFill>
                  <a:srgbClr val="5B21B6"/>
                </a:solidFill>
                <a:latin typeface="Fredoka"/>
              </a:rPr>
              <a:t>3</a:t>
            </a:r>
          </a:p>
        </p:txBody>
      </p:sp>
      <p:sp>
        <p:nvSpPr>
          <p:cNvPr id="14" name="TextBox 13"/>
          <p:cNvSpPr txBox="1"/>
          <p:nvPr/>
        </p:nvSpPr>
        <p:spPr>
          <a:xfrm>
            <a:off x="3707891" y="1792224"/>
            <a:ext cx="772667" cy="438912"/>
          </a:xfrm>
          <a:prstGeom prst="rect">
            <a:avLst/>
          </a:prstGeom>
          <a:noFill/>
        </p:spPr>
        <p:txBody>
          <a:bodyPr wrap="square" lIns="0" rIns="0" tIns="0" bIns="0" anchor="t">
            <a:noAutofit/>
          </a:bodyPr>
          <a:lstStyle/>
          <a:p>
            <a:pPr algn="ctr">
              <a:lnSpc>
                <a:spcPct val="100000"/>
              </a:lnSpc>
            </a:pPr>
            <a:r>
              <a:rPr sz="800" b="0" i="0">
                <a:solidFill>
                  <a:srgbClr val="172033"/>
                </a:solidFill>
                <a:latin typeface="Fredoka SemiBold"/>
              </a:rPr>
              <a:t>improvements in progress</a:t>
            </a:r>
          </a:p>
        </p:txBody>
      </p:sp>
      <p:sp>
        <p:nvSpPr>
          <p:cNvPr id="15" name="Rounded Rectangle 14"/>
          <p:cNvSpPr/>
          <p:nvPr/>
        </p:nvSpPr>
        <p:spPr>
          <a:xfrm>
            <a:off x="548640" y="2395728"/>
            <a:ext cx="717804"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BUILT</a:t>
            </a:r>
          </a:p>
        </p:txBody>
      </p:sp>
      <p:pic>
        <p:nvPicPr>
          <p:cNvPr id="16" name="Picture 15" descr="arrow-right_purple.png"/>
          <p:cNvPicPr>
            <a:picLocks noChangeAspect="1"/>
          </p:cNvPicPr>
          <p:nvPr/>
        </p:nvPicPr>
        <p:blipFill>
          <a:blip r:embed="rId2"/>
          <a:stretch>
            <a:fillRect/>
          </a:stretch>
        </p:blipFill>
        <p:spPr>
          <a:xfrm>
            <a:off x="1307592" y="2473452"/>
            <a:ext cx="137160" cy="137160"/>
          </a:xfrm>
          <a:prstGeom prst="rect">
            <a:avLst/>
          </a:prstGeom>
        </p:spPr>
      </p:pic>
      <p:sp>
        <p:nvSpPr>
          <p:cNvPr id="17" name="Rounded Rectangle 16"/>
          <p:cNvSpPr/>
          <p:nvPr/>
        </p:nvSpPr>
        <p:spPr>
          <a:xfrm>
            <a:off x="1485900" y="2395728"/>
            <a:ext cx="795528"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TESTED</a:t>
            </a:r>
          </a:p>
        </p:txBody>
      </p:sp>
      <p:pic>
        <p:nvPicPr>
          <p:cNvPr id="18" name="Picture 17" descr="arrow-right_purple.png"/>
          <p:cNvPicPr>
            <a:picLocks noChangeAspect="1"/>
          </p:cNvPicPr>
          <p:nvPr/>
        </p:nvPicPr>
        <p:blipFill>
          <a:blip r:embed="rId2"/>
          <a:stretch>
            <a:fillRect/>
          </a:stretch>
        </p:blipFill>
        <p:spPr>
          <a:xfrm>
            <a:off x="2322576" y="2473452"/>
            <a:ext cx="137160" cy="137160"/>
          </a:xfrm>
          <a:prstGeom prst="rect">
            <a:avLst/>
          </a:prstGeom>
        </p:spPr>
      </p:pic>
      <p:sp>
        <p:nvSpPr>
          <p:cNvPr id="19" name="Rounded Rectangle 18"/>
          <p:cNvSpPr/>
          <p:nvPr/>
        </p:nvSpPr>
        <p:spPr>
          <a:xfrm>
            <a:off x="2500884" y="2395728"/>
            <a:ext cx="873252"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LEARNED</a:t>
            </a:r>
          </a:p>
        </p:txBody>
      </p:sp>
      <p:pic>
        <p:nvPicPr>
          <p:cNvPr id="20" name="Picture 19" descr="arrow-right_purple.png"/>
          <p:cNvPicPr>
            <a:picLocks noChangeAspect="1"/>
          </p:cNvPicPr>
          <p:nvPr/>
        </p:nvPicPr>
        <p:blipFill>
          <a:blip r:embed="rId2"/>
          <a:stretch>
            <a:fillRect/>
          </a:stretch>
        </p:blipFill>
        <p:spPr>
          <a:xfrm>
            <a:off x="3415284" y="2473452"/>
            <a:ext cx="137160" cy="137160"/>
          </a:xfrm>
          <a:prstGeom prst="rect">
            <a:avLst/>
          </a:prstGeom>
        </p:spPr>
      </p:pic>
      <p:sp>
        <p:nvSpPr>
          <p:cNvPr id="21" name="Rounded Rectangle 20"/>
          <p:cNvSpPr/>
          <p:nvPr/>
        </p:nvSpPr>
        <p:spPr>
          <a:xfrm>
            <a:off x="3593592" y="2395728"/>
            <a:ext cx="873252"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SHIPPED</a:t>
            </a:r>
          </a:p>
        </p:txBody>
      </p:sp>
      <p:sp>
        <p:nvSpPr>
          <p:cNvPr id="22" name="Rounded Rectangle 21"/>
          <p:cNvSpPr/>
          <p:nvPr/>
        </p:nvSpPr>
        <p:spPr>
          <a:xfrm>
            <a:off x="548640" y="2834640"/>
            <a:ext cx="4114800" cy="1828800"/>
          </a:xfrm>
          <a:prstGeom prst="roundRect">
            <a:avLst>
              <a:gd name="adj" fmla="val 8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907792"/>
            <a:ext cx="3749039" cy="274320"/>
          </a:xfrm>
          <a:prstGeom prst="rect">
            <a:avLst/>
          </a:prstGeom>
          <a:noFill/>
        </p:spPr>
        <p:txBody>
          <a:bodyPr wrap="square" lIns="0" rIns="0" tIns="0" bIns="0" anchor="ctr">
            <a:noAutofit/>
          </a:bodyPr>
          <a:lstStyle/>
          <a:p>
            <a:pPr algn="l"/>
            <a:r>
              <a:rPr sz="1150" b="1" i="0">
                <a:solidFill>
                  <a:srgbClr val="172033"/>
                </a:solidFill>
                <a:latin typeface="Fredoka"/>
              </a:rPr>
              <a:t>FEEDBACK </a:t>
            </a:r>
            <a:r>
              <a:rPr sz="1150" b="1" i="0">
                <a:solidFill>
                  <a:srgbClr val="172033"/>
                </a:solidFill>
                <a:latin typeface="Segoe UI"/>
              </a:rPr>
              <a:t>→</a:t>
            </a:r>
            <a:r>
              <a:rPr sz="1150" b="1" i="0">
                <a:solidFill>
                  <a:srgbClr val="172033"/>
                </a:solidFill>
                <a:latin typeface="Fredoka"/>
              </a:rPr>
              <a:t> PRODUCT</a:t>
            </a:r>
          </a:p>
        </p:txBody>
      </p:sp>
      <p:sp>
        <p:nvSpPr>
          <p:cNvPr id="24" name="Rounded Rectangle 23"/>
          <p:cNvSpPr/>
          <p:nvPr/>
        </p:nvSpPr>
        <p:spPr>
          <a:xfrm>
            <a:off x="731520" y="3236976"/>
            <a:ext cx="822960" cy="23774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15803D"/>
                </a:solidFill>
                <a:latin typeface="Fredoka SemiBold"/>
              </a:rPr>
              <a:t>SHIPPED</a:t>
            </a:r>
          </a:p>
        </p:txBody>
      </p:sp>
      <p:sp>
        <p:nvSpPr>
          <p:cNvPr id="25" name="TextBox 24"/>
          <p:cNvSpPr txBox="1"/>
          <p:nvPr/>
        </p:nvSpPr>
        <p:spPr>
          <a:xfrm>
            <a:off x="1691640" y="321868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Larger interactive world</a:t>
            </a:r>
          </a:p>
        </p:txBody>
      </p:sp>
      <p:sp>
        <p:nvSpPr>
          <p:cNvPr id="26" name="Rounded Rectangle 25"/>
          <p:cNvSpPr/>
          <p:nvPr/>
        </p:nvSpPr>
        <p:spPr>
          <a:xfrm>
            <a:off x="731520" y="3511296"/>
            <a:ext cx="822960" cy="23774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15803D"/>
                </a:solidFill>
                <a:latin typeface="Fredoka SemiBold"/>
              </a:rPr>
              <a:t>SHIPPED</a:t>
            </a:r>
          </a:p>
        </p:txBody>
      </p:sp>
      <p:sp>
        <p:nvSpPr>
          <p:cNvPr id="27" name="TextBox 26"/>
          <p:cNvSpPr txBox="1"/>
          <p:nvPr/>
        </p:nvSpPr>
        <p:spPr>
          <a:xfrm>
            <a:off x="1691640" y="349300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Digital trial before purchase</a:t>
            </a:r>
          </a:p>
        </p:txBody>
      </p:sp>
      <p:sp>
        <p:nvSpPr>
          <p:cNvPr id="28" name="Rounded Rectangle 27"/>
          <p:cNvSpPr/>
          <p:nvPr/>
        </p:nvSpPr>
        <p:spPr>
          <a:xfrm>
            <a:off x="731520" y="3785615"/>
            <a:ext cx="822960"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BUILDING</a:t>
            </a:r>
          </a:p>
        </p:txBody>
      </p:sp>
      <p:sp>
        <p:nvSpPr>
          <p:cNvPr id="29" name="TextBox 28"/>
          <p:cNvSpPr txBox="1"/>
          <p:nvPr/>
        </p:nvSpPr>
        <p:spPr>
          <a:xfrm>
            <a:off x="1691640" y="376732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Bulk drawing processing</a:t>
            </a:r>
          </a:p>
        </p:txBody>
      </p:sp>
      <p:sp>
        <p:nvSpPr>
          <p:cNvPr id="30" name="Rounded Rectangle 29"/>
          <p:cNvSpPr/>
          <p:nvPr/>
        </p:nvSpPr>
        <p:spPr>
          <a:xfrm>
            <a:off x="731520" y="4059935"/>
            <a:ext cx="822960"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BUILDING</a:t>
            </a:r>
          </a:p>
        </p:txBody>
      </p:sp>
      <p:sp>
        <p:nvSpPr>
          <p:cNvPr id="31" name="TextBox 30"/>
          <p:cNvSpPr txBox="1"/>
          <p:nvPr/>
        </p:nvSpPr>
        <p:spPr>
          <a:xfrm>
            <a:off x="1691640" y="404164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Story &amp; learning space</a:t>
            </a:r>
          </a:p>
        </p:txBody>
      </p:sp>
      <p:sp>
        <p:nvSpPr>
          <p:cNvPr id="32" name="Rounded Rectangle 31"/>
          <p:cNvSpPr/>
          <p:nvPr/>
        </p:nvSpPr>
        <p:spPr>
          <a:xfrm>
            <a:off x="731520" y="4334256"/>
            <a:ext cx="822960"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BUILDING</a:t>
            </a:r>
          </a:p>
        </p:txBody>
      </p:sp>
      <p:sp>
        <p:nvSpPr>
          <p:cNvPr id="33" name="TextBox 32"/>
          <p:cNvSpPr txBox="1"/>
          <p:nvPr/>
        </p:nvSpPr>
        <p:spPr>
          <a:xfrm>
            <a:off x="1691640" y="431596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Additional worlds</a:t>
            </a:r>
          </a:p>
        </p:txBody>
      </p:sp>
      <p:pic>
        <p:nvPicPr>
          <p:cNvPr id="34" name="Picture 33" descr="Scanvas demo with children during the TPA pilot"/>
          <p:cNvPicPr>
            <a:picLocks noChangeAspect="1"/>
          </p:cNvPicPr>
          <p:nvPr/>
        </p:nvPicPr>
        <p:blipFill>
          <a:blip r:embed="rId3"/>
          <a:stretch>
            <a:fillRect/>
          </a:stretch>
        </p:blipFill>
        <p:spPr>
          <a:xfrm>
            <a:off x="4846320" y="1280160"/>
            <a:ext cx="3749039" cy="2108835"/>
          </a:xfrm>
          <a:prstGeom prst="rect">
            <a:avLst/>
          </a:prstGeom>
        </p:spPr>
      </p:pic>
      <p:pic>
        <p:nvPicPr>
          <p:cNvPr id="35" name="Picture 34" descr="Children coloring Scanvas sheets in the pilot"/>
          <p:cNvPicPr>
            <a:picLocks noChangeAspect="1"/>
          </p:cNvPicPr>
          <p:nvPr/>
        </p:nvPicPr>
        <p:blipFill>
          <a:blip r:embed="rId4"/>
          <a:srcRect l="12500" r="12500"/>
          <a:stretch>
            <a:fillRect/>
          </a:stretch>
        </p:blipFill>
        <p:spPr>
          <a:xfrm>
            <a:off x="4846320" y="3465576"/>
            <a:ext cx="1188719" cy="891539"/>
          </a:xfrm>
          <a:prstGeom prst="rect">
            <a:avLst/>
          </a:prstGeom>
        </p:spPr>
      </p:pic>
      <p:pic>
        <p:nvPicPr>
          <p:cNvPr id="36" name="Picture 35" descr="Children coloring Scanvas sheets in the pilot"/>
          <p:cNvPicPr>
            <a:picLocks noChangeAspect="1"/>
          </p:cNvPicPr>
          <p:nvPr/>
        </p:nvPicPr>
        <p:blipFill>
          <a:blip r:embed="rId5"/>
          <a:srcRect l="12500" r="12500"/>
          <a:stretch>
            <a:fillRect/>
          </a:stretch>
        </p:blipFill>
        <p:spPr>
          <a:xfrm>
            <a:off x="6126479" y="3465576"/>
            <a:ext cx="1188719" cy="891539"/>
          </a:xfrm>
          <a:prstGeom prst="rect">
            <a:avLst/>
          </a:prstGeom>
        </p:spPr>
      </p:pic>
      <p:pic>
        <p:nvPicPr>
          <p:cNvPr id="37" name="Picture 36" descr="Children coloring Scanvas sheets in the pilot"/>
          <p:cNvPicPr>
            <a:picLocks noChangeAspect="1"/>
          </p:cNvPicPr>
          <p:nvPr/>
        </p:nvPicPr>
        <p:blipFill>
          <a:blip r:embed="rId6"/>
          <a:srcRect l="12500" r="12500"/>
          <a:stretch>
            <a:fillRect/>
          </a:stretch>
        </p:blipFill>
        <p:spPr>
          <a:xfrm>
            <a:off x="7406640" y="3465576"/>
            <a:ext cx="1188719" cy="891539"/>
          </a:xfrm>
          <a:prstGeom prst="rect">
            <a:avLst/>
          </a:prstGeom>
        </p:spPr>
      </p:pic>
      <p:sp>
        <p:nvSpPr>
          <p:cNvPr id="38" name="TextBox 37"/>
          <p:cNvSpPr txBox="1"/>
          <p:nvPr/>
        </p:nvSpPr>
        <p:spPr>
          <a:xfrm>
            <a:off x="4846320" y="4443984"/>
            <a:ext cx="3749039" cy="219456"/>
          </a:xfrm>
          <a:prstGeom prst="rect">
            <a:avLst/>
          </a:prstGeom>
          <a:noFill/>
        </p:spPr>
        <p:txBody>
          <a:bodyPr wrap="square" lIns="0" rIns="0" tIns="0" bIns="0" anchor="ctr">
            <a:noAutofit/>
          </a:bodyPr>
          <a:lstStyle/>
          <a:p>
            <a:pPr algn="l"/>
            <a:r>
              <a:rPr sz="800" b="0" i="0">
                <a:solidFill>
                  <a:srgbClr val="7C3AED"/>
                </a:solidFill>
                <a:latin typeface="Fredoka SemiBold"/>
              </a:rPr>
              <a:t>First real-world pilot · TPA, D.I. Yogyakarta · live product, pre-revenue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400800" cy="548640"/>
          </a:xfrm>
        </p:spPr>
        <p:txBody>
          <a:bodyPr wrap="square" lIns="0" rIns="0" tIns="0" bIns="0" anchor="t">
            <a:noAutofit/>
          </a:bodyPr>
          <a:lstStyle/>
          <a:p>
            <a:pPr algn="l">
              <a:lnSpc>
                <a:spcPct val="95000"/>
              </a:lnSpc>
            </a:pPr>
            <a:r>
              <a:rPr sz="2600" b="1" i="0">
                <a:solidFill>
                  <a:srgbClr val="172033"/>
                </a:solidFill>
                <a:latin typeface="Fredoka"/>
              </a:rPr>
              <a:t>Marketing &amp; Go-To-Market</a:t>
            </a:r>
          </a:p>
        </p:txBody>
      </p:sp>
      <p:sp>
        <p:nvSpPr>
          <p:cNvPr id="3" name="Rounded Rectangle 2"/>
          <p:cNvSpPr/>
          <p:nvPr/>
        </p:nvSpPr>
        <p:spPr>
          <a:xfrm>
            <a:off x="548640" y="1188720"/>
            <a:ext cx="8046720" cy="1051560"/>
          </a:xfrm>
          <a:prstGeom prst="roundRect">
            <a:avLst>
              <a:gd name="adj" fmla="val 1391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35024"/>
            <a:ext cx="566928" cy="27432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FFFFFF"/>
                </a:solidFill>
                <a:latin typeface="Fredoka SemiBold"/>
              </a:rPr>
              <a:t>B2B</a:t>
            </a:r>
          </a:p>
        </p:txBody>
      </p:sp>
      <p:sp>
        <p:nvSpPr>
          <p:cNvPr id="5" name="TextBox 4"/>
          <p:cNvSpPr txBox="1"/>
          <p:nvPr/>
        </p:nvSpPr>
        <p:spPr>
          <a:xfrm>
            <a:off x="1417320" y="1316736"/>
            <a:ext cx="2926080" cy="310896"/>
          </a:xfrm>
          <a:prstGeom prst="rect">
            <a:avLst/>
          </a:prstGeom>
          <a:noFill/>
        </p:spPr>
        <p:txBody>
          <a:bodyPr wrap="square" lIns="0" rIns="0" tIns="0" bIns="0" anchor="ctr">
            <a:noAutofit/>
          </a:bodyPr>
          <a:lstStyle/>
          <a:p>
            <a:pPr algn="l"/>
            <a:r>
              <a:rPr sz="1300" b="1" i="0">
                <a:solidFill>
                  <a:srgbClr val="172033"/>
                </a:solidFill>
                <a:latin typeface="Fredoka"/>
              </a:rPr>
              <a:t>Schools &amp; events · priority</a:t>
            </a:r>
          </a:p>
        </p:txBody>
      </p:sp>
      <p:sp>
        <p:nvSpPr>
          <p:cNvPr id="6" name="Rounded Rectangle 5"/>
          <p:cNvSpPr/>
          <p:nvPr/>
        </p:nvSpPr>
        <p:spPr>
          <a:xfrm>
            <a:off x="731520" y="1755648"/>
            <a:ext cx="916431"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Outreach</a:t>
            </a:r>
          </a:p>
        </p:txBody>
      </p:sp>
      <p:pic>
        <p:nvPicPr>
          <p:cNvPr id="7" name="Picture 6" descr="arrow-right_purple.png"/>
          <p:cNvPicPr>
            <a:picLocks noChangeAspect="1"/>
          </p:cNvPicPr>
          <p:nvPr/>
        </p:nvPicPr>
        <p:blipFill>
          <a:blip r:embed="rId2"/>
          <a:stretch>
            <a:fillRect/>
          </a:stretch>
        </p:blipFill>
        <p:spPr>
          <a:xfrm>
            <a:off x="1679955" y="1824228"/>
            <a:ext cx="137160" cy="137160"/>
          </a:xfrm>
          <a:prstGeom prst="rect">
            <a:avLst/>
          </a:prstGeom>
        </p:spPr>
      </p:pic>
      <p:sp>
        <p:nvSpPr>
          <p:cNvPr id="8" name="Rounded Rectangle 7"/>
          <p:cNvSpPr/>
          <p:nvPr/>
        </p:nvSpPr>
        <p:spPr>
          <a:xfrm>
            <a:off x="1849120" y="1755648"/>
            <a:ext cx="989838"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Live demo</a:t>
            </a:r>
          </a:p>
        </p:txBody>
      </p:sp>
      <p:pic>
        <p:nvPicPr>
          <p:cNvPr id="9" name="Picture 8" descr="arrow-right_purple.png"/>
          <p:cNvPicPr>
            <a:picLocks noChangeAspect="1"/>
          </p:cNvPicPr>
          <p:nvPr/>
        </p:nvPicPr>
        <p:blipFill>
          <a:blip r:embed="rId2"/>
          <a:stretch>
            <a:fillRect/>
          </a:stretch>
        </p:blipFill>
        <p:spPr>
          <a:xfrm>
            <a:off x="2870962" y="1824228"/>
            <a:ext cx="137160" cy="137160"/>
          </a:xfrm>
          <a:prstGeom prst="rect">
            <a:avLst/>
          </a:prstGeom>
        </p:spPr>
      </p:pic>
      <p:sp>
        <p:nvSpPr>
          <p:cNvPr id="10" name="Rounded Rectangle 9"/>
          <p:cNvSpPr/>
          <p:nvPr/>
        </p:nvSpPr>
        <p:spPr>
          <a:xfrm>
            <a:off x="3040126" y="1755648"/>
            <a:ext cx="113665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Small pilot</a:t>
            </a:r>
          </a:p>
        </p:txBody>
      </p:sp>
      <p:pic>
        <p:nvPicPr>
          <p:cNvPr id="11" name="Picture 10" descr="arrow-right_purple.png"/>
          <p:cNvPicPr>
            <a:picLocks noChangeAspect="1"/>
          </p:cNvPicPr>
          <p:nvPr/>
        </p:nvPicPr>
        <p:blipFill>
          <a:blip r:embed="rId2"/>
          <a:stretch>
            <a:fillRect/>
          </a:stretch>
        </p:blipFill>
        <p:spPr>
          <a:xfrm>
            <a:off x="4208780" y="1824228"/>
            <a:ext cx="137160" cy="137160"/>
          </a:xfrm>
          <a:prstGeom prst="rect">
            <a:avLst/>
          </a:prstGeom>
        </p:spPr>
      </p:pic>
      <p:sp>
        <p:nvSpPr>
          <p:cNvPr id="12" name="Rounded Rectangle 11"/>
          <p:cNvSpPr/>
          <p:nvPr/>
        </p:nvSpPr>
        <p:spPr>
          <a:xfrm>
            <a:off x="4377944" y="1755648"/>
            <a:ext cx="1210056"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Paid session</a:t>
            </a:r>
          </a:p>
        </p:txBody>
      </p:sp>
      <p:pic>
        <p:nvPicPr>
          <p:cNvPr id="13" name="Picture 12" descr="arrow-right_purple.png"/>
          <p:cNvPicPr>
            <a:picLocks noChangeAspect="1"/>
          </p:cNvPicPr>
          <p:nvPr/>
        </p:nvPicPr>
        <p:blipFill>
          <a:blip r:embed="rId2"/>
          <a:stretch>
            <a:fillRect/>
          </a:stretch>
        </p:blipFill>
        <p:spPr>
          <a:xfrm>
            <a:off x="5620004" y="1824228"/>
            <a:ext cx="137160" cy="137160"/>
          </a:xfrm>
          <a:prstGeom prst="rect">
            <a:avLst/>
          </a:prstGeom>
        </p:spPr>
      </p:pic>
      <p:sp>
        <p:nvSpPr>
          <p:cNvPr id="14" name="Rounded Rectangle 13"/>
          <p:cNvSpPr/>
          <p:nvPr/>
        </p:nvSpPr>
        <p:spPr>
          <a:xfrm>
            <a:off x="5789167" y="1755648"/>
            <a:ext cx="1356868" cy="27432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FFFFFF"/>
                </a:solidFill>
                <a:latin typeface="Fredoka SemiBold"/>
              </a:rPr>
              <a:t>Repeat booking</a:t>
            </a:r>
          </a:p>
        </p:txBody>
      </p:sp>
      <p:sp>
        <p:nvSpPr>
          <p:cNvPr id="15" name="TextBox 14"/>
          <p:cNvSpPr txBox="1"/>
          <p:nvPr/>
        </p:nvSpPr>
        <p:spPr>
          <a:xfrm>
            <a:off x="4480560" y="1316736"/>
            <a:ext cx="3977639" cy="310896"/>
          </a:xfrm>
          <a:prstGeom prst="rect">
            <a:avLst/>
          </a:prstGeom>
          <a:noFill/>
        </p:spPr>
        <p:txBody>
          <a:bodyPr wrap="square" lIns="0" rIns="0" tIns="0" bIns="0" anchor="ctr">
            <a:noAutofit/>
          </a:bodyPr>
          <a:lstStyle/>
          <a:p>
            <a:pPr algn="r">
              <a:lnSpc>
                <a:spcPct val="100000"/>
              </a:lnSpc>
            </a:pPr>
            <a:r>
              <a:rPr sz="800" b="0" i="0">
                <a:solidFill>
                  <a:srgbClr val="172033"/>
                </a:solidFill>
                <a:latin typeface="Varela Round"/>
              </a:rPr>
              <a:t>PAUD/TK &amp; TPA · event organizers · activity centers · partnerships</a:t>
            </a:r>
          </a:p>
        </p:txBody>
      </p:sp>
      <p:sp>
        <p:nvSpPr>
          <p:cNvPr id="16" name="Rounded Rectangle 15"/>
          <p:cNvSpPr/>
          <p:nvPr/>
        </p:nvSpPr>
        <p:spPr>
          <a:xfrm>
            <a:off x="548640" y="2377440"/>
            <a:ext cx="8046720" cy="1051560"/>
          </a:xfrm>
          <a:prstGeom prst="roundRect">
            <a:avLst>
              <a:gd name="adj" fmla="val 1391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2523744"/>
            <a:ext cx="566928"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B2C</a:t>
            </a:r>
          </a:p>
        </p:txBody>
      </p:sp>
      <p:sp>
        <p:nvSpPr>
          <p:cNvPr id="18" name="TextBox 17"/>
          <p:cNvSpPr txBox="1"/>
          <p:nvPr/>
        </p:nvSpPr>
        <p:spPr>
          <a:xfrm>
            <a:off x="1417320" y="2505456"/>
            <a:ext cx="2926080" cy="310896"/>
          </a:xfrm>
          <a:prstGeom prst="rect">
            <a:avLst/>
          </a:prstGeom>
          <a:noFill/>
        </p:spPr>
        <p:txBody>
          <a:bodyPr wrap="square" lIns="0" rIns="0" tIns="0" bIns="0" anchor="ctr">
            <a:noAutofit/>
          </a:bodyPr>
          <a:lstStyle/>
          <a:p>
            <a:pPr algn="l"/>
            <a:r>
              <a:rPr sz="1300" b="1" i="0">
                <a:solidFill>
                  <a:srgbClr val="172033"/>
                </a:solidFill>
                <a:latin typeface="Fredoka"/>
              </a:rPr>
              <a:t>Families · validation</a:t>
            </a:r>
          </a:p>
        </p:txBody>
      </p:sp>
      <p:sp>
        <p:nvSpPr>
          <p:cNvPr id="19" name="Rounded Rectangle 18"/>
          <p:cNvSpPr/>
          <p:nvPr/>
        </p:nvSpPr>
        <p:spPr>
          <a:xfrm>
            <a:off x="731520" y="2944368"/>
            <a:ext cx="1136650"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Short video</a:t>
            </a:r>
          </a:p>
        </p:txBody>
      </p:sp>
      <p:pic>
        <p:nvPicPr>
          <p:cNvPr id="20" name="Picture 19" descr="arrow-right_purple.png"/>
          <p:cNvPicPr>
            <a:picLocks noChangeAspect="1"/>
          </p:cNvPicPr>
          <p:nvPr/>
        </p:nvPicPr>
        <p:blipFill>
          <a:blip r:embed="rId2"/>
          <a:stretch>
            <a:fillRect/>
          </a:stretch>
        </p:blipFill>
        <p:spPr>
          <a:xfrm>
            <a:off x="1900174" y="3012948"/>
            <a:ext cx="137160" cy="137160"/>
          </a:xfrm>
          <a:prstGeom prst="rect">
            <a:avLst/>
          </a:prstGeom>
        </p:spPr>
      </p:pic>
      <p:sp>
        <p:nvSpPr>
          <p:cNvPr id="21" name="Rounded Rectangle 20"/>
          <p:cNvSpPr/>
          <p:nvPr/>
        </p:nvSpPr>
        <p:spPr>
          <a:xfrm>
            <a:off x="2069338" y="2944368"/>
            <a:ext cx="1283462"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Digital trial</a:t>
            </a:r>
          </a:p>
        </p:txBody>
      </p:sp>
      <p:pic>
        <p:nvPicPr>
          <p:cNvPr id="22" name="Picture 21" descr="arrow-right_purple.png"/>
          <p:cNvPicPr>
            <a:picLocks noChangeAspect="1"/>
          </p:cNvPicPr>
          <p:nvPr/>
        </p:nvPicPr>
        <p:blipFill>
          <a:blip r:embed="rId2"/>
          <a:stretch>
            <a:fillRect/>
          </a:stretch>
        </p:blipFill>
        <p:spPr>
          <a:xfrm>
            <a:off x="3384804" y="3012948"/>
            <a:ext cx="137160" cy="137160"/>
          </a:xfrm>
          <a:prstGeom prst="rect">
            <a:avLst/>
          </a:prstGeom>
        </p:spPr>
      </p:pic>
      <p:sp>
        <p:nvSpPr>
          <p:cNvPr id="23" name="Rounded Rectangle 22"/>
          <p:cNvSpPr/>
          <p:nvPr/>
        </p:nvSpPr>
        <p:spPr>
          <a:xfrm>
            <a:off x="3553968" y="2944368"/>
            <a:ext cx="1063244"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First pack</a:t>
            </a:r>
          </a:p>
        </p:txBody>
      </p:sp>
      <p:pic>
        <p:nvPicPr>
          <p:cNvPr id="24" name="Picture 23" descr="arrow-right_purple.png"/>
          <p:cNvPicPr>
            <a:picLocks noChangeAspect="1"/>
          </p:cNvPicPr>
          <p:nvPr/>
        </p:nvPicPr>
        <p:blipFill>
          <a:blip r:embed="rId2"/>
          <a:stretch>
            <a:fillRect/>
          </a:stretch>
        </p:blipFill>
        <p:spPr>
          <a:xfrm>
            <a:off x="4649216" y="3012948"/>
            <a:ext cx="137160" cy="137160"/>
          </a:xfrm>
          <a:prstGeom prst="rect">
            <a:avLst/>
          </a:prstGeom>
        </p:spPr>
      </p:pic>
      <p:sp>
        <p:nvSpPr>
          <p:cNvPr id="25" name="Rounded Rectangle 24"/>
          <p:cNvSpPr/>
          <p:nvPr/>
        </p:nvSpPr>
        <p:spPr>
          <a:xfrm>
            <a:off x="4818380" y="2944368"/>
            <a:ext cx="1430273" cy="27432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FFFFFF"/>
                </a:solidFill>
                <a:latin typeface="Fredoka SemiBold"/>
              </a:rPr>
              <a:t>Repeat purchase</a:t>
            </a:r>
          </a:p>
        </p:txBody>
      </p:sp>
      <p:sp>
        <p:nvSpPr>
          <p:cNvPr id="26" name="TextBox 25"/>
          <p:cNvSpPr txBox="1"/>
          <p:nvPr/>
        </p:nvSpPr>
        <p:spPr>
          <a:xfrm>
            <a:off x="4480560" y="2505456"/>
            <a:ext cx="3977639" cy="310896"/>
          </a:xfrm>
          <a:prstGeom prst="rect">
            <a:avLst/>
          </a:prstGeom>
          <a:noFill/>
        </p:spPr>
        <p:txBody>
          <a:bodyPr wrap="square" lIns="0" rIns="0" tIns="0" bIns="0" anchor="ctr">
            <a:noAutofit/>
          </a:bodyPr>
          <a:lstStyle/>
          <a:p>
            <a:pPr algn="r">
              <a:lnSpc>
                <a:spcPct val="100000"/>
              </a:lnSpc>
            </a:pPr>
            <a:r>
              <a:rPr sz="800" b="0" i="0">
                <a:solidFill>
                  <a:srgbClr val="172033"/>
                </a:solidFill>
                <a:latin typeface="Varela Round"/>
              </a:rPr>
              <a:t>Instagram &amp; TikTok · parent communities · referrals · website </a:t>
            </a:r>
            <a:r>
              <a:rPr sz="800" b="0" i="0">
                <a:solidFill>
                  <a:srgbClr val="172033"/>
                </a:solidFill>
                <a:latin typeface="Segoe UI"/>
              </a:rPr>
              <a:t>→</a:t>
            </a:r>
            <a:r>
              <a:rPr sz="800" b="0" i="0">
                <a:solidFill>
                  <a:srgbClr val="172033"/>
                </a:solidFill>
                <a:latin typeface="Varela Round"/>
              </a:rPr>
              <a:t> WhatsApp</a:t>
            </a:r>
          </a:p>
        </p:txBody>
      </p:sp>
      <p:sp>
        <p:nvSpPr>
          <p:cNvPr id="27" name="Oval 26"/>
          <p:cNvSpPr/>
          <p:nvPr/>
        </p:nvSpPr>
        <p:spPr>
          <a:xfrm>
            <a:off x="548640" y="3657600"/>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parkles_purple.png"/>
          <p:cNvPicPr>
            <a:picLocks noChangeAspect="1"/>
          </p:cNvPicPr>
          <p:nvPr/>
        </p:nvPicPr>
        <p:blipFill>
          <a:blip r:embed="rId3"/>
          <a:stretch>
            <a:fillRect/>
          </a:stretch>
        </p:blipFill>
        <p:spPr>
          <a:xfrm>
            <a:off x="640811" y="3749771"/>
            <a:ext cx="199704" cy="199704"/>
          </a:xfrm>
          <a:prstGeom prst="rect">
            <a:avLst/>
          </a:prstGeom>
        </p:spPr>
      </p:pic>
      <p:sp>
        <p:nvSpPr>
          <p:cNvPr id="29" name="TextBox 28"/>
          <p:cNvSpPr txBox="1"/>
          <p:nvPr/>
        </p:nvSpPr>
        <p:spPr>
          <a:xfrm>
            <a:off x="1042416" y="3621024"/>
            <a:ext cx="2103120" cy="237744"/>
          </a:xfrm>
          <a:prstGeom prst="rect">
            <a:avLst/>
          </a:prstGeom>
          <a:noFill/>
        </p:spPr>
        <p:txBody>
          <a:bodyPr wrap="square" lIns="0" rIns="0" tIns="0" bIns="0" anchor="t">
            <a:noAutofit/>
          </a:bodyPr>
          <a:lstStyle/>
          <a:p>
            <a:pPr algn="l"/>
            <a:r>
              <a:rPr sz="1100" b="1" i="0">
                <a:solidFill>
                  <a:srgbClr val="172033"/>
                </a:solidFill>
                <a:latin typeface="Fredoka"/>
              </a:rPr>
              <a:t>Acquisition</a:t>
            </a:r>
          </a:p>
        </p:txBody>
      </p:sp>
      <p:sp>
        <p:nvSpPr>
          <p:cNvPr id="30" name="TextBox 29"/>
          <p:cNvSpPr txBox="1"/>
          <p:nvPr/>
        </p:nvSpPr>
        <p:spPr>
          <a:xfrm>
            <a:off x="1042416" y="3858768"/>
            <a:ext cx="2103120" cy="64008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Show the “color </a:t>
            </a:r>
            <a:r>
              <a:rPr sz="850" b="0" i="0">
                <a:solidFill>
                  <a:srgbClr val="172033"/>
                </a:solidFill>
                <a:latin typeface="Segoe UI"/>
              </a:rPr>
              <a:t>→</a:t>
            </a:r>
            <a:r>
              <a:rPr sz="850" b="0" i="0">
                <a:solidFill>
                  <a:srgbClr val="172033"/>
                </a:solidFill>
                <a:latin typeface="Varela Round"/>
              </a:rPr>
              <a:t> scan </a:t>
            </a:r>
            <a:r>
              <a:rPr sz="850" b="0" i="0">
                <a:solidFill>
                  <a:srgbClr val="172033"/>
                </a:solidFill>
                <a:latin typeface="Segoe UI"/>
              </a:rPr>
              <a:t>→</a:t>
            </a:r>
            <a:r>
              <a:rPr sz="850" b="0" i="0">
                <a:solidFill>
                  <a:srgbClr val="172033"/>
                </a:solidFill>
                <a:latin typeface="Varela Round"/>
              </a:rPr>
              <a:t> alive” moment in live demos and short videos.</a:t>
            </a:r>
          </a:p>
        </p:txBody>
      </p:sp>
      <p:sp>
        <p:nvSpPr>
          <p:cNvPr id="31" name="Oval 30"/>
          <p:cNvSpPr/>
          <p:nvPr/>
        </p:nvSpPr>
        <p:spPr>
          <a:xfrm>
            <a:off x="3264408" y="3657600"/>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arget_purple.png"/>
          <p:cNvPicPr>
            <a:picLocks noChangeAspect="1"/>
          </p:cNvPicPr>
          <p:nvPr/>
        </p:nvPicPr>
        <p:blipFill>
          <a:blip r:embed="rId4"/>
          <a:stretch>
            <a:fillRect/>
          </a:stretch>
        </p:blipFill>
        <p:spPr>
          <a:xfrm>
            <a:off x="3356579" y="3749771"/>
            <a:ext cx="199704" cy="199704"/>
          </a:xfrm>
          <a:prstGeom prst="rect">
            <a:avLst/>
          </a:prstGeom>
        </p:spPr>
      </p:pic>
      <p:sp>
        <p:nvSpPr>
          <p:cNvPr id="33" name="TextBox 32"/>
          <p:cNvSpPr txBox="1"/>
          <p:nvPr/>
        </p:nvSpPr>
        <p:spPr>
          <a:xfrm>
            <a:off x="3758184" y="3621024"/>
            <a:ext cx="2103120" cy="237744"/>
          </a:xfrm>
          <a:prstGeom prst="rect">
            <a:avLst/>
          </a:prstGeom>
          <a:noFill/>
        </p:spPr>
        <p:txBody>
          <a:bodyPr wrap="square" lIns="0" rIns="0" tIns="0" bIns="0" anchor="t">
            <a:noAutofit/>
          </a:bodyPr>
          <a:lstStyle/>
          <a:p>
            <a:pPr algn="l"/>
            <a:r>
              <a:rPr sz="1100" b="1" i="0">
                <a:solidFill>
                  <a:srgbClr val="172033"/>
                </a:solidFill>
                <a:latin typeface="Fredoka"/>
              </a:rPr>
              <a:t>Conversion</a:t>
            </a:r>
          </a:p>
        </p:txBody>
      </p:sp>
      <p:sp>
        <p:nvSpPr>
          <p:cNvPr id="34" name="TextBox 33"/>
          <p:cNvSpPr txBox="1"/>
          <p:nvPr/>
        </p:nvSpPr>
        <p:spPr>
          <a:xfrm>
            <a:off x="3758184" y="3858768"/>
            <a:ext cx="2103120" cy="64008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Every demo asks for a paid session; every digital trial points to a pack.</a:t>
            </a:r>
          </a:p>
        </p:txBody>
      </p:sp>
      <p:sp>
        <p:nvSpPr>
          <p:cNvPr id="35" name="Oval 34"/>
          <p:cNvSpPr/>
          <p:nvPr/>
        </p:nvSpPr>
        <p:spPr>
          <a:xfrm>
            <a:off x="5980176" y="3657600"/>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repeat_purple.png"/>
          <p:cNvPicPr>
            <a:picLocks noChangeAspect="1"/>
          </p:cNvPicPr>
          <p:nvPr/>
        </p:nvPicPr>
        <p:blipFill>
          <a:blip r:embed="rId5"/>
          <a:stretch>
            <a:fillRect/>
          </a:stretch>
        </p:blipFill>
        <p:spPr>
          <a:xfrm>
            <a:off x="6072347" y="3749771"/>
            <a:ext cx="199704" cy="199704"/>
          </a:xfrm>
          <a:prstGeom prst="rect">
            <a:avLst/>
          </a:prstGeom>
        </p:spPr>
      </p:pic>
      <p:sp>
        <p:nvSpPr>
          <p:cNvPr id="37" name="TextBox 36"/>
          <p:cNvSpPr txBox="1"/>
          <p:nvPr/>
        </p:nvSpPr>
        <p:spPr>
          <a:xfrm>
            <a:off x="6473952" y="3621024"/>
            <a:ext cx="2103120" cy="237744"/>
          </a:xfrm>
          <a:prstGeom prst="rect">
            <a:avLst/>
          </a:prstGeom>
          <a:noFill/>
        </p:spPr>
        <p:txBody>
          <a:bodyPr wrap="square" lIns="0" rIns="0" tIns="0" bIns="0" anchor="t">
            <a:noAutofit/>
          </a:bodyPr>
          <a:lstStyle/>
          <a:p>
            <a:pPr algn="l"/>
            <a:r>
              <a:rPr sz="1100" b="1" i="0">
                <a:solidFill>
                  <a:srgbClr val="172033"/>
                </a:solidFill>
                <a:latin typeface="Fredoka"/>
              </a:rPr>
              <a:t>Retention</a:t>
            </a:r>
          </a:p>
        </p:txBody>
      </p:sp>
      <p:sp>
        <p:nvSpPr>
          <p:cNvPr id="38" name="TextBox 37"/>
          <p:cNvSpPr txBox="1"/>
          <p:nvPr/>
        </p:nvSpPr>
        <p:spPr>
          <a:xfrm>
            <a:off x="6473952" y="3858768"/>
            <a:ext cx="2103120" cy="64008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Ocean Artist lessons and new worlds give children a reason to come 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384048"/>
            <a:ext cx="6035040" cy="868680"/>
          </a:xfrm>
        </p:spPr>
        <p:txBody>
          <a:bodyPr wrap="square" lIns="0" rIns="0" tIns="0" bIns="0" anchor="t">
            <a:noAutofit/>
          </a:bodyPr>
          <a:lstStyle/>
          <a:p>
            <a:pPr algn="l">
              <a:lnSpc>
                <a:spcPct val="95000"/>
              </a:lnSpc>
            </a:pPr>
            <a:r>
              <a:rPr sz="2200" b="1" i="0">
                <a:solidFill>
                  <a:srgbClr val="172033"/>
                </a:solidFill>
                <a:latin typeface="Fredoka"/>
              </a:rPr>
              <a:t>Impact: Turning Screen Time</a:t>
            </a:r>
            <a:br/>
            <a:r>
              <a:rPr sz="2200" b="1" i="0">
                <a:solidFill>
                  <a:srgbClr val="172033"/>
                </a:solidFill>
                <a:latin typeface="Fredoka"/>
              </a:rPr>
              <a:t>Into Active Creative Learning</a:t>
            </a:r>
          </a:p>
        </p:txBody>
      </p:sp>
      <p:sp>
        <p:nvSpPr>
          <p:cNvPr id="3" name="Rounded Rectangle 2"/>
          <p:cNvSpPr/>
          <p:nvPr/>
        </p:nvSpPr>
        <p:spPr>
          <a:xfrm>
            <a:off x="685800" y="1325880"/>
            <a:ext cx="2628950" cy="31089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52226" tIns="0" bIns="0">
            <a:noAutofit/>
          </a:bodyPr>
          <a:lstStyle/>
          <a:p>
            <a:pPr algn="l"/>
            <a:r>
              <a:rPr sz="950" b="0" i="0">
                <a:solidFill>
                  <a:srgbClr val="FFFFFF"/>
                </a:solidFill>
                <a:latin typeface="Fredoka SemiBold"/>
              </a:rPr>
              <a:t>SDG 4 · Quality Education</a:t>
            </a:r>
          </a:p>
        </p:txBody>
      </p:sp>
      <p:pic>
        <p:nvPicPr>
          <p:cNvPr id="4" name="Picture 3" descr="graduation-cap_white.png"/>
          <p:cNvPicPr>
            <a:picLocks noChangeAspect="1"/>
          </p:cNvPicPr>
          <p:nvPr/>
        </p:nvPicPr>
        <p:blipFill>
          <a:blip r:embed="rId2"/>
          <a:stretch>
            <a:fillRect/>
          </a:stretch>
        </p:blipFill>
        <p:spPr>
          <a:xfrm>
            <a:off x="795528" y="1384950"/>
            <a:ext cx="192755" cy="192755"/>
          </a:xfrm>
          <a:prstGeom prst="rect">
            <a:avLst/>
          </a:prstGeom>
        </p:spPr>
      </p:pic>
      <p:sp>
        <p:nvSpPr>
          <p:cNvPr id="5" name="Rounded Rectangle 4"/>
          <p:cNvSpPr/>
          <p:nvPr/>
        </p:nvSpPr>
        <p:spPr>
          <a:xfrm>
            <a:off x="685800" y="1828800"/>
            <a:ext cx="1664208" cy="1737360"/>
          </a:xfrm>
          <a:prstGeom prst="roundRect">
            <a:avLst>
              <a:gd name="adj" fmla="val 8791"/>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0392" y="1975104"/>
            <a:ext cx="420624" cy="42062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lette_purple.png"/>
          <p:cNvPicPr>
            <a:picLocks noChangeAspect="1"/>
          </p:cNvPicPr>
          <p:nvPr/>
        </p:nvPicPr>
        <p:blipFill>
          <a:blip r:embed="rId3"/>
          <a:stretch>
            <a:fillRect/>
          </a:stretch>
        </p:blipFill>
        <p:spPr>
          <a:xfrm>
            <a:off x="951341" y="2076053"/>
            <a:ext cx="218724" cy="218724"/>
          </a:xfrm>
          <a:prstGeom prst="rect">
            <a:avLst/>
          </a:prstGeom>
        </p:spPr>
      </p:pic>
      <p:sp>
        <p:nvSpPr>
          <p:cNvPr id="8" name="TextBox 7"/>
          <p:cNvSpPr txBox="1"/>
          <p:nvPr/>
        </p:nvSpPr>
        <p:spPr>
          <a:xfrm>
            <a:off x="850392" y="2487168"/>
            <a:ext cx="1371600" cy="274320"/>
          </a:xfrm>
          <a:prstGeom prst="rect">
            <a:avLst/>
          </a:prstGeom>
          <a:noFill/>
        </p:spPr>
        <p:txBody>
          <a:bodyPr wrap="square" lIns="0" rIns="0" tIns="0" bIns="0" anchor="t">
            <a:noAutofit/>
          </a:bodyPr>
          <a:lstStyle/>
          <a:p>
            <a:pPr algn="l"/>
            <a:r>
              <a:rPr sz="1200" b="1" i="0">
                <a:solidFill>
                  <a:srgbClr val="172033"/>
                </a:solidFill>
                <a:latin typeface="Fredoka"/>
              </a:rPr>
              <a:t>Creativity</a:t>
            </a:r>
          </a:p>
        </p:txBody>
      </p:sp>
      <p:sp>
        <p:nvSpPr>
          <p:cNvPr id="9" name="TextBox 8"/>
          <p:cNvSpPr txBox="1"/>
          <p:nvPr/>
        </p:nvSpPr>
        <p:spPr>
          <a:xfrm>
            <a:off x="850392" y="2779776"/>
            <a:ext cx="1371600" cy="768096"/>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Children create first, before any digital experience.</a:t>
            </a:r>
          </a:p>
        </p:txBody>
      </p:sp>
      <p:sp>
        <p:nvSpPr>
          <p:cNvPr id="10" name="Rounded Rectangle 9"/>
          <p:cNvSpPr/>
          <p:nvPr/>
        </p:nvSpPr>
        <p:spPr>
          <a:xfrm>
            <a:off x="2468880" y="1828800"/>
            <a:ext cx="1664208" cy="1737360"/>
          </a:xfrm>
          <a:prstGeom prst="roundRect">
            <a:avLst>
              <a:gd name="adj" fmla="val 8791"/>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3472" y="1975104"/>
            <a:ext cx="420624" cy="42062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purple.png"/>
          <p:cNvPicPr>
            <a:picLocks noChangeAspect="1"/>
          </p:cNvPicPr>
          <p:nvPr/>
        </p:nvPicPr>
        <p:blipFill>
          <a:blip r:embed="rId4"/>
          <a:stretch>
            <a:fillRect/>
          </a:stretch>
        </p:blipFill>
        <p:spPr>
          <a:xfrm>
            <a:off x="2734421" y="2076053"/>
            <a:ext cx="218724" cy="218724"/>
          </a:xfrm>
          <a:prstGeom prst="rect">
            <a:avLst/>
          </a:prstGeom>
        </p:spPr>
      </p:pic>
      <p:sp>
        <p:nvSpPr>
          <p:cNvPr id="13" name="TextBox 12"/>
          <p:cNvSpPr txBox="1"/>
          <p:nvPr/>
        </p:nvSpPr>
        <p:spPr>
          <a:xfrm>
            <a:off x="2633472" y="2487168"/>
            <a:ext cx="1371600" cy="274320"/>
          </a:xfrm>
          <a:prstGeom prst="rect">
            <a:avLst/>
          </a:prstGeom>
          <a:noFill/>
        </p:spPr>
        <p:txBody>
          <a:bodyPr wrap="square" lIns="0" rIns="0" tIns="0" bIns="0" anchor="t">
            <a:noAutofit/>
          </a:bodyPr>
          <a:lstStyle/>
          <a:p>
            <a:pPr algn="l"/>
            <a:r>
              <a:rPr sz="1200" b="1" i="0">
                <a:solidFill>
                  <a:srgbClr val="172033"/>
                </a:solidFill>
                <a:latin typeface="Fredoka"/>
              </a:rPr>
              <a:t>Learning</a:t>
            </a:r>
          </a:p>
        </p:txBody>
      </p:sp>
      <p:sp>
        <p:nvSpPr>
          <p:cNvPr id="14" name="TextBox 13"/>
          <p:cNvSpPr txBox="1"/>
          <p:nvPr/>
        </p:nvSpPr>
        <p:spPr>
          <a:xfrm>
            <a:off x="2633472" y="2779776"/>
            <a:ext cx="1371600" cy="768096"/>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Every creation unlocks sounds, stories, and facts about the object.</a:t>
            </a:r>
          </a:p>
        </p:txBody>
      </p:sp>
      <p:sp>
        <p:nvSpPr>
          <p:cNvPr id="15" name="Rounded Rectangle 14"/>
          <p:cNvSpPr/>
          <p:nvPr/>
        </p:nvSpPr>
        <p:spPr>
          <a:xfrm>
            <a:off x="4251960" y="1828800"/>
            <a:ext cx="1664208" cy="1737360"/>
          </a:xfrm>
          <a:prstGeom prst="roundRect">
            <a:avLst>
              <a:gd name="adj" fmla="val 8791"/>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16552" y="1975104"/>
            <a:ext cx="420624" cy="42062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lobe_purple.png"/>
          <p:cNvPicPr>
            <a:picLocks noChangeAspect="1"/>
          </p:cNvPicPr>
          <p:nvPr/>
        </p:nvPicPr>
        <p:blipFill>
          <a:blip r:embed="rId5"/>
          <a:stretch>
            <a:fillRect/>
          </a:stretch>
        </p:blipFill>
        <p:spPr>
          <a:xfrm>
            <a:off x="4517501" y="2076053"/>
            <a:ext cx="218724" cy="218724"/>
          </a:xfrm>
          <a:prstGeom prst="rect">
            <a:avLst/>
          </a:prstGeom>
        </p:spPr>
      </p:pic>
      <p:sp>
        <p:nvSpPr>
          <p:cNvPr id="18" name="TextBox 17"/>
          <p:cNvSpPr txBox="1"/>
          <p:nvPr/>
        </p:nvSpPr>
        <p:spPr>
          <a:xfrm>
            <a:off x="4416552" y="2487168"/>
            <a:ext cx="1371600" cy="274320"/>
          </a:xfrm>
          <a:prstGeom prst="rect">
            <a:avLst/>
          </a:prstGeom>
          <a:noFill/>
        </p:spPr>
        <p:txBody>
          <a:bodyPr wrap="square" lIns="0" rIns="0" tIns="0" bIns="0" anchor="t">
            <a:noAutofit/>
          </a:bodyPr>
          <a:lstStyle/>
          <a:p>
            <a:pPr algn="l"/>
            <a:r>
              <a:rPr sz="1200" b="1" i="0">
                <a:solidFill>
                  <a:srgbClr val="172033"/>
                </a:solidFill>
                <a:latin typeface="Fredoka"/>
              </a:rPr>
              <a:t>Accessibility</a:t>
            </a:r>
          </a:p>
        </p:txBody>
      </p:sp>
      <p:sp>
        <p:nvSpPr>
          <p:cNvPr id="19" name="TextBox 18"/>
          <p:cNvSpPr txBox="1"/>
          <p:nvPr/>
        </p:nvSpPr>
        <p:spPr>
          <a:xfrm>
            <a:off x="4416552" y="2779776"/>
            <a:ext cx="1371600" cy="768096"/>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Browser-based: no special app to install.</a:t>
            </a:r>
          </a:p>
        </p:txBody>
      </p:sp>
      <p:sp>
        <p:nvSpPr>
          <p:cNvPr id="20" name="TextBox 19"/>
          <p:cNvSpPr txBox="1"/>
          <p:nvPr/>
        </p:nvSpPr>
        <p:spPr>
          <a:xfrm>
            <a:off x="685800" y="3730752"/>
            <a:ext cx="5212080" cy="237744"/>
          </a:xfrm>
          <a:prstGeom prst="rect">
            <a:avLst/>
          </a:prstGeom>
          <a:noFill/>
        </p:spPr>
        <p:txBody>
          <a:bodyPr wrap="square" lIns="0" rIns="0" tIns="0" bIns="0" anchor="t">
            <a:noAutofit/>
          </a:bodyPr>
          <a:lstStyle/>
          <a:p>
            <a:pPr algn="l"/>
            <a:r>
              <a:rPr sz="950" b="0" i="0">
                <a:solidFill>
                  <a:srgbClr val="172033"/>
                </a:solidFill>
                <a:latin typeface="Fredoka SemiBold"/>
              </a:rPr>
              <a:t>Beneficiaries: children aged 3–10, parents, teachers, and PAUD/schools</a:t>
            </a:r>
          </a:p>
        </p:txBody>
      </p:sp>
      <p:sp>
        <p:nvSpPr>
          <p:cNvPr id="21" name="TextBox 20"/>
          <p:cNvSpPr txBox="1"/>
          <p:nvPr/>
        </p:nvSpPr>
        <p:spPr>
          <a:xfrm>
            <a:off x="685800" y="3986784"/>
            <a:ext cx="5212080" cy="237744"/>
          </a:xfrm>
          <a:prstGeom prst="rect">
            <a:avLst/>
          </a:prstGeom>
          <a:noFill/>
        </p:spPr>
        <p:txBody>
          <a:bodyPr wrap="square" lIns="0" rIns="0" tIns="0" bIns="0" anchor="t">
            <a:noAutofit/>
          </a:bodyPr>
          <a:lstStyle/>
          <a:p>
            <a:pPr algn="l"/>
            <a:r>
              <a:rPr sz="900" b="0" i="0">
                <a:solidFill>
                  <a:srgbClr val="172033"/>
                </a:solidFill>
                <a:latin typeface="Varela Round"/>
              </a:rPr>
              <a:t>Minimal child data, consent by adults · learning outcomes not yet measured</a:t>
            </a:r>
          </a:p>
        </p:txBody>
      </p:sp>
      <p:sp>
        <p:nvSpPr>
          <p:cNvPr id="22" name="Rounded Rectangle 21"/>
          <p:cNvSpPr/>
          <p:nvPr/>
        </p:nvSpPr>
        <p:spPr>
          <a:xfrm>
            <a:off x="6172200" y="1325880"/>
            <a:ext cx="2423160" cy="3017520"/>
          </a:xfrm>
          <a:prstGeom prst="roundRect">
            <a:avLst>
              <a:gd name="adj" fmla="val 603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792" y="1444752"/>
            <a:ext cx="2148840" cy="274320"/>
          </a:xfrm>
          <a:prstGeom prst="rect">
            <a:avLst/>
          </a:prstGeom>
          <a:noFill/>
        </p:spPr>
        <p:txBody>
          <a:bodyPr wrap="square" lIns="0" rIns="0" tIns="0" bIns="0" anchor="t">
            <a:noAutofit/>
          </a:bodyPr>
          <a:lstStyle/>
          <a:p>
            <a:pPr algn="l"/>
            <a:r>
              <a:rPr sz="1100" b="1" i="0">
                <a:solidFill>
                  <a:srgbClr val="172033"/>
                </a:solidFill>
                <a:latin typeface="Fredoka"/>
              </a:rPr>
              <a:t>Indicators we will track</a:t>
            </a:r>
          </a:p>
        </p:txBody>
      </p:sp>
      <p:pic>
        <p:nvPicPr>
          <p:cNvPr id="24" name="Picture 23" descr="check_purple.png"/>
          <p:cNvPicPr>
            <a:picLocks noChangeAspect="1"/>
          </p:cNvPicPr>
          <p:nvPr/>
        </p:nvPicPr>
        <p:blipFill>
          <a:blip r:embed="rId6"/>
          <a:stretch>
            <a:fillRect/>
          </a:stretch>
        </p:blipFill>
        <p:spPr>
          <a:xfrm>
            <a:off x="6355080" y="1874519"/>
            <a:ext cx="182880" cy="182880"/>
          </a:xfrm>
          <a:prstGeom prst="rect">
            <a:avLst/>
          </a:prstGeom>
        </p:spPr>
      </p:pic>
      <p:sp>
        <p:nvSpPr>
          <p:cNvPr id="25" name="TextBox 24"/>
          <p:cNvSpPr txBox="1"/>
          <p:nvPr/>
        </p:nvSpPr>
        <p:spPr>
          <a:xfrm>
            <a:off x="6629400" y="1828800"/>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Children reached per session</a:t>
            </a:r>
          </a:p>
        </p:txBody>
      </p:sp>
      <p:pic>
        <p:nvPicPr>
          <p:cNvPr id="26" name="Picture 25" descr="check_purple.png"/>
          <p:cNvPicPr>
            <a:picLocks noChangeAspect="1"/>
          </p:cNvPicPr>
          <p:nvPr/>
        </p:nvPicPr>
        <p:blipFill>
          <a:blip r:embed="rId6"/>
          <a:stretch>
            <a:fillRect/>
          </a:stretch>
        </p:blipFill>
        <p:spPr>
          <a:xfrm>
            <a:off x="6355080" y="2276856"/>
            <a:ext cx="182880" cy="182880"/>
          </a:xfrm>
          <a:prstGeom prst="rect">
            <a:avLst/>
          </a:prstGeom>
        </p:spPr>
      </p:pic>
      <p:sp>
        <p:nvSpPr>
          <p:cNvPr id="27" name="TextBox 26"/>
          <p:cNvSpPr txBox="1"/>
          <p:nvPr/>
        </p:nvSpPr>
        <p:spPr>
          <a:xfrm>
            <a:off x="6629400" y="2231136"/>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Scan success (drawing </a:t>
            </a:r>
            <a:r>
              <a:rPr sz="850" b="0" i="0">
                <a:solidFill>
                  <a:srgbClr val="172033"/>
                </a:solidFill>
                <a:latin typeface="Segoe UI"/>
              </a:rPr>
              <a:t>→</a:t>
            </a:r>
            <a:r>
              <a:rPr sz="850" b="0" i="0">
                <a:solidFill>
                  <a:srgbClr val="172033"/>
                </a:solidFill>
                <a:latin typeface="Varela Round"/>
              </a:rPr>
              <a:t> alive)</a:t>
            </a:r>
          </a:p>
        </p:txBody>
      </p:sp>
      <p:pic>
        <p:nvPicPr>
          <p:cNvPr id="28" name="Picture 27" descr="check_purple.png"/>
          <p:cNvPicPr>
            <a:picLocks noChangeAspect="1"/>
          </p:cNvPicPr>
          <p:nvPr/>
        </p:nvPicPr>
        <p:blipFill>
          <a:blip r:embed="rId6"/>
          <a:stretch>
            <a:fillRect/>
          </a:stretch>
        </p:blipFill>
        <p:spPr>
          <a:xfrm>
            <a:off x="6355080" y="2679191"/>
            <a:ext cx="182880" cy="182880"/>
          </a:xfrm>
          <a:prstGeom prst="rect">
            <a:avLst/>
          </a:prstGeom>
        </p:spPr>
      </p:pic>
      <p:sp>
        <p:nvSpPr>
          <p:cNvPr id="29" name="TextBox 28"/>
          <p:cNvSpPr txBox="1"/>
          <p:nvPr/>
        </p:nvSpPr>
        <p:spPr>
          <a:xfrm>
            <a:off x="6629400" y="2633472"/>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Lesson completion (pilot)</a:t>
            </a:r>
          </a:p>
        </p:txBody>
      </p:sp>
      <p:pic>
        <p:nvPicPr>
          <p:cNvPr id="30" name="Picture 29" descr="check_purple.png"/>
          <p:cNvPicPr>
            <a:picLocks noChangeAspect="1"/>
          </p:cNvPicPr>
          <p:nvPr/>
        </p:nvPicPr>
        <p:blipFill>
          <a:blip r:embed="rId6"/>
          <a:stretch>
            <a:fillRect/>
          </a:stretch>
        </p:blipFill>
        <p:spPr>
          <a:xfrm>
            <a:off x="6355080" y="3081528"/>
            <a:ext cx="182880" cy="182880"/>
          </a:xfrm>
          <a:prstGeom prst="rect">
            <a:avLst/>
          </a:prstGeom>
        </p:spPr>
      </p:pic>
      <p:sp>
        <p:nvSpPr>
          <p:cNvPr id="31" name="TextBox 30"/>
          <p:cNvSpPr txBox="1"/>
          <p:nvPr/>
        </p:nvSpPr>
        <p:spPr>
          <a:xfrm>
            <a:off x="6629400" y="3035808"/>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Repeat participation</a:t>
            </a:r>
          </a:p>
        </p:txBody>
      </p:sp>
      <p:pic>
        <p:nvPicPr>
          <p:cNvPr id="32" name="Picture 31" descr="check_purple.png"/>
          <p:cNvPicPr>
            <a:picLocks noChangeAspect="1"/>
          </p:cNvPicPr>
          <p:nvPr/>
        </p:nvPicPr>
        <p:blipFill>
          <a:blip r:embed="rId6"/>
          <a:stretch>
            <a:fillRect/>
          </a:stretch>
        </p:blipFill>
        <p:spPr>
          <a:xfrm>
            <a:off x="6355080" y="3483863"/>
            <a:ext cx="182880" cy="182880"/>
          </a:xfrm>
          <a:prstGeom prst="rect">
            <a:avLst/>
          </a:prstGeom>
        </p:spPr>
      </p:pic>
      <p:sp>
        <p:nvSpPr>
          <p:cNvPr id="33" name="TextBox 32"/>
          <p:cNvSpPr txBox="1"/>
          <p:nvPr/>
        </p:nvSpPr>
        <p:spPr>
          <a:xfrm>
            <a:off x="6629400" y="3438144"/>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Simple learning recall</a:t>
            </a:r>
          </a:p>
        </p:txBody>
      </p:sp>
      <p:pic>
        <p:nvPicPr>
          <p:cNvPr id="34" name="Picture 33" descr="check_purple.png"/>
          <p:cNvPicPr>
            <a:picLocks noChangeAspect="1"/>
          </p:cNvPicPr>
          <p:nvPr/>
        </p:nvPicPr>
        <p:blipFill>
          <a:blip r:embed="rId6"/>
          <a:stretch>
            <a:fillRect/>
          </a:stretch>
        </p:blipFill>
        <p:spPr>
          <a:xfrm>
            <a:off x="6355080" y="3886200"/>
            <a:ext cx="182880" cy="182880"/>
          </a:xfrm>
          <a:prstGeom prst="rect">
            <a:avLst/>
          </a:prstGeom>
        </p:spPr>
      </p:pic>
      <p:sp>
        <p:nvSpPr>
          <p:cNvPr id="35" name="TextBox 34"/>
          <p:cNvSpPr txBox="1"/>
          <p:nvPr/>
        </p:nvSpPr>
        <p:spPr>
          <a:xfrm>
            <a:off x="6629400" y="3840480"/>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Teacher &amp; parent satisfaction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5486400" cy="548640"/>
          </a:xfrm>
        </p:spPr>
        <p:txBody>
          <a:bodyPr wrap="square" lIns="0" rIns="0" tIns="0" bIns="0" anchor="t">
            <a:noAutofit/>
          </a:bodyPr>
          <a:lstStyle/>
          <a:p>
            <a:pPr algn="l">
              <a:lnSpc>
                <a:spcPct val="95000"/>
              </a:lnSpc>
            </a:pPr>
            <a:r>
              <a:rPr sz="2600" b="1" i="0">
                <a:solidFill>
                  <a:srgbClr val="172033"/>
                </a:solidFill>
                <a:latin typeface="Fredoka"/>
              </a:rPr>
              <a:t>Financial Overview</a:t>
            </a:r>
          </a:p>
        </p:txBody>
      </p:sp>
      <p:sp>
        <p:nvSpPr>
          <p:cNvPr id="3" name="Rounded Rectangle 2"/>
          <p:cNvSpPr/>
          <p:nvPr/>
        </p:nvSpPr>
        <p:spPr>
          <a:xfrm>
            <a:off x="548640" y="1143000"/>
            <a:ext cx="1719072" cy="786384"/>
          </a:xfrm>
          <a:prstGeom prst="roundRect">
            <a:avLst>
              <a:gd name="adj" fmla="val 1627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207008"/>
            <a:ext cx="1463040" cy="219456"/>
          </a:xfrm>
          <a:prstGeom prst="rect">
            <a:avLst/>
          </a:prstGeom>
          <a:noFill/>
        </p:spPr>
        <p:txBody>
          <a:bodyPr wrap="square" lIns="0" rIns="0" tIns="0" bIns="0" anchor="t">
            <a:noAutofit/>
          </a:bodyPr>
          <a:lstStyle/>
          <a:p>
            <a:pPr algn="l"/>
            <a:r>
              <a:rPr sz="800" b="0" i="0">
                <a:solidFill>
                  <a:srgbClr val="7C3AED"/>
                </a:solidFill>
                <a:latin typeface="Fredoka SemiBold"/>
              </a:rPr>
              <a:t>Revenue to date</a:t>
            </a:r>
          </a:p>
        </p:txBody>
      </p:sp>
      <p:sp>
        <p:nvSpPr>
          <p:cNvPr id="5" name="TextBox 4"/>
          <p:cNvSpPr txBox="1"/>
          <p:nvPr/>
        </p:nvSpPr>
        <p:spPr>
          <a:xfrm>
            <a:off x="694944" y="1408176"/>
            <a:ext cx="1463040" cy="457200"/>
          </a:xfrm>
          <a:prstGeom prst="rect">
            <a:avLst/>
          </a:prstGeom>
          <a:noFill/>
        </p:spPr>
        <p:txBody>
          <a:bodyPr wrap="square" lIns="0" rIns="0" tIns="0" bIns="0" anchor="ctr">
            <a:noAutofit/>
          </a:bodyPr>
          <a:lstStyle/>
          <a:p>
            <a:pPr algn="l">
              <a:lnSpc>
                <a:spcPct val="95000"/>
              </a:lnSpc>
            </a:pPr>
            <a:r>
              <a:rPr sz="1800" b="1" i="0">
                <a:solidFill>
                  <a:srgbClr val="172033"/>
                </a:solidFill>
                <a:latin typeface="Fredoka"/>
              </a:rPr>
              <a:t>Rp0</a:t>
            </a:r>
          </a:p>
        </p:txBody>
      </p:sp>
      <p:sp>
        <p:nvSpPr>
          <p:cNvPr id="6" name="Rounded Rectangle 5"/>
          <p:cNvSpPr/>
          <p:nvPr/>
        </p:nvSpPr>
        <p:spPr>
          <a:xfrm>
            <a:off x="2377440" y="1143000"/>
            <a:ext cx="1719072" cy="786384"/>
          </a:xfrm>
          <a:prstGeom prst="roundRect">
            <a:avLst>
              <a:gd name="adj" fmla="val 1627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23744" y="1207008"/>
            <a:ext cx="1463040" cy="219456"/>
          </a:xfrm>
          <a:prstGeom prst="rect">
            <a:avLst/>
          </a:prstGeom>
          <a:noFill/>
        </p:spPr>
        <p:txBody>
          <a:bodyPr wrap="square" lIns="0" rIns="0" tIns="0" bIns="0" anchor="t">
            <a:noAutofit/>
          </a:bodyPr>
          <a:lstStyle/>
          <a:p>
            <a:pPr algn="l"/>
            <a:r>
              <a:rPr sz="800" b="0" i="0">
                <a:solidFill>
                  <a:srgbClr val="7C3AED"/>
                </a:solidFill>
                <a:latin typeface="Fredoka SemiBold"/>
              </a:rPr>
              <a:t>Stage</a:t>
            </a:r>
          </a:p>
        </p:txBody>
      </p:sp>
      <p:sp>
        <p:nvSpPr>
          <p:cNvPr id="8" name="TextBox 7"/>
          <p:cNvSpPr txBox="1"/>
          <p:nvPr/>
        </p:nvSpPr>
        <p:spPr>
          <a:xfrm>
            <a:off x="2523744" y="1408176"/>
            <a:ext cx="1463040" cy="457200"/>
          </a:xfrm>
          <a:prstGeom prst="rect">
            <a:avLst/>
          </a:prstGeom>
          <a:noFill/>
        </p:spPr>
        <p:txBody>
          <a:bodyPr wrap="square" lIns="0" rIns="0" tIns="0" bIns="0" anchor="ctr">
            <a:noAutofit/>
          </a:bodyPr>
          <a:lstStyle/>
          <a:p>
            <a:pPr algn="l">
              <a:lnSpc>
                <a:spcPct val="95000"/>
              </a:lnSpc>
            </a:pPr>
            <a:r>
              <a:rPr sz="1150" b="1" i="0">
                <a:solidFill>
                  <a:srgbClr val="172033"/>
                </a:solidFill>
                <a:latin typeface="Fredoka"/>
              </a:rPr>
              <a:t>Live product ·</a:t>
            </a:r>
            <a:br/>
            <a:r>
              <a:rPr sz="1150" b="1" i="0">
                <a:solidFill>
                  <a:srgbClr val="172033"/>
                </a:solidFill>
                <a:latin typeface="Fredoka"/>
              </a:rPr>
              <a:t>pre-revenue</a:t>
            </a:r>
          </a:p>
        </p:txBody>
      </p:sp>
      <p:sp>
        <p:nvSpPr>
          <p:cNvPr id="9" name="Rounded Rectangle 8"/>
          <p:cNvSpPr/>
          <p:nvPr/>
        </p:nvSpPr>
        <p:spPr>
          <a:xfrm>
            <a:off x="548640" y="2057400"/>
            <a:ext cx="1719072" cy="2331720"/>
          </a:xfrm>
          <a:prstGeom prst="roundRect">
            <a:avLst>
              <a:gd name="adj" fmla="val 74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139696"/>
            <a:ext cx="1463040" cy="402336"/>
          </a:xfrm>
          <a:prstGeom prst="rect">
            <a:avLst/>
          </a:prstGeom>
          <a:noFill/>
        </p:spPr>
        <p:txBody>
          <a:bodyPr wrap="square" lIns="0" rIns="0" tIns="0" bIns="0" anchor="t">
            <a:noAutofit/>
          </a:bodyPr>
          <a:lstStyle/>
          <a:p>
            <a:pPr algn="l">
              <a:lnSpc>
                <a:spcPct val="95000"/>
              </a:lnSpc>
            </a:pPr>
            <a:r>
              <a:rPr sz="1000" b="1" i="0">
                <a:solidFill>
                  <a:srgbClr val="172033"/>
                </a:solidFill>
                <a:latin typeface="Fredoka"/>
              </a:rPr>
              <a:t>B2C pack</a:t>
            </a:r>
          </a:p>
        </p:txBody>
      </p:sp>
      <p:sp>
        <p:nvSpPr>
          <p:cNvPr id="11" name="TextBox 10"/>
          <p:cNvSpPr txBox="1"/>
          <p:nvPr/>
        </p:nvSpPr>
        <p:spPr>
          <a:xfrm>
            <a:off x="676656" y="2596896"/>
            <a:ext cx="1481328" cy="182880"/>
          </a:xfrm>
          <a:prstGeom prst="rect">
            <a:avLst/>
          </a:prstGeom>
          <a:noFill/>
        </p:spPr>
        <p:txBody>
          <a:bodyPr wrap="square" lIns="0" rIns="0" tIns="0" bIns="0" anchor="t">
            <a:noAutofit/>
          </a:bodyPr>
          <a:lstStyle/>
          <a:p>
            <a:pPr algn="l"/>
            <a:r>
              <a:rPr sz="750" b="0" i="0">
                <a:solidFill>
                  <a:srgbClr val="172033"/>
                </a:solidFill>
                <a:latin typeface="Varela Round"/>
              </a:rPr>
              <a:t>Selling price</a:t>
            </a:r>
          </a:p>
        </p:txBody>
      </p:sp>
      <p:sp>
        <p:nvSpPr>
          <p:cNvPr id="12" name="TextBox 11"/>
          <p:cNvSpPr txBox="1"/>
          <p:nvPr/>
        </p:nvSpPr>
        <p:spPr>
          <a:xfrm>
            <a:off x="676656" y="2752344"/>
            <a:ext cx="1481328" cy="219456"/>
          </a:xfrm>
          <a:prstGeom prst="rect">
            <a:avLst/>
          </a:prstGeom>
          <a:noFill/>
        </p:spPr>
        <p:txBody>
          <a:bodyPr wrap="square" lIns="0" rIns="0" tIns="0" bIns="0" anchor="t">
            <a:noAutofit/>
          </a:bodyPr>
          <a:lstStyle/>
          <a:p>
            <a:pPr algn="l"/>
            <a:r>
              <a:rPr sz="1100" b="1" i="0">
                <a:solidFill>
                  <a:srgbClr val="172033"/>
                </a:solidFill>
                <a:latin typeface="Fredoka"/>
              </a:rPr>
              <a:t>Rp49,000</a:t>
            </a:r>
          </a:p>
        </p:txBody>
      </p:sp>
      <p:sp>
        <p:nvSpPr>
          <p:cNvPr id="13" name="TextBox 12"/>
          <p:cNvSpPr txBox="1"/>
          <p:nvPr/>
        </p:nvSpPr>
        <p:spPr>
          <a:xfrm>
            <a:off x="676656" y="2980944"/>
            <a:ext cx="1481328" cy="182880"/>
          </a:xfrm>
          <a:prstGeom prst="rect">
            <a:avLst/>
          </a:prstGeom>
          <a:noFill/>
        </p:spPr>
        <p:txBody>
          <a:bodyPr wrap="square" lIns="0" rIns="0" tIns="0" bIns="0" anchor="t">
            <a:noAutofit/>
          </a:bodyPr>
          <a:lstStyle/>
          <a:p>
            <a:pPr algn="l"/>
            <a:r>
              <a:rPr sz="750" b="0" i="0">
                <a:solidFill>
                  <a:srgbClr val="172033"/>
                </a:solidFill>
                <a:latin typeface="Varela Round"/>
              </a:rPr>
              <a:t>Direct cost</a:t>
            </a:r>
          </a:p>
        </p:txBody>
      </p:sp>
      <p:sp>
        <p:nvSpPr>
          <p:cNvPr id="14" name="TextBox 13"/>
          <p:cNvSpPr txBox="1"/>
          <p:nvPr/>
        </p:nvSpPr>
        <p:spPr>
          <a:xfrm>
            <a:off x="676656" y="3136391"/>
            <a:ext cx="1481328" cy="219456"/>
          </a:xfrm>
          <a:prstGeom prst="rect">
            <a:avLst/>
          </a:prstGeom>
          <a:noFill/>
        </p:spPr>
        <p:txBody>
          <a:bodyPr wrap="square" lIns="0" rIns="0" tIns="0" bIns="0" anchor="t">
            <a:noAutofit/>
          </a:bodyPr>
          <a:lstStyle/>
          <a:p>
            <a:pPr algn="l"/>
            <a:r>
              <a:rPr sz="1100" b="1" i="0">
                <a:solidFill>
                  <a:srgbClr val="172033"/>
                </a:solidFill>
                <a:latin typeface="Fredoka"/>
              </a:rPr>
              <a:t>Rp20,000</a:t>
            </a:r>
          </a:p>
        </p:txBody>
      </p:sp>
      <p:sp>
        <p:nvSpPr>
          <p:cNvPr id="15" name="TextBox 14"/>
          <p:cNvSpPr txBox="1"/>
          <p:nvPr/>
        </p:nvSpPr>
        <p:spPr>
          <a:xfrm>
            <a:off x="676656" y="3364991"/>
            <a:ext cx="1481328" cy="182880"/>
          </a:xfrm>
          <a:prstGeom prst="rect">
            <a:avLst/>
          </a:prstGeom>
          <a:noFill/>
        </p:spPr>
        <p:txBody>
          <a:bodyPr wrap="square" lIns="0" rIns="0" tIns="0" bIns="0" anchor="t">
            <a:noAutofit/>
          </a:bodyPr>
          <a:lstStyle/>
          <a:p>
            <a:pPr algn="l"/>
            <a:r>
              <a:rPr sz="750" b="0" i="0">
                <a:solidFill>
                  <a:srgbClr val="172033"/>
                </a:solidFill>
                <a:latin typeface="Varela Round"/>
              </a:rPr>
              <a:t>Contribution</a:t>
            </a:r>
          </a:p>
        </p:txBody>
      </p:sp>
      <p:sp>
        <p:nvSpPr>
          <p:cNvPr id="16" name="TextBox 15"/>
          <p:cNvSpPr txBox="1"/>
          <p:nvPr/>
        </p:nvSpPr>
        <p:spPr>
          <a:xfrm>
            <a:off x="676656" y="3520439"/>
            <a:ext cx="1481328" cy="219456"/>
          </a:xfrm>
          <a:prstGeom prst="rect">
            <a:avLst/>
          </a:prstGeom>
          <a:noFill/>
        </p:spPr>
        <p:txBody>
          <a:bodyPr wrap="square" lIns="0" rIns="0" tIns="0" bIns="0" anchor="t">
            <a:noAutofit/>
          </a:bodyPr>
          <a:lstStyle/>
          <a:p>
            <a:pPr algn="l"/>
            <a:r>
              <a:rPr sz="1100" b="1" i="0">
                <a:solidFill>
                  <a:srgbClr val="172033"/>
                </a:solidFill>
                <a:latin typeface="Fredoka"/>
              </a:rPr>
              <a:t>Rp29,000</a:t>
            </a:r>
          </a:p>
        </p:txBody>
      </p:sp>
      <p:sp>
        <p:nvSpPr>
          <p:cNvPr id="17" name="Rounded Rectangle 16"/>
          <p:cNvSpPr/>
          <p:nvPr/>
        </p:nvSpPr>
        <p:spPr>
          <a:xfrm>
            <a:off x="676656" y="3822191"/>
            <a:ext cx="1463040" cy="420624"/>
          </a:xfrm>
          <a:prstGeom prst="roundRect">
            <a:avLst>
              <a:gd name="adj" fmla="val 26086"/>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3822191"/>
            <a:ext cx="1463040" cy="420624"/>
          </a:xfrm>
          <a:prstGeom prst="rect">
            <a:avLst/>
          </a:prstGeom>
          <a:noFill/>
        </p:spPr>
        <p:txBody>
          <a:bodyPr wrap="square" lIns="0" rIns="0" tIns="0" bIns="0" anchor="ctr">
            <a:noAutofit/>
          </a:bodyPr>
          <a:lstStyle/>
          <a:p>
            <a:pPr algn="ctr"/>
            <a:r>
              <a:rPr sz="1100" b="1" i="0">
                <a:solidFill>
                  <a:srgbClr val="5B21B6"/>
                </a:solidFill>
                <a:latin typeface="Fredoka"/>
              </a:rPr>
              <a:t>59% margin</a:t>
            </a:r>
          </a:p>
        </p:txBody>
      </p:sp>
      <p:sp>
        <p:nvSpPr>
          <p:cNvPr id="19" name="Rounded Rectangle 18"/>
          <p:cNvSpPr/>
          <p:nvPr/>
        </p:nvSpPr>
        <p:spPr>
          <a:xfrm>
            <a:off x="2377440" y="2057400"/>
            <a:ext cx="1719072" cy="2331720"/>
          </a:xfrm>
          <a:prstGeom prst="roundRect">
            <a:avLst>
              <a:gd name="adj" fmla="val 74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05456" y="2139696"/>
            <a:ext cx="1463040" cy="402336"/>
          </a:xfrm>
          <a:prstGeom prst="rect">
            <a:avLst/>
          </a:prstGeom>
          <a:noFill/>
        </p:spPr>
        <p:txBody>
          <a:bodyPr wrap="square" lIns="0" rIns="0" tIns="0" bIns="0" anchor="t">
            <a:noAutofit/>
          </a:bodyPr>
          <a:lstStyle/>
          <a:p>
            <a:pPr algn="l">
              <a:lnSpc>
                <a:spcPct val="95000"/>
              </a:lnSpc>
            </a:pPr>
            <a:r>
              <a:rPr sz="1000" b="1" i="0">
                <a:solidFill>
                  <a:srgbClr val="172033"/>
                </a:solidFill>
                <a:latin typeface="Fredoka"/>
              </a:rPr>
              <a:t>B2B managed</a:t>
            </a:r>
            <a:br/>
            <a:r>
              <a:rPr sz="1000" b="1" i="0">
                <a:solidFill>
                  <a:srgbClr val="172033"/>
                </a:solidFill>
                <a:latin typeface="Fredoka"/>
              </a:rPr>
              <a:t>session</a:t>
            </a:r>
          </a:p>
        </p:txBody>
      </p:sp>
      <p:sp>
        <p:nvSpPr>
          <p:cNvPr id="21" name="TextBox 20"/>
          <p:cNvSpPr txBox="1"/>
          <p:nvPr/>
        </p:nvSpPr>
        <p:spPr>
          <a:xfrm>
            <a:off x="2505456" y="2596896"/>
            <a:ext cx="1481328" cy="182880"/>
          </a:xfrm>
          <a:prstGeom prst="rect">
            <a:avLst/>
          </a:prstGeom>
          <a:noFill/>
        </p:spPr>
        <p:txBody>
          <a:bodyPr wrap="square" lIns="0" rIns="0" tIns="0" bIns="0" anchor="t">
            <a:noAutofit/>
          </a:bodyPr>
          <a:lstStyle/>
          <a:p>
            <a:pPr algn="l"/>
            <a:r>
              <a:rPr sz="750" b="0" i="0">
                <a:solidFill>
                  <a:srgbClr val="172033"/>
                </a:solidFill>
                <a:latin typeface="Varela Round"/>
              </a:rPr>
              <a:t>Selling price</a:t>
            </a:r>
          </a:p>
        </p:txBody>
      </p:sp>
      <p:sp>
        <p:nvSpPr>
          <p:cNvPr id="22" name="TextBox 21"/>
          <p:cNvSpPr txBox="1"/>
          <p:nvPr/>
        </p:nvSpPr>
        <p:spPr>
          <a:xfrm>
            <a:off x="2505456" y="2752344"/>
            <a:ext cx="1481328" cy="219456"/>
          </a:xfrm>
          <a:prstGeom prst="rect">
            <a:avLst/>
          </a:prstGeom>
          <a:noFill/>
        </p:spPr>
        <p:txBody>
          <a:bodyPr wrap="square" lIns="0" rIns="0" tIns="0" bIns="0" anchor="t">
            <a:noAutofit/>
          </a:bodyPr>
          <a:lstStyle/>
          <a:p>
            <a:pPr algn="l"/>
            <a:r>
              <a:rPr sz="1100" b="1" i="0">
                <a:solidFill>
                  <a:srgbClr val="172033"/>
                </a:solidFill>
                <a:latin typeface="Fredoka"/>
              </a:rPr>
              <a:t>Rp1,000,000</a:t>
            </a:r>
          </a:p>
        </p:txBody>
      </p:sp>
      <p:sp>
        <p:nvSpPr>
          <p:cNvPr id="23" name="TextBox 22"/>
          <p:cNvSpPr txBox="1"/>
          <p:nvPr/>
        </p:nvSpPr>
        <p:spPr>
          <a:xfrm>
            <a:off x="2505456" y="2980944"/>
            <a:ext cx="1481328" cy="182880"/>
          </a:xfrm>
          <a:prstGeom prst="rect">
            <a:avLst/>
          </a:prstGeom>
          <a:noFill/>
        </p:spPr>
        <p:txBody>
          <a:bodyPr wrap="square" lIns="0" rIns="0" tIns="0" bIns="0" anchor="t">
            <a:noAutofit/>
          </a:bodyPr>
          <a:lstStyle/>
          <a:p>
            <a:pPr algn="l"/>
            <a:r>
              <a:rPr sz="750" b="0" i="0">
                <a:solidFill>
                  <a:srgbClr val="172033"/>
                </a:solidFill>
                <a:latin typeface="Varela Round"/>
              </a:rPr>
              <a:t>Direct cost</a:t>
            </a:r>
          </a:p>
        </p:txBody>
      </p:sp>
      <p:sp>
        <p:nvSpPr>
          <p:cNvPr id="24" name="TextBox 23"/>
          <p:cNvSpPr txBox="1"/>
          <p:nvPr/>
        </p:nvSpPr>
        <p:spPr>
          <a:xfrm>
            <a:off x="2505456" y="3136391"/>
            <a:ext cx="1481328" cy="219456"/>
          </a:xfrm>
          <a:prstGeom prst="rect">
            <a:avLst/>
          </a:prstGeom>
          <a:noFill/>
        </p:spPr>
        <p:txBody>
          <a:bodyPr wrap="square" lIns="0" rIns="0" tIns="0" bIns="0" anchor="t">
            <a:noAutofit/>
          </a:bodyPr>
          <a:lstStyle/>
          <a:p>
            <a:pPr algn="l"/>
            <a:r>
              <a:rPr sz="1100" b="1" i="0">
                <a:solidFill>
                  <a:srgbClr val="172033"/>
                </a:solidFill>
                <a:latin typeface="Fredoka"/>
              </a:rPr>
              <a:t>Rp250,000</a:t>
            </a:r>
          </a:p>
        </p:txBody>
      </p:sp>
      <p:sp>
        <p:nvSpPr>
          <p:cNvPr id="25" name="TextBox 24"/>
          <p:cNvSpPr txBox="1"/>
          <p:nvPr/>
        </p:nvSpPr>
        <p:spPr>
          <a:xfrm>
            <a:off x="2505456" y="3364991"/>
            <a:ext cx="1481328" cy="182880"/>
          </a:xfrm>
          <a:prstGeom prst="rect">
            <a:avLst/>
          </a:prstGeom>
          <a:noFill/>
        </p:spPr>
        <p:txBody>
          <a:bodyPr wrap="square" lIns="0" rIns="0" tIns="0" bIns="0" anchor="t">
            <a:noAutofit/>
          </a:bodyPr>
          <a:lstStyle/>
          <a:p>
            <a:pPr algn="l"/>
            <a:r>
              <a:rPr sz="750" b="0" i="0">
                <a:solidFill>
                  <a:srgbClr val="172033"/>
                </a:solidFill>
                <a:latin typeface="Varela Round"/>
              </a:rPr>
              <a:t>Contribution</a:t>
            </a:r>
          </a:p>
        </p:txBody>
      </p:sp>
      <p:sp>
        <p:nvSpPr>
          <p:cNvPr id="26" name="TextBox 25"/>
          <p:cNvSpPr txBox="1"/>
          <p:nvPr/>
        </p:nvSpPr>
        <p:spPr>
          <a:xfrm>
            <a:off x="2505456" y="3520439"/>
            <a:ext cx="1481328" cy="219456"/>
          </a:xfrm>
          <a:prstGeom prst="rect">
            <a:avLst/>
          </a:prstGeom>
          <a:noFill/>
        </p:spPr>
        <p:txBody>
          <a:bodyPr wrap="square" lIns="0" rIns="0" tIns="0" bIns="0" anchor="t">
            <a:noAutofit/>
          </a:bodyPr>
          <a:lstStyle/>
          <a:p>
            <a:pPr algn="l"/>
            <a:r>
              <a:rPr sz="1100" b="1" i="0">
                <a:solidFill>
                  <a:srgbClr val="172033"/>
                </a:solidFill>
                <a:latin typeface="Fredoka"/>
              </a:rPr>
              <a:t>Rp750,000</a:t>
            </a:r>
          </a:p>
        </p:txBody>
      </p:sp>
      <p:sp>
        <p:nvSpPr>
          <p:cNvPr id="27" name="Rounded Rectangle 26"/>
          <p:cNvSpPr/>
          <p:nvPr/>
        </p:nvSpPr>
        <p:spPr>
          <a:xfrm>
            <a:off x="2505456" y="3822191"/>
            <a:ext cx="1463040" cy="420624"/>
          </a:xfrm>
          <a:prstGeom prst="roundRect">
            <a:avLst>
              <a:gd name="adj" fmla="val 26086"/>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05456" y="3822191"/>
            <a:ext cx="1463040" cy="420624"/>
          </a:xfrm>
          <a:prstGeom prst="rect">
            <a:avLst/>
          </a:prstGeom>
          <a:noFill/>
        </p:spPr>
        <p:txBody>
          <a:bodyPr wrap="square" lIns="0" rIns="0" tIns="0" bIns="0" anchor="ctr">
            <a:noAutofit/>
          </a:bodyPr>
          <a:lstStyle/>
          <a:p>
            <a:pPr algn="ctr"/>
            <a:r>
              <a:rPr sz="1100" b="1" i="0">
                <a:solidFill>
                  <a:srgbClr val="5B21B6"/>
                </a:solidFill>
                <a:latin typeface="Fredoka"/>
              </a:rPr>
              <a:t>75% margin</a:t>
            </a:r>
          </a:p>
        </p:txBody>
      </p:sp>
      <p:sp>
        <p:nvSpPr>
          <p:cNvPr id="29" name="TextBox 28"/>
          <p:cNvSpPr txBox="1"/>
          <p:nvPr/>
        </p:nvSpPr>
        <p:spPr>
          <a:xfrm>
            <a:off x="548640" y="4480560"/>
            <a:ext cx="3566160" cy="329184"/>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Direct cost: print + packaging Rp10K and DIY delivery Rp10K · session operator, transport, materials.</a:t>
            </a:r>
          </a:p>
        </p:txBody>
      </p:sp>
      <p:sp>
        <p:nvSpPr>
          <p:cNvPr id="30" name="Rounded Rectangle 29"/>
          <p:cNvSpPr/>
          <p:nvPr/>
        </p:nvSpPr>
        <p:spPr>
          <a:xfrm>
            <a:off x="4297680" y="1143000"/>
            <a:ext cx="4297680" cy="3246120"/>
          </a:xfrm>
          <a:prstGeom prst="roundRect">
            <a:avLst>
              <a:gd name="adj" fmla="val 450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1225296"/>
            <a:ext cx="2194560" cy="274320"/>
          </a:xfrm>
          <a:prstGeom prst="rect">
            <a:avLst/>
          </a:prstGeom>
          <a:noFill/>
        </p:spPr>
        <p:txBody>
          <a:bodyPr wrap="square" lIns="0" rIns="0" tIns="0" bIns="0" anchor="ctr">
            <a:noAutofit/>
          </a:bodyPr>
          <a:lstStyle/>
          <a:p>
            <a:pPr algn="l"/>
            <a:r>
              <a:rPr sz="1100" b="1" i="0">
                <a:solidFill>
                  <a:srgbClr val="172033"/>
                </a:solidFill>
                <a:latin typeface="Fredoka"/>
              </a:rPr>
              <a:t>12-month financial projection</a:t>
            </a:r>
          </a:p>
        </p:txBody>
      </p:sp>
      <p:sp>
        <p:nvSpPr>
          <p:cNvPr id="32" name="Rounded Rectangle 31"/>
          <p:cNvSpPr/>
          <p:nvPr/>
        </p:nvSpPr>
        <p:spPr>
          <a:xfrm>
            <a:off x="4480560" y="1517904"/>
            <a:ext cx="1676400" cy="18288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650" b="0" i="0">
                <a:solidFill>
                  <a:srgbClr val="92400E"/>
                </a:solidFill>
                <a:latin typeface="Fredoka SemiBold"/>
              </a:rPr>
              <a:t>PROJECTION · NOT ACTUALS</a:t>
            </a:r>
          </a:p>
        </p:txBody>
      </p:sp>
      <p:sp>
        <p:nvSpPr>
          <p:cNvPr id="33" name="TextBox 32"/>
          <p:cNvSpPr txBox="1"/>
          <p:nvPr/>
        </p:nvSpPr>
        <p:spPr>
          <a:xfrm>
            <a:off x="6355080" y="1371600"/>
            <a:ext cx="1005840" cy="201168"/>
          </a:xfrm>
          <a:prstGeom prst="rect">
            <a:avLst/>
          </a:prstGeom>
          <a:noFill/>
        </p:spPr>
        <p:txBody>
          <a:bodyPr wrap="square" lIns="0" rIns="0" tIns="0" bIns="0" anchor="t">
            <a:noAutofit/>
          </a:bodyPr>
          <a:lstStyle/>
          <a:p>
            <a:pPr algn="ctr"/>
            <a:r>
              <a:rPr sz="800" b="0" i="0">
                <a:solidFill>
                  <a:srgbClr val="7C3AED"/>
                </a:solidFill>
                <a:latin typeface="Fredoka SemiBold"/>
              </a:rPr>
              <a:t>Conservative</a:t>
            </a:r>
          </a:p>
        </p:txBody>
      </p:sp>
      <p:sp>
        <p:nvSpPr>
          <p:cNvPr id="34" name="TextBox 33"/>
          <p:cNvSpPr txBox="1"/>
          <p:nvPr/>
        </p:nvSpPr>
        <p:spPr>
          <a:xfrm>
            <a:off x="7452360" y="1371600"/>
            <a:ext cx="1005840" cy="201168"/>
          </a:xfrm>
          <a:prstGeom prst="rect">
            <a:avLst/>
          </a:prstGeom>
          <a:noFill/>
        </p:spPr>
        <p:txBody>
          <a:bodyPr wrap="square" lIns="0" rIns="0" tIns="0" bIns="0" anchor="t">
            <a:noAutofit/>
          </a:bodyPr>
          <a:lstStyle/>
          <a:p>
            <a:pPr algn="ctr"/>
            <a:r>
              <a:rPr sz="800" b="0" i="0">
                <a:solidFill>
                  <a:srgbClr val="7C3AED"/>
                </a:solidFill>
                <a:latin typeface="Fredoka SemiBold"/>
              </a:rPr>
              <a:t>Base case</a:t>
            </a:r>
          </a:p>
        </p:txBody>
      </p:sp>
      <p:sp>
        <p:nvSpPr>
          <p:cNvPr id="35" name="Rectangle 34"/>
          <p:cNvSpPr/>
          <p:nvPr/>
        </p:nvSpPr>
        <p:spPr>
          <a:xfrm>
            <a:off x="4480560" y="1801368"/>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80" y="1828800"/>
            <a:ext cx="1828800" cy="274320"/>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B2C packs sold</a:t>
            </a:r>
          </a:p>
        </p:txBody>
      </p:sp>
      <p:sp>
        <p:nvSpPr>
          <p:cNvPr id="37" name="TextBox 36"/>
          <p:cNvSpPr txBox="1"/>
          <p:nvPr/>
        </p:nvSpPr>
        <p:spPr>
          <a:xfrm>
            <a:off x="6355080" y="1828800"/>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300</a:t>
            </a:r>
          </a:p>
        </p:txBody>
      </p:sp>
      <p:sp>
        <p:nvSpPr>
          <p:cNvPr id="38" name="TextBox 37"/>
          <p:cNvSpPr txBox="1"/>
          <p:nvPr/>
        </p:nvSpPr>
        <p:spPr>
          <a:xfrm>
            <a:off x="7452360" y="1828800"/>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600</a:t>
            </a:r>
          </a:p>
        </p:txBody>
      </p:sp>
      <p:sp>
        <p:nvSpPr>
          <p:cNvPr id="39" name="Rectangle 38"/>
          <p:cNvSpPr/>
          <p:nvPr/>
        </p:nvSpPr>
        <p:spPr>
          <a:xfrm>
            <a:off x="4480560" y="2130552"/>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26280" y="2157984"/>
            <a:ext cx="1828800" cy="274320"/>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Paid B2B sessions</a:t>
            </a:r>
          </a:p>
        </p:txBody>
      </p:sp>
      <p:sp>
        <p:nvSpPr>
          <p:cNvPr id="41" name="TextBox 40"/>
          <p:cNvSpPr txBox="1"/>
          <p:nvPr/>
        </p:nvSpPr>
        <p:spPr>
          <a:xfrm>
            <a:off x="6355080" y="2157984"/>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24</a:t>
            </a:r>
          </a:p>
        </p:txBody>
      </p:sp>
      <p:sp>
        <p:nvSpPr>
          <p:cNvPr id="42" name="TextBox 41"/>
          <p:cNvSpPr txBox="1"/>
          <p:nvPr/>
        </p:nvSpPr>
        <p:spPr>
          <a:xfrm>
            <a:off x="7452360" y="2157984"/>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48</a:t>
            </a:r>
          </a:p>
        </p:txBody>
      </p:sp>
      <p:sp>
        <p:nvSpPr>
          <p:cNvPr id="43" name="Rectangle 42"/>
          <p:cNvSpPr/>
          <p:nvPr/>
        </p:nvSpPr>
        <p:spPr>
          <a:xfrm>
            <a:off x="4480560" y="2459736"/>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26280" y="2487168"/>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Fredoka SemiBold"/>
              </a:rPr>
              <a:t>Customer revenue</a:t>
            </a:r>
          </a:p>
        </p:txBody>
      </p:sp>
      <p:sp>
        <p:nvSpPr>
          <p:cNvPr id="45" name="TextBox 44"/>
          <p:cNvSpPr txBox="1"/>
          <p:nvPr/>
        </p:nvSpPr>
        <p:spPr>
          <a:xfrm>
            <a:off x="6355080" y="2487168"/>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Rp38.7M</a:t>
            </a:r>
          </a:p>
        </p:txBody>
      </p:sp>
      <p:sp>
        <p:nvSpPr>
          <p:cNvPr id="46" name="TextBox 45"/>
          <p:cNvSpPr txBox="1"/>
          <p:nvPr/>
        </p:nvSpPr>
        <p:spPr>
          <a:xfrm>
            <a:off x="7452360" y="2487168"/>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Rp77.4M</a:t>
            </a:r>
          </a:p>
        </p:txBody>
      </p:sp>
      <p:sp>
        <p:nvSpPr>
          <p:cNvPr id="47" name="Rectangle 46"/>
          <p:cNvSpPr/>
          <p:nvPr/>
        </p:nvSpPr>
        <p:spPr>
          <a:xfrm>
            <a:off x="4480560" y="278892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26280" y="2816352"/>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Direct costs</a:t>
            </a:r>
          </a:p>
        </p:txBody>
      </p:sp>
      <p:sp>
        <p:nvSpPr>
          <p:cNvPr id="49" name="TextBox 48"/>
          <p:cNvSpPr txBox="1"/>
          <p:nvPr/>
        </p:nvSpPr>
        <p:spPr>
          <a:xfrm>
            <a:off x="6355080" y="281635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−Rp12.0M</a:t>
            </a:r>
          </a:p>
        </p:txBody>
      </p:sp>
      <p:sp>
        <p:nvSpPr>
          <p:cNvPr id="50" name="TextBox 49"/>
          <p:cNvSpPr txBox="1"/>
          <p:nvPr/>
        </p:nvSpPr>
        <p:spPr>
          <a:xfrm>
            <a:off x="7452360" y="281635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−Rp24.0M</a:t>
            </a:r>
          </a:p>
        </p:txBody>
      </p:sp>
      <p:sp>
        <p:nvSpPr>
          <p:cNvPr id="51" name="Rectangle 50"/>
          <p:cNvSpPr/>
          <p:nvPr/>
        </p:nvSpPr>
        <p:spPr>
          <a:xfrm>
            <a:off x="4480560" y="3118104"/>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26280" y="3145536"/>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Fredoka SemiBold"/>
              </a:rPr>
              <a:t>Gross contribution</a:t>
            </a:r>
          </a:p>
        </p:txBody>
      </p:sp>
      <p:sp>
        <p:nvSpPr>
          <p:cNvPr id="53" name="TextBox 52"/>
          <p:cNvSpPr txBox="1"/>
          <p:nvPr/>
        </p:nvSpPr>
        <p:spPr>
          <a:xfrm>
            <a:off x="6355080" y="3145536"/>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Rp26.7M</a:t>
            </a:r>
          </a:p>
        </p:txBody>
      </p:sp>
      <p:sp>
        <p:nvSpPr>
          <p:cNvPr id="54" name="TextBox 53"/>
          <p:cNvSpPr txBox="1"/>
          <p:nvPr/>
        </p:nvSpPr>
        <p:spPr>
          <a:xfrm>
            <a:off x="7452360" y="3145536"/>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Rp53.4M</a:t>
            </a:r>
          </a:p>
        </p:txBody>
      </p:sp>
      <p:sp>
        <p:nvSpPr>
          <p:cNvPr id="55" name="Rectangle 54"/>
          <p:cNvSpPr/>
          <p:nvPr/>
        </p:nvSpPr>
        <p:spPr>
          <a:xfrm>
            <a:off x="4480560" y="3447288"/>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26280" y="3474720"/>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Operating expenses</a:t>
            </a:r>
          </a:p>
        </p:txBody>
      </p:sp>
      <p:sp>
        <p:nvSpPr>
          <p:cNvPr id="57" name="TextBox 56"/>
          <p:cNvSpPr txBox="1"/>
          <p:nvPr/>
        </p:nvSpPr>
        <p:spPr>
          <a:xfrm>
            <a:off x="6355080" y="3474720"/>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−Rp158.0M</a:t>
            </a:r>
          </a:p>
        </p:txBody>
      </p:sp>
      <p:sp>
        <p:nvSpPr>
          <p:cNvPr id="58" name="TextBox 57"/>
          <p:cNvSpPr txBox="1"/>
          <p:nvPr/>
        </p:nvSpPr>
        <p:spPr>
          <a:xfrm>
            <a:off x="7452360" y="3474720"/>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−Rp158.0M</a:t>
            </a:r>
          </a:p>
        </p:txBody>
      </p:sp>
      <p:sp>
        <p:nvSpPr>
          <p:cNvPr id="59" name="Rounded Rectangle 58"/>
          <p:cNvSpPr/>
          <p:nvPr/>
        </p:nvSpPr>
        <p:spPr>
          <a:xfrm>
            <a:off x="4434840" y="3785616"/>
            <a:ext cx="4023360" cy="310896"/>
          </a:xfrm>
          <a:prstGeom prst="roundRect">
            <a:avLst>
              <a:gd name="adj" fmla="val 23529"/>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26280" y="3803904"/>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Fredoka SemiBold"/>
              </a:rPr>
              <a:t>Projected net result</a:t>
            </a:r>
          </a:p>
        </p:txBody>
      </p:sp>
      <p:sp>
        <p:nvSpPr>
          <p:cNvPr id="61" name="TextBox 60"/>
          <p:cNvSpPr txBox="1"/>
          <p:nvPr/>
        </p:nvSpPr>
        <p:spPr>
          <a:xfrm>
            <a:off x="6355080" y="3803904"/>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−Rp131.3M</a:t>
            </a:r>
          </a:p>
        </p:txBody>
      </p:sp>
      <p:sp>
        <p:nvSpPr>
          <p:cNvPr id="62" name="TextBox 61"/>
          <p:cNvSpPr txBox="1"/>
          <p:nvPr/>
        </p:nvSpPr>
        <p:spPr>
          <a:xfrm>
            <a:off x="7452360" y="3803904"/>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−Rp104.6M</a:t>
            </a:r>
          </a:p>
        </p:txBody>
      </p:sp>
      <p:sp>
        <p:nvSpPr>
          <p:cNvPr id="63" name="TextBox 62"/>
          <p:cNvSpPr txBox="1"/>
          <p:nvPr/>
        </p:nvSpPr>
        <p:spPr>
          <a:xfrm>
            <a:off x="4480560" y="4114800"/>
            <a:ext cx="3931920" cy="219456"/>
          </a:xfrm>
          <a:prstGeom prst="rect">
            <a:avLst/>
          </a:prstGeom>
          <a:noFill/>
        </p:spPr>
        <p:txBody>
          <a:bodyPr wrap="square" lIns="0" rIns="0" tIns="0" bIns="0" anchor="ctr">
            <a:noAutofit/>
          </a:bodyPr>
          <a:lstStyle/>
          <a:p>
            <a:pPr algn="l"/>
            <a:r>
              <a:rPr sz="700" b="0" i="1">
                <a:solidFill>
                  <a:srgbClr val="172033"/>
                </a:solidFill>
                <a:latin typeface="Varela Round"/>
              </a:rPr>
              <a:t>Financial projections are planning assumptions, not actual revenue or secured funding.</a:t>
            </a:r>
          </a:p>
        </p:txBody>
      </p:sp>
      <p:sp>
        <p:nvSpPr>
          <p:cNvPr id="64" name="TextBox 63"/>
          <p:cNvSpPr txBox="1"/>
          <p:nvPr/>
        </p:nvSpPr>
        <p:spPr>
          <a:xfrm>
            <a:off x="4297680" y="4462272"/>
            <a:ext cx="4297680" cy="365760"/>
          </a:xfrm>
          <a:prstGeom prst="rect">
            <a:avLst/>
          </a:prstGeom>
          <a:noFill/>
        </p:spPr>
        <p:txBody>
          <a:bodyPr wrap="square" lIns="0" rIns="0" tIns="0" bIns="0" anchor="t">
            <a:noAutofit/>
          </a:bodyPr>
          <a:lstStyle/>
          <a:p>
            <a:pPr algn="l">
              <a:lnSpc>
                <a:spcPct val="105000"/>
              </a:lnSpc>
            </a:pPr>
            <a:r>
              <a:rPr sz="750" b="0" i="0">
                <a:solidFill>
                  <a:srgbClr val="172033"/>
                </a:solidFill>
                <a:latin typeface="Fredoka SemiBold"/>
              </a:rPr>
              <a:t>Year 1 prioritizes product validation and repeatable sales over profitability. Operating losses will require financing, with expenditure adjusted to funding availability and validation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84048"/>
            <a:ext cx="6400800" cy="548640"/>
          </a:xfrm>
        </p:spPr>
        <p:txBody>
          <a:bodyPr wrap="square" lIns="0" rIns="0" tIns="0" bIns="0" anchor="t">
            <a:noAutofit/>
          </a:bodyPr>
          <a:lstStyle/>
          <a:p>
            <a:pPr algn="l">
              <a:lnSpc>
                <a:spcPct val="95000"/>
              </a:lnSpc>
            </a:pPr>
            <a:r>
              <a:rPr sz="2600" b="1" i="0">
                <a:solidFill>
                  <a:srgbClr val="172033"/>
                </a:solidFill>
                <a:latin typeface="Fredoka"/>
              </a:rPr>
              <a:t>Funding Needs &amp; Use of Funds</a:t>
            </a:r>
          </a:p>
        </p:txBody>
      </p:sp>
      <p:sp>
        <p:nvSpPr>
          <p:cNvPr id="3" name="Rounded Rectangle 2"/>
          <p:cNvSpPr/>
          <p:nvPr/>
        </p:nvSpPr>
        <p:spPr>
          <a:xfrm>
            <a:off x="548640" y="1051560"/>
            <a:ext cx="2651760" cy="2990088"/>
          </a:xfrm>
          <a:prstGeom prst="roundRect">
            <a:avLst>
              <a:gd name="adj" fmla="val 551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143000"/>
            <a:ext cx="2377440" cy="201168"/>
          </a:xfrm>
          <a:prstGeom prst="rect">
            <a:avLst/>
          </a:prstGeom>
          <a:noFill/>
        </p:spPr>
        <p:txBody>
          <a:bodyPr wrap="square" lIns="0" rIns="0" tIns="0" bIns="0" anchor="t">
            <a:noAutofit/>
          </a:bodyPr>
          <a:lstStyle/>
          <a:p>
            <a:pPr algn="l"/>
            <a:r>
              <a:rPr sz="850" b="0" i="0">
                <a:solidFill>
                  <a:srgbClr val="7C3AED"/>
                </a:solidFill>
                <a:latin typeface="Fredoka SemiBold"/>
              </a:rPr>
              <a:t>12-month capital plan</a:t>
            </a:r>
          </a:p>
        </p:txBody>
      </p:sp>
      <p:sp>
        <p:nvSpPr>
          <p:cNvPr id="5" name="Rounded Rectangle 4"/>
          <p:cNvSpPr/>
          <p:nvPr/>
        </p:nvSpPr>
        <p:spPr>
          <a:xfrm>
            <a:off x="713232" y="1380743"/>
            <a:ext cx="1325880" cy="457200"/>
          </a:xfrm>
          <a:prstGeom prst="roundRect">
            <a:avLst>
              <a:gd name="adj" fmla="val 24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380743"/>
            <a:ext cx="1325880" cy="457200"/>
          </a:xfrm>
          <a:prstGeom prst="rect">
            <a:avLst/>
          </a:prstGeom>
          <a:noFill/>
        </p:spPr>
        <p:txBody>
          <a:bodyPr wrap="square" lIns="0" rIns="0" tIns="0" bIns="0" anchor="ctr">
            <a:noAutofit/>
          </a:bodyPr>
          <a:lstStyle/>
          <a:p>
            <a:pPr algn="ctr"/>
            <a:r>
              <a:rPr sz="2000" b="1" i="0">
                <a:solidFill>
                  <a:srgbClr val="5B21B6"/>
                </a:solidFill>
                <a:latin typeface="Fredoka"/>
              </a:rPr>
              <a:t>Rp200M</a:t>
            </a:r>
          </a:p>
        </p:txBody>
      </p:sp>
      <p:sp>
        <p:nvSpPr>
          <p:cNvPr id="7" name="TextBox 6"/>
          <p:cNvSpPr txBox="1"/>
          <p:nvPr/>
        </p:nvSpPr>
        <p:spPr>
          <a:xfrm>
            <a:off x="713232" y="1892807"/>
            <a:ext cx="2377440" cy="457200"/>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Funding to validate repeat demand, strengthen the product, and build a repeatable institutional sales model.</a:t>
            </a:r>
          </a:p>
        </p:txBody>
      </p:sp>
      <p:sp>
        <p:nvSpPr>
          <p:cNvPr id="8" name="TextBox 7"/>
          <p:cNvSpPr txBox="1"/>
          <p:nvPr/>
        </p:nvSpPr>
        <p:spPr>
          <a:xfrm>
            <a:off x="713232" y="2386584"/>
            <a:ext cx="2377440" cy="219456"/>
          </a:xfrm>
          <a:prstGeom prst="rect">
            <a:avLst/>
          </a:prstGeom>
          <a:noFill/>
        </p:spPr>
        <p:txBody>
          <a:bodyPr wrap="square" lIns="0" rIns="0" tIns="0" bIns="0" anchor="ctr">
            <a:noAutofit/>
          </a:bodyPr>
          <a:lstStyle/>
          <a:p>
            <a:pPr algn="l"/>
            <a:r>
              <a:rPr sz="950" b="1" i="0">
                <a:solidFill>
                  <a:srgbClr val="172033"/>
                </a:solidFill>
                <a:latin typeface="Fredoka"/>
              </a:rPr>
              <a:t>Planned allocation</a:t>
            </a:r>
          </a:p>
        </p:txBody>
      </p:sp>
      <p:sp>
        <p:nvSpPr>
          <p:cNvPr id="9" name="Rectangle 8"/>
          <p:cNvSpPr/>
          <p:nvPr/>
        </p:nvSpPr>
        <p:spPr>
          <a:xfrm>
            <a:off x="713232" y="2633472"/>
            <a:ext cx="2322576" cy="457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42615"/>
            <a:ext cx="1417320" cy="182880"/>
          </a:xfrm>
          <a:prstGeom prst="rect">
            <a:avLst/>
          </a:prstGeom>
          <a:noFill/>
        </p:spPr>
        <p:txBody>
          <a:bodyPr wrap="square" lIns="0" rIns="0" tIns="0" bIns="0" anchor="ctr">
            <a:noAutofit/>
          </a:bodyPr>
          <a:lstStyle/>
          <a:p>
            <a:pPr algn="l"/>
            <a:r>
              <a:rPr sz="750" b="0" i="0">
                <a:solidFill>
                  <a:srgbClr val="172033"/>
                </a:solidFill>
                <a:latin typeface="Varela Round"/>
              </a:rPr>
              <a:t>Team &amp; Operations</a:t>
            </a:r>
          </a:p>
        </p:txBody>
      </p:sp>
      <p:sp>
        <p:nvSpPr>
          <p:cNvPr id="11" name="TextBox 10"/>
          <p:cNvSpPr txBox="1"/>
          <p:nvPr/>
        </p:nvSpPr>
        <p:spPr>
          <a:xfrm>
            <a:off x="2103120" y="2642615"/>
            <a:ext cx="502920" cy="182880"/>
          </a:xfrm>
          <a:prstGeom prst="rect">
            <a:avLst/>
          </a:prstGeom>
          <a:noFill/>
        </p:spPr>
        <p:txBody>
          <a:bodyPr wrap="square" lIns="0" rIns="0" tIns="0" bIns="0" anchor="ctr">
            <a:noAutofit/>
          </a:bodyPr>
          <a:lstStyle/>
          <a:p>
            <a:pPr algn="r"/>
            <a:r>
              <a:rPr sz="750" b="0" i="0">
                <a:solidFill>
                  <a:srgbClr val="5B21B6"/>
                </a:solidFill>
                <a:latin typeface="Fredoka SemiBold"/>
              </a:rPr>
              <a:t>Rp96M</a:t>
            </a:r>
          </a:p>
        </p:txBody>
      </p:sp>
      <p:sp>
        <p:nvSpPr>
          <p:cNvPr id="12" name="TextBox 11"/>
          <p:cNvSpPr txBox="1"/>
          <p:nvPr/>
        </p:nvSpPr>
        <p:spPr>
          <a:xfrm>
            <a:off x="2606040" y="2642615"/>
            <a:ext cx="411480" cy="182880"/>
          </a:xfrm>
          <a:prstGeom prst="rect">
            <a:avLst/>
          </a:prstGeom>
          <a:noFill/>
        </p:spPr>
        <p:txBody>
          <a:bodyPr wrap="square" lIns="0" rIns="0" tIns="0" bIns="0" anchor="ctr">
            <a:noAutofit/>
          </a:bodyPr>
          <a:lstStyle/>
          <a:p>
            <a:pPr algn="r"/>
            <a:r>
              <a:rPr sz="750" b="0" i="0">
                <a:solidFill>
                  <a:srgbClr val="5B21B6"/>
                </a:solidFill>
                <a:latin typeface="Varela Round"/>
              </a:rPr>
              <a:t>48%</a:t>
            </a:r>
          </a:p>
        </p:txBody>
      </p:sp>
      <p:sp>
        <p:nvSpPr>
          <p:cNvPr id="13" name="Rectangle 12"/>
          <p:cNvSpPr/>
          <p:nvPr/>
        </p:nvSpPr>
        <p:spPr>
          <a:xfrm>
            <a:off x="713232" y="2820924"/>
            <a:ext cx="2322576" cy="457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830068"/>
            <a:ext cx="1417320" cy="182880"/>
          </a:xfrm>
          <a:prstGeom prst="rect">
            <a:avLst/>
          </a:prstGeom>
          <a:noFill/>
        </p:spPr>
        <p:txBody>
          <a:bodyPr wrap="square" lIns="0" rIns="0" tIns="0" bIns="0" anchor="ctr">
            <a:noAutofit/>
          </a:bodyPr>
          <a:lstStyle/>
          <a:p>
            <a:pPr algn="l"/>
            <a:r>
              <a:rPr sz="750" b="0" i="0">
                <a:solidFill>
                  <a:srgbClr val="172033"/>
                </a:solidFill>
                <a:latin typeface="Varela Round"/>
              </a:rPr>
              <a:t>Go-to-Market</a:t>
            </a:r>
          </a:p>
        </p:txBody>
      </p:sp>
      <p:sp>
        <p:nvSpPr>
          <p:cNvPr id="15" name="TextBox 14"/>
          <p:cNvSpPr txBox="1"/>
          <p:nvPr/>
        </p:nvSpPr>
        <p:spPr>
          <a:xfrm>
            <a:off x="2103120" y="2830068"/>
            <a:ext cx="502920" cy="182880"/>
          </a:xfrm>
          <a:prstGeom prst="rect">
            <a:avLst/>
          </a:prstGeom>
          <a:noFill/>
        </p:spPr>
        <p:txBody>
          <a:bodyPr wrap="square" lIns="0" rIns="0" tIns="0" bIns="0" anchor="ctr">
            <a:noAutofit/>
          </a:bodyPr>
          <a:lstStyle/>
          <a:p>
            <a:pPr algn="r"/>
            <a:r>
              <a:rPr sz="750" b="0" i="0">
                <a:solidFill>
                  <a:srgbClr val="5B21B6"/>
                </a:solidFill>
                <a:latin typeface="Fredoka SemiBold"/>
              </a:rPr>
              <a:t>Rp30M</a:t>
            </a:r>
          </a:p>
        </p:txBody>
      </p:sp>
      <p:sp>
        <p:nvSpPr>
          <p:cNvPr id="16" name="TextBox 15"/>
          <p:cNvSpPr txBox="1"/>
          <p:nvPr/>
        </p:nvSpPr>
        <p:spPr>
          <a:xfrm>
            <a:off x="2606040" y="2830068"/>
            <a:ext cx="411480" cy="182880"/>
          </a:xfrm>
          <a:prstGeom prst="rect">
            <a:avLst/>
          </a:prstGeom>
          <a:noFill/>
        </p:spPr>
        <p:txBody>
          <a:bodyPr wrap="square" lIns="0" rIns="0" tIns="0" bIns="0" anchor="ctr">
            <a:noAutofit/>
          </a:bodyPr>
          <a:lstStyle/>
          <a:p>
            <a:pPr algn="r"/>
            <a:r>
              <a:rPr sz="750" b="0" i="0">
                <a:solidFill>
                  <a:srgbClr val="5B21B6"/>
                </a:solidFill>
                <a:latin typeface="Varela Round"/>
              </a:rPr>
              <a:t>15%</a:t>
            </a:r>
          </a:p>
        </p:txBody>
      </p:sp>
      <p:sp>
        <p:nvSpPr>
          <p:cNvPr id="17" name="Rectangle 16"/>
          <p:cNvSpPr/>
          <p:nvPr/>
        </p:nvSpPr>
        <p:spPr>
          <a:xfrm>
            <a:off x="713232" y="3008376"/>
            <a:ext cx="2322576" cy="457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017520"/>
            <a:ext cx="1417320" cy="182880"/>
          </a:xfrm>
          <a:prstGeom prst="rect">
            <a:avLst/>
          </a:prstGeom>
          <a:noFill/>
        </p:spPr>
        <p:txBody>
          <a:bodyPr wrap="square" lIns="0" rIns="0" tIns="0" bIns="0" anchor="ctr">
            <a:noAutofit/>
          </a:bodyPr>
          <a:lstStyle/>
          <a:p>
            <a:pPr algn="l"/>
            <a:r>
              <a:rPr sz="750" b="0" i="0">
                <a:solidFill>
                  <a:srgbClr val="172033"/>
                </a:solidFill>
                <a:latin typeface="Varela Round"/>
              </a:rPr>
              <a:t>Product &amp; Technology</a:t>
            </a:r>
          </a:p>
        </p:txBody>
      </p:sp>
      <p:sp>
        <p:nvSpPr>
          <p:cNvPr id="19" name="TextBox 18"/>
          <p:cNvSpPr txBox="1"/>
          <p:nvPr/>
        </p:nvSpPr>
        <p:spPr>
          <a:xfrm>
            <a:off x="2103120" y="3017520"/>
            <a:ext cx="502920" cy="182880"/>
          </a:xfrm>
          <a:prstGeom prst="rect">
            <a:avLst/>
          </a:prstGeom>
          <a:noFill/>
        </p:spPr>
        <p:txBody>
          <a:bodyPr wrap="square" lIns="0" rIns="0" tIns="0" bIns="0" anchor="ctr">
            <a:noAutofit/>
          </a:bodyPr>
          <a:lstStyle/>
          <a:p>
            <a:pPr algn="r"/>
            <a:r>
              <a:rPr sz="750" b="0" i="0">
                <a:solidFill>
                  <a:srgbClr val="5B21B6"/>
                </a:solidFill>
                <a:latin typeface="Fredoka SemiBold"/>
              </a:rPr>
              <a:t>Rp24M</a:t>
            </a:r>
          </a:p>
        </p:txBody>
      </p:sp>
      <p:sp>
        <p:nvSpPr>
          <p:cNvPr id="20" name="TextBox 19"/>
          <p:cNvSpPr txBox="1"/>
          <p:nvPr/>
        </p:nvSpPr>
        <p:spPr>
          <a:xfrm>
            <a:off x="2606040" y="3017520"/>
            <a:ext cx="411480" cy="182880"/>
          </a:xfrm>
          <a:prstGeom prst="rect">
            <a:avLst/>
          </a:prstGeom>
          <a:noFill/>
        </p:spPr>
        <p:txBody>
          <a:bodyPr wrap="square" lIns="0" rIns="0" tIns="0" bIns="0" anchor="ctr">
            <a:noAutofit/>
          </a:bodyPr>
          <a:lstStyle/>
          <a:p>
            <a:pPr algn="r"/>
            <a:r>
              <a:rPr sz="750" b="0" i="0">
                <a:solidFill>
                  <a:srgbClr val="5B21B6"/>
                </a:solidFill>
                <a:latin typeface="Varela Round"/>
              </a:rPr>
              <a:t>12%</a:t>
            </a:r>
          </a:p>
        </p:txBody>
      </p:sp>
      <p:sp>
        <p:nvSpPr>
          <p:cNvPr id="21" name="Rectangle 20"/>
          <p:cNvSpPr/>
          <p:nvPr/>
        </p:nvSpPr>
        <p:spPr>
          <a:xfrm>
            <a:off x="713232" y="3195828"/>
            <a:ext cx="2322576" cy="457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204972"/>
            <a:ext cx="1417320" cy="182880"/>
          </a:xfrm>
          <a:prstGeom prst="rect">
            <a:avLst/>
          </a:prstGeom>
          <a:noFill/>
        </p:spPr>
        <p:txBody>
          <a:bodyPr wrap="square" lIns="0" rIns="0" tIns="0" bIns="0" anchor="ctr">
            <a:noAutofit/>
          </a:bodyPr>
          <a:lstStyle/>
          <a:p>
            <a:pPr algn="l"/>
            <a:r>
              <a:rPr sz="750" b="0" i="0">
                <a:solidFill>
                  <a:srgbClr val="172033"/>
                </a:solidFill>
                <a:latin typeface="Varela Round"/>
              </a:rPr>
              <a:t>Production &amp; Materials</a:t>
            </a:r>
          </a:p>
        </p:txBody>
      </p:sp>
      <p:sp>
        <p:nvSpPr>
          <p:cNvPr id="23" name="TextBox 22"/>
          <p:cNvSpPr txBox="1"/>
          <p:nvPr/>
        </p:nvSpPr>
        <p:spPr>
          <a:xfrm>
            <a:off x="2103120" y="3204972"/>
            <a:ext cx="502920" cy="182880"/>
          </a:xfrm>
          <a:prstGeom prst="rect">
            <a:avLst/>
          </a:prstGeom>
          <a:noFill/>
        </p:spPr>
        <p:txBody>
          <a:bodyPr wrap="square" lIns="0" rIns="0" tIns="0" bIns="0" anchor="ctr">
            <a:noAutofit/>
          </a:bodyPr>
          <a:lstStyle/>
          <a:p>
            <a:pPr algn="r"/>
            <a:r>
              <a:rPr sz="750" b="0" i="0">
                <a:solidFill>
                  <a:srgbClr val="5B21B6"/>
                </a:solidFill>
                <a:latin typeface="Fredoka SemiBold"/>
              </a:rPr>
              <a:t>Rp20M</a:t>
            </a:r>
          </a:p>
        </p:txBody>
      </p:sp>
      <p:sp>
        <p:nvSpPr>
          <p:cNvPr id="24" name="TextBox 23"/>
          <p:cNvSpPr txBox="1"/>
          <p:nvPr/>
        </p:nvSpPr>
        <p:spPr>
          <a:xfrm>
            <a:off x="2606040" y="3204972"/>
            <a:ext cx="411480" cy="182880"/>
          </a:xfrm>
          <a:prstGeom prst="rect">
            <a:avLst/>
          </a:prstGeom>
          <a:noFill/>
        </p:spPr>
        <p:txBody>
          <a:bodyPr wrap="square" lIns="0" rIns="0" tIns="0" bIns="0" anchor="ctr">
            <a:noAutofit/>
          </a:bodyPr>
          <a:lstStyle/>
          <a:p>
            <a:pPr algn="r"/>
            <a:r>
              <a:rPr sz="750" b="0" i="0">
                <a:solidFill>
                  <a:srgbClr val="5B21B6"/>
                </a:solidFill>
                <a:latin typeface="Varela Round"/>
              </a:rPr>
              <a:t>10%</a:t>
            </a:r>
          </a:p>
        </p:txBody>
      </p:sp>
      <p:sp>
        <p:nvSpPr>
          <p:cNvPr id="25" name="Rectangle 24"/>
          <p:cNvSpPr/>
          <p:nvPr/>
        </p:nvSpPr>
        <p:spPr>
          <a:xfrm>
            <a:off x="713232" y="3383279"/>
            <a:ext cx="2322576" cy="457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392423"/>
            <a:ext cx="1417320" cy="182880"/>
          </a:xfrm>
          <a:prstGeom prst="rect">
            <a:avLst/>
          </a:prstGeom>
          <a:noFill/>
        </p:spPr>
        <p:txBody>
          <a:bodyPr wrap="square" lIns="0" rIns="0" tIns="0" bIns="0" anchor="ctr">
            <a:noAutofit/>
          </a:bodyPr>
          <a:lstStyle/>
          <a:p>
            <a:pPr algn="l"/>
            <a:r>
              <a:rPr sz="750" b="0" i="0">
                <a:solidFill>
                  <a:srgbClr val="172033"/>
                </a:solidFill>
                <a:latin typeface="Varela Round"/>
              </a:rPr>
              <a:t>Learning Content</a:t>
            </a:r>
          </a:p>
        </p:txBody>
      </p:sp>
      <p:sp>
        <p:nvSpPr>
          <p:cNvPr id="27" name="TextBox 26"/>
          <p:cNvSpPr txBox="1"/>
          <p:nvPr/>
        </p:nvSpPr>
        <p:spPr>
          <a:xfrm>
            <a:off x="2103120" y="3392423"/>
            <a:ext cx="502920" cy="182880"/>
          </a:xfrm>
          <a:prstGeom prst="rect">
            <a:avLst/>
          </a:prstGeom>
          <a:noFill/>
        </p:spPr>
        <p:txBody>
          <a:bodyPr wrap="square" lIns="0" rIns="0" tIns="0" bIns="0" anchor="ctr">
            <a:noAutofit/>
          </a:bodyPr>
          <a:lstStyle/>
          <a:p>
            <a:pPr algn="r"/>
            <a:r>
              <a:rPr sz="750" b="0" i="0">
                <a:solidFill>
                  <a:srgbClr val="5B21B6"/>
                </a:solidFill>
                <a:latin typeface="Fredoka SemiBold"/>
              </a:rPr>
              <a:t>Rp20M</a:t>
            </a:r>
          </a:p>
        </p:txBody>
      </p:sp>
      <p:sp>
        <p:nvSpPr>
          <p:cNvPr id="28" name="TextBox 27"/>
          <p:cNvSpPr txBox="1"/>
          <p:nvPr/>
        </p:nvSpPr>
        <p:spPr>
          <a:xfrm>
            <a:off x="2606040" y="3392423"/>
            <a:ext cx="411480" cy="182880"/>
          </a:xfrm>
          <a:prstGeom prst="rect">
            <a:avLst/>
          </a:prstGeom>
          <a:noFill/>
        </p:spPr>
        <p:txBody>
          <a:bodyPr wrap="square" lIns="0" rIns="0" tIns="0" bIns="0" anchor="ctr">
            <a:noAutofit/>
          </a:bodyPr>
          <a:lstStyle/>
          <a:p>
            <a:pPr algn="r"/>
            <a:r>
              <a:rPr sz="750" b="0" i="0">
                <a:solidFill>
                  <a:srgbClr val="5B21B6"/>
                </a:solidFill>
                <a:latin typeface="Varela Round"/>
              </a:rPr>
              <a:t>10%</a:t>
            </a:r>
          </a:p>
        </p:txBody>
      </p:sp>
      <p:sp>
        <p:nvSpPr>
          <p:cNvPr id="29" name="Rectangle 28"/>
          <p:cNvSpPr/>
          <p:nvPr/>
        </p:nvSpPr>
        <p:spPr>
          <a:xfrm>
            <a:off x="713232" y="3570732"/>
            <a:ext cx="2322576" cy="457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579875"/>
            <a:ext cx="1417320" cy="182880"/>
          </a:xfrm>
          <a:prstGeom prst="rect">
            <a:avLst/>
          </a:prstGeom>
          <a:noFill/>
        </p:spPr>
        <p:txBody>
          <a:bodyPr wrap="square" lIns="0" rIns="0" tIns="0" bIns="0" anchor="ctr">
            <a:noAutofit/>
          </a:bodyPr>
          <a:lstStyle/>
          <a:p>
            <a:pPr algn="l"/>
            <a:r>
              <a:rPr sz="750" b="0" i="0">
                <a:solidFill>
                  <a:srgbClr val="172033"/>
                </a:solidFill>
                <a:latin typeface="Varela Round"/>
              </a:rPr>
              <a:t>Legal &amp; Contingency</a:t>
            </a:r>
          </a:p>
        </p:txBody>
      </p:sp>
      <p:sp>
        <p:nvSpPr>
          <p:cNvPr id="31" name="TextBox 30"/>
          <p:cNvSpPr txBox="1"/>
          <p:nvPr/>
        </p:nvSpPr>
        <p:spPr>
          <a:xfrm>
            <a:off x="2103120" y="3579875"/>
            <a:ext cx="502920" cy="182880"/>
          </a:xfrm>
          <a:prstGeom prst="rect">
            <a:avLst/>
          </a:prstGeom>
          <a:noFill/>
        </p:spPr>
        <p:txBody>
          <a:bodyPr wrap="square" lIns="0" rIns="0" tIns="0" bIns="0" anchor="ctr">
            <a:noAutofit/>
          </a:bodyPr>
          <a:lstStyle/>
          <a:p>
            <a:pPr algn="r"/>
            <a:r>
              <a:rPr sz="750" b="0" i="0">
                <a:solidFill>
                  <a:srgbClr val="5B21B6"/>
                </a:solidFill>
                <a:latin typeface="Fredoka SemiBold"/>
              </a:rPr>
              <a:t>Rp10M</a:t>
            </a:r>
          </a:p>
        </p:txBody>
      </p:sp>
      <p:sp>
        <p:nvSpPr>
          <p:cNvPr id="32" name="TextBox 31"/>
          <p:cNvSpPr txBox="1"/>
          <p:nvPr/>
        </p:nvSpPr>
        <p:spPr>
          <a:xfrm>
            <a:off x="2606040" y="3579875"/>
            <a:ext cx="411480" cy="182880"/>
          </a:xfrm>
          <a:prstGeom prst="rect">
            <a:avLst/>
          </a:prstGeom>
          <a:noFill/>
        </p:spPr>
        <p:txBody>
          <a:bodyPr wrap="square" lIns="0" rIns="0" tIns="0" bIns="0" anchor="ctr">
            <a:noAutofit/>
          </a:bodyPr>
          <a:lstStyle/>
          <a:p>
            <a:pPr algn="r"/>
            <a:r>
              <a:rPr sz="750" b="0" i="0">
                <a:solidFill>
                  <a:srgbClr val="5B21B6"/>
                </a:solidFill>
                <a:latin typeface="Varela Round"/>
              </a:rPr>
              <a:t>5%</a:t>
            </a:r>
          </a:p>
        </p:txBody>
      </p:sp>
      <p:sp>
        <p:nvSpPr>
          <p:cNvPr id="33" name="Rounded Rectangle 32"/>
          <p:cNvSpPr/>
          <p:nvPr/>
        </p:nvSpPr>
        <p:spPr>
          <a:xfrm>
            <a:off x="658368" y="3758183"/>
            <a:ext cx="2432304" cy="192024"/>
          </a:xfrm>
          <a:prstGeom prst="roundRect">
            <a:avLst>
              <a:gd name="adj" fmla="val 23809"/>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767327"/>
            <a:ext cx="1417320" cy="182880"/>
          </a:xfrm>
          <a:prstGeom prst="rect">
            <a:avLst/>
          </a:prstGeom>
          <a:noFill/>
        </p:spPr>
        <p:txBody>
          <a:bodyPr wrap="square" lIns="0" rIns="0" tIns="0" bIns="0" anchor="ctr">
            <a:noAutofit/>
          </a:bodyPr>
          <a:lstStyle/>
          <a:p>
            <a:pPr algn="l"/>
            <a:r>
              <a:rPr sz="750" b="0" i="0">
                <a:solidFill>
                  <a:srgbClr val="172033"/>
                </a:solidFill>
                <a:latin typeface="Fredoka SemiBold"/>
              </a:rPr>
              <a:t>Total</a:t>
            </a:r>
          </a:p>
        </p:txBody>
      </p:sp>
      <p:sp>
        <p:nvSpPr>
          <p:cNvPr id="35" name="TextBox 34"/>
          <p:cNvSpPr txBox="1"/>
          <p:nvPr/>
        </p:nvSpPr>
        <p:spPr>
          <a:xfrm>
            <a:off x="2103120" y="3767327"/>
            <a:ext cx="502920" cy="182880"/>
          </a:xfrm>
          <a:prstGeom prst="rect">
            <a:avLst/>
          </a:prstGeom>
          <a:noFill/>
        </p:spPr>
        <p:txBody>
          <a:bodyPr wrap="square" lIns="0" rIns="0" tIns="0" bIns="0" anchor="ctr">
            <a:noAutofit/>
          </a:bodyPr>
          <a:lstStyle/>
          <a:p>
            <a:pPr algn="r"/>
            <a:r>
              <a:rPr sz="750" b="1" i="0">
                <a:solidFill>
                  <a:srgbClr val="5B21B6"/>
                </a:solidFill>
                <a:latin typeface="Fredoka"/>
              </a:rPr>
              <a:t>Rp200M</a:t>
            </a:r>
          </a:p>
        </p:txBody>
      </p:sp>
      <p:sp>
        <p:nvSpPr>
          <p:cNvPr id="36" name="TextBox 35"/>
          <p:cNvSpPr txBox="1"/>
          <p:nvPr/>
        </p:nvSpPr>
        <p:spPr>
          <a:xfrm>
            <a:off x="2606040" y="3767327"/>
            <a:ext cx="411480" cy="182880"/>
          </a:xfrm>
          <a:prstGeom prst="rect">
            <a:avLst/>
          </a:prstGeom>
          <a:noFill/>
        </p:spPr>
        <p:txBody>
          <a:bodyPr wrap="square" lIns="0" rIns="0" tIns="0" bIns="0" anchor="ctr">
            <a:noAutofit/>
          </a:bodyPr>
          <a:lstStyle/>
          <a:p>
            <a:pPr algn="r"/>
            <a:r>
              <a:rPr sz="750" b="0" i="0">
                <a:solidFill>
                  <a:srgbClr val="5B21B6"/>
                </a:solidFill>
                <a:latin typeface="Fredoka SemiBold"/>
              </a:rPr>
              <a:t>100%</a:t>
            </a:r>
          </a:p>
        </p:txBody>
      </p:sp>
      <p:sp>
        <p:nvSpPr>
          <p:cNvPr id="37" name="Rounded Rectangle 36"/>
          <p:cNvSpPr/>
          <p:nvPr/>
        </p:nvSpPr>
        <p:spPr>
          <a:xfrm>
            <a:off x="3310128" y="1051560"/>
            <a:ext cx="2468880" cy="2990088"/>
          </a:xfrm>
          <a:prstGeom prst="roundRect">
            <a:avLst>
              <a:gd name="adj" fmla="val 5925"/>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74720" y="1143000"/>
            <a:ext cx="2194560" cy="237744"/>
          </a:xfrm>
          <a:prstGeom prst="rect">
            <a:avLst/>
          </a:prstGeom>
          <a:noFill/>
        </p:spPr>
        <p:txBody>
          <a:bodyPr wrap="square" lIns="0" rIns="0" tIns="0" bIns="0" anchor="ctr">
            <a:noAutofit/>
          </a:bodyPr>
          <a:lstStyle/>
          <a:p>
            <a:pPr algn="l"/>
            <a:r>
              <a:rPr sz="1050" b="1" i="0">
                <a:solidFill>
                  <a:srgbClr val="172033"/>
                </a:solidFill>
                <a:latin typeface="Fredoka"/>
              </a:rPr>
              <a:t>Funding strategy</a:t>
            </a:r>
          </a:p>
        </p:txBody>
      </p:sp>
      <p:sp>
        <p:nvSpPr>
          <p:cNvPr id="39" name="Oval 38"/>
          <p:cNvSpPr/>
          <p:nvPr/>
        </p:nvSpPr>
        <p:spPr>
          <a:xfrm>
            <a:off x="3474720" y="1508760"/>
            <a:ext cx="310896" cy="31089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star_purple.png"/>
          <p:cNvPicPr>
            <a:picLocks noChangeAspect="1"/>
          </p:cNvPicPr>
          <p:nvPr/>
        </p:nvPicPr>
        <p:blipFill>
          <a:blip r:embed="rId2"/>
          <a:stretch>
            <a:fillRect/>
          </a:stretch>
        </p:blipFill>
        <p:spPr>
          <a:xfrm>
            <a:off x="3549335" y="1583375"/>
            <a:ext cx="161665" cy="161665"/>
          </a:xfrm>
          <a:prstGeom prst="rect">
            <a:avLst/>
          </a:prstGeom>
        </p:spPr>
      </p:pic>
      <p:sp>
        <p:nvSpPr>
          <p:cNvPr id="41" name="TextBox 40"/>
          <p:cNvSpPr txBox="1"/>
          <p:nvPr/>
        </p:nvSpPr>
        <p:spPr>
          <a:xfrm>
            <a:off x="3858768" y="1508760"/>
            <a:ext cx="1783080" cy="310896"/>
          </a:xfrm>
          <a:prstGeom prst="rect">
            <a:avLst/>
          </a:prstGeom>
          <a:noFill/>
        </p:spPr>
        <p:txBody>
          <a:bodyPr wrap="square" lIns="0" rIns="0" tIns="0" bIns="0" anchor="ctr">
            <a:noAutofit/>
          </a:bodyPr>
          <a:lstStyle/>
          <a:p>
            <a:pPr algn="l"/>
            <a:r>
              <a:rPr sz="900" b="0" i="0">
                <a:solidFill>
                  <a:srgbClr val="5B21B6"/>
                </a:solidFill>
                <a:latin typeface="Fredoka SemiBold"/>
              </a:rPr>
              <a:t>DSC support</a:t>
            </a:r>
          </a:p>
        </p:txBody>
      </p:sp>
      <p:sp>
        <p:nvSpPr>
          <p:cNvPr id="42" name="TextBox 41"/>
          <p:cNvSpPr txBox="1"/>
          <p:nvPr/>
        </p:nvSpPr>
        <p:spPr>
          <a:xfrm>
            <a:off x="3474720" y="1856231"/>
            <a:ext cx="2176272" cy="457200"/>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Requested as a contribution toward the 12-month capital plan, subject to the program’s funding limits.</a:t>
            </a:r>
          </a:p>
        </p:txBody>
      </p:sp>
      <p:sp>
        <p:nvSpPr>
          <p:cNvPr id="43" name="Oval 42"/>
          <p:cNvSpPr/>
          <p:nvPr/>
        </p:nvSpPr>
        <p:spPr>
          <a:xfrm>
            <a:off x="3474720" y="2331720"/>
            <a:ext cx="310896" cy="31089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handshake_purple.png"/>
          <p:cNvPicPr>
            <a:picLocks noChangeAspect="1"/>
          </p:cNvPicPr>
          <p:nvPr/>
        </p:nvPicPr>
        <p:blipFill>
          <a:blip r:embed="rId3"/>
          <a:stretch>
            <a:fillRect/>
          </a:stretch>
        </p:blipFill>
        <p:spPr>
          <a:xfrm>
            <a:off x="3549335" y="2406335"/>
            <a:ext cx="161665" cy="161665"/>
          </a:xfrm>
          <a:prstGeom prst="rect">
            <a:avLst/>
          </a:prstGeom>
        </p:spPr>
      </p:pic>
      <p:sp>
        <p:nvSpPr>
          <p:cNvPr id="45" name="TextBox 44"/>
          <p:cNvSpPr txBox="1"/>
          <p:nvPr/>
        </p:nvSpPr>
        <p:spPr>
          <a:xfrm>
            <a:off x="3858768" y="2331720"/>
            <a:ext cx="1783080" cy="310896"/>
          </a:xfrm>
          <a:prstGeom prst="rect">
            <a:avLst/>
          </a:prstGeom>
          <a:noFill/>
        </p:spPr>
        <p:txBody>
          <a:bodyPr wrap="square" lIns="0" rIns="0" tIns="0" bIns="0" anchor="ctr">
            <a:noAutofit/>
          </a:bodyPr>
          <a:lstStyle/>
          <a:p>
            <a:pPr algn="l"/>
            <a:r>
              <a:rPr sz="900" b="0" i="0">
                <a:solidFill>
                  <a:srgbClr val="5B21B6"/>
                </a:solidFill>
                <a:latin typeface="Fredoka SemiBold"/>
              </a:rPr>
              <a:t>Additional financing</a:t>
            </a:r>
          </a:p>
        </p:txBody>
      </p:sp>
      <p:sp>
        <p:nvSpPr>
          <p:cNvPr id="46" name="TextBox 45"/>
          <p:cNvSpPr txBox="1"/>
          <p:nvPr/>
        </p:nvSpPr>
        <p:spPr>
          <a:xfrm>
            <a:off x="3474720" y="2679191"/>
            <a:ext cx="2176272" cy="457200"/>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To be secured as needed. Unconfirmed funding is not counted as available capital.</a:t>
            </a:r>
          </a:p>
        </p:txBody>
      </p:sp>
      <p:sp>
        <p:nvSpPr>
          <p:cNvPr id="47" name="Oval 46"/>
          <p:cNvSpPr/>
          <p:nvPr/>
        </p:nvSpPr>
        <p:spPr>
          <a:xfrm>
            <a:off x="3474720" y="3154680"/>
            <a:ext cx="310896" cy="31089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layers_purple.png"/>
          <p:cNvPicPr>
            <a:picLocks noChangeAspect="1"/>
          </p:cNvPicPr>
          <p:nvPr/>
        </p:nvPicPr>
        <p:blipFill>
          <a:blip r:embed="rId4"/>
          <a:stretch>
            <a:fillRect/>
          </a:stretch>
        </p:blipFill>
        <p:spPr>
          <a:xfrm>
            <a:off x="3549335" y="3229295"/>
            <a:ext cx="161665" cy="161665"/>
          </a:xfrm>
          <a:prstGeom prst="rect">
            <a:avLst/>
          </a:prstGeom>
        </p:spPr>
      </p:pic>
      <p:sp>
        <p:nvSpPr>
          <p:cNvPr id="49" name="TextBox 48"/>
          <p:cNvSpPr txBox="1"/>
          <p:nvPr/>
        </p:nvSpPr>
        <p:spPr>
          <a:xfrm>
            <a:off x="3858768" y="3154680"/>
            <a:ext cx="1783080" cy="310896"/>
          </a:xfrm>
          <a:prstGeom prst="rect">
            <a:avLst/>
          </a:prstGeom>
          <a:noFill/>
        </p:spPr>
        <p:txBody>
          <a:bodyPr wrap="square" lIns="0" rIns="0" tIns="0" bIns="0" anchor="ctr">
            <a:noAutofit/>
          </a:bodyPr>
          <a:lstStyle/>
          <a:p>
            <a:pPr algn="l"/>
            <a:r>
              <a:rPr sz="900" b="0" i="0">
                <a:solidFill>
                  <a:srgbClr val="5B21B6"/>
                </a:solidFill>
                <a:latin typeface="Fredoka SemiBold"/>
              </a:rPr>
              <a:t>Capital deployment</a:t>
            </a:r>
          </a:p>
        </p:txBody>
      </p:sp>
      <p:sp>
        <p:nvSpPr>
          <p:cNvPr id="50" name="TextBox 49"/>
          <p:cNvSpPr txBox="1"/>
          <p:nvPr/>
        </p:nvSpPr>
        <p:spPr>
          <a:xfrm>
            <a:off x="3474720" y="3502152"/>
            <a:ext cx="2176272" cy="457200"/>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Spending will be phased according to funding availability and validation results.</a:t>
            </a:r>
          </a:p>
        </p:txBody>
      </p:sp>
      <p:sp>
        <p:nvSpPr>
          <p:cNvPr id="51" name="Rounded Rectangle 50"/>
          <p:cNvSpPr/>
          <p:nvPr/>
        </p:nvSpPr>
        <p:spPr>
          <a:xfrm>
            <a:off x="5888736" y="1051560"/>
            <a:ext cx="2706624" cy="2990088"/>
          </a:xfrm>
          <a:prstGeom prst="roundRect">
            <a:avLst>
              <a:gd name="adj" fmla="val 5405"/>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053328" y="1143000"/>
            <a:ext cx="2377440" cy="237744"/>
          </a:xfrm>
          <a:prstGeom prst="rect">
            <a:avLst/>
          </a:prstGeom>
          <a:noFill/>
        </p:spPr>
        <p:txBody>
          <a:bodyPr wrap="square" lIns="0" rIns="0" tIns="0" bIns="0" anchor="ctr">
            <a:noAutofit/>
          </a:bodyPr>
          <a:lstStyle/>
          <a:p>
            <a:pPr algn="l"/>
            <a:r>
              <a:rPr sz="1050" b="1" i="0">
                <a:solidFill>
                  <a:srgbClr val="172033"/>
                </a:solidFill>
                <a:latin typeface="Fredoka"/>
              </a:rPr>
              <a:t>Milestone-based deployment</a:t>
            </a:r>
          </a:p>
        </p:txBody>
      </p:sp>
      <p:sp>
        <p:nvSpPr>
          <p:cNvPr id="53" name="Rounded Rectangle 52"/>
          <p:cNvSpPr/>
          <p:nvPr/>
        </p:nvSpPr>
        <p:spPr>
          <a:xfrm>
            <a:off x="6053328" y="1527048"/>
            <a:ext cx="530352" cy="21945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FFFFFF"/>
                </a:solidFill>
                <a:latin typeface="Fredoka SemiBold"/>
              </a:rPr>
              <a:t>M1–3</a:t>
            </a:r>
          </a:p>
        </p:txBody>
      </p:sp>
      <p:sp>
        <p:nvSpPr>
          <p:cNvPr id="54" name="TextBox 53"/>
          <p:cNvSpPr txBox="1"/>
          <p:nvPr/>
        </p:nvSpPr>
        <p:spPr>
          <a:xfrm>
            <a:off x="6656832" y="1508760"/>
            <a:ext cx="1828800" cy="256032"/>
          </a:xfrm>
          <a:prstGeom prst="rect">
            <a:avLst/>
          </a:prstGeom>
          <a:noFill/>
        </p:spPr>
        <p:txBody>
          <a:bodyPr wrap="square" lIns="0" rIns="0" tIns="0" bIns="0" anchor="ctr">
            <a:noAutofit/>
          </a:bodyPr>
          <a:lstStyle/>
          <a:p>
            <a:pPr algn="l"/>
            <a:r>
              <a:rPr sz="850" b="0" i="0">
                <a:solidFill>
                  <a:srgbClr val="5B21B6"/>
                </a:solidFill>
                <a:latin typeface="Fredoka SemiBold"/>
              </a:rPr>
              <a:t>Prove Repeat Value</a:t>
            </a:r>
          </a:p>
        </p:txBody>
      </p:sp>
      <p:sp>
        <p:nvSpPr>
          <p:cNvPr id="55" name="TextBox 54"/>
          <p:cNvSpPr txBox="1"/>
          <p:nvPr/>
        </p:nvSpPr>
        <p:spPr>
          <a:xfrm>
            <a:off x="6053328" y="1801368"/>
            <a:ext cx="2423160" cy="512064"/>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Improve scan reliability and launch the Ocean Artist 3-lesson pilot. Measure lesson completion, repeat creation, and willingness to pay.</a:t>
            </a:r>
          </a:p>
        </p:txBody>
      </p:sp>
      <p:sp>
        <p:nvSpPr>
          <p:cNvPr id="56" name="Rounded Rectangle 55"/>
          <p:cNvSpPr/>
          <p:nvPr/>
        </p:nvSpPr>
        <p:spPr>
          <a:xfrm>
            <a:off x="6053328" y="2350008"/>
            <a:ext cx="530352" cy="21945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5B21B6"/>
                </a:solidFill>
                <a:latin typeface="Fredoka SemiBold"/>
              </a:rPr>
              <a:t>M3–6</a:t>
            </a:r>
          </a:p>
        </p:txBody>
      </p:sp>
      <p:sp>
        <p:nvSpPr>
          <p:cNvPr id="57" name="TextBox 56"/>
          <p:cNvSpPr txBox="1"/>
          <p:nvPr/>
        </p:nvSpPr>
        <p:spPr>
          <a:xfrm>
            <a:off x="6656832" y="2331720"/>
            <a:ext cx="1828800" cy="256032"/>
          </a:xfrm>
          <a:prstGeom prst="rect">
            <a:avLst/>
          </a:prstGeom>
          <a:noFill/>
        </p:spPr>
        <p:txBody>
          <a:bodyPr wrap="square" lIns="0" rIns="0" tIns="0" bIns="0" anchor="ctr">
            <a:noAutofit/>
          </a:bodyPr>
          <a:lstStyle/>
          <a:p>
            <a:pPr algn="l"/>
            <a:r>
              <a:rPr sz="850" b="0" i="0">
                <a:solidFill>
                  <a:srgbClr val="5B21B6"/>
                </a:solidFill>
                <a:latin typeface="Fredoka SemiBold"/>
              </a:rPr>
              <a:t>Validate Commercial Demand</a:t>
            </a:r>
          </a:p>
        </p:txBody>
      </p:sp>
      <p:sp>
        <p:nvSpPr>
          <p:cNvPr id="58" name="TextBox 57"/>
          <p:cNvSpPr txBox="1"/>
          <p:nvPr/>
        </p:nvSpPr>
        <p:spPr>
          <a:xfrm>
            <a:off x="6053328" y="2624327"/>
            <a:ext cx="2423160" cy="512064"/>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Convert institutional pilots into paid sessions. Test B2C conversion, repeat bookings, and contribution margins.</a:t>
            </a:r>
          </a:p>
        </p:txBody>
      </p:sp>
      <p:sp>
        <p:nvSpPr>
          <p:cNvPr id="59" name="Rounded Rectangle 58"/>
          <p:cNvSpPr/>
          <p:nvPr/>
        </p:nvSpPr>
        <p:spPr>
          <a:xfrm>
            <a:off x="6053328" y="3172968"/>
            <a:ext cx="530352" cy="21945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5B21B6"/>
                </a:solidFill>
                <a:latin typeface="Fredoka SemiBold"/>
              </a:rPr>
              <a:t>M6–12</a:t>
            </a:r>
          </a:p>
        </p:txBody>
      </p:sp>
      <p:sp>
        <p:nvSpPr>
          <p:cNvPr id="60" name="TextBox 59"/>
          <p:cNvSpPr txBox="1"/>
          <p:nvPr/>
        </p:nvSpPr>
        <p:spPr>
          <a:xfrm>
            <a:off x="6656832" y="3154680"/>
            <a:ext cx="1828800" cy="256032"/>
          </a:xfrm>
          <a:prstGeom prst="rect">
            <a:avLst/>
          </a:prstGeom>
          <a:noFill/>
        </p:spPr>
        <p:txBody>
          <a:bodyPr wrap="square" lIns="0" rIns="0" tIns="0" bIns="0" anchor="ctr">
            <a:noAutofit/>
          </a:bodyPr>
          <a:lstStyle/>
          <a:p>
            <a:pPr algn="l"/>
            <a:r>
              <a:rPr sz="850" b="0" i="0">
                <a:solidFill>
                  <a:srgbClr val="5B21B6"/>
                </a:solidFill>
                <a:latin typeface="Fredoka SemiBold"/>
              </a:rPr>
              <a:t>Scale What Works</a:t>
            </a:r>
          </a:p>
        </p:txBody>
      </p:sp>
      <p:sp>
        <p:nvSpPr>
          <p:cNvPr id="61" name="TextBox 60"/>
          <p:cNvSpPr txBox="1"/>
          <p:nvPr/>
        </p:nvSpPr>
        <p:spPr>
          <a:xfrm>
            <a:off x="6053328" y="3447288"/>
            <a:ext cx="2423160" cy="512064"/>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Expand institutional acquisition, improve Scanvas Studio, and develop learning content only where demand is validated.</a:t>
            </a:r>
          </a:p>
        </p:txBody>
      </p:sp>
      <p:sp>
        <p:nvSpPr>
          <p:cNvPr id="62" name="TextBox 61"/>
          <p:cNvSpPr txBox="1"/>
          <p:nvPr/>
        </p:nvSpPr>
        <p:spPr>
          <a:xfrm>
            <a:off x="548640" y="4133087"/>
            <a:ext cx="8046720" cy="219456"/>
          </a:xfrm>
          <a:prstGeom prst="rect">
            <a:avLst/>
          </a:prstGeom>
          <a:noFill/>
        </p:spPr>
        <p:txBody>
          <a:bodyPr wrap="square" lIns="0" rIns="0" tIns="0" bIns="0" anchor="ctr">
            <a:noAutofit/>
          </a:bodyPr>
          <a:lstStyle/>
          <a:p>
            <a:pPr algn="l"/>
            <a:r>
              <a:rPr sz="950" b="1" i="0">
                <a:solidFill>
                  <a:srgbClr val="172033"/>
                </a:solidFill>
                <a:latin typeface="Fredoka"/>
              </a:rPr>
              <a:t>Expected outcomes · base-case targets</a:t>
            </a:r>
          </a:p>
        </p:txBody>
      </p:sp>
      <p:sp>
        <p:nvSpPr>
          <p:cNvPr id="63" name="Rounded Rectangle 62"/>
          <p:cNvSpPr/>
          <p:nvPr/>
        </p:nvSpPr>
        <p:spPr>
          <a:xfrm>
            <a:off x="548640" y="4389120"/>
            <a:ext cx="1607820"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5B21B6"/>
                </a:solidFill>
                <a:latin typeface="Fredoka SemiBold"/>
              </a:rPr>
              <a:t>48 paid institutional sessions</a:t>
            </a:r>
          </a:p>
        </p:txBody>
      </p:sp>
      <p:sp>
        <p:nvSpPr>
          <p:cNvPr id="64" name="Rounded Rectangle 63"/>
          <p:cNvSpPr/>
          <p:nvPr/>
        </p:nvSpPr>
        <p:spPr>
          <a:xfrm>
            <a:off x="2402840" y="4389120"/>
            <a:ext cx="1074420"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5B21B6"/>
                </a:solidFill>
                <a:latin typeface="Fredoka SemiBold"/>
              </a:rPr>
              <a:t>600 B2C packs sold</a:t>
            </a:r>
          </a:p>
        </p:txBody>
      </p:sp>
      <p:sp>
        <p:nvSpPr>
          <p:cNvPr id="65" name="Rounded Rectangle 64"/>
          <p:cNvSpPr/>
          <p:nvPr/>
        </p:nvSpPr>
        <p:spPr>
          <a:xfrm>
            <a:off x="3723640" y="4389120"/>
            <a:ext cx="1518920"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5B21B6"/>
                </a:solidFill>
                <a:latin typeface="Fredoka SemiBold"/>
              </a:rPr>
              <a:t>≥20% institutional rebooking</a:t>
            </a:r>
          </a:p>
        </p:txBody>
      </p:sp>
      <p:sp>
        <p:nvSpPr>
          <p:cNvPr id="66" name="Rounded Rectangle 65"/>
          <p:cNvSpPr/>
          <p:nvPr/>
        </p:nvSpPr>
        <p:spPr>
          <a:xfrm>
            <a:off x="5488940" y="4389120"/>
            <a:ext cx="1029970"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5B21B6"/>
                </a:solidFill>
                <a:latin typeface="Fredoka SemiBold"/>
              </a:rPr>
              <a:t>≥95% scan success</a:t>
            </a:r>
          </a:p>
        </p:txBody>
      </p:sp>
      <p:sp>
        <p:nvSpPr>
          <p:cNvPr id="67" name="Rounded Rectangle 66"/>
          <p:cNvSpPr/>
          <p:nvPr/>
        </p:nvSpPr>
        <p:spPr>
          <a:xfrm>
            <a:off x="6765290" y="4389120"/>
            <a:ext cx="1830069"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5B21B6"/>
                </a:solidFill>
                <a:latin typeface="Fredoka SemiBold"/>
              </a:rPr>
              <a:t>Rp77.4M first-year customer revenue</a:t>
            </a:r>
          </a:p>
        </p:txBody>
      </p:sp>
      <p:sp>
        <p:nvSpPr>
          <p:cNvPr id="68" name="TextBox 67"/>
          <p:cNvSpPr txBox="1"/>
          <p:nvPr/>
        </p:nvSpPr>
        <p:spPr>
          <a:xfrm>
            <a:off x="548640" y="4681728"/>
            <a:ext cx="8046720" cy="182880"/>
          </a:xfrm>
          <a:prstGeom prst="rect">
            <a:avLst/>
          </a:prstGeom>
          <a:noFill/>
        </p:spPr>
        <p:txBody>
          <a:bodyPr wrap="square" lIns="0" rIns="0" tIns="0" bIns="0" anchor="ctr">
            <a:noAutofit/>
          </a:bodyPr>
          <a:lstStyle/>
          <a:p>
            <a:pPr algn="l"/>
            <a:r>
              <a:rPr sz="700" b="0" i="1">
                <a:solidFill>
                  <a:srgbClr val="172033"/>
                </a:solidFill>
                <a:latin typeface="Varela Round"/>
              </a:rPr>
              <a:t>Targets are projections, not guaranteed outcomes.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A78BFA"/>
        </a:solidFill>
        <a:effectLst/>
      </p:bgPr>
    </p:bg>
    <p:spTree>
      <p:nvGrpSpPr>
        <p:cNvPr id="1" name=""/>
        <p:cNvGrpSpPr/>
        <p:nvPr/>
      </p:nvGrpSpPr>
      <p:grpSpPr/>
      <p:sp>
        <p:nvSpPr>
          <p:cNvPr id="2" name="Title 1"/>
          <p:cNvSpPr>
            <a:spLocks noGrp="1"/>
          </p:cNvSpPr>
          <p:nvPr>
            <p:ph type="title"/>
          </p:nvPr>
        </p:nvSpPr>
        <p:spPr>
          <a:xfrm>
            <a:off x="548640" y="411480"/>
            <a:ext cx="8046720" cy="548640"/>
          </a:xfrm>
        </p:spPr>
        <p:txBody>
          <a:bodyPr wrap="square" lIns="0" rIns="0" tIns="0" bIns="0" anchor="t">
            <a:noAutofit/>
          </a:bodyPr>
          <a:lstStyle/>
          <a:p>
            <a:pPr algn="ctr">
              <a:lnSpc>
                <a:spcPct val="95000"/>
              </a:lnSpc>
            </a:pPr>
            <a:r>
              <a:rPr sz="2600" b="1" i="0">
                <a:solidFill>
                  <a:srgbClr val="172033"/>
                </a:solidFill>
                <a:latin typeface="Fredoka"/>
              </a:rPr>
              <a:t>The Team Behind Scanvas</a:t>
            </a:r>
          </a:p>
        </p:txBody>
      </p:sp>
      <p:sp>
        <p:nvSpPr>
          <p:cNvPr id="3" name="Rounded Rectangle 2"/>
          <p:cNvSpPr/>
          <p:nvPr/>
        </p:nvSpPr>
        <p:spPr>
          <a:xfrm>
            <a:off x="548640" y="1188720"/>
            <a:ext cx="3931920" cy="1481328"/>
          </a:xfrm>
          <a:prstGeom prst="roundRect">
            <a:avLst>
              <a:gd name="adj" fmla="val 111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ikal Hilmi"/>
          <p:cNvPicPr>
            <a:picLocks noChangeAspect="1"/>
          </p:cNvPicPr>
          <p:nvPr/>
        </p:nvPicPr>
        <p:blipFill>
          <a:blip r:embed="rId2"/>
          <a:stretch>
            <a:fillRect/>
          </a:stretch>
        </p:blipFill>
        <p:spPr>
          <a:xfrm>
            <a:off x="612647" y="1258214"/>
            <a:ext cx="1261872" cy="1344168"/>
          </a:xfrm>
          <a:prstGeom prst="rect">
            <a:avLst/>
          </a:prstGeom>
        </p:spPr>
      </p:pic>
      <p:sp>
        <p:nvSpPr>
          <p:cNvPr id="5" name="TextBox 4"/>
          <p:cNvSpPr txBox="1"/>
          <p:nvPr/>
        </p:nvSpPr>
        <p:spPr>
          <a:xfrm>
            <a:off x="1874519" y="1280160"/>
            <a:ext cx="2514600" cy="274320"/>
          </a:xfrm>
          <a:prstGeom prst="rect">
            <a:avLst/>
          </a:prstGeom>
          <a:noFill/>
        </p:spPr>
        <p:txBody>
          <a:bodyPr wrap="square" lIns="0" rIns="0" tIns="0" bIns="0" anchor="ctr">
            <a:noAutofit/>
          </a:bodyPr>
          <a:lstStyle/>
          <a:p>
            <a:pPr algn="l"/>
            <a:r>
              <a:rPr sz="1300" b="1" i="0">
                <a:solidFill>
                  <a:srgbClr val="172033"/>
                </a:solidFill>
                <a:latin typeface="Fredoka"/>
              </a:rPr>
              <a:t>Haikal Hilmi</a:t>
            </a:r>
          </a:p>
        </p:txBody>
      </p:sp>
      <p:sp>
        <p:nvSpPr>
          <p:cNvPr id="6" name="TextBox 5"/>
          <p:cNvSpPr txBox="1"/>
          <p:nvPr/>
        </p:nvSpPr>
        <p:spPr>
          <a:xfrm>
            <a:off x="1874519" y="1563624"/>
            <a:ext cx="2514600" cy="219456"/>
          </a:xfrm>
          <a:prstGeom prst="rect">
            <a:avLst/>
          </a:prstGeom>
          <a:noFill/>
        </p:spPr>
        <p:txBody>
          <a:bodyPr wrap="square" lIns="0" rIns="0" tIns="0" bIns="0" anchor="t">
            <a:noAutofit/>
          </a:bodyPr>
          <a:lstStyle/>
          <a:p>
            <a:pPr algn="l"/>
            <a:r>
              <a:rPr sz="950" b="0" i="0">
                <a:solidFill>
                  <a:srgbClr val="7C3AED"/>
                </a:solidFill>
                <a:latin typeface="Fredoka SemiBold"/>
              </a:rPr>
              <a:t>CEO &amp; Co-Founder</a:t>
            </a:r>
          </a:p>
        </p:txBody>
      </p:sp>
      <p:sp>
        <p:nvSpPr>
          <p:cNvPr id="7" name="TextBox 6"/>
          <p:cNvSpPr txBox="1"/>
          <p:nvPr/>
        </p:nvSpPr>
        <p:spPr>
          <a:xfrm>
            <a:off x="1874519" y="1810512"/>
            <a:ext cx="2487168" cy="822960"/>
          </a:xfrm>
          <a:prstGeom prst="rect">
            <a:avLst/>
          </a:prstGeom>
          <a:noFill/>
        </p:spPr>
        <p:txBody>
          <a:bodyPr wrap="square" lIns="0" rIns="0" tIns="0" bIns="0" anchor="t">
            <a:noAutofit/>
          </a:bodyPr>
          <a:lstStyle/>
          <a:p>
            <a:pPr algn="l">
              <a:lnSpc>
                <a:spcPct val="108000"/>
              </a:lnSpc>
            </a:pPr>
            <a:r>
              <a:rPr sz="750" b="0" i="0">
                <a:solidFill>
                  <a:srgbClr val="172033"/>
                </a:solidFill>
                <a:latin typeface="Varela Round"/>
              </a:rPr>
              <a:t>Technical founder who built Scanvas’ core scan-to-animation technology. Former ByteDance Backend Engineering Intern. Information Engineering graduate, Universitas Gadjah Mada.</a:t>
            </a:r>
          </a:p>
        </p:txBody>
      </p:sp>
      <p:sp>
        <p:nvSpPr>
          <p:cNvPr id="8" name="Rounded Rectangle 7"/>
          <p:cNvSpPr/>
          <p:nvPr/>
        </p:nvSpPr>
        <p:spPr>
          <a:xfrm>
            <a:off x="4663440" y="1188720"/>
            <a:ext cx="3931920" cy="1481328"/>
          </a:xfrm>
          <a:prstGeom prst="roundRect">
            <a:avLst>
              <a:gd name="adj" fmla="val 111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alsabila Khoirunnisa"/>
          <p:cNvPicPr>
            <a:picLocks noChangeAspect="1"/>
          </p:cNvPicPr>
          <p:nvPr/>
        </p:nvPicPr>
        <p:blipFill>
          <a:blip r:embed="rId3"/>
          <a:stretch>
            <a:fillRect/>
          </a:stretch>
        </p:blipFill>
        <p:spPr>
          <a:xfrm>
            <a:off x="4790541" y="1275588"/>
            <a:ext cx="1158544" cy="1307592"/>
          </a:xfrm>
          <a:prstGeom prst="rect">
            <a:avLst/>
          </a:prstGeom>
        </p:spPr>
      </p:pic>
      <p:sp>
        <p:nvSpPr>
          <p:cNvPr id="10" name="TextBox 9"/>
          <p:cNvSpPr txBox="1"/>
          <p:nvPr/>
        </p:nvSpPr>
        <p:spPr>
          <a:xfrm>
            <a:off x="5989320" y="1280160"/>
            <a:ext cx="2514600" cy="274320"/>
          </a:xfrm>
          <a:prstGeom prst="rect">
            <a:avLst/>
          </a:prstGeom>
          <a:noFill/>
        </p:spPr>
        <p:txBody>
          <a:bodyPr wrap="square" lIns="0" rIns="0" tIns="0" bIns="0" anchor="ctr">
            <a:noAutofit/>
          </a:bodyPr>
          <a:lstStyle/>
          <a:p>
            <a:pPr algn="l"/>
            <a:r>
              <a:rPr sz="1300" b="1" i="0">
                <a:solidFill>
                  <a:srgbClr val="172033"/>
                </a:solidFill>
                <a:latin typeface="Fredoka"/>
              </a:rPr>
              <a:t>Salsabila Khoirunnisa</a:t>
            </a:r>
          </a:p>
        </p:txBody>
      </p:sp>
      <p:sp>
        <p:nvSpPr>
          <p:cNvPr id="11" name="TextBox 10"/>
          <p:cNvSpPr txBox="1"/>
          <p:nvPr/>
        </p:nvSpPr>
        <p:spPr>
          <a:xfrm>
            <a:off x="5989320" y="1563624"/>
            <a:ext cx="2514600" cy="219456"/>
          </a:xfrm>
          <a:prstGeom prst="rect">
            <a:avLst/>
          </a:prstGeom>
          <a:noFill/>
        </p:spPr>
        <p:txBody>
          <a:bodyPr wrap="square" lIns="0" rIns="0" tIns="0" bIns="0" anchor="t">
            <a:noAutofit/>
          </a:bodyPr>
          <a:lstStyle/>
          <a:p>
            <a:pPr algn="l"/>
            <a:r>
              <a:rPr sz="950" b="0" i="0">
                <a:solidFill>
                  <a:srgbClr val="7C3AED"/>
                </a:solidFill>
                <a:latin typeface="Fredoka SemiBold"/>
              </a:rPr>
              <a:t>CMO &amp; Co-Founder</a:t>
            </a:r>
          </a:p>
        </p:txBody>
      </p:sp>
      <p:sp>
        <p:nvSpPr>
          <p:cNvPr id="12" name="TextBox 11"/>
          <p:cNvSpPr txBox="1"/>
          <p:nvPr/>
        </p:nvSpPr>
        <p:spPr>
          <a:xfrm>
            <a:off x="5989320" y="1810512"/>
            <a:ext cx="2487168" cy="822960"/>
          </a:xfrm>
          <a:prstGeom prst="rect">
            <a:avLst/>
          </a:prstGeom>
          <a:noFill/>
        </p:spPr>
        <p:txBody>
          <a:bodyPr wrap="square" lIns="0" rIns="0" tIns="0" bIns="0" anchor="t">
            <a:noAutofit/>
          </a:bodyPr>
          <a:lstStyle/>
          <a:p>
            <a:pPr algn="l">
              <a:lnSpc>
                <a:spcPct val="108000"/>
              </a:lnSpc>
            </a:pPr>
            <a:r>
              <a:rPr sz="750" b="0" i="0">
                <a:solidFill>
                  <a:srgbClr val="172033"/>
                </a:solidFill>
                <a:latin typeface="Varela Round"/>
              </a:rPr>
              <a:t>Leads branding, customer discovery, partnerships, and go-to-market. Experience coordinating community programs involving 200+ volunteers and 20+ partners.</a:t>
            </a:r>
          </a:p>
        </p:txBody>
      </p:sp>
      <p:pic>
        <p:nvPicPr>
          <p:cNvPr id="13" name="Picture 12" descr="quote_deep.png"/>
          <p:cNvPicPr>
            <a:picLocks noChangeAspect="1"/>
          </p:cNvPicPr>
          <p:nvPr/>
        </p:nvPicPr>
        <p:blipFill>
          <a:blip r:embed="rId4"/>
          <a:stretch>
            <a:fillRect/>
          </a:stretch>
        </p:blipFill>
        <p:spPr>
          <a:xfrm>
            <a:off x="548640" y="2898648"/>
            <a:ext cx="329184" cy="329184"/>
          </a:xfrm>
          <a:prstGeom prst="rect">
            <a:avLst/>
          </a:prstGeom>
        </p:spPr>
      </p:pic>
      <p:sp>
        <p:nvSpPr>
          <p:cNvPr id="14" name="TextBox 13"/>
          <p:cNvSpPr txBox="1"/>
          <p:nvPr/>
        </p:nvSpPr>
        <p:spPr>
          <a:xfrm>
            <a:off x="1005840" y="2834640"/>
            <a:ext cx="7498079" cy="731520"/>
          </a:xfrm>
          <a:prstGeom prst="rect">
            <a:avLst/>
          </a:prstGeom>
          <a:noFill/>
        </p:spPr>
        <p:txBody>
          <a:bodyPr wrap="square" lIns="0" rIns="0" tIns="0" bIns="0" anchor="t">
            <a:noAutofit/>
          </a:bodyPr>
          <a:lstStyle/>
          <a:p>
            <a:pPr algn="l">
              <a:lnSpc>
                <a:spcPct val="110000"/>
              </a:lnSpc>
            </a:pPr>
            <a:r>
              <a:rPr sz="1500" b="0" i="0">
                <a:solidFill>
                  <a:srgbClr val="172033"/>
                </a:solidFill>
                <a:latin typeface="Fredoka SemiBold"/>
              </a:rPr>
              <a:t>Together, we bring product execution and community-driven go-to-market experience to early childhood creative learning.</a:t>
            </a:r>
          </a:p>
        </p:txBody>
      </p:sp>
      <p:sp>
        <p:nvSpPr>
          <p:cNvPr id="15" name="TextBox 14"/>
          <p:cNvSpPr txBox="1"/>
          <p:nvPr/>
        </p:nvSpPr>
        <p:spPr>
          <a:xfrm>
            <a:off x="1005840" y="3639312"/>
            <a:ext cx="7498079" cy="329184"/>
          </a:xfrm>
          <a:prstGeom prst="rect">
            <a:avLst/>
          </a:prstGeom>
          <a:noFill/>
        </p:spPr>
        <p:txBody>
          <a:bodyPr wrap="square" lIns="0" rIns="0" tIns="0" bIns="0" anchor="ctr">
            <a:noAutofit/>
          </a:bodyPr>
          <a:lstStyle/>
          <a:p>
            <a:pPr algn="l"/>
            <a:r>
              <a:rPr sz="1150" b="1" i="0">
                <a:solidFill>
                  <a:srgbClr val="5B21B6"/>
                </a:solidFill>
                <a:latin typeface="Fredoka"/>
              </a:rPr>
              <a:t>Live product · First 30-child pilot completed · Two product improvements shipped from feedback.</a:t>
            </a:r>
          </a:p>
        </p:txBody>
      </p:sp>
      <p:sp>
        <p:nvSpPr>
          <p:cNvPr id="16" name="Rounded Rectangle 15"/>
          <p:cNvSpPr/>
          <p:nvPr/>
        </p:nvSpPr>
        <p:spPr>
          <a:xfrm>
            <a:off x="1005840" y="4224528"/>
            <a:ext cx="457200" cy="457200"/>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canvas logo"/>
          <p:cNvPicPr>
            <a:picLocks noChangeAspect="1"/>
          </p:cNvPicPr>
          <p:nvPr/>
        </p:nvPicPr>
        <p:blipFill>
          <a:blip r:embed="rId5"/>
          <a:stretch>
            <a:fillRect/>
          </a:stretch>
        </p:blipFill>
        <p:spPr>
          <a:xfrm>
            <a:off x="1051560" y="4270248"/>
            <a:ext cx="362123" cy="365760"/>
          </a:xfrm>
          <a:prstGeom prst="rect">
            <a:avLst/>
          </a:prstGeom>
        </p:spPr>
      </p:pic>
      <p:sp>
        <p:nvSpPr>
          <p:cNvPr id="18" name="TextBox 17"/>
          <p:cNvSpPr txBox="1"/>
          <p:nvPr/>
        </p:nvSpPr>
        <p:spPr>
          <a:xfrm>
            <a:off x="1572768" y="4224528"/>
            <a:ext cx="1188720" cy="457200"/>
          </a:xfrm>
          <a:prstGeom prst="rect">
            <a:avLst/>
          </a:prstGeom>
          <a:noFill/>
        </p:spPr>
        <p:txBody>
          <a:bodyPr wrap="square" lIns="0" rIns="0" tIns="0" bIns="0" anchor="ctr">
            <a:noAutofit/>
          </a:bodyPr>
          <a:lstStyle/>
          <a:p>
            <a:pPr algn="l"/>
            <a:r>
              <a:rPr sz="1200" b="0" i="0">
                <a:solidFill>
                  <a:srgbClr val="172033"/>
                </a:solidFill>
                <a:latin typeface="Fredoka SemiBold"/>
              </a:rPr>
              <a:t>scanvas.id</a:t>
            </a:r>
          </a:p>
        </p:txBody>
      </p:sp>
      <p:sp>
        <p:nvSpPr>
          <p:cNvPr id="19" name="Oval 18"/>
          <p:cNvSpPr/>
          <p:nvPr/>
        </p:nvSpPr>
        <p:spPr>
          <a:xfrm>
            <a:off x="2788920" y="4425696"/>
            <a:ext cx="54864" cy="54864"/>
          </a:xfrm>
          <a:prstGeom prst="ellipse">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224528"/>
            <a:ext cx="3291840" cy="457200"/>
          </a:xfrm>
          <a:prstGeom prst="rect">
            <a:avLst/>
          </a:prstGeom>
          <a:noFill/>
        </p:spPr>
        <p:txBody>
          <a:bodyPr wrap="square" lIns="0" rIns="0" tIns="0" bIns="0" anchor="ctr">
            <a:noAutofit/>
          </a:bodyPr>
          <a:lstStyle/>
          <a:p>
            <a:pPr algn="l"/>
            <a:r>
              <a:rPr sz="900" b="0" i="0">
                <a:solidFill>
                  <a:srgbClr val="172033"/>
                </a:solidFill>
                <a:latin typeface="Fredoka SemiBold"/>
              </a:rPr>
              <a:t>DSC Season 17 · Founders Arena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Title 7"/>
          <p:cNvSpPr>
            <a:spLocks noGrp="1"/>
          </p:cNvSpPr>
          <p:nvPr>
            <p:ph type="title"/>
          </p:nvPr>
        </p:nvSpPr>
        <p:spPr>
          <a:xfrm>
            <a:off x="548640" y="347472"/>
            <a:ext cx="8046720" cy="457200"/>
          </a:xfrm>
        </p:spPr>
        <p:txBody>
          <a:bodyPr wrap="square" lIns="0" rIns="0" tIns="0" bIns="0" anchor="t">
            <a:noAutofit/>
          </a:bodyPr>
          <a:lstStyle/>
          <a:p>
            <a:pPr algn="l">
              <a:lnSpc>
                <a:spcPct val="95000"/>
              </a:lnSpc>
            </a:pPr>
            <a:r>
              <a:rPr sz="2600" b="1" i="0">
                <a:solidFill>
                  <a:srgbClr val="172033"/>
                </a:solidFill>
                <a:latin typeface="Fredoka"/>
              </a:rPr>
              <a:t>Milestones &amp; Growth Roadmap</a:t>
            </a:r>
          </a:p>
        </p:txBody>
      </p:sp>
      <p:sp>
        <p:nvSpPr>
          <p:cNvPr id="9" name="TextBox 8"/>
          <p:cNvSpPr txBox="1"/>
          <p:nvPr/>
        </p:nvSpPr>
        <p:spPr>
          <a:xfrm>
            <a:off x="548640" y="841248"/>
            <a:ext cx="8046720" cy="274320"/>
          </a:xfrm>
          <a:prstGeom prst="rect">
            <a:avLst/>
          </a:prstGeom>
          <a:noFill/>
        </p:spPr>
        <p:txBody>
          <a:bodyPr wrap="square" lIns="0" rIns="0" tIns="0" bIns="0" anchor="t">
            <a:noAutofit/>
          </a:bodyPr>
          <a:lstStyle/>
          <a:p>
            <a:pPr algn="l"/>
            <a:r>
              <a:rPr sz="1050" b="0" i="0">
                <a:solidFill>
                  <a:srgbClr val="7C3AED"/>
                </a:solidFill>
                <a:latin typeface="Fredoka SemiBold"/>
              </a:rPr>
              <a:t>Prove the Magic </a:t>
            </a:r>
            <a:r>
              <a:rPr sz="1050" b="0" i="0">
                <a:solidFill>
                  <a:srgbClr val="7C3AED"/>
                </a:solidFill>
                <a:latin typeface="Segoe UI"/>
              </a:rPr>
              <a:t>→</a:t>
            </a:r>
            <a:r>
              <a:rPr sz="1050" b="0" i="0">
                <a:solidFill>
                  <a:srgbClr val="7C3AED"/>
                </a:solidFill>
                <a:latin typeface="Fredoka SemiBold"/>
              </a:rPr>
              <a:t> Prove Repeat Value </a:t>
            </a:r>
            <a:r>
              <a:rPr sz="1050" b="0" i="0">
                <a:solidFill>
                  <a:srgbClr val="7C3AED"/>
                </a:solidFill>
                <a:latin typeface="Segoe UI"/>
              </a:rPr>
              <a:t>→</a:t>
            </a:r>
            <a:r>
              <a:rPr sz="1050" b="0" i="0">
                <a:solidFill>
                  <a:srgbClr val="7C3AED"/>
                </a:solidFill>
                <a:latin typeface="Fredoka SemiBold"/>
              </a:rPr>
              <a:t> Validate the Commercial Model </a:t>
            </a:r>
            <a:r>
              <a:rPr sz="1050" b="0" i="0">
                <a:solidFill>
                  <a:srgbClr val="7C3AED"/>
                </a:solidFill>
                <a:latin typeface="Segoe UI"/>
              </a:rPr>
              <a:t>→</a:t>
            </a:r>
            <a:r>
              <a:rPr sz="1050" b="0" i="0">
                <a:solidFill>
                  <a:srgbClr val="7C3AED"/>
                </a:solidFill>
                <a:latin typeface="Fredoka SemiBold"/>
              </a:rPr>
              <a:t> Scale What Works</a:t>
            </a:r>
          </a:p>
        </p:txBody>
      </p:sp>
      <p:sp>
        <p:nvSpPr>
          <p:cNvPr id="10" name="Rounded Rectangle 9"/>
          <p:cNvSpPr/>
          <p:nvPr/>
        </p:nvSpPr>
        <p:spPr>
          <a:xfrm>
            <a:off x="548640" y="1243584"/>
            <a:ext cx="1920240" cy="2578608"/>
          </a:xfrm>
          <a:prstGeom prst="roundRect">
            <a:avLst>
              <a:gd name="adj" fmla="val 7619"/>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1371600"/>
            <a:ext cx="52349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NOW</a:t>
            </a:r>
          </a:p>
        </p:txBody>
      </p:sp>
      <p:sp>
        <p:nvSpPr>
          <p:cNvPr id="12" name="TextBox 11"/>
          <p:cNvSpPr txBox="1"/>
          <p:nvPr/>
        </p:nvSpPr>
        <p:spPr>
          <a:xfrm>
            <a:off x="685800" y="1664208"/>
            <a:ext cx="1645920" cy="420624"/>
          </a:xfrm>
          <a:prstGeom prst="rect">
            <a:avLst/>
          </a:prstGeom>
          <a:noFill/>
        </p:spPr>
        <p:txBody>
          <a:bodyPr wrap="square" lIns="0" rIns="0" tIns="0" bIns="0" anchor="t">
            <a:noAutofit/>
          </a:bodyPr>
          <a:lstStyle/>
          <a:p>
            <a:pPr algn="l">
              <a:lnSpc>
                <a:spcPct val="95000"/>
              </a:lnSpc>
            </a:pPr>
            <a:r>
              <a:rPr sz="1200" b="1" i="0">
                <a:solidFill>
                  <a:srgbClr val="FFFFFF"/>
                </a:solidFill>
                <a:latin typeface="Fredoka"/>
              </a:rPr>
              <a:t>Prove the Magic</a:t>
            </a:r>
          </a:p>
        </p:txBody>
      </p:sp>
      <p:pic>
        <p:nvPicPr>
          <p:cNvPr id="13" name="Picture 12" descr="check_white.png"/>
          <p:cNvPicPr>
            <a:picLocks noChangeAspect="1"/>
          </p:cNvPicPr>
          <p:nvPr/>
        </p:nvPicPr>
        <p:blipFill>
          <a:blip r:embed="rId2"/>
          <a:stretch>
            <a:fillRect/>
          </a:stretch>
        </p:blipFill>
        <p:spPr>
          <a:xfrm>
            <a:off x="685800" y="2203704"/>
            <a:ext cx="137160" cy="137160"/>
          </a:xfrm>
          <a:prstGeom prst="rect">
            <a:avLst/>
          </a:prstGeom>
        </p:spPr>
      </p:pic>
      <p:sp>
        <p:nvSpPr>
          <p:cNvPr id="14" name="TextBox 13"/>
          <p:cNvSpPr txBox="1"/>
          <p:nvPr/>
        </p:nvSpPr>
        <p:spPr>
          <a:xfrm>
            <a:off x="886968" y="2157984"/>
            <a:ext cx="1463040" cy="228600"/>
          </a:xfrm>
          <a:prstGeom prst="rect">
            <a:avLst/>
          </a:prstGeom>
          <a:noFill/>
        </p:spPr>
        <p:txBody>
          <a:bodyPr wrap="square" lIns="0" rIns="0" tIns="0" bIns="0" anchor="ctr">
            <a:noAutofit/>
          </a:bodyPr>
          <a:lstStyle/>
          <a:p>
            <a:pPr algn="l"/>
            <a:r>
              <a:rPr sz="850" b="0" i="0">
                <a:solidFill>
                  <a:srgbClr val="FFFFFF"/>
                </a:solidFill>
                <a:latin typeface="Varela Round"/>
              </a:rPr>
              <a:t>Product live</a:t>
            </a:r>
          </a:p>
        </p:txBody>
      </p:sp>
      <p:pic>
        <p:nvPicPr>
          <p:cNvPr id="15" name="Picture 14" descr="check_white.png"/>
          <p:cNvPicPr>
            <a:picLocks noChangeAspect="1"/>
          </p:cNvPicPr>
          <p:nvPr/>
        </p:nvPicPr>
        <p:blipFill>
          <a:blip r:embed="rId2"/>
          <a:stretch>
            <a:fillRect/>
          </a:stretch>
        </p:blipFill>
        <p:spPr>
          <a:xfrm>
            <a:off x="685800" y="2450592"/>
            <a:ext cx="137160" cy="137160"/>
          </a:xfrm>
          <a:prstGeom prst="rect">
            <a:avLst/>
          </a:prstGeom>
        </p:spPr>
      </p:pic>
      <p:sp>
        <p:nvSpPr>
          <p:cNvPr id="16" name="TextBox 15"/>
          <p:cNvSpPr txBox="1"/>
          <p:nvPr/>
        </p:nvSpPr>
        <p:spPr>
          <a:xfrm>
            <a:off x="886968" y="2404872"/>
            <a:ext cx="1463040" cy="228600"/>
          </a:xfrm>
          <a:prstGeom prst="rect">
            <a:avLst/>
          </a:prstGeom>
          <a:noFill/>
        </p:spPr>
        <p:txBody>
          <a:bodyPr wrap="square" lIns="0" rIns="0" tIns="0" bIns="0" anchor="ctr">
            <a:noAutofit/>
          </a:bodyPr>
          <a:lstStyle/>
          <a:p>
            <a:pPr algn="l"/>
            <a:r>
              <a:rPr sz="850" b="0" i="0">
                <a:solidFill>
                  <a:srgbClr val="FFFFFF"/>
                </a:solidFill>
                <a:latin typeface="Varela Round"/>
              </a:rPr>
              <a:t>2 interactive worlds</a:t>
            </a:r>
          </a:p>
        </p:txBody>
      </p:sp>
      <p:pic>
        <p:nvPicPr>
          <p:cNvPr id="17" name="Picture 16" descr="check_white.png"/>
          <p:cNvPicPr>
            <a:picLocks noChangeAspect="1"/>
          </p:cNvPicPr>
          <p:nvPr/>
        </p:nvPicPr>
        <p:blipFill>
          <a:blip r:embed="rId2"/>
          <a:stretch>
            <a:fillRect/>
          </a:stretch>
        </p:blipFill>
        <p:spPr>
          <a:xfrm>
            <a:off x="685800" y="2697480"/>
            <a:ext cx="137160" cy="137160"/>
          </a:xfrm>
          <a:prstGeom prst="rect">
            <a:avLst/>
          </a:prstGeom>
        </p:spPr>
      </p:pic>
      <p:sp>
        <p:nvSpPr>
          <p:cNvPr id="18" name="TextBox 17"/>
          <p:cNvSpPr txBox="1"/>
          <p:nvPr/>
        </p:nvSpPr>
        <p:spPr>
          <a:xfrm>
            <a:off x="886968" y="2651760"/>
            <a:ext cx="1463040" cy="228600"/>
          </a:xfrm>
          <a:prstGeom prst="rect">
            <a:avLst/>
          </a:prstGeom>
          <a:noFill/>
        </p:spPr>
        <p:txBody>
          <a:bodyPr wrap="square" lIns="0" rIns="0" tIns="0" bIns="0" anchor="ctr">
            <a:noAutofit/>
          </a:bodyPr>
          <a:lstStyle/>
          <a:p>
            <a:pPr algn="l"/>
            <a:r>
              <a:rPr sz="850" b="0" i="0">
                <a:solidFill>
                  <a:srgbClr val="FFFFFF"/>
                </a:solidFill>
                <a:latin typeface="Varela Round"/>
              </a:rPr>
              <a:t>1 TPA pilot · 30 children</a:t>
            </a:r>
          </a:p>
        </p:txBody>
      </p:sp>
      <p:sp>
        <p:nvSpPr>
          <p:cNvPr id="19" name="Rounded Rectangle 18"/>
          <p:cNvSpPr/>
          <p:nvPr/>
        </p:nvSpPr>
        <p:spPr>
          <a:xfrm>
            <a:off x="658368" y="3054096"/>
            <a:ext cx="1700784"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108960"/>
            <a:ext cx="1517904" cy="164592"/>
          </a:xfrm>
          <a:prstGeom prst="rect">
            <a:avLst/>
          </a:prstGeom>
          <a:noFill/>
        </p:spPr>
        <p:txBody>
          <a:bodyPr wrap="square" lIns="0" rIns="0" tIns="0" bIns="0" anchor="t">
            <a:noAutofit/>
          </a:bodyPr>
          <a:lstStyle/>
          <a:p>
            <a:pPr algn="l"/>
            <a:r>
              <a:rPr sz="700" b="0" i="0">
                <a:solidFill>
                  <a:srgbClr val="7C3AED"/>
                </a:solidFill>
                <a:latin typeface="Fredoka SemiBold"/>
              </a:rPr>
              <a:t>IMPROVE</a:t>
            </a:r>
          </a:p>
        </p:txBody>
      </p:sp>
      <p:sp>
        <p:nvSpPr>
          <p:cNvPr id="21" name="TextBox 20"/>
          <p:cNvSpPr txBox="1"/>
          <p:nvPr/>
        </p:nvSpPr>
        <p:spPr>
          <a:xfrm>
            <a:off x="749808" y="3273552"/>
            <a:ext cx="1517904" cy="402335"/>
          </a:xfrm>
          <a:prstGeom prst="rect">
            <a:avLst/>
          </a:prstGeom>
          <a:noFill/>
        </p:spPr>
        <p:txBody>
          <a:bodyPr wrap="square" lIns="0" rIns="0" tIns="0" bIns="0" anchor="t">
            <a:noAutofit/>
          </a:bodyPr>
          <a:lstStyle/>
          <a:p>
            <a:pPr algn="l">
              <a:lnSpc>
                <a:spcPct val="100000"/>
              </a:lnSpc>
            </a:pPr>
            <a:r>
              <a:rPr sz="800" b="0" i="0">
                <a:solidFill>
                  <a:srgbClr val="172033"/>
                </a:solidFill>
                <a:latin typeface="Fredoka SemiBold"/>
              </a:rPr>
              <a:t>Scan success · first-time experience</a:t>
            </a:r>
          </a:p>
        </p:txBody>
      </p:sp>
      <p:sp>
        <p:nvSpPr>
          <p:cNvPr id="22" name="Chevron 21"/>
          <p:cNvSpPr/>
          <p:nvPr/>
        </p:nvSpPr>
        <p:spPr>
          <a:xfrm>
            <a:off x="2479852" y="2441448"/>
            <a:ext cx="100584" cy="1828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590495" y="1243584"/>
            <a:ext cx="1920240" cy="2578608"/>
          </a:xfrm>
          <a:prstGeom prst="roundRect">
            <a:avLst>
              <a:gd name="adj" fmla="val 7619"/>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27655" y="1371600"/>
            <a:ext cx="91211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MONTH 1–3</a:t>
            </a:r>
          </a:p>
        </p:txBody>
      </p:sp>
      <p:sp>
        <p:nvSpPr>
          <p:cNvPr id="25" name="TextBox 24"/>
          <p:cNvSpPr txBox="1"/>
          <p:nvPr/>
        </p:nvSpPr>
        <p:spPr>
          <a:xfrm>
            <a:off x="2727655" y="1664208"/>
            <a:ext cx="1645920" cy="420624"/>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Prove Repeat Value</a:t>
            </a:r>
          </a:p>
        </p:txBody>
      </p:sp>
      <p:pic>
        <p:nvPicPr>
          <p:cNvPr id="26" name="Picture 25" descr="arrow-right_purple.png"/>
          <p:cNvPicPr>
            <a:picLocks noChangeAspect="1"/>
          </p:cNvPicPr>
          <p:nvPr/>
        </p:nvPicPr>
        <p:blipFill>
          <a:blip r:embed="rId3"/>
          <a:stretch>
            <a:fillRect/>
          </a:stretch>
        </p:blipFill>
        <p:spPr>
          <a:xfrm>
            <a:off x="2727655" y="2203704"/>
            <a:ext cx="137160" cy="137160"/>
          </a:xfrm>
          <a:prstGeom prst="rect">
            <a:avLst/>
          </a:prstGeom>
        </p:spPr>
      </p:pic>
      <p:sp>
        <p:nvSpPr>
          <p:cNvPr id="27" name="TextBox 26"/>
          <p:cNvSpPr txBox="1"/>
          <p:nvPr/>
        </p:nvSpPr>
        <p:spPr>
          <a:xfrm>
            <a:off x="2928823" y="2157984"/>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Ocean Artist 3-lesson pilot</a:t>
            </a:r>
          </a:p>
        </p:txBody>
      </p:sp>
      <p:pic>
        <p:nvPicPr>
          <p:cNvPr id="28" name="Picture 27" descr="arrow-right_purple.png"/>
          <p:cNvPicPr>
            <a:picLocks noChangeAspect="1"/>
          </p:cNvPicPr>
          <p:nvPr/>
        </p:nvPicPr>
        <p:blipFill>
          <a:blip r:embed="rId3"/>
          <a:stretch>
            <a:fillRect/>
          </a:stretch>
        </p:blipFill>
        <p:spPr>
          <a:xfrm>
            <a:off x="2727655" y="2450592"/>
            <a:ext cx="137160" cy="137160"/>
          </a:xfrm>
          <a:prstGeom prst="rect">
            <a:avLst/>
          </a:prstGeom>
        </p:spPr>
      </p:pic>
      <p:sp>
        <p:nvSpPr>
          <p:cNvPr id="29" name="TextBox 28"/>
          <p:cNvSpPr txBox="1"/>
          <p:nvPr/>
        </p:nvSpPr>
        <p:spPr>
          <a:xfrm>
            <a:off x="2928823" y="2404872"/>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Not a full LMS</a:t>
            </a:r>
          </a:p>
        </p:txBody>
      </p:sp>
      <p:sp>
        <p:nvSpPr>
          <p:cNvPr id="30" name="Rounded Rectangle 29"/>
          <p:cNvSpPr/>
          <p:nvPr/>
        </p:nvSpPr>
        <p:spPr>
          <a:xfrm>
            <a:off x="2700223" y="3054096"/>
            <a:ext cx="1700784"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91663" y="3108960"/>
            <a:ext cx="1517904" cy="164592"/>
          </a:xfrm>
          <a:prstGeom prst="rect">
            <a:avLst/>
          </a:prstGeom>
          <a:noFill/>
        </p:spPr>
        <p:txBody>
          <a:bodyPr wrap="square" lIns="0" rIns="0" tIns="0" bIns="0" anchor="t">
            <a:noAutofit/>
          </a:bodyPr>
          <a:lstStyle/>
          <a:p>
            <a:pPr algn="l"/>
            <a:r>
              <a:rPr sz="700" b="0" i="0">
                <a:solidFill>
                  <a:srgbClr val="7C3AED"/>
                </a:solidFill>
                <a:latin typeface="Fredoka SemiBold"/>
              </a:rPr>
              <a:t>MEASURE</a:t>
            </a:r>
          </a:p>
        </p:txBody>
      </p:sp>
      <p:sp>
        <p:nvSpPr>
          <p:cNvPr id="32" name="TextBox 31"/>
          <p:cNvSpPr txBox="1"/>
          <p:nvPr/>
        </p:nvSpPr>
        <p:spPr>
          <a:xfrm>
            <a:off x="2791663" y="3273552"/>
            <a:ext cx="1517904" cy="402335"/>
          </a:xfrm>
          <a:prstGeom prst="rect">
            <a:avLst/>
          </a:prstGeom>
          <a:noFill/>
        </p:spPr>
        <p:txBody>
          <a:bodyPr wrap="square" lIns="0" rIns="0" tIns="0" bIns="0" anchor="t">
            <a:noAutofit/>
          </a:bodyPr>
          <a:lstStyle/>
          <a:p>
            <a:pPr algn="l">
              <a:lnSpc>
                <a:spcPct val="100000"/>
              </a:lnSpc>
            </a:pPr>
            <a:r>
              <a:rPr sz="800" b="0" i="0">
                <a:solidFill>
                  <a:srgbClr val="172033"/>
                </a:solidFill>
                <a:latin typeface="Fredoka SemiBold"/>
              </a:rPr>
              <a:t>Lesson completion · next-lesson start · repeat creation · willingness to pay</a:t>
            </a:r>
          </a:p>
        </p:txBody>
      </p:sp>
      <p:sp>
        <p:nvSpPr>
          <p:cNvPr id="33" name="Chevron 32"/>
          <p:cNvSpPr/>
          <p:nvPr/>
        </p:nvSpPr>
        <p:spPr>
          <a:xfrm>
            <a:off x="4521707" y="2441448"/>
            <a:ext cx="100584" cy="1828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632350" y="1243584"/>
            <a:ext cx="1920240" cy="2578608"/>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769510" y="1371600"/>
            <a:ext cx="91211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MONTH 3–6</a:t>
            </a:r>
          </a:p>
        </p:txBody>
      </p:sp>
      <p:sp>
        <p:nvSpPr>
          <p:cNvPr id="36" name="TextBox 35"/>
          <p:cNvSpPr txBox="1"/>
          <p:nvPr/>
        </p:nvSpPr>
        <p:spPr>
          <a:xfrm>
            <a:off x="4769510" y="1664208"/>
            <a:ext cx="1645920" cy="420624"/>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Validate the Commercial Model</a:t>
            </a:r>
          </a:p>
        </p:txBody>
      </p:sp>
      <p:pic>
        <p:nvPicPr>
          <p:cNvPr id="37" name="Picture 36" descr="arrow-right_purple.png"/>
          <p:cNvPicPr>
            <a:picLocks noChangeAspect="1"/>
          </p:cNvPicPr>
          <p:nvPr/>
        </p:nvPicPr>
        <p:blipFill>
          <a:blip r:embed="rId3"/>
          <a:stretch>
            <a:fillRect/>
          </a:stretch>
        </p:blipFill>
        <p:spPr>
          <a:xfrm>
            <a:off x="4769510" y="2203704"/>
            <a:ext cx="137160" cy="137160"/>
          </a:xfrm>
          <a:prstGeom prst="rect">
            <a:avLst/>
          </a:prstGeom>
        </p:spPr>
      </p:pic>
      <p:sp>
        <p:nvSpPr>
          <p:cNvPr id="38" name="TextBox 37"/>
          <p:cNvSpPr txBox="1"/>
          <p:nvPr/>
        </p:nvSpPr>
        <p:spPr>
          <a:xfrm>
            <a:off x="4970678" y="2157984"/>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Paid B2B sessions</a:t>
            </a:r>
          </a:p>
        </p:txBody>
      </p:sp>
      <p:pic>
        <p:nvPicPr>
          <p:cNvPr id="39" name="Picture 38" descr="arrow-right_purple.png"/>
          <p:cNvPicPr>
            <a:picLocks noChangeAspect="1"/>
          </p:cNvPicPr>
          <p:nvPr/>
        </p:nvPicPr>
        <p:blipFill>
          <a:blip r:embed="rId3"/>
          <a:stretch>
            <a:fillRect/>
          </a:stretch>
        </p:blipFill>
        <p:spPr>
          <a:xfrm>
            <a:off x="4769510" y="2450592"/>
            <a:ext cx="137160" cy="137160"/>
          </a:xfrm>
          <a:prstGeom prst="rect">
            <a:avLst/>
          </a:prstGeom>
        </p:spPr>
      </p:pic>
      <p:sp>
        <p:nvSpPr>
          <p:cNvPr id="40" name="TextBox 39"/>
          <p:cNvSpPr txBox="1"/>
          <p:nvPr/>
        </p:nvSpPr>
        <p:spPr>
          <a:xfrm>
            <a:off x="4970678" y="2404872"/>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B2C pack conversion</a:t>
            </a:r>
          </a:p>
        </p:txBody>
      </p:sp>
      <p:pic>
        <p:nvPicPr>
          <p:cNvPr id="41" name="Picture 40" descr="arrow-right_purple.png"/>
          <p:cNvPicPr>
            <a:picLocks noChangeAspect="1"/>
          </p:cNvPicPr>
          <p:nvPr/>
        </p:nvPicPr>
        <p:blipFill>
          <a:blip r:embed="rId3"/>
          <a:stretch>
            <a:fillRect/>
          </a:stretch>
        </p:blipFill>
        <p:spPr>
          <a:xfrm>
            <a:off x="4769510" y="2697480"/>
            <a:ext cx="137160" cy="137160"/>
          </a:xfrm>
          <a:prstGeom prst="rect">
            <a:avLst/>
          </a:prstGeom>
        </p:spPr>
      </p:pic>
      <p:sp>
        <p:nvSpPr>
          <p:cNvPr id="42" name="TextBox 41"/>
          <p:cNvSpPr txBox="1"/>
          <p:nvPr/>
        </p:nvSpPr>
        <p:spPr>
          <a:xfrm>
            <a:off x="4970678" y="2651760"/>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Studio MVP as pilots need it</a:t>
            </a:r>
          </a:p>
        </p:txBody>
      </p:sp>
      <p:sp>
        <p:nvSpPr>
          <p:cNvPr id="43" name="Rounded Rectangle 42"/>
          <p:cNvSpPr/>
          <p:nvPr/>
        </p:nvSpPr>
        <p:spPr>
          <a:xfrm>
            <a:off x="4742078" y="3054096"/>
            <a:ext cx="1700784" cy="658368"/>
          </a:xfrm>
          <a:prstGeom prst="roundRect">
            <a:avLst>
              <a:gd name="adj" fmla="val 1388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33518" y="3108960"/>
            <a:ext cx="1517904" cy="164592"/>
          </a:xfrm>
          <a:prstGeom prst="rect">
            <a:avLst/>
          </a:prstGeom>
          <a:noFill/>
        </p:spPr>
        <p:txBody>
          <a:bodyPr wrap="square" lIns="0" rIns="0" tIns="0" bIns="0" anchor="t">
            <a:noAutofit/>
          </a:bodyPr>
          <a:lstStyle/>
          <a:p>
            <a:pPr algn="l"/>
            <a:r>
              <a:rPr sz="700" b="0" i="0">
                <a:solidFill>
                  <a:srgbClr val="7C3AED"/>
                </a:solidFill>
                <a:latin typeface="Fredoka SemiBold"/>
              </a:rPr>
              <a:t>MEASURE</a:t>
            </a:r>
          </a:p>
        </p:txBody>
      </p:sp>
      <p:sp>
        <p:nvSpPr>
          <p:cNvPr id="45" name="TextBox 44"/>
          <p:cNvSpPr txBox="1"/>
          <p:nvPr/>
        </p:nvSpPr>
        <p:spPr>
          <a:xfrm>
            <a:off x="4833518" y="3273552"/>
            <a:ext cx="1517904" cy="402335"/>
          </a:xfrm>
          <a:prstGeom prst="rect">
            <a:avLst/>
          </a:prstGeom>
          <a:noFill/>
        </p:spPr>
        <p:txBody>
          <a:bodyPr wrap="square" lIns="0" rIns="0" tIns="0" bIns="0" anchor="t">
            <a:noAutofit/>
          </a:bodyPr>
          <a:lstStyle/>
          <a:p>
            <a:pPr algn="l">
              <a:lnSpc>
                <a:spcPct val="100000"/>
              </a:lnSpc>
            </a:pPr>
            <a:r>
              <a:rPr sz="800" b="0" i="0">
                <a:solidFill>
                  <a:srgbClr val="172033"/>
                </a:solidFill>
                <a:latin typeface="Fredoka SemiBold"/>
              </a:rPr>
              <a:t>Repeat booking · margin per session</a:t>
            </a:r>
          </a:p>
        </p:txBody>
      </p:sp>
      <p:sp>
        <p:nvSpPr>
          <p:cNvPr id="46" name="Chevron 45"/>
          <p:cNvSpPr/>
          <p:nvPr/>
        </p:nvSpPr>
        <p:spPr>
          <a:xfrm>
            <a:off x="6563563" y="2441448"/>
            <a:ext cx="100584" cy="1828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674205" y="1243584"/>
            <a:ext cx="1920240" cy="2578608"/>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811365" y="1371600"/>
            <a:ext cx="97688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MONTH 6–12</a:t>
            </a:r>
          </a:p>
        </p:txBody>
      </p:sp>
      <p:sp>
        <p:nvSpPr>
          <p:cNvPr id="49" name="TextBox 48"/>
          <p:cNvSpPr txBox="1"/>
          <p:nvPr/>
        </p:nvSpPr>
        <p:spPr>
          <a:xfrm>
            <a:off x="6811365" y="1664208"/>
            <a:ext cx="1645920" cy="420624"/>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Scale What Works</a:t>
            </a:r>
          </a:p>
        </p:txBody>
      </p:sp>
      <p:pic>
        <p:nvPicPr>
          <p:cNvPr id="50" name="Picture 49" descr="arrow-right_purple.png"/>
          <p:cNvPicPr>
            <a:picLocks noChangeAspect="1"/>
          </p:cNvPicPr>
          <p:nvPr/>
        </p:nvPicPr>
        <p:blipFill>
          <a:blip r:embed="rId3"/>
          <a:stretch>
            <a:fillRect/>
          </a:stretch>
        </p:blipFill>
        <p:spPr>
          <a:xfrm>
            <a:off x="6811365" y="2203704"/>
            <a:ext cx="137160" cy="137160"/>
          </a:xfrm>
          <a:prstGeom prst="rect">
            <a:avLst/>
          </a:prstGeom>
        </p:spPr>
      </p:pic>
      <p:sp>
        <p:nvSpPr>
          <p:cNvPr id="51" name="TextBox 50"/>
          <p:cNvSpPr txBox="1"/>
          <p:nvPr/>
        </p:nvSpPr>
        <p:spPr>
          <a:xfrm>
            <a:off x="7012533" y="2157984"/>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More institutions</a:t>
            </a:r>
          </a:p>
        </p:txBody>
      </p:sp>
      <p:pic>
        <p:nvPicPr>
          <p:cNvPr id="52" name="Picture 51" descr="arrow-right_purple.png"/>
          <p:cNvPicPr>
            <a:picLocks noChangeAspect="1"/>
          </p:cNvPicPr>
          <p:nvPr/>
        </p:nvPicPr>
        <p:blipFill>
          <a:blip r:embed="rId3"/>
          <a:stretch>
            <a:fillRect/>
          </a:stretch>
        </p:blipFill>
        <p:spPr>
          <a:xfrm>
            <a:off x="6811365" y="2450592"/>
            <a:ext cx="137160" cy="137160"/>
          </a:xfrm>
          <a:prstGeom prst="rect">
            <a:avLst/>
          </a:prstGeom>
        </p:spPr>
      </p:pic>
      <p:sp>
        <p:nvSpPr>
          <p:cNvPr id="53" name="TextBox 52"/>
          <p:cNvSpPr txBox="1"/>
          <p:nvPr/>
        </p:nvSpPr>
        <p:spPr>
          <a:xfrm>
            <a:off x="7012533" y="2404872"/>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Content by demand</a:t>
            </a:r>
          </a:p>
        </p:txBody>
      </p:sp>
      <p:pic>
        <p:nvPicPr>
          <p:cNvPr id="54" name="Picture 53" descr="arrow-right_purple.png"/>
          <p:cNvPicPr>
            <a:picLocks noChangeAspect="1"/>
          </p:cNvPicPr>
          <p:nvPr/>
        </p:nvPicPr>
        <p:blipFill>
          <a:blip r:embed="rId3"/>
          <a:stretch>
            <a:fillRect/>
          </a:stretch>
        </p:blipFill>
        <p:spPr>
          <a:xfrm>
            <a:off x="6811365" y="2697480"/>
            <a:ext cx="137160" cy="137160"/>
          </a:xfrm>
          <a:prstGeom prst="rect">
            <a:avLst/>
          </a:prstGeom>
        </p:spPr>
      </p:pic>
      <p:sp>
        <p:nvSpPr>
          <p:cNvPr id="55" name="TextBox 54"/>
          <p:cNvSpPr txBox="1"/>
          <p:nvPr/>
        </p:nvSpPr>
        <p:spPr>
          <a:xfrm>
            <a:off x="7012533" y="2651760"/>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Base-case sales targets</a:t>
            </a:r>
          </a:p>
        </p:txBody>
      </p:sp>
      <p:sp>
        <p:nvSpPr>
          <p:cNvPr id="56" name="Rounded Rectangle 55"/>
          <p:cNvSpPr/>
          <p:nvPr/>
        </p:nvSpPr>
        <p:spPr>
          <a:xfrm>
            <a:off x="6783933" y="3054096"/>
            <a:ext cx="1700784" cy="658368"/>
          </a:xfrm>
          <a:prstGeom prst="roundRect">
            <a:avLst>
              <a:gd name="adj" fmla="val 1388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75373" y="3108960"/>
            <a:ext cx="1517904" cy="164592"/>
          </a:xfrm>
          <a:prstGeom prst="rect">
            <a:avLst/>
          </a:prstGeom>
          <a:noFill/>
        </p:spPr>
        <p:txBody>
          <a:bodyPr wrap="square" lIns="0" rIns="0" tIns="0" bIns="0" anchor="t">
            <a:noAutofit/>
          </a:bodyPr>
          <a:lstStyle/>
          <a:p>
            <a:pPr algn="l"/>
            <a:r>
              <a:rPr sz="700" b="0" i="0">
                <a:solidFill>
                  <a:srgbClr val="7C3AED"/>
                </a:solidFill>
                <a:latin typeface="Fredoka SemiBold"/>
              </a:rPr>
              <a:t>GATE</a:t>
            </a:r>
          </a:p>
        </p:txBody>
      </p:sp>
      <p:sp>
        <p:nvSpPr>
          <p:cNvPr id="58" name="TextBox 57"/>
          <p:cNvSpPr txBox="1"/>
          <p:nvPr/>
        </p:nvSpPr>
        <p:spPr>
          <a:xfrm>
            <a:off x="6875373" y="3273552"/>
            <a:ext cx="1517904" cy="402335"/>
          </a:xfrm>
          <a:prstGeom prst="rect">
            <a:avLst/>
          </a:prstGeom>
          <a:noFill/>
        </p:spPr>
        <p:txBody>
          <a:bodyPr wrap="square" lIns="0" rIns="0" tIns="0" bIns="0" anchor="t">
            <a:noAutofit/>
          </a:bodyPr>
          <a:lstStyle/>
          <a:p>
            <a:pPr algn="l">
              <a:lnSpc>
                <a:spcPct val="100000"/>
              </a:lnSpc>
            </a:pPr>
            <a:r>
              <a:rPr sz="800" b="0" i="0">
                <a:solidFill>
                  <a:srgbClr val="172033"/>
                </a:solidFill>
                <a:latin typeface="Fredoka SemiBold"/>
              </a:rPr>
              <a:t>Only if validation supports it</a:t>
            </a:r>
          </a:p>
        </p:txBody>
      </p:sp>
      <p:sp>
        <p:nvSpPr>
          <p:cNvPr id="59" name="TextBox 58"/>
          <p:cNvSpPr txBox="1"/>
          <p:nvPr/>
        </p:nvSpPr>
        <p:spPr>
          <a:xfrm>
            <a:off x="548640" y="3986784"/>
            <a:ext cx="8046720" cy="237744"/>
          </a:xfrm>
          <a:prstGeom prst="rect">
            <a:avLst/>
          </a:prstGeom>
          <a:noFill/>
        </p:spPr>
        <p:txBody>
          <a:bodyPr wrap="square" lIns="0" rIns="0" tIns="0" bIns="0" anchor="ctr">
            <a:noAutofit/>
          </a:bodyPr>
          <a:lstStyle/>
          <a:p>
            <a:pPr algn="l"/>
            <a:r>
              <a:rPr sz="1000" b="1" i="0">
                <a:solidFill>
                  <a:srgbClr val="172033"/>
                </a:solidFill>
                <a:latin typeface="Fredoka"/>
              </a:rPr>
              <a:t>12-month base-case targets</a:t>
            </a:r>
          </a:p>
        </p:txBody>
      </p:sp>
      <p:sp>
        <p:nvSpPr>
          <p:cNvPr id="60" name="Rounded Rectangle 59"/>
          <p:cNvSpPr/>
          <p:nvPr/>
        </p:nvSpPr>
        <p:spPr>
          <a:xfrm>
            <a:off x="548640"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48 paid sessions</a:t>
            </a:r>
          </a:p>
        </p:txBody>
      </p:sp>
      <p:sp>
        <p:nvSpPr>
          <p:cNvPr id="61" name="Rounded Rectangle 60"/>
          <p:cNvSpPr/>
          <p:nvPr/>
        </p:nvSpPr>
        <p:spPr>
          <a:xfrm>
            <a:off x="1901952"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600 B2C packs</a:t>
            </a:r>
          </a:p>
        </p:txBody>
      </p:sp>
      <p:sp>
        <p:nvSpPr>
          <p:cNvPr id="62" name="Rounded Rectangle 61"/>
          <p:cNvSpPr/>
          <p:nvPr/>
        </p:nvSpPr>
        <p:spPr>
          <a:xfrm>
            <a:off x="3255264"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Up to 1,440 children*</a:t>
            </a:r>
          </a:p>
        </p:txBody>
      </p:sp>
      <p:sp>
        <p:nvSpPr>
          <p:cNvPr id="63" name="Rounded Rectangle 62"/>
          <p:cNvSpPr/>
          <p:nvPr/>
        </p:nvSpPr>
        <p:spPr>
          <a:xfrm>
            <a:off x="4608576"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≥20% rebooking</a:t>
            </a:r>
          </a:p>
        </p:txBody>
      </p:sp>
      <p:sp>
        <p:nvSpPr>
          <p:cNvPr id="64" name="Rounded Rectangle 63"/>
          <p:cNvSpPr/>
          <p:nvPr/>
        </p:nvSpPr>
        <p:spPr>
          <a:xfrm>
            <a:off x="5961888"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≥95% scan success</a:t>
            </a:r>
          </a:p>
        </p:txBody>
      </p:sp>
      <p:sp>
        <p:nvSpPr>
          <p:cNvPr id="65" name="Rounded Rectangle 64"/>
          <p:cNvSpPr/>
          <p:nvPr/>
        </p:nvSpPr>
        <p:spPr>
          <a:xfrm>
            <a:off x="7315200"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Rp77.4M revenue</a:t>
            </a:r>
          </a:p>
        </p:txBody>
      </p:sp>
      <p:sp>
        <p:nvSpPr>
          <p:cNvPr id="66" name="TextBox 65"/>
          <p:cNvSpPr txBox="1"/>
          <p:nvPr/>
        </p:nvSpPr>
        <p:spPr>
          <a:xfrm>
            <a:off x="548640" y="4608576"/>
            <a:ext cx="8046720" cy="219456"/>
          </a:xfrm>
          <a:prstGeom prst="rect">
            <a:avLst/>
          </a:prstGeom>
          <a:noFill/>
        </p:spPr>
        <p:txBody>
          <a:bodyPr wrap="square" lIns="0" rIns="0" tIns="0" bIns="0" anchor="ctr">
            <a:noAutofit/>
          </a:bodyPr>
          <a:lstStyle/>
          <a:p>
            <a:pPr algn="l"/>
            <a:r>
              <a:rPr sz="750" b="0" i="0">
                <a:solidFill>
                  <a:srgbClr val="172033"/>
                </a:solidFill>
                <a:latin typeface="Varela Round"/>
              </a:rPr>
              <a:t>*Maximum capacity: 48 sessions × 30 children, not a guaranteed number. At an average of 25 children per session: 1,200.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4663440" cy="1097280"/>
          </a:xfrm>
        </p:spPr>
        <p:txBody>
          <a:bodyPr wrap="square" lIns="0" rIns="0" tIns="0" bIns="0" anchor="t">
            <a:noAutofit/>
          </a:bodyPr>
          <a:lstStyle/>
          <a:p>
            <a:pPr algn="l">
              <a:lnSpc>
                <a:spcPct val="95000"/>
              </a:lnSpc>
            </a:pPr>
            <a:r>
              <a:rPr sz="2300" b="1" i="0">
                <a:solidFill>
                  <a:srgbClr val="172033"/>
                </a:solidFill>
                <a:latin typeface="Fredoka"/>
              </a:rPr>
              <a:t>A child’s creativity shouldn’t end</a:t>
            </a:r>
            <a:br/>
            <a:r>
              <a:rPr sz="2300" b="1" i="0">
                <a:solidFill>
                  <a:srgbClr val="172033"/>
                </a:solidFill>
                <a:latin typeface="Fredoka"/>
              </a:rPr>
              <a:t>when the coloring is finished.</a:t>
            </a:r>
          </a:p>
        </p:txBody>
      </p:sp>
      <p:sp>
        <p:nvSpPr>
          <p:cNvPr id="3" name="TextBox 2"/>
          <p:cNvSpPr txBox="1"/>
          <p:nvPr/>
        </p:nvSpPr>
        <p:spPr>
          <a:xfrm>
            <a:off x="548640" y="1691640"/>
            <a:ext cx="4480560" cy="548640"/>
          </a:xfrm>
          <a:prstGeom prst="rect">
            <a:avLst/>
          </a:prstGeom>
          <a:noFill/>
        </p:spPr>
        <p:txBody>
          <a:bodyPr wrap="square" lIns="0" rIns="0" tIns="0" bIns="0" anchor="t">
            <a:noAutofit/>
          </a:bodyPr>
          <a:lstStyle/>
          <a:p>
            <a:pPr algn="l">
              <a:lnSpc>
                <a:spcPct val="110000"/>
              </a:lnSpc>
            </a:pPr>
            <a:r>
              <a:rPr sz="1250" b="0" i="0">
                <a:solidFill>
                  <a:srgbClr val="5B21B6"/>
                </a:solidFill>
                <a:latin typeface="Fredoka SemiBold"/>
              </a:rPr>
              <a:t>Scanvas turns every creation into another chance to play, explore, and learn.</a:t>
            </a:r>
          </a:p>
        </p:txBody>
      </p:sp>
      <p:sp>
        <p:nvSpPr>
          <p:cNvPr id="4" name="Rounded Rectangle 3"/>
          <p:cNvSpPr/>
          <p:nvPr/>
        </p:nvSpPr>
        <p:spPr>
          <a:xfrm>
            <a:off x="548640" y="2331720"/>
            <a:ext cx="4480560" cy="1481328"/>
          </a:xfrm>
          <a:prstGeom prst="roundRect">
            <a:avLst>
              <a:gd name="adj" fmla="val 86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395728"/>
            <a:ext cx="4114800" cy="256032"/>
          </a:xfrm>
          <a:prstGeom prst="rect">
            <a:avLst/>
          </a:prstGeom>
          <a:noFill/>
        </p:spPr>
        <p:txBody>
          <a:bodyPr wrap="square" lIns="0" rIns="0" tIns="0" bIns="0" anchor="ctr">
            <a:noAutofit/>
          </a:bodyPr>
          <a:lstStyle/>
          <a:p>
            <a:pPr algn="l"/>
            <a:r>
              <a:rPr sz="1050" b="1" i="0">
                <a:solidFill>
                  <a:srgbClr val="7C3AED"/>
                </a:solidFill>
                <a:latin typeface="Fredoka"/>
              </a:rPr>
              <a:t>Why support Scanvas now</a:t>
            </a:r>
          </a:p>
        </p:txBody>
      </p:sp>
      <p:pic>
        <p:nvPicPr>
          <p:cNvPr id="6" name="Picture 5" descr="check_purple.png"/>
          <p:cNvPicPr>
            <a:picLocks noChangeAspect="1"/>
          </p:cNvPicPr>
          <p:nvPr/>
        </p:nvPicPr>
        <p:blipFill>
          <a:blip r:embed="rId2"/>
          <a:stretch>
            <a:fillRect/>
          </a:stretch>
        </p:blipFill>
        <p:spPr>
          <a:xfrm>
            <a:off x="749808" y="2734056"/>
            <a:ext cx="146304" cy="146304"/>
          </a:xfrm>
          <a:prstGeom prst="rect">
            <a:avLst/>
          </a:prstGeom>
        </p:spPr>
      </p:pic>
      <p:sp>
        <p:nvSpPr>
          <p:cNvPr id="7" name="TextBox 6"/>
          <p:cNvSpPr txBox="1"/>
          <p:nvPr/>
        </p:nvSpPr>
        <p:spPr>
          <a:xfrm>
            <a:off x="969264" y="2688336"/>
            <a:ext cx="3840480" cy="237744"/>
          </a:xfrm>
          <a:prstGeom prst="rect">
            <a:avLst/>
          </a:prstGeom>
          <a:noFill/>
        </p:spPr>
        <p:txBody>
          <a:bodyPr wrap="square" lIns="0" rIns="0" tIns="0" bIns="0" anchor="ctr">
            <a:noAutofit/>
          </a:bodyPr>
          <a:lstStyle/>
          <a:p>
            <a:pPr algn="l"/>
            <a:r>
              <a:rPr sz="950" b="0" i="0">
                <a:solidFill>
                  <a:srgbClr val="172033"/>
                </a:solidFill>
                <a:latin typeface="Fredoka SemiBold"/>
              </a:rPr>
              <a:t>Live product, first pilot done</a:t>
            </a:r>
          </a:p>
        </p:txBody>
      </p:sp>
      <p:pic>
        <p:nvPicPr>
          <p:cNvPr id="8" name="Picture 7" descr="check_purple.png"/>
          <p:cNvPicPr>
            <a:picLocks noChangeAspect="1"/>
          </p:cNvPicPr>
          <p:nvPr/>
        </p:nvPicPr>
        <p:blipFill>
          <a:blip r:embed="rId2"/>
          <a:stretch>
            <a:fillRect/>
          </a:stretch>
        </p:blipFill>
        <p:spPr>
          <a:xfrm>
            <a:off x="749808" y="2980944"/>
            <a:ext cx="146304" cy="146304"/>
          </a:xfrm>
          <a:prstGeom prst="rect">
            <a:avLst/>
          </a:prstGeom>
        </p:spPr>
      </p:pic>
      <p:sp>
        <p:nvSpPr>
          <p:cNvPr id="9" name="TextBox 8"/>
          <p:cNvSpPr txBox="1"/>
          <p:nvPr/>
        </p:nvSpPr>
        <p:spPr>
          <a:xfrm>
            <a:off x="969264" y="2935224"/>
            <a:ext cx="3840480" cy="237744"/>
          </a:xfrm>
          <a:prstGeom prst="rect">
            <a:avLst/>
          </a:prstGeom>
          <a:noFill/>
        </p:spPr>
        <p:txBody>
          <a:bodyPr wrap="square" lIns="0" rIns="0" tIns="0" bIns="0" anchor="ctr">
            <a:noAutofit/>
          </a:bodyPr>
          <a:lstStyle/>
          <a:p>
            <a:pPr algn="l"/>
            <a:r>
              <a:rPr sz="950" b="0" i="0">
                <a:solidFill>
                  <a:srgbClr val="172033"/>
                </a:solidFill>
                <a:latin typeface="Fredoka SemiBold"/>
              </a:rPr>
              <a:t>Next 12 months prove repeat value</a:t>
            </a:r>
          </a:p>
        </p:txBody>
      </p:sp>
      <p:pic>
        <p:nvPicPr>
          <p:cNvPr id="10" name="Picture 9" descr="check_purple.png"/>
          <p:cNvPicPr>
            <a:picLocks noChangeAspect="1"/>
          </p:cNvPicPr>
          <p:nvPr/>
        </p:nvPicPr>
        <p:blipFill>
          <a:blip r:embed="rId2"/>
          <a:stretch>
            <a:fillRect/>
          </a:stretch>
        </p:blipFill>
        <p:spPr>
          <a:xfrm>
            <a:off x="749808" y="3227832"/>
            <a:ext cx="146304" cy="146304"/>
          </a:xfrm>
          <a:prstGeom prst="rect">
            <a:avLst/>
          </a:prstGeom>
        </p:spPr>
      </p:pic>
      <p:sp>
        <p:nvSpPr>
          <p:cNvPr id="11" name="TextBox 10"/>
          <p:cNvSpPr txBox="1"/>
          <p:nvPr/>
        </p:nvSpPr>
        <p:spPr>
          <a:xfrm>
            <a:off x="969264" y="3182112"/>
            <a:ext cx="3840480" cy="237744"/>
          </a:xfrm>
          <a:prstGeom prst="rect">
            <a:avLst/>
          </a:prstGeom>
          <a:noFill/>
        </p:spPr>
        <p:txBody>
          <a:bodyPr wrap="square" lIns="0" rIns="0" tIns="0" bIns="0" anchor="ctr">
            <a:noAutofit/>
          </a:bodyPr>
          <a:lstStyle/>
          <a:p>
            <a:pPr algn="l"/>
            <a:r>
              <a:rPr sz="950" b="0" i="0">
                <a:solidFill>
                  <a:srgbClr val="172033"/>
                </a:solidFill>
                <a:latin typeface="Fredoka SemiBold"/>
              </a:rPr>
              <a:t>Every rupiah released by a validation gate</a:t>
            </a:r>
          </a:p>
        </p:txBody>
      </p:sp>
      <p:sp>
        <p:nvSpPr>
          <p:cNvPr id="12" name="TextBox 11"/>
          <p:cNvSpPr txBox="1"/>
          <p:nvPr/>
        </p:nvSpPr>
        <p:spPr>
          <a:xfrm>
            <a:off x="731520" y="3438144"/>
            <a:ext cx="4114800" cy="347472"/>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Support Scanvas to turn one magic moment into repeatable creative learning for schools and families.</a:t>
            </a:r>
          </a:p>
        </p:txBody>
      </p:sp>
      <p:pic>
        <p:nvPicPr>
          <p:cNvPr id="13" name="Picture 12" descr="A child’s colored whale on paper"/>
          <p:cNvPicPr>
            <a:picLocks noChangeAspect="1"/>
          </p:cNvPicPr>
          <p:nvPr/>
        </p:nvPicPr>
        <p:blipFill>
          <a:blip r:embed="rId3"/>
          <a:stretch>
            <a:fillRect/>
          </a:stretch>
        </p:blipFill>
        <p:spPr>
          <a:xfrm>
            <a:off x="5669280" y="274320"/>
            <a:ext cx="2103120" cy="2066679"/>
          </a:xfrm>
          <a:prstGeom prst="rect">
            <a:avLst/>
          </a:prstGeom>
        </p:spPr>
      </p:pic>
      <p:pic>
        <p:nvPicPr>
          <p:cNvPr id="14" name="Picture 13" descr="The same whale alive in Scanvas"/>
          <p:cNvPicPr>
            <a:picLocks noChangeAspect="1"/>
          </p:cNvPicPr>
          <p:nvPr/>
        </p:nvPicPr>
        <p:blipFill>
          <a:blip r:embed="rId4"/>
          <a:stretch>
            <a:fillRect/>
          </a:stretch>
        </p:blipFill>
        <p:spPr>
          <a:xfrm>
            <a:off x="5989320" y="1600200"/>
            <a:ext cx="2834640" cy="1739438"/>
          </a:xfrm>
          <a:prstGeom prst="rect">
            <a:avLst/>
          </a:prstGeom>
        </p:spPr>
      </p:pic>
      <p:sp>
        <p:nvSpPr>
          <p:cNvPr id="15" name="Rounded Rectangle 14"/>
          <p:cNvSpPr/>
          <p:nvPr/>
        </p:nvSpPr>
        <p:spPr>
          <a:xfrm>
            <a:off x="548640" y="3977639"/>
            <a:ext cx="868680" cy="868680"/>
          </a:xfrm>
          <a:prstGeom prst="roundRect">
            <a:avLst>
              <a:gd name="adj" fmla="val 1263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 code to scanvas.id"/>
          <p:cNvPicPr>
            <a:picLocks noChangeAspect="1"/>
          </p:cNvPicPr>
          <p:nvPr/>
        </p:nvPicPr>
        <p:blipFill>
          <a:blip r:embed="rId5"/>
          <a:stretch>
            <a:fillRect/>
          </a:stretch>
        </p:blipFill>
        <p:spPr>
          <a:xfrm>
            <a:off x="603504" y="4032504"/>
            <a:ext cx="758952" cy="758952"/>
          </a:xfrm>
          <a:prstGeom prst="rect">
            <a:avLst/>
          </a:prstGeom>
        </p:spPr>
      </p:pic>
      <p:sp>
        <p:nvSpPr>
          <p:cNvPr id="17" name="TextBox 16"/>
          <p:cNvSpPr txBox="1"/>
          <p:nvPr/>
        </p:nvSpPr>
        <p:spPr>
          <a:xfrm>
            <a:off x="1554480" y="4023360"/>
            <a:ext cx="3200400" cy="365760"/>
          </a:xfrm>
          <a:prstGeom prst="rect">
            <a:avLst/>
          </a:prstGeom>
          <a:noFill/>
        </p:spPr>
        <p:txBody>
          <a:bodyPr wrap="square" lIns="0" rIns="0" tIns="0" bIns="0" anchor="ctr">
            <a:noAutofit/>
          </a:bodyPr>
          <a:lstStyle/>
          <a:p>
            <a:pPr algn="l"/>
            <a:r>
              <a:rPr sz="1800" b="1" i="0">
                <a:solidFill>
                  <a:srgbClr val="172033"/>
                </a:solidFill>
                <a:latin typeface="Fredoka"/>
              </a:rPr>
              <a:t>scanvas.id</a:t>
            </a:r>
          </a:p>
        </p:txBody>
      </p:sp>
      <p:sp>
        <p:nvSpPr>
          <p:cNvPr id="18" name="TextBox 17"/>
          <p:cNvSpPr txBox="1"/>
          <p:nvPr/>
        </p:nvSpPr>
        <p:spPr>
          <a:xfrm>
            <a:off x="1554480" y="4407408"/>
            <a:ext cx="3474720" cy="274320"/>
          </a:xfrm>
          <a:prstGeom prst="rect">
            <a:avLst/>
          </a:prstGeom>
          <a:noFill/>
        </p:spPr>
        <p:txBody>
          <a:bodyPr wrap="square" lIns="0" rIns="0" tIns="0" bIns="0" anchor="ctr">
            <a:noAutofit/>
          </a:bodyPr>
          <a:lstStyle/>
          <a:p>
            <a:pPr algn="l"/>
            <a:r>
              <a:rPr sz="1000" b="0" i="0">
                <a:solidFill>
                  <a:srgbClr val="172033"/>
                </a:solidFill>
                <a:latin typeface="Fredoka SemiBold"/>
              </a:rPr>
              <a:t>Haikal Hilmi · Salsabila Khoirunnisa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384048"/>
            <a:ext cx="6583680" cy="731520"/>
          </a:xfrm>
        </p:spPr>
        <p:txBody>
          <a:bodyPr wrap="square" lIns="0" rIns="0" tIns="0" bIns="0" anchor="t">
            <a:noAutofit/>
          </a:bodyPr>
          <a:lstStyle/>
          <a:p>
            <a:pPr algn="l">
              <a:lnSpc>
                <a:spcPct val="95000"/>
              </a:lnSpc>
            </a:pPr>
            <a:r>
              <a:rPr sz="2200" b="1" i="0">
                <a:solidFill>
                  <a:srgbClr val="172033"/>
                </a:solidFill>
                <a:latin typeface="Fredoka"/>
              </a:rPr>
              <a:t>Appendix A · Technology Edge</a:t>
            </a:r>
          </a:p>
        </p:txBody>
      </p:sp>
      <p:sp>
        <p:nvSpPr>
          <p:cNvPr id="3" name="Oval 2"/>
          <p:cNvSpPr/>
          <p:nvPr/>
        </p:nvSpPr>
        <p:spPr>
          <a:xfrm>
            <a:off x="3337560" y="1325880"/>
            <a:ext cx="2468880" cy="2468880"/>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he scanned whale swimming in the Ocean world on a phone"/>
          <p:cNvPicPr>
            <a:picLocks noChangeAspect="1"/>
          </p:cNvPicPr>
          <p:nvPr/>
        </p:nvPicPr>
        <p:blipFill>
          <a:blip r:embed="rId2"/>
          <a:stretch>
            <a:fillRect/>
          </a:stretch>
        </p:blipFill>
        <p:spPr>
          <a:xfrm>
            <a:off x="3657600" y="1024128"/>
            <a:ext cx="1835352" cy="3611880"/>
          </a:xfrm>
          <a:prstGeom prst="rect">
            <a:avLst/>
          </a:prstGeom>
        </p:spPr>
      </p:pic>
      <p:sp>
        <p:nvSpPr>
          <p:cNvPr id="5" name="Rounded Rectangle 4"/>
          <p:cNvSpPr/>
          <p:nvPr/>
        </p:nvSpPr>
        <p:spPr>
          <a:xfrm>
            <a:off x="685800" y="123444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86968" y="141732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i="0">
                <a:solidFill>
                  <a:srgbClr val="FFFFFF"/>
                </a:solidFill>
                <a:latin typeface="Fredoka"/>
              </a:rPr>
              <a:t>1</a:t>
            </a:r>
          </a:p>
        </p:txBody>
      </p:sp>
      <p:sp>
        <p:nvSpPr>
          <p:cNvPr id="7" name="TextBox 6"/>
          <p:cNvSpPr txBox="1"/>
          <p:nvPr/>
        </p:nvSpPr>
        <p:spPr>
          <a:xfrm>
            <a:off x="1380744" y="1380744"/>
            <a:ext cx="1874519" cy="457200"/>
          </a:xfrm>
          <a:prstGeom prst="rect">
            <a:avLst/>
          </a:prstGeom>
          <a:noFill/>
        </p:spPr>
        <p:txBody>
          <a:bodyPr wrap="square" lIns="0" rIns="0" tIns="0" bIns="0" anchor="ctr">
            <a:noAutofit/>
          </a:bodyPr>
          <a:lstStyle/>
          <a:p>
            <a:pPr algn="l">
              <a:lnSpc>
                <a:spcPct val="95000"/>
              </a:lnSpc>
            </a:pPr>
            <a:r>
              <a:rPr sz="1250" b="1" i="0">
                <a:solidFill>
                  <a:srgbClr val="172033"/>
                </a:solidFill>
                <a:latin typeface="Fredoka"/>
              </a:rPr>
              <a:t>Computer-Vision Scan</a:t>
            </a:r>
          </a:p>
        </p:txBody>
      </p:sp>
      <p:sp>
        <p:nvSpPr>
          <p:cNvPr id="8" name="TextBox 7"/>
          <p:cNvSpPr txBox="1"/>
          <p:nvPr/>
        </p:nvSpPr>
        <p:spPr>
          <a:xfrm>
            <a:off x="886968" y="1929384"/>
            <a:ext cx="2331720" cy="731520"/>
          </a:xfrm>
          <a:prstGeom prst="rect">
            <a:avLst/>
          </a:prstGeom>
          <a:noFill/>
        </p:spPr>
        <p:txBody>
          <a:bodyPr wrap="square" lIns="0" rIns="0" tIns="0" bIns="0" anchor="t">
            <a:noAutofit/>
          </a:bodyPr>
          <a:lstStyle/>
          <a:p>
            <a:pPr algn="l">
              <a:lnSpc>
                <a:spcPct val="112000"/>
              </a:lnSpc>
            </a:pPr>
            <a:r>
              <a:rPr sz="950" b="0" i="0">
                <a:solidFill>
                  <a:srgbClr val="172033"/>
                </a:solidFill>
                <a:latin typeface="Varela Round"/>
              </a:rPr>
              <a:t>Four printed markers guide perspective correction, cropping, and masking of the photo.</a:t>
            </a:r>
          </a:p>
        </p:txBody>
      </p:sp>
      <p:sp>
        <p:nvSpPr>
          <p:cNvPr id="9" name="Rounded Rectangle 8"/>
          <p:cNvSpPr/>
          <p:nvPr/>
        </p:nvSpPr>
        <p:spPr>
          <a:xfrm>
            <a:off x="5760720" y="123444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61888" y="141732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i="0">
                <a:solidFill>
                  <a:srgbClr val="FFFFFF"/>
                </a:solidFill>
                <a:latin typeface="Fredoka"/>
              </a:rPr>
              <a:t>2</a:t>
            </a:r>
          </a:p>
        </p:txBody>
      </p:sp>
      <p:sp>
        <p:nvSpPr>
          <p:cNvPr id="11" name="TextBox 10"/>
          <p:cNvSpPr txBox="1"/>
          <p:nvPr/>
        </p:nvSpPr>
        <p:spPr>
          <a:xfrm>
            <a:off x="6455664" y="1380744"/>
            <a:ext cx="1874519" cy="457200"/>
          </a:xfrm>
          <a:prstGeom prst="rect">
            <a:avLst/>
          </a:prstGeom>
          <a:noFill/>
        </p:spPr>
        <p:txBody>
          <a:bodyPr wrap="square" lIns="0" rIns="0" tIns="0" bIns="0" anchor="ctr">
            <a:noAutofit/>
          </a:bodyPr>
          <a:lstStyle/>
          <a:p>
            <a:pPr algn="l">
              <a:lnSpc>
                <a:spcPct val="95000"/>
              </a:lnSpc>
            </a:pPr>
            <a:r>
              <a:rPr sz="1250" b="1" i="0">
                <a:solidFill>
                  <a:srgbClr val="172033"/>
                </a:solidFill>
                <a:latin typeface="Fredoka"/>
              </a:rPr>
              <a:t>Personalized Animation</a:t>
            </a:r>
          </a:p>
        </p:txBody>
      </p:sp>
      <p:sp>
        <p:nvSpPr>
          <p:cNvPr id="12" name="TextBox 11"/>
          <p:cNvSpPr txBox="1"/>
          <p:nvPr/>
        </p:nvSpPr>
        <p:spPr>
          <a:xfrm>
            <a:off x="5961888" y="1929384"/>
            <a:ext cx="2331720" cy="731520"/>
          </a:xfrm>
          <a:prstGeom prst="rect">
            <a:avLst/>
          </a:prstGeom>
          <a:noFill/>
        </p:spPr>
        <p:txBody>
          <a:bodyPr wrap="square" lIns="0" rIns="0" tIns="0" bIns="0" anchor="t">
            <a:noAutofit/>
          </a:bodyPr>
          <a:lstStyle/>
          <a:p>
            <a:pPr algn="l">
              <a:lnSpc>
                <a:spcPct val="112000"/>
              </a:lnSpc>
            </a:pPr>
            <a:r>
              <a:rPr sz="950" b="0" i="0">
                <a:solidFill>
                  <a:srgbClr val="172033"/>
                </a:solidFill>
                <a:latin typeface="Varela Round"/>
              </a:rPr>
              <a:t>The child’s extracted artwork, not a stock character, is animated in the world.</a:t>
            </a:r>
          </a:p>
        </p:txBody>
      </p:sp>
      <p:sp>
        <p:nvSpPr>
          <p:cNvPr id="13" name="Rounded Rectangle 12"/>
          <p:cNvSpPr/>
          <p:nvPr/>
        </p:nvSpPr>
        <p:spPr>
          <a:xfrm>
            <a:off x="685800" y="292608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86968" y="310896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i="0">
                <a:solidFill>
                  <a:srgbClr val="FFFFFF"/>
                </a:solidFill>
                <a:latin typeface="Fredoka"/>
              </a:rPr>
              <a:t>3</a:t>
            </a:r>
          </a:p>
        </p:txBody>
      </p:sp>
      <p:sp>
        <p:nvSpPr>
          <p:cNvPr id="15" name="TextBox 14"/>
          <p:cNvSpPr txBox="1"/>
          <p:nvPr/>
        </p:nvSpPr>
        <p:spPr>
          <a:xfrm>
            <a:off x="1380744" y="3072384"/>
            <a:ext cx="1874519" cy="457200"/>
          </a:xfrm>
          <a:prstGeom prst="rect">
            <a:avLst/>
          </a:prstGeom>
          <a:noFill/>
        </p:spPr>
        <p:txBody>
          <a:bodyPr wrap="square" lIns="0" rIns="0" tIns="0" bIns="0" anchor="ctr">
            <a:noAutofit/>
          </a:bodyPr>
          <a:lstStyle/>
          <a:p>
            <a:pPr algn="l">
              <a:lnSpc>
                <a:spcPct val="95000"/>
              </a:lnSpc>
            </a:pPr>
            <a:r>
              <a:rPr sz="1250" b="1" i="0">
                <a:solidFill>
                  <a:srgbClr val="172033"/>
                </a:solidFill>
                <a:latin typeface="Fredoka"/>
              </a:rPr>
              <a:t>Code-Linked Sheets</a:t>
            </a:r>
          </a:p>
        </p:txBody>
      </p:sp>
      <p:sp>
        <p:nvSpPr>
          <p:cNvPr id="16" name="TextBox 15"/>
          <p:cNvSpPr txBox="1"/>
          <p:nvPr/>
        </p:nvSpPr>
        <p:spPr>
          <a:xfrm>
            <a:off x="886968" y="3621024"/>
            <a:ext cx="2331720" cy="731520"/>
          </a:xfrm>
          <a:prstGeom prst="rect">
            <a:avLst/>
          </a:prstGeom>
          <a:noFill/>
        </p:spPr>
        <p:txBody>
          <a:bodyPr wrap="square" lIns="0" rIns="0" tIns="0" bIns="0" anchor="t">
            <a:noAutofit/>
          </a:bodyPr>
          <a:lstStyle/>
          <a:p>
            <a:pPr algn="l">
              <a:lnSpc>
                <a:spcPct val="112000"/>
              </a:lnSpc>
            </a:pPr>
            <a:r>
              <a:rPr sz="950" b="0" i="0">
                <a:solidFill>
                  <a:srgbClr val="172033"/>
                </a:solidFill>
                <a:latin typeface="Varela Round"/>
              </a:rPr>
              <a:t>Each printed sheet links to its template and its digital world.</a:t>
            </a:r>
          </a:p>
        </p:txBody>
      </p:sp>
      <p:sp>
        <p:nvSpPr>
          <p:cNvPr id="17" name="Rounded Rectangle 16"/>
          <p:cNvSpPr/>
          <p:nvPr/>
        </p:nvSpPr>
        <p:spPr>
          <a:xfrm>
            <a:off x="5760720" y="292608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61888" y="310896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i="0">
                <a:solidFill>
                  <a:srgbClr val="FFFFFF"/>
                </a:solidFill>
                <a:latin typeface="Fredoka"/>
              </a:rPr>
              <a:t>4</a:t>
            </a:r>
          </a:p>
        </p:txBody>
      </p:sp>
      <p:sp>
        <p:nvSpPr>
          <p:cNvPr id="19" name="TextBox 18"/>
          <p:cNvSpPr txBox="1"/>
          <p:nvPr/>
        </p:nvSpPr>
        <p:spPr>
          <a:xfrm>
            <a:off x="6455664" y="3072384"/>
            <a:ext cx="1874519" cy="457200"/>
          </a:xfrm>
          <a:prstGeom prst="rect">
            <a:avLst/>
          </a:prstGeom>
          <a:noFill/>
        </p:spPr>
        <p:txBody>
          <a:bodyPr wrap="square" lIns="0" rIns="0" tIns="0" bIns="0" anchor="ctr">
            <a:noAutofit/>
          </a:bodyPr>
          <a:lstStyle/>
          <a:p>
            <a:pPr algn="l">
              <a:lnSpc>
                <a:spcPct val="95000"/>
              </a:lnSpc>
            </a:pPr>
            <a:r>
              <a:rPr sz="1250" b="1" i="0">
                <a:solidFill>
                  <a:srgbClr val="172033"/>
                </a:solidFill>
                <a:latin typeface="Fredoka"/>
              </a:rPr>
              <a:t>Reusable Content Engine</a:t>
            </a:r>
          </a:p>
        </p:txBody>
      </p:sp>
      <p:sp>
        <p:nvSpPr>
          <p:cNvPr id="20" name="TextBox 19"/>
          <p:cNvSpPr txBox="1"/>
          <p:nvPr/>
        </p:nvSpPr>
        <p:spPr>
          <a:xfrm>
            <a:off x="5961888" y="3621024"/>
            <a:ext cx="2331720" cy="731520"/>
          </a:xfrm>
          <a:prstGeom prst="rect">
            <a:avLst/>
          </a:prstGeom>
          <a:noFill/>
        </p:spPr>
        <p:txBody>
          <a:bodyPr wrap="square" lIns="0" rIns="0" tIns="0" bIns="0" anchor="t">
            <a:noAutofit/>
          </a:bodyPr>
          <a:lstStyle/>
          <a:p>
            <a:pPr algn="l">
              <a:lnSpc>
                <a:spcPct val="112000"/>
              </a:lnSpc>
            </a:pPr>
            <a:r>
              <a:rPr sz="950" b="0" i="0">
                <a:solidFill>
                  <a:srgbClr val="172033"/>
                </a:solidFill>
                <a:latin typeface="Varela Round"/>
              </a:rPr>
              <a:t>New worlds are new sheet templates plus world assets on the same pipeline, so content scales without rebuilding the product.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400800" cy="685800"/>
          </a:xfrm>
        </p:spPr>
        <p:txBody>
          <a:bodyPr wrap="square" lIns="0" rIns="0" tIns="0" bIns="0" anchor="t">
            <a:noAutofit/>
          </a:bodyPr>
          <a:lstStyle/>
          <a:p>
            <a:pPr algn="l">
              <a:lnSpc>
                <a:spcPct val="95000"/>
              </a:lnSpc>
            </a:pPr>
            <a:r>
              <a:rPr sz="2400" b="1" i="0">
                <a:solidFill>
                  <a:srgbClr val="172033"/>
                </a:solidFill>
                <a:latin typeface="Fredoka"/>
              </a:rPr>
              <a:t>Appendix B · Market Data</a:t>
            </a:r>
          </a:p>
        </p:txBody>
      </p:sp>
      <p:sp>
        <p:nvSpPr>
          <p:cNvPr id="3" name="Rounded Rectangle 2"/>
          <p:cNvSpPr/>
          <p:nvPr/>
        </p:nvSpPr>
        <p:spPr>
          <a:xfrm>
            <a:off x="548640" y="1143000"/>
            <a:ext cx="8046720" cy="3246120"/>
          </a:xfrm>
          <a:prstGeom prst="roundRect">
            <a:avLst>
              <a:gd name="adj" fmla="val 450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61872"/>
            <a:ext cx="2514600" cy="237744"/>
          </a:xfrm>
          <a:prstGeom prst="rect">
            <a:avLst/>
          </a:prstGeom>
          <a:noFill/>
        </p:spPr>
        <p:txBody>
          <a:bodyPr wrap="square" lIns="0" rIns="0" tIns="0" bIns="0" anchor="t">
            <a:noAutofit/>
          </a:bodyPr>
          <a:lstStyle/>
          <a:p>
            <a:pPr algn="l"/>
            <a:r>
              <a:rPr sz="850" b="0" i="0">
                <a:solidFill>
                  <a:srgbClr val="7C3AED"/>
                </a:solidFill>
                <a:latin typeface="Fredoka SemiBold"/>
              </a:rPr>
              <a:t>Figure</a:t>
            </a:r>
          </a:p>
        </p:txBody>
      </p:sp>
      <p:sp>
        <p:nvSpPr>
          <p:cNvPr id="5" name="TextBox 4"/>
          <p:cNvSpPr txBox="1"/>
          <p:nvPr/>
        </p:nvSpPr>
        <p:spPr>
          <a:xfrm>
            <a:off x="3291840" y="1261872"/>
            <a:ext cx="868680" cy="237744"/>
          </a:xfrm>
          <a:prstGeom prst="rect">
            <a:avLst/>
          </a:prstGeom>
          <a:noFill/>
        </p:spPr>
        <p:txBody>
          <a:bodyPr wrap="square" lIns="0" rIns="0" tIns="0" bIns="0" anchor="t">
            <a:noAutofit/>
          </a:bodyPr>
          <a:lstStyle/>
          <a:p>
            <a:pPr algn="l"/>
            <a:r>
              <a:rPr sz="850" b="0" i="0">
                <a:solidFill>
                  <a:srgbClr val="7C3AED"/>
                </a:solidFill>
                <a:latin typeface="Fredoka SemiBold"/>
              </a:rPr>
              <a:t>Value</a:t>
            </a:r>
          </a:p>
        </p:txBody>
      </p:sp>
      <p:sp>
        <p:nvSpPr>
          <p:cNvPr id="6" name="TextBox 5"/>
          <p:cNvSpPr txBox="1"/>
          <p:nvPr/>
        </p:nvSpPr>
        <p:spPr>
          <a:xfrm>
            <a:off x="4251960" y="1261872"/>
            <a:ext cx="4206240" cy="237744"/>
          </a:xfrm>
          <a:prstGeom prst="rect">
            <a:avLst/>
          </a:prstGeom>
          <a:noFill/>
        </p:spPr>
        <p:txBody>
          <a:bodyPr wrap="square" lIns="0" rIns="0" tIns="0" bIns="0" anchor="t">
            <a:noAutofit/>
          </a:bodyPr>
          <a:lstStyle/>
          <a:p>
            <a:pPr algn="l"/>
            <a:r>
              <a:rPr sz="850" b="0" i="0">
                <a:solidFill>
                  <a:srgbClr val="7C3AED"/>
                </a:solidFill>
                <a:latin typeface="Fredoka SemiBold"/>
              </a:rPr>
              <a:t>How it is calculated / source</a:t>
            </a:r>
          </a:p>
        </p:txBody>
      </p:sp>
      <p:sp>
        <p:nvSpPr>
          <p:cNvPr id="7" name="Rectangle 6"/>
          <p:cNvSpPr/>
          <p:nvPr/>
        </p:nvSpPr>
        <p:spPr>
          <a:xfrm>
            <a:off x="731520" y="1536192"/>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PAUD units, Indonesia</a:t>
            </a:r>
          </a:p>
        </p:txBody>
      </p:sp>
      <p:sp>
        <p:nvSpPr>
          <p:cNvPr id="9" name="TextBox 8"/>
          <p:cNvSpPr txBox="1"/>
          <p:nvPr/>
        </p:nvSpPr>
        <p:spPr>
          <a:xfrm>
            <a:off x="3291840" y="15727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243,604</a:t>
            </a:r>
          </a:p>
        </p:txBody>
      </p:sp>
      <p:sp>
        <p:nvSpPr>
          <p:cNvPr id="10" name="TextBox 9"/>
          <p:cNvSpPr txBox="1"/>
          <p:nvPr/>
        </p:nvSpPr>
        <p:spPr>
          <a:xfrm>
            <a:off x="4251960" y="15727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TK 134,789 + KB 86,429 + TPA 2,684 + SPS 19,702 · Kemendikdasmen</a:t>
            </a:r>
          </a:p>
        </p:txBody>
      </p:sp>
      <p:sp>
        <p:nvSpPr>
          <p:cNvPr id="11" name="Rectangle 10"/>
          <p:cNvSpPr/>
          <p:nvPr/>
        </p:nvSpPr>
        <p:spPr>
          <a:xfrm>
            <a:off x="731520" y="19933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29967"/>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Primary schools (SD sederajat), Indonesia</a:t>
            </a:r>
          </a:p>
        </p:txBody>
      </p:sp>
      <p:sp>
        <p:nvSpPr>
          <p:cNvPr id="13" name="TextBox 12"/>
          <p:cNvSpPr txBox="1"/>
          <p:nvPr/>
        </p:nvSpPr>
        <p:spPr>
          <a:xfrm>
            <a:off x="3291840" y="2029967"/>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177,282</a:t>
            </a:r>
          </a:p>
        </p:txBody>
      </p:sp>
      <p:sp>
        <p:nvSpPr>
          <p:cNvPr id="14" name="TextBox 13"/>
          <p:cNvSpPr txBox="1"/>
          <p:nvPr/>
        </p:nvSpPr>
        <p:spPr>
          <a:xfrm>
            <a:off x="4251960" y="2029967"/>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Kemendikdasmen Data Referensi Pendidikan</a:t>
            </a:r>
          </a:p>
        </p:txBody>
      </p:sp>
      <p:sp>
        <p:nvSpPr>
          <p:cNvPr id="15" name="Rectangle 14"/>
          <p:cNvSpPr/>
          <p:nvPr/>
        </p:nvSpPr>
        <p:spPr>
          <a:xfrm>
            <a:off x="731520" y="24505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871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PAUD + primary schools, Indonesia</a:t>
            </a:r>
          </a:p>
        </p:txBody>
      </p:sp>
      <p:sp>
        <p:nvSpPr>
          <p:cNvPr id="17" name="TextBox 16"/>
          <p:cNvSpPr txBox="1"/>
          <p:nvPr/>
        </p:nvSpPr>
        <p:spPr>
          <a:xfrm>
            <a:off x="3291840" y="24871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420,886</a:t>
            </a:r>
          </a:p>
        </p:txBody>
      </p:sp>
      <p:sp>
        <p:nvSpPr>
          <p:cNvPr id="18" name="TextBox 17"/>
          <p:cNvSpPr txBox="1"/>
          <p:nvPr/>
        </p:nvSpPr>
        <p:spPr>
          <a:xfrm>
            <a:off x="4251960" y="24871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243,604 + 177,282</a:t>
            </a:r>
          </a:p>
        </p:txBody>
      </p:sp>
      <p:sp>
        <p:nvSpPr>
          <p:cNvPr id="19" name="Rectangle 18"/>
          <p:cNvSpPr/>
          <p:nvPr/>
        </p:nvSpPr>
        <p:spPr>
          <a:xfrm>
            <a:off x="731520" y="29077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9443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Central Java + D.I. Yogyakarta</a:t>
            </a:r>
          </a:p>
        </p:txBody>
      </p:sp>
      <p:sp>
        <p:nvSpPr>
          <p:cNvPr id="21" name="TextBox 20"/>
          <p:cNvSpPr txBox="1"/>
          <p:nvPr/>
        </p:nvSpPr>
        <p:spPr>
          <a:xfrm>
            <a:off x="3291840" y="29443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62,797</a:t>
            </a:r>
          </a:p>
        </p:txBody>
      </p:sp>
      <p:sp>
        <p:nvSpPr>
          <p:cNvPr id="22" name="TextBox 21"/>
          <p:cNvSpPr txBox="1"/>
          <p:nvPr/>
        </p:nvSpPr>
        <p:spPr>
          <a:xfrm>
            <a:off x="4251960" y="29443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PAUD 32,839 + 5,071 · SD 22,835 + 2,052</a:t>
            </a:r>
          </a:p>
        </p:txBody>
      </p:sp>
      <p:sp>
        <p:nvSpPr>
          <p:cNvPr id="23" name="Rectangle 22"/>
          <p:cNvSpPr/>
          <p:nvPr/>
        </p:nvSpPr>
        <p:spPr>
          <a:xfrm>
            <a:off x="731520" y="33649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4015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D.I. Yogyakarta</a:t>
            </a:r>
          </a:p>
        </p:txBody>
      </p:sp>
      <p:sp>
        <p:nvSpPr>
          <p:cNvPr id="25" name="TextBox 24"/>
          <p:cNvSpPr txBox="1"/>
          <p:nvPr/>
        </p:nvSpPr>
        <p:spPr>
          <a:xfrm>
            <a:off x="3291840" y="34015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7,123</a:t>
            </a:r>
          </a:p>
        </p:txBody>
      </p:sp>
      <p:sp>
        <p:nvSpPr>
          <p:cNvPr id="26" name="TextBox 25"/>
          <p:cNvSpPr txBox="1"/>
          <p:nvPr/>
        </p:nvSpPr>
        <p:spPr>
          <a:xfrm>
            <a:off x="4251960" y="34015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PAUD 5,071 + SD 2,052</a:t>
            </a:r>
          </a:p>
        </p:txBody>
      </p:sp>
      <p:sp>
        <p:nvSpPr>
          <p:cNvPr id="27" name="Rectangle 26"/>
          <p:cNvSpPr/>
          <p:nvPr/>
        </p:nvSpPr>
        <p:spPr>
          <a:xfrm>
            <a:off x="731520" y="38221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38587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Children aged 3–10, Indonesia</a:t>
            </a:r>
          </a:p>
        </p:txBody>
      </p:sp>
      <p:sp>
        <p:nvSpPr>
          <p:cNvPr id="29" name="TextBox 28"/>
          <p:cNvSpPr txBox="1"/>
          <p:nvPr/>
        </p:nvSpPr>
        <p:spPr>
          <a:xfrm>
            <a:off x="3291840" y="38587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≈35.3M</a:t>
            </a:r>
          </a:p>
        </p:txBody>
      </p:sp>
      <p:sp>
        <p:nvSpPr>
          <p:cNvPr id="30" name="TextBox 29"/>
          <p:cNvSpPr txBox="1"/>
          <p:nvPr/>
        </p:nvSpPr>
        <p:spPr>
          <a:xfrm>
            <a:off x="4251960" y="38587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2/5 × 22,094,426 (0–4) + 22,013,768 (5–9) + 1/5 × 22,088,673 (10–14) · BPS 2022</a:t>
            </a:r>
          </a:p>
        </p:txBody>
      </p:sp>
      <p:sp>
        <p:nvSpPr>
          <p:cNvPr id="31" name="TextBox 30"/>
          <p:cNvSpPr txBox="1"/>
          <p:nvPr/>
        </p:nvSpPr>
        <p:spPr>
          <a:xfrm>
            <a:off x="548640" y="4480560"/>
            <a:ext cx="8046720" cy="411480"/>
          </a:xfrm>
          <a:prstGeom prst="rect">
            <a:avLst/>
          </a:prstGeom>
          <a:noFill/>
        </p:spPr>
        <p:txBody>
          <a:bodyPr wrap="square" lIns="0" rIns="0" tIns="0" bIns="0" anchor="t">
            <a:noAutofit/>
          </a:bodyPr>
          <a:lstStyle/>
          <a:p>
            <a:pPr algn="l">
              <a:lnSpc>
                <a:spcPct val="105000"/>
              </a:lnSpc>
            </a:pPr>
            <a:r>
              <a:rPr sz="700" b="0" i="0">
                <a:solidFill>
                  <a:srgbClr val="172033"/>
                </a:solidFill>
                <a:latin typeface="Varela Round"/>
              </a:rPr>
              <a:t>Counts are populations of education units, not potential paying customers. Kemendikdasmen: referensi.data.kemendikdasmen.go.id, accessed Sep 2026. BPS: Jumlah Penduduk Menurut Kelompok Umur, Long Form SP2020 (2022). TPA here = Taman Penitipan Anak.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400800" cy="548640"/>
          </a:xfrm>
        </p:spPr>
        <p:txBody>
          <a:bodyPr wrap="square" lIns="0" rIns="0" tIns="0" bIns="0" anchor="t">
            <a:noAutofit/>
          </a:bodyPr>
          <a:lstStyle/>
          <a:p>
            <a:pPr algn="l">
              <a:lnSpc>
                <a:spcPct val="95000"/>
              </a:lnSpc>
            </a:pPr>
            <a:r>
              <a:rPr sz="2400" b="1" i="0">
                <a:solidFill>
                  <a:srgbClr val="172033"/>
                </a:solidFill>
                <a:latin typeface="Fredoka"/>
              </a:rPr>
              <a:t>Appendix C · 12-Month P&amp;L and Cash</a:t>
            </a:r>
          </a:p>
        </p:txBody>
      </p:sp>
      <p:sp>
        <p:nvSpPr>
          <p:cNvPr id="3" name="Rounded Rectangle 2"/>
          <p:cNvSpPr/>
          <p:nvPr/>
        </p:nvSpPr>
        <p:spPr>
          <a:xfrm>
            <a:off x="548640" y="1097280"/>
            <a:ext cx="4343400" cy="3611880"/>
          </a:xfrm>
          <a:prstGeom prst="roundRect">
            <a:avLst>
              <a:gd name="adj" fmla="val 405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188720"/>
            <a:ext cx="2011680" cy="219456"/>
          </a:xfrm>
          <a:prstGeom prst="rect">
            <a:avLst/>
          </a:prstGeom>
          <a:noFill/>
        </p:spPr>
        <p:txBody>
          <a:bodyPr wrap="square" lIns="0" rIns="0" tIns="0" bIns="0" anchor="t">
            <a:noAutofit/>
          </a:bodyPr>
          <a:lstStyle/>
          <a:p>
            <a:pPr algn="l"/>
          </a:p>
        </p:txBody>
      </p:sp>
      <p:sp>
        <p:nvSpPr>
          <p:cNvPr id="5" name="TextBox 4"/>
          <p:cNvSpPr txBox="1"/>
          <p:nvPr/>
        </p:nvSpPr>
        <p:spPr>
          <a:xfrm>
            <a:off x="2697480" y="1188720"/>
            <a:ext cx="960120" cy="219456"/>
          </a:xfrm>
          <a:prstGeom prst="rect">
            <a:avLst/>
          </a:prstGeom>
          <a:noFill/>
        </p:spPr>
        <p:txBody>
          <a:bodyPr wrap="square" lIns="0" rIns="0" tIns="0" bIns="0" anchor="t">
            <a:noAutofit/>
          </a:bodyPr>
          <a:lstStyle/>
          <a:p>
            <a:pPr algn="r"/>
            <a:r>
              <a:rPr sz="850" b="0" i="0">
                <a:solidFill>
                  <a:srgbClr val="7C3AED"/>
                </a:solidFill>
                <a:latin typeface="Fredoka SemiBold"/>
              </a:rPr>
              <a:t>Conservative</a:t>
            </a:r>
          </a:p>
        </p:txBody>
      </p:sp>
      <p:sp>
        <p:nvSpPr>
          <p:cNvPr id="6" name="TextBox 5"/>
          <p:cNvSpPr txBox="1"/>
          <p:nvPr/>
        </p:nvSpPr>
        <p:spPr>
          <a:xfrm>
            <a:off x="3749039" y="1188720"/>
            <a:ext cx="960120" cy="219456"/>
          </a:xfrm>
          <a:prstGeom prst="rect">
            <a:avLst/>
          </a:prstGeom>
          <a:noFill/>
        </p:spPr>
        <p:txBody>
          <a:bodyPr wrap="square" lIns="0" rIns="0" tIns="0" bIns="0" anchor="t">
            <a:noAutofit/>
          </a:bodyPr>
          <a:lstStyle/>
          <a:p>
            <a:pPr algn="r"/>
            <a:r>
              <a:rPr sz="850" b="0" i="0">
                <a:solidFill>
                  <a:srgbClr val="7C3AED"/>
                </a:solidFill>
                <a:latin typeface="Fredoka SemiBold"/>
              </a:rPr>
              <a:t>Base</a:t>
            </a:r>
          </a:p>
        </p:txBody>
      </p:sp>
      <p:sp>
        <p:nvSpPr>
          <p:cNvPr id="7" name="Rectangle 6"/>
          <p:cNvSpPr/>
          <p:nvPr/>
        </p:nvSpPr>
        <p:spPr>
          <a:xfrm>
            <a:off x="713232" y="1408176"/>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26464"/>
            <a:ext cx="2103120" cy="224379"/>
          </a:xfrm>
          <a:prstGeom prst="rect">
            <a:avLst/>
          </a:prstGeom>
          <a:noFill/>
        </p:spPr>
        <p:txBody>
          <a:bodyPr wrap="square" lIns="0" rIns="0" tIns="0" bIns="0" anchor="ctr">
            <a:noAutofit/>
          </a:bodyPr>
          <a:lstStyle/>
          <a:p>
            <a:pPr algn="l"/>
            <a:r>
              <a:rPr sz="800" b="0" i="0">
                <a:solidFill>
                  <a:srgbClr val="172033"/>
                </a:solidFill>
                <a:latin typeface="Varela Round"/>
              </a:rPr>
              <a:t>B2C revenue</a:t>
            </a:r>
          </a:p>
        </p:txBody>
      </p:sp>
      <p:sp>
        <p:nvSpPr>
          <p:cNvPr id="9" name="TextBox 8"/>
          <p:cNvSpPr txBox="1"/>
          <p:nvPr/>
        </p:nvSpPr>
        <p:spPr>
          <a:xfrm>
            <a:off x="2697480" y="1426464"/>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Rp14.7M</a:t>
            </a:r>
          </a:p>
        </p:txBody>
      </p:sp>
      <p:sp>
        <p:nvSpPr>
          <p:cNvPr id="10" name="TextBox 9"/>
          <p:cNvSpPr txBox="1"/>
          <p:nvPr/>
        </p:nvSpPr>
        <p:spPr>
          <a:xfrm>
            <a:off x="3749039" y="1426464"/>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Rp29.4M</a:t>
            </a:r>
          </a:p>
        </p:txBody>
      </p:sp>
      <p:sp>
        <p:nvSpPr>
          <p:cNvPr id="11" name="Rectangle 10"/>
          <p:cNvSpPr/>
          <p:nvPr/>
        </p:nvSpPr>
        <p:spPr>
          <a:xfrm>
            <a:off x="713232" y="1650843"/>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669131"/>
            <a:ext cx="2103120" cy="224379"/>
          </a:xfrm>
          <a:prstGeom prst="rect">
            <a:avLst/>
          </a:prstGeom>
          <a:noFill/>
        </p:spPr>
        <p:txBody>
          <a:bodyPr wrap="square" lIns="0" rIns="0" tIns="0" bIns="0" anchor="ctr">
            <a:noAutofit/>
          </a:bodyPr>
          <a:lstStyle/>
          <a:p>
            <a:pPr algn="l"/>
            <a:r>
              <a:rPr sz="800" b="0" i="0">
                <a:solidFill>
                  <a:srgbClr val="172033"/>
                </a:solidFill>
                <a:latin typeface="Varela Round"/>
              </a:rPr>
              <a:t>B2B managed sessions</a:t>
            </a:r>
          </a:p>
        </p:txBody>
      </p:sp>
      <p:sp>
        <p:nvSpPr>
          <p:cNvPr id="13" name="TextBox 12"/>
          <p:cNvSpPr txBox="1"/>
          <p:nvPr/>
        </p:nvSpPr>
        <p:spPr>
          <a:xfrm>
            <a:off x="2697480" y="1669131"/>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Rp24.0M</a:t>
            </a:r>
          </a:p>
        </p:txBody>
      </p:sp>
      <p:sp>
        <p:nvSpPr>
          <p:cNvPr id="14" name="TextBox 13"/>
          <p:cNvSpPr txBox="1"/>
          <p:nvPr/>
        </p:nvSpPr>
        <p:spPr>
          <a:xfrm>
            <a:off x="3749039" y="1669131"/>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Rp48.0M</a:t>
            </a:r>
          </a:p>
        </p:txBody>
      </p:sp>
      <p:sp>
        <p:nvSpPr>
          <p:cNvPr id="15" name="Rectangle 14"/>
          <p:cNvSpPr/>
          <p:nvPr/>
        </p:nvSpPr>
        <p:spPr>
          <a:xfrm>
            <a:off x="713232" y="1893511"/>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1911799"/>
            <a:ext cx="2103120" cy="224379"/>
          </a:xfrm>
          <a:prstGeom prst="rect">
            <a:avLst/>
          </a:prstGeom>
          <a:noFill/>
        </p:spPr>
        <p:txBody>
          <a:bodyPr wrap="square" lIns="0" rIns="0" tIns="0" bIns="0" anchor="ctr">
            <a:noAutofit/>
          </a:bodyPr>
          <a:lstStyle/>
          <a:p>
            <a:pPr algn="l"/>
            <a:r>
              <a:rPr sz="800" b="0" i="0">
                <a:solidFill>
                  <a:srgbClr val="172033"/>
                </a:solidFill>
                <a:latin typeface="Fredoka SemiBold"/>
              </a:rPr>
              <a:t>Customer revenue</a:t>
            </a:r>
          </a:p>
        </p:txBody>
      </p:sp>
      <p:sp>
        <p:nvSpPr>
          <p:cNvPr id="17" name="TextBox 16"/>
          <p:cNvSpPr txBox="1"/>
          <p:nvPr/>
        </p:nvSpPr>
        <p:spPr>
          <a:xfrm>
            <a:off x="2697480" y="1911799"/>
            <a:ext cx="960120" cy="224379"/>
          </a:xfrm>
          <a:prstGeom prst="rect">
            <a:avLst/>
          </a:prstGeom>
          <a:noFill/>
        </p:spPr>
        <p:txBody>
          <a:bodyPr wrap="square" lIns="0" rIns="0" tIns="0" bIns="0" anchor="ctr">
            <a:noAutofit/>
          </a:bodyPr>
          <a:lstStyle/>
          <a:p>
            <a:pPr algn="r"/>
            <a:r>
              <a:rPr sz="850" b="1" i="0">
                <a:solidFill>
                  <a:srgbClr val="5B21B6"/>
                </a:solidFill>
                <a:latin typeface="Fredoka"/>
              </a:rPr>
              <a:t>Rp38.7M</a:t>
            </a:r>
          </a:p>
        </p:txBody>
      </p:sp>
      <p:sp>
        <p:nvSpPr>
          <p:cNvPr id="18" name="TextBox 17"/>
          <p:cNvSpPr txBox="1"/>
          <p:nvPr/>
        </p:nvSpPr>
        <p:spPr>
          <a:xfrm>
            <a:off x="3749039" y="1911799"/>
            <a:ext cx="960120" cy="224379"/>
          </a:xfrm>
          <a:prstGeom prst="rect">
            <a:avLst/>
          </a:prstGeom>
          <a:noFill/>
        </p:spPr>
        <p:txBody>
          <a:bodyPr wrap="square" lIns="0" rIns="0" tIns="0" bIns="0" anchor="ctr">
            <a:noAutofit/>
          </a:bodyPr>
          <a:lstStyle/>
          <a:p>
            <a:pPr algn="r"/>
            <a:r>
              <a:rPr sz="850" b="1" i="0">
                <a:solidFill>
                  <a:srgbClr val="5B21B6"/>
                </a:solidFill>
                <a:latin typeface="Fredoka"/>
              </a:rPr>
              <a:t>Rp77.4M</a:t>
            </a:r>
          </a:p>
        </p:txBody>
      </p:sp>
      <p:sp>
        <p:nvSpPr>
          <p:cNvPr id="19" name="Rectangle 18"/>
          <p:cNvSpPr/>
          <p:nvPr/>
        </p:nvSpPr>
        <p:spPr>
          <a:xfrm>
            <a:off x="713232" y="2136179"/>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154467"/>
            <a:ext cx="2103120" cy="224379"/>
          </a:xfrm>
          <a:prstGeom prst="rect">
            <a:avLst/>
          </a:prstGeom>
          <a:noFill/>
        </p:spPr>
        <p:txBody>
          <a:bodyPr wrap="square" lIns="0" rIns="0" tIns="0" bIns="0" anchor="ctr">
            <a:noAutofit/>
          </a:bodyPr>
          <a:lstStyle/>
          <a:p>
            <a:pPr algn="l"/>
            <a:r>
              <a:rPr sz="800" b="0" i="0">
                <a:solidFill>
                  <a:srgbClr val="172033"/>
                </a:solidFill>
                <a:latin typeface="Varela Round"/>
              </a:rPr>
              <a:t>Direct costs</a:t>
            </a:r>
          </a:p>
        </p:txBody>
      </p:sp>
      <p:sp>
        <p:nvSpPr>
          <p:cNvPr id="21" name="TextBox 20"/>
          <p:cNvSpPr txBox="1"/>
          <p:nvPr/>
        </p:nvSpPr>
        <p:spPr>
          <a:xfrm>
            <a:off x="2697480" y="2154467"/>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−Rp12.0M</a:t>
            </a:r>
          </a:p>
        </p:txBody>
      </p:sp>
      <p:sp>
        <p:nvSpPr>
          <p:cNvPr id="22" name="TextBox 21"/>
          <p:cNvSpPr txBox="1"/>
          <p:nvPr/>
        </p:nvSpPr>
        <p:spPr>
          <a:xfrm>
            <a:off x="3749039" y="2154467"/>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−Rp24.0M</a:t>
            </a:r>
          </a:p>
        </p:txBody>
      </p:sp>
      <p:sp>
        <p:nvSpPr>
          <p:cNvPr id="23" name="Rectangle 22"/>
          <p:cNvSpPr/>
          <p:nvPr/>
        </p:nvSpPr>
        <p:spPr>
          <a:xfrm>
            <a:off x="713232" y="2378846"/>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397134"/>
            <a:ext cx="2103120" cy="224379"/>
          </a:xfrm>
          <a:prstGeom prst="rect">
            <a:avLst/>
          </a:prstGeom>
          <a:noFill/>
        </p:spPr>
        <p:txBody>
          <a:bodyPr wrap="square" lIns="0" rIns="0" tIns="0" bIns="0" anchor="ctr">
            <a:noAutofit/>
          </a:bodyPr>
          <a:lstStyle/>
          <a:p>
            <a:pPr algn="l"/>
            <a:r>
              <a:rPr sz="800" b="0" i="0">
                <a:solidFill>
                  <a:srgbClr val="172033"/>
                </a:solidFill>
                <a:latin typeface="Fredoka SemiBold"/>
              </a:rPr>
              <a:t>Gross contribution (69%)</a:t>
            </a:r>
          </a:p>
        </p:txBody>
      </p:sp>
      <p:sp>
        <p:nvSpPr>
          <p:cNvPr id="25" name="TextBox 24"/>
          <p:cNvSpPr txBox="1"/>
          <p:nvPr/>
        </p:nvSpPr>
        <p:spPr>
          <a:xfrm>
            <a:off x="2697480" y="2397134"/>
            <a:ext cx="960120" cy="224379"/>
          </a:xfrm>
          <a:prstGeom prst="rect">
            <a:avLst/>
          </a:prstGeom>
          <a:noFill/>
        </p:spPr>
        <p:txBody>
          <a:bodyPr wrap="square" lIns="0" rIns="0" tIns="0" bIns="0" anchor="ctr">
            <a:noAutofit/>
          </a:bodyPr>
          <a:lstStyle/>
          <a:p>
            <a:pPr algn="r"/>
            <a:r>
              <a:rPr sz="850" b="1" i="0">
                <a:solidFill>
                  <a:srgbClr val="5B21B6"/>
                </a:solidFill>
                <a:latin typeface="Fredoka"/>
              </a:rPr>
              <a:t>Rp26.7M</a:t>
            </a:r>
          </a:p>
        </p:txBody>
      </p:sp>
      <p:sp>
        <p:nvSpPr>
          <p:cNvPr id="26" name="TextBox 25"/>
          <p:cNvSpPr txBox="1"/>
          <p:nvPr/>
        </p:nvSpPr>
        <p:spPr>
          <a:xfrm>
            <a:off x="3749039" y="2397134"/>
            <a:ext cx="960120" cy="224379"/>
          </a:xfrm>
          <a:prstGeom prst="rect">
            <a:avLst/>
          </a:prstGeom>
          <a:noFill/>
        </p:spPr>
        <p:txBody>
          <a:bodyPr wrap="square" lIns="0" rIns="0" tIns="0" bIns="0" anchor="ctr">
            <a:noAutofit/>
          </a:bodyPr>
          <a:lstStyle/>
          <a:p>
            <a:pPr algn="r"/>
            <a:r>
              <a:rPr sz="850" b="1" i="0">
                <a:solidFill>
                  <a:srgbClr val="5B21B6"/>
                </a:solidFill>
                <a:latin typeface="Fredoka"/>
              </a:rPr>
              <a:t>Rp53.4M</a:t>
            </a:r>
          </a:p>
        </p:txBody>
      </p:sp>
      <p:sp>
        <p:nvSpPr>
          <p:cNvPr id="27" name="Rectangle 26"/>
          <p:cNvSpPr/>
          <p:nvPr/>
        </p:nvSpPr>
        <p:spPr>
          <a:xfrm>
            <a:off x="713232" y="2621514"/>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2639802"/>
            <a:ext cx="2103120" cy="224379"/>
          </a:xfrm>
          <a:prstGeom prst="rect">
            <a:avLst/>
          </a:prstGeom>
          <a:noFill/>
        </p:spPr>
        <p:txBody>
          <a:bodyPr wrap="square" lIns="0" rIns="0" tIns="0" bIns="0" anchor="ctr">
            <a:noAutofit/>
          </a:bodyPr>
          <a:lstStyle/>
          <a:p>
            <a:pPr algn="l"/>
            <a:r>
              <a:rPr sz="800" b="0" i="0">
                <a:solidFill>
                  <a:srgbClr val="172033"/>
                </a:solidFill>
                <a:latin typeface="Varela Round"/>
              </a:rPr>
              <a:t>Team compensation</a:t>
            </a:r>
          </a:p>
        </p:txBody>
      </p:sp>
      <p:sp>
        <p:nvSpPr>
          <p:cNvPr id="29" name="TextBox 28"/>
          <p:cNvSpPr txBox="1"/>
          <p:nvPr/>
        </p:nvSpPr>
        <p:spPr>
          <a:xfrm>
            <a:off x="2697480" y="2639802"/>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−Rp96.0M</a:t>
            </a:r>
          </a:p>
        </p:txBody>
      </p:sp>
      <p:sp>
        <p:nvSpPr>
          <p:cNvPr id="30" name="TextBox 29"/>
          <p:cNvSpPr txBox="1"/>
          <p:nvPr/>
        </p:nvSpPr>
        <p:spPr>
          <a:xfrm>
            <a:off x="3749039" y="2639802"/>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−Rp96.0M</a:t>
            </a:r>
          </a:p>
        </p:txBody>
      </p:sp>
      <p:sp>
        <p:nvSpPr>
          <p:cNvPr id="31" name="Rectangle 30"/>
          <p:cNvSpPr/>
          <p:nvPr/>
        </p:nvSpPr>
        <p:spPr>
          <a:xfrm>
            <a:off x="713232" y="2864182"/>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2882470"/>
            <a:ext cx="2103120" cy="224379"/>
          </a:xfrm>
          <a:prstGeom prst="rect">
            <a:avLst/>
          </a:prstGeom>
          <a:noFill/>
        </p:spPr>
        <p:txBody>
          <a:bodyPr wrap="square" lIns="0" rIns="0" tIns="0" bIns="0" anchor="ctr">
            <a:noAutofit/>
          </a:bodyPr>
          <a:lstStyle/>
          <a:p>
            <a:pPr algn="l"/>
            <a:r>
              <a:rPr sz="800" b="0" i="0">
                <a:solidFill>
                  <a:srgbClr val="172033"/>
                </a:solidFill>
                <a:latin typeface="Varela Round"/>
              </a:rPr>
              <a:t>Go-to-market</a:t>
            </a:r>
          </a:p>
        </p:txBody>
      </p:sp>
      <p:sp>
        <p:nvSpPr>
          <p:cNvPr id="33" name="TextBox 32"/>
          <p:cNvSpPr txBox="1"/>
          <p:nvPr/>
        </p:nvSpPr>
        <p:spPr>
          <a:xfrm>
            <a:off x="2697480" y="2882470"/>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−Rp24.0M</a:t>
            </a:r>
          </a:p>
        </p:txBody>
      </p:sp>
      <p:sp>
        <p:nvSpPr>
          <p:cNvPr id="34" name="TextBox 33"/>
          <p:cNvSpPr txBox="1"/>
          <p:nvPr/>
        </p:nvSpPr>
        <p:spPr>
          <a:xfrm>
            <a:off x="3749039" y="2882470"/>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−Rp24.0M</a:t>
            </a:r>
          </a:p>
        </p:txBody>
      </p:sp>
      <p:sp>
        <p:nvSpPr>
          <p:cNvPr id="35" name="Rectangle 34"/>
          <p:cNvSpPr/>
          <p:nvPr/>
        </p:nvSpPr>
        <p:spPr>
          <a:xfrm>
            <a:off x="713232" y="3106849"/>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125137"/>
            <a:ext cx="2103120" cy="224379"/>
          </a:xfrm>
          <a:prstGeom prst="rect">
            <a:avLst/>
          </a:prstGeom>
          <a:noFill/>
        </p:spPr>
        <p:txBody>
          <a:bodyPr wrap="square" lIns="0" rIns="0" tIns="0" bIns="0" anchor="ctr">
            <a:noAutofit/>
          </a:bodyPr>
          <a:lstStyle/>
          <a:p>
            <a:pPr algn="l"/>
            <a:r>
              <a:rPr sz="800" b="0" i="0">
                <a:solidFill>
                  <a:srgbClr val="172033"/>
                </a:solidFill>
                <a:latin typeface="Varela Round"/>
              </a:rPr>
              <a:t>Product, infra &amp; tools</a:t>
            </a:r>
          </a:p>
        </p:txBody>
      </p:sp>
      <p:sp>
        <p:nvSpPr>
          <p:cNvPr id="37" name="TextBox 36"/>
          <p:cNvSpPr txBox="1"/>
          <p:nvPr/>
        </p:nvSpPr>
        <p:spPr>
          <a:xfrm>
            <a:off x="2697480" y="3125137"/>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−Rp18.0M</a:t>
            </a:r>
          </a:p>
        </p:txBody>
      </p:sp>
      <p:sp>
        <p:nvSpPr>
          <p:cNvPr id="38" name="TextBox 37"/>
          <p:cNvSpPr txBox="1"/>
          <p:nvPr/>
        </p:nvSpPr>
        <p:spPr>
          <a:xfrm>
            <a:off x="3749039" y="3125137"/>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−Rp18.0M</a:t>
            </a:r>
          </a:p>
        </p:txBody>
      </p:sp>
      <p:sp>
        <p:nvSpPr>
          <p:cNvPr id="39" name="Rectangle 38"/>
          <p:cNvSpPr/>
          <p:nvPr/>
        </p:nvSpPr>
        <p:spPr>
          <a:xfrm>
            <a:off x="713232" y="3349517"/>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3367805"/>
            <a:ext cx="2103120" cy="224379"/>
          </a:xfrm>
          <a:prstGeom prst="rect">
            <a:avLst/>
          </a:prstGeom>
          <a:noFill/>
        </p:spPr>
        <p:txBody>
          <a:bodyPr wrap="square" lIns="0" rIns="0" tIns="0" bIns="0" anchor="ctr">
            <a:noAutofit/>
          </a:bodyPr>
          <a:lstStyle/>
          <a:p>
            <a:pPr algn="l"/>
            <a:r>
              <a:rPr sz="800" b="0" i="0">
                <a:solidFill>
                  <a:srgbClr val="172033"/>
                </a:solidFill>
                <a:latin typeface="Varela Round"/>
              </a:rPr>
              <a:t>Content creation</a:t>
            </a:r>
          </a:p>
        </p:txBody>
      </p:sp>
      <p:sp>
        <p:nvSpPr>
          <p:cNvPr id="41" name="TextBox 40"/>
          <p:cNvSpPr txBox="1"/>
          <p:nvPr/>
        </p:nvSpPr>
        <p:spPr>
          <a:xfrm>
            <a:off x="2697480" y="3367805"/>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−Rp15.0M</a:t>
            </a:r>
          </a:p>
        </p:txBody>
      </p:sp>
      <p:sp>
        <p:nvSpPr>
          <p:cNvPr id="42" name="TextBox 41"/>
          <p:cNvSpPr txBox="1"/>
          <p:nvPr/>
        </p:nvSpPr>
        <p:spPr>
          <a:xfrm>
            <a:off x="3749039" y="3367805"/>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−Rp15.0M</a:t>
            </a:r>
          </a:p>
        </p:txBody>
      </p:sp>
      <p:sp>
        <p:nvSpPr>
          <p:cNvPr id="43" name="Rectangle 42"/>
          <p:cNvSpPr/>
          <p:nvPr/>
        </p:nvSpPr>
        <p:spPr>
          <a:xfrm>
            <a:off x="713232" y="3592185"/>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3232" y="3610473"/>
            <a:ext cx="2103120" cy="224379"/>
          </a:xfrm>
          <a:prstGeom prst="rect">
            <a:avLst/>
          </a:prstGeom>
          <a:noFill/>
        </p:spPr>
        <p:txBody>
          <a:bodyPr wrap="square" lIns="0" rIns="0" tIns="0" bIns="0" anchor="ctr">
            <a:noAutofit/>
          </a:bodyPr>
          <a:lstStyle/>
          <a:p>
            <a:pPr algn="l"/>
            <a:r>
              <a:rPr sz="800" b="0" i="0">
                <a:solidFill>
                  <a:srgbClr val="172033"/>
                </a:solidFill>
                <a:latin typeface="Varela Round"/>
              </a:rPr>
              <a:t>Legal &amp; admin</a:t>
            </a:r>
          </a:p>
        </p:txBody>
      </p:sp>
      <p:sp>
        <p:nvSpPr>
          <p:cNvPr id="45" name="TextBox 44"/>
          <p:cNvSpPr txBox="1"/>
          <p:nvPr/>
        </p:nvSpPr>
        <p:spPr>
          <a:xfrm>
            <a:off x="2697480" y="3610473"/>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−Rp5.0M</a:t>
            </a:r>
          </a:p>
        </p:txBody>
      </p:sp>
      <p:sp>
        <p:nvSpPr>
          <p:cNvPr id="46" name="TextBox 45"/>
          <p:cNvSpPr txBox="1"/>
          <p:nvPr/>
        </p:nvSpPr>
        <p:spPr>
          <a:xfrm>
            <a:off x="3749039" y="3610473"/>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−Rp5.0M</a:t>
            </a:r>
          </a:p>
        </p:txBody>
      </p:sp>
      <p:sp>
        <p:nvSpPr>
          <p:cNvPr id="47" name="Rectangle 46"/>
          <p:cNvSpPr/>
          <p:nvPr/>
        </p:nvSpPr>
        <p:spPr>
          <a:xfrm>
            <a:off x="713232" y="3834852"/>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3232" y="3853140"/>
            <a:ext cx="2103120" cy="224379"/>
          </a:xfrm>
          <a:prstGeom prst="rect">
            <a:avLst/>
          </a:prstGeom>
          <a:noFill/>
        </p:spPr>
        <p:txBody>
          <a:bodyPr wrap="square" lIns="0" rIns="0" tIns="0" bIns="0" anchor="ctr">
            <a:noAutofit/>
          </a:bodyPr>
          <a:lstStyle/>
          <a:p>
            <a:pPr algn="l"/>
            <a:r>
              <a:rPr sz="800" b="0" i="0">
                <a:solidFill>
                  <a:srgbClr val="172033"/>
                </a:solidFill>
                <a:latin typeface="Fredoka SemiBold"/>
              </a:rPr>
              <a:t>Net result</a:t>
            </a:r>
          </a:p>
        </p:txBody>
      </p:sp>
      <p:sp>
        <p:nvSpPr>
          <p:cNvPr id="49" name="TextBox 48"/>
          <p:cNvSpPr txBox="1"/>
          <p:nvPr/>
        </p:nvSpPr>
        <p:spPr>
          <a:xfrm>
            <a:off x="2697480" y="3853140"/>
            <a:ext cx="960120" cy="224379"/>
          </a:xfrm>
          <a:prstGeom prst="rect">
            <a:avLst/>
          </a:prstGeom>
          <a:noFill/>
        </p:spPr>
        <p:txBody>
          <a:bodyPr wrap="square" lIns="0" rIns="0" tIns="0" bIns="0" anchor="ctr">
            <a:noAutofit/>
          </a:bodyPr>
          <a:lstStyle/>
          <a:p>
            <a:pPr algn="r"/>
            <a:r>
              <a:rPr sz="850" b="1" i="0">
                <a:solidFill>
                  <a:srgbClr val="5B21B6"/>
                </a:solidFill>
                <a:latin typeface="Fredoka"/>
              </a:rPr>
              <a:t>−Rp131.3M</a:t>
            </a:r>
          </a:p>
        </p:txBody>
      </p:sp>
      <p:sp>
        <p:nvSpPr>
          <p:cNvPr id="50" name="TextBox 49"/>
          <p:cNvSpPr txBox="1"/>
          <p:nvPr/>
        </p:nvSpPr>
        <p:spPr>
          <a:xfrm>
            <a:off x="3749039" y="3853140"/>
            <a:ext cx="960120" cy="224379"/>
          </a:xfrm>
          <a:prstGeom prst="rect">
            <a:avLst/>
          </a:prstGeom>
          <a:noFill/>
        </p:spPr>
        <p:txBody>
          <a:bodyPr wrap="square" lIns="0" rIns="0" tIns="0" bIns="0" anchor="ctr">
            <a:noAutofit/>
          </a:bodyPr>
          <a:lstStyle/>
          <a:p>
            <a:pPr algn="r"/>
            <a:r>
              <a:rPr sz="850" b="1" i="0">
                <a:solidFill>
                  <a:srgbClr val="5B21B6"/>
                </a:solidFill>
                <a:latin typeface="Fredoka"/>
              </a:rPr>
              <a:t>−Rp104.6M</a:t>
            </a:r>
          </a:p>
        </p:txBody>
      </p:sp>
      <p:sp>
        <p:nvSpPr>
          <p:cNvPr id="51" name="Rectangle 50"/>
          <p:cNvSpPr/>
          <p:nvPr/>
        </p:nvSpPr>
        <p:spPr>
          <a:xfrm>
            <a:off x="713232" y="4077520"/>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13232" y="4095808"/>
            <a:ext cx="2103120" cy="224379"/>
          </a:xfrm>
          <a:prstGeom prst="rect">
            <a:avLst/>
          </a:prstGeom>
          <a:noFill/>
        </p:spPr>
        <p:txBody>
          <a:bodyPr wrap="square" lIns="0" rIns="0" tIns="0" bIns="0" anchor="ctr">
            <a:noAutofit/>
          </a:bodyPr>
          <a:lstStyle/>
          <a:p>
            <a:pPr algn="l"/>
            <a:r>
              <a:rPr sz="800" b="0" i="0">
                <a:solidFill>
                  <a:srgbClr val="172033"/>
                </a:solidFill>
                <a:latin typeface="Varela Round"/>
              </a:rPr>
              <a:t>Capital plan, if fully secured</a:t>
            </a:r>
          </a:p>
        </p:txBody>
      </p:sp>
      <p:sp>
        <p:nvSpPr>
          <p:cNvPr id="53" name="TextBox 52"/>
          <p:cNvSpPr txBox="1"/>
          <p:nvPr/>
        </p:nvSpPr>
        <p:spPr>
          <a:xfrm>
            <a:off x="2697480" y="4095808"/>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Rp200.0M</a:t>
            </a:r>
          </a:p>
        </p:txBody>
      </p:sp>
      <p:sp>
        <p:nvSpPr>
          <p:cNvPr id="54" name="TextBox 53"/>
          <p:cNvSpPr txBox="1"/>
          <p:nvPr/>
        </p:nvSpPr>
        <p:spPr>
          <a:xfrm>
            <a:off x="3749039" y="4095808"/>
            <a:ext cx="960120" cy="224379"/>
          </a:xfrm>
          <a:prstGeom prst="rect">
            <a:avLst/>
          </a:prstGeom>
          <a:noFill/>
        </p:spPr>
        <p:txBody>
          <a:bodyPr wrap="square" lIns="0" rIns="0" tIns="0" bIns="0" anchor="ctr">
            <a:noAutofit/>
          </a:bodyPr>
          <a:lstStyle/>
          <a:p>
            <a:pPr algn="r"/>
            <a:r>
              <a:rPr sz="850" b="0" i="0">
                <a:solidFill>
                  <a:srgbClr val="172033"/>
                </a:solidFill>
                <a:latin typeface="Varela Round"/>
              </a:rPr>
              <a:t>Rp200.0M</a:t>
            </a:r>
          </a:p>
        </p:txBody>
      </p:sp>
      <p:sp>
        <p:nvSpPr>
          <p:cNvPr id="55" name="Rectangle 54"/>
          <p:cNvSpPr/>
          <p:nvPr/>
        </p:nvSpPr>
        <p:spPr>
          <a:xfrm>
            <a:off x="713232" y="4320188"/>
            <a:ext cx="40233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13232" y="4338476"/>
            <a:ext cx="2103120" cy="224379"/>
          </a:xfrm>
          <a:prstGeom prst="rect">
            <a:avLst/>
          </a:prstGeom>
          <a:noFill/>
        </p:spPr>
        <p:txBody>
          <a:bodyPr wrap="square" lIns="0" rIns="0" tIns="0" bIns="0" anchor="ctr">
            <a:noAutofit/>
          </a:bodyPr>
          <a:lstStyle/>
          <a:p>
            <a:pPr algn="l"/>
            <a:r>
              <a:rPr sz="800" b="0" i="0">
                <a:solidFill>
                  <a:srgbClr val="172033"/>
                </a:solidFill>
                <a:latin typeface="Fredoka SemiBold"/>
              </a:rPr>
              <a:t>Cash at month 12 (illustrative)</a:t>
            </a:r>
          </a:p>
        </p:txBody>
      </p:sp>
      <p:sp>
        <p:nvSpPr>
          <p:cNvPr id="57" name="TextBox 56"/>
          <p:cNvSpPr txBox="1"/>
          <p:nvPr/>
        </p:nvSpPr>
        <p:spPr>
          <a:xfrm>
            <a:off x="2697480" y="4338476"/>
            <a:ext cx="960120" cy="224379"/>
          </a:xfrm>
          <a:prstGeom prst="rect">
            <a:avLst/>
          </a:prstGeom>
          <a:noFill/>
        </p:spPr>
        <p:txBody>
          <a:bodyPr wrap="square" lIns="0" rIns="0" tIns="0" bIns="0" anchor="ctr">
            <a:noAutofit/>
          </a:bodyPr>
          <a:lstStyle/>
          <a:p>
            <a:pPr algn="r"/>
            <a:r>
              <a:rPr sz="850" b="1" i="0">
                <a:solidFill>
                  <a:srgbClr val="5B21B6"/>
                </a:solidFill>
                <a:latin typeface="Fredoka"/>
              </a:rPr>
              <a:t>Rp68.7M</a:t>
            </a:r>
          </a:p>
        </p:txBody>
      </p:sp>
      <p:sp>
        <p:nvSpPr>
          <p:cNvPr id="58" name="TextBox 57"/>
          <p:cNvSpPr txBox="1"/>
          <p:nvPr/>
        </p:nvSpPr>
        <p:spPr>
          <a:xfrm>
            <a:off x="3749039" y="4338476"/>
            <a:ext cx="960120" cy="224379"/>
          </a:xfrm>
          <a:prstGeom prst="rect">
            <a:avLst/>
          </a:prstGeom>
          <a:noFill/>
        </p:spPr>
        <p:txBody>
          <a:bodyPr wrap="square" lIns="0" rIns="0" tIns="0" bIns="0" anchor="ctr">
            <a:noAutofit/>
          </a:bodyPr>
          <a:lstStyle/>
          <a:p>
            <a:pPr algn="r"/>
            <a:r>
              <a:rPr sz="850" b="1" i="0">
                <a:solidFill>
                  <a:srgbClr val="5B21B6"/>
                </a:solidFill>
                <a:latin typeface="Fredoka"/>
              </a:rPr>
              <a:t>Rp95.4M</a:t>
            </a:r>
          </a:p>
        </p:txBody>
      </p:sp>
      <p:sp>
        <p:nvSpPr>
          <p:cNvPr id="59" name="Rounded Rectangle 58"/>
          <p:cNvSpPr/>
          <p:nvPr/>
        </p:nvSpPr>
        <p:spPr>
          <a:xfrm>
            <a:off x="5029200" y="1097280"/>
            <a:ext cx="3566160" cy="3611880"/>
          </a:xfrm>
          <a:prstGeom prst="roundRect">
            <a:avLst>
              <a:gd name="adj" fmla="val 4102"/>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193792" y="1170432"/>
            <a:ext cx="3200400" cy="237744"/>
          </a:xfrm>
          <a:prstGeom prst="rect">
            <a:avLst/>
          </a:prstGeom>
          <a:noFill/>
        </p:spPr>
        <p:txBody>
          <a:bodyPr wrap="square" lIns="0" rIns="0" tIns="0" bIns="0" anchor="ctr">
            <a:noAutofit/>
          </a:bodyPr>
          <a:lstStyle/>
          <a:p>
            <a:pPr algn="l"/>
            <a:r>
              <a:rPr sz="1000" b="1" i="0">
                <a:solidFill>
                  <a:srgbClr val="172033"/>
                </a:solidFill>
                <a:latin typeface="Fredoka"/>
              </a:rPr>
              <a:t>Assumptions</a:t>
            </a:r>
          </a:p>
        </p:txBody>
      </p:sp>
      <p:sp>
        <p:nvSpPr>
          <p:cNvPr id="61" name="Oval 60"/>
          <p:cNvSpPr/>
          <p:nvPr/>
        </p:nvSpPr>
        <p:spPr>
          <a:xfrm>
            <a:off x="5212080" y="1527048"/>
            <a:ext cx="54864" cy="548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358384" y="1444752"/>
            <a:ext cx="3108960" cy="274320"/>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Projection from the founders’ model (Sep 2026), not actual results</a:t>
            </a:r>
          </a:p>
        </p:txBody>
      </p:sp>
      <p:sp>
        <p:nvSpPr>
          <p:cNvPr id="63" name="Oval 62"/>
          <p:cNvSpPr/>
          <p:nvPr/>
        </p:nvSpPr>
        <p:spPr>
          <a:xfrm>
            <a:off x="5212080" y="1801368"/>
            <a:ext cx="54864" cy="548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358384" y="1719072"/>
            <a:ext cx="3108960" cy="274320"/>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Pack Rp49K, direct cost Rp20K · session Rp1M (up to 30 children), direct cost Rp250K</a:t>
            </a:r>
          </a:p>
        </p:txBody>
      </p:sp>
      <p:sp>
        <p:nvSpPr>
          <p:cNvPr id="65" name="Oval 64"/>
          <p:cNvSpPr/>
          <p:nvPr/>
        </p:nvSpPr>
        <p:spPr>
          <a:xfrm>
            <a:off x="5212080" y="2075688"/>
            <a:ext cx="54864" cy="548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358384" y="1993392"/>
            <a:ext cx="3108960" cy="274320"/>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Volume: 25–50 packs and 2–4 sessions a month</a:t>
            </a:r>
          </a:p>
        </p:txBody>
      </p:sp>
      <p:sp>
        <p:nvSpPr>
          <p:cNvPr id="67" name="Oval 66"/>
          <p:cNvSpPr/>
          <p:nvPr/>
        </p:nvSpPr>
        <p:spPr>
          <a:xfrm>
            <a:off x="5212080" y="2350008"/>
            <a:ext cx="54864" cy="548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358384" y="2267712"/>
            <a:ext cx="3108960" cy="274320"/>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Founders Rp4M a month each (lean, below market)</a:t>
            </a:r>
          </a:p>
        </p:txBody>
      </p:sp>
      <p:sp>
        <p:nvSpPr>
          <p:cNvPr id="69" name="Oval 68"/>
          <p:cNvSpPr/>
          <p:nvPr/>
        </p:nvSpPr>
        <p:spPr>
          <a:xfrm>
            <a:off x="5212080" y="2624328"/>
            <a:ext cx="54864" cy="548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358384" y="2542032"/>
            <a:ext cx="3108960" cy="274320"/>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Studio and lesson revenue excluded · grant money is financing, never revenue</a:t>
            </a:r>
          </a:p>
        </p:txBody>
      </p:sp>
      <p:sp>
        <p:nvSpPr>
          <p:cNvPr id="71" name="Rounded Rectangle 70"/>
          <p:cNvSpPr/>
          <p:nvPr/>
        </p:nvSpPr>
        <p:spPr>
          <a:xfrm>
            <a:off x="5138928" y="2871216"/>
            <a:ext cx="3346704" cy="1737360"/>
          </a:xfrm>
          <a:prstGeom prst="roundRect">
            <a:avLst>
              <a:gd name="adj" fmla="val 6315"/>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266944" y="2926080"/>
            <a:ext cx="3108960" cy="201168"/>
          </a:xfrm>
          <a:prstGeom prst="rect">
            <a:avLst/>
          </a:prstGeom>
          <a:noFill/>
        </p:spPr>
        <p:txBody>
          <a:bodyPr wrap="square" lIns="0" rIns="0" tIns="0" bIns="0" anchor="ctr">
            <a:noAutofit/>
          </a:bodyPr>
          <a:lstStyle/>
          <a:p>
            <a:pPr algn="l"/>
            <a:r>
              <a:rPr sz="900" b="1" i="0">
                <a:solidFill>
                  <a:srgbClr val="5B21B6"/>
                </a:solidFill>
                <a:latin typeface="Fredoka"/>
              </a:rPr>
              <a:t>Illustrative funding scenario</a:t>
            </a:r>
          </a:p>
        </p:txBody>
      </p:sp>
      <p:sp>
        <p:nvSpPr>
          <p:cNvPr id="73" name="TextBox 72"/>
          <p:cNvSpPr txBox="1"/>
          <p:nvPr/>
        </p:nvSpPr>
        <p:spPr>
          <a:xfrm>
            <a:off x="5266944" y="3145536"/>
            <a:ext cx="3108960" cy="347472"/>
          </a:xfrm>
          <a:prstGeom prst="rect">
            <a:avLst/>
          </a:prstGeom>
          <a:noFill/>
        </p:spPr>
        <p:txBody>
          <a:bodyPr wrap="square" lIns="0" rIns="0" tIns="0" bIns="0" anchor="t">
            <a:noAutofit/>
          </a:bodyPr>
          <a:lstStyle/>
          <a:p>
            <a:pPr algn="l">
              <a:lnSpc>
                <a:spcPct val="100000"/>
              </a:lnSpc>
            </a:pPr>
            <a:r>
              <a:rPr sz="700" b="0" i="0">
                <a:solidFill>
                  <a:srgbClr val="172033"/>
                </a:solidFill>
                <a:latin typeface="Varela Round"/>
              </a:rPr>
              <a:t>Assuming the full Rp200M capital plan is secured and available at the start of the period, with no additional cash flows beyond those modeled:</a:t>
            </a:r>
          </a:p>
        </p:txBody>
      </p:sp>
      <p:sp>
        <p:nvSpPr>
          <p:cNvPr id="74" name="Oval 73"/>
          <p:cNvSpPr/>
          <p:nvPr/>
        </p:nvSpPr>
        <p:spPr>
          <a:xfrm>
            <a:off x="5303520" y="3593592"/>
            <a:ext cx="54864" cy="548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431536" y="3529584"/>
            <a:ext cx="914400" cy="182880"/>
          </a:xfrm>
          <a:prstGeom prst="rect">
            <a:avLst/>
          </a:prstGeom>
          <a:noFill/>
        </p:spPr>
        <p:txBody>
          <a:bodyPr wrap="square" lIns="0" rIns="0" tIns="0" bIns="0" anchor="ctr">
            <a:noAutofit/>
          </a:bodyPr>
          <a:lstStyle/>
          <a:p>
            <a:pPr algn="l"/>
            <a:r>
              <a:rPr sz="750" b="0" i="0">
                <a:solidFill>
                  <a:srgbClr val="172033"/>
                </a:solidFill>
                <a:latin typeface="Fredoka SemiBold"/>
              </a:rPr>
              <a:t>Conservative</a:t>
            </a:r>
          </a:p>
        </p:txBody>
      </p:sp>
      <p:sp>
        <p:nvSpPr>
          <p:cNvPr id="76" name="TextBox 75"/>
          <p:cNvSpPr txBox="1"/>
          <p:nvPr/>
        </p:nvSpPr>
        <p:spPr>
          <a:xfrm>
            <a:off x="6355080" y="3529584"/>
            <a:ext cx="1828800" cy="182880"/>
          </a:xfrm>
          <a:prstGeom prst="rect">
            <a:avLst/>
          </a:prstGeom>
          <a:noFill/>
        </p:spPr>
        <p:txBody>
          <a:bodyPr wrap="square" lIns="0" rIns="0" tIns="0" bIns="0" anchor="ctr">
            <a:noAutofit/>
          </a:bodyPr>
          <a:lstStyle/>
          <a:p>
            <a:pPr algn="l"/>
            <a:r>
              <a:rPr sz="750" b="1" i="0">
                <a:solidFill>
                  <a:srgbClr val="5B21B6"/>
                </a:solidFill>
                <a:latin typeface="Fredoka"/>
              </a:rPr>
              <a:t>Rp68.7M remaining</a:t>
            </a:r>
          </a:p>
        </p:txBody>
      </p:sp>
      <p:sp>
        <p:nvSpPr>
          <p:cNvPr id="77" name="Oval 76"/>
          <p:cNvSpPr/>
          <p:nvPr/>
        </p:nvSpPr>
        <p:spPr>
          <a:xfrm>
            <a:off x="5303520" y="3794760"/>
            <a:ext cx="54864" cy="548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31536" y="3730752"/>
            <a:ext cx="914400" cy="182880"/>
          </a:xfrm>
          <a:prstGeom prst="rect">
            <a:avLst/>
          </a:prstGeom>
          <a:noFill/>
        </p:spPr>
        <p:txBody>
          <a:bodyPr wrap="square" lIns="0" rIns="0" tIns="0" bIns="0" anchor="ctr">
            <a:noAutofit/>
          </a:bodyPr>
          <a:lstStyle/>
          <a:p>
            <a:pPr algn="l"/>
            <a:r>
              <a:rPr sz="750" b="0" i="0">
                <a:solidFill>
                  <a:srgbClr val="172033"/>
                </a:solidFill>
                <a:latin typeface="Fredoka SemiBold"/>
              </a:rPr>
              <a:t>Base case</a:t>
            </a:r>
          </a:p>
        </p:txBody>
      </p:sp>
      <p:sp>
        <p:nvSpPr>
          <p:cNvPr id="79" name="TextBox 78"/>
          <p:cNvSpPr txBox="1"/>
          <p:nvPr/>
        </p:nvSpPr>
        <p:spPr>
          <a:xfrm>
            <a:off x="6355080" y="3730752"/>
            <a:ext cx="1828800" cy="182880"/>
          </a:xfrm>
          <a:prstGeom prst="rect">
            <a:avLst/>
          </a:prstGeom>
          <a:noFill/>
        </p:spPr>
        <p:txBody>
          <a:bodyPr wrap="square" lIns="0" rIns="0" tIns="0" bIns="0" anchor="ctr">
            <a:noAutofit/>
          </a:bodyPr>
          <a:lstStyle/>
          <a:p>
            <a:pPr algn="l"/>
            <a:r>
              <a:rPr sz="750" b="1" i="0">
                <a:solidFill>
                  <a:srgbClr val="5B21B6"/>
                </a:solidFill>
                <a:latin typeface="Fredoka"/>
              </a:rPr>
              <a:t>Rp95.4M remaining</a:t>
            </a:r>
          </a:p>
        </p:txBody>
      </p:sp>
      <p:sp>
        <p:nvSpPr>
          <p:cNvPr id="80" name="TextBox 79"/>
          <p:cNvSpPr txBox="1"/>
          <p:nvPr/>
        </p:nvSpPr>
        <p:spPr>
          <a:xfrm>
            <a:off x="5266944" y="3950208"/>
            <a:ext cx="3108960" cy="621792"/>
          </a:xfrm>
          <a:prstGeom prst="rect">
            <a:avLst/>
          </a:prstGeom>
          <a:noFill/>
        </p:spPr>
        <p:txBody>
          <a:bodyPr wrap="square" lIns="0" rIns="0" tIns="0" bIns="0" anchor="t">
            <a:noAutofit/>
          </a:bodyPr>
          <a:lstStyle/>
          <a:p>
            <a:pPr algn="l">
              <a:lnSpc>
                <a:spcPct val="100000"/>
              </a:lnSpc>
            </a:pPr>
            <a:r>
              <a:rPr sz="650" b="0" i="1">
                <a:solidFill>
                  <a:srgbClr val="172033"/>
                </a:solidFill>
                <a:latin typeface="Varela Round"/>
              </a:rPr>
              <a:t>These figures represent simplified illustrative balances, not confirmed cash reserves or a complete monthly cash-flow forecast. Actual runway depends on funding secured, timing of disbursements, sales collection, and working-capital requirements.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858000" cy="548640"/>
          </a:xfrm>
        </p:spPr>
        <p:txBody>
          <a:bodyPr wrap="square" lIns="0" rIns="0" tIns="0" bIns="0" anchor="t">
            <a:noAutofit/>
          </a:bodyPr>
          <a:lstStyle/>
          <a:p>
            <a:pPr algn="l">
              <a:lnSpc>
                <a:spcPct val="95000"/>
              </a:lnSpc>
            </a:pPr>
            <a:r>
              <a:rPr sz="2400" b="1" i="0">
                <a:solidFill>
                  <a:srgbClr val="172033"/>
                </a:solidFill>
                <a:latin typeface="Fredoka"/>
              </a:rPr>
              <a:t>Appendix D · Competitor Evidence</a:t>
            </a:r>
          </a:p>
        </p:txBody>
      </p:sp>
      <p:sp>
        <p:nvSpPr>
          <p:cNvPr id="3" name="Rounded Rectangle 2"/>
          <p:cNvSpPr/>
          <p:nvPr/>
        </p:nvSpPr>
        <p:spPr>
          <a:xfrm>
            <a:off x="548640" y="1097280"/>
            <a:ext cx="8046720" cy="3611880"/>
          </a:xfrm>
          <a:prstGeom prst="roundRect">
            <a:avLst>
              <a:gd name="adj" fmla="val 405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07008"/>
            <a:ext cx="1417320" cy="237744"/>
          </a:xfrm>
          <a:prstGeom prst="rect">
            <a:avLst/>
          </a:prstGeom>
          <a:noFill/>
        </p:spPr>
        <p:txBody>
          <a:bodyPr wrap="square" lIns="0" rIns="0" tIns="0" bIns="0" anchor="t">
            <a:noAutofit/>
          </a:bodyPr>
          <a:lstStyle/>
          <a:p>
            <a:pPr algn="l"/>
            <a:r>
              <a:rPr sz="850" b="0" i="0">
                <a:solidFill>
                  <a:srgbClr val="7C3AED"/>
                </a:solidFill>
                <a:latin typeface="Fredoka SemiBold"/>
              </a:rPr>
              <a:t>Product</a:t>
            </a:r>
          </a:p>
        </p:txBody>
      </p:sp>
      <p:sp>
        <p:nvSpPr>
          <p:cNvPr id="5" name="TextBox 4"/>
          <p:cNvSpPr txBox="1"/>
          <p:nvPr/>
        </p:nvSpPr>
        <p:spPr>
          <a:xfrm>
            <a:off x="2194560" y="1207008"/>
            <a:ext cx="2514600" cy="237744"/>
          </a:xfrm>
          <a:prstGeom prst="rect">
            <a:avLst/>
          </a:prstGeom>
          <a:noFill/>
        </p:spPr>
        <p:txBody>
          <a:bodyPr wrap="square" lIns="0" rIns="0" tIns="0" bIns="0" anchor="t">
            <a:noAutofit/>
          </a:bodyPr>
          <a:lstStyle/>
          <a:p>
            <a:pPr algn="l"/>
            <a:r>
              <a:rPr sz="850" b="0" i="0">
                <a:solidFill>
                  <a:srgbClr val="7C3AED"/>
                </a:solidFill>
                <a:latin typeface="Fredoka SemiBold"/>
              </a:rPr>
              <a:t>What it is</a:t>
            </a:r>
          </a:p>
        </p:txBody>
      </p:sp>
      <p:sp>
        <p:nvSpPr>
          <p:cNvPr id="6" name="TextBox 5"/>
          <p:cNvSpPr txBox="1"/>
          <p:nvPr/>
        </p:nvSpPr>
        <p:spPr>
          <a:xfrm>
            <a:off x="4754880" y="1207008"/>
            <a:ext cx="2148840" cy="237744"/>
          </a:xfrm>
          <a:prstGeom prst="rect">
            <a:avLst/>
          </a:prstGeom>
          <a:noFill/>
        </p:spPr>
        <p:txBody>
          <a:bodyPr wrap="square" lIns="0" rIns="0" tIns="0" bIns="0" anchor="t">
            <a:noAutofit/>
          </a:bodyPr>
          <a:lstStyle/>
          <a:p>
            <a:pPr algn="l"/>
            <a:r>
              <a:rPr sz="850" b="0" i="0">
                <a:solidFill>
                  <a:srgbClr val="7C3AED"/>
                </a:solidFill>
                <a:latin typeface="Fredoka SemiBold"/>
              </a:rPr>
              <a:t>Model &amp; price</a:t>
            </a:r>
          </a:p>
        </p:txBody>
      </p:sp>
      <p:sp>
        <p:nvSpPr>
          <p:cNvPr id="7" name="TextBox 6"/>
          <p:cNvSpPr txBox="1"/>
          <p:nvPr/>
        </p:nvSpPr>
        <p:spPr>
          <a:xfrm>
            <a:off x="6949440" y="1207008"/>
            <a:ext cx="1554480" cy="237744"/>
          </a:xfrm>
          <a:prstGeom prst="rect">
            <a:avLst/>
          </a:prstGeom>
          <a:noFill/>
        </p:spPr>
        <p:txBody>
          <a:bodyPr wrap="square" lIns="0" rIns="0" tIns="0" bIns="0" anchor="t">
            <a:noAutofit/>
          </a:bodyPr>
          <a:lstStyle/>
          <a:p>
            <a:pPr algn="l"/>
            <a:r>
              <a:rPr sz="850" b="0" i="0">
                <a:solidFill>
                  <a:srgbClr val="7C3AED"/>
                </a:solidFill>
                <a:latin typeface="Fredoka SemiBold"/>
              </a:rPr>
              <a:t>Source (checked Sep 2026)</a:t>
            </a:r>
          </a:p>
        </p:txBody>
      </p:sp>
      <p:sp>
        <p:nvSpPr>
          <p:cNvPr id="8" name="Rectangle 7"/>
          <p:cNvSpPr/>
          <p:nvPr/>
        </p:nvSpPr>
        <p:spPr>
          <a:xfrm>
            <a:off x="731520" y="1481328"/>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17904"/>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Faber-Castell ARt Alive</a:t>
            </a:r>
          </a:p>
        </p:txBody>
      </p:sp>
      <p:sp>
        <p:nvSpPr>
          <p:cNvPr id="10" name="TextBox 9"/>
          <p:cNvSpPr txBox="1"/>
          <p:nvPr/>
        </p:nvSpPr>
        <p:spPr>
          <a:xfrm>
            <a:off x="2194560" y="1517904"/>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Coloring products + Art Alive mobile app; drawings become 3D AR with games</a:t>
            </a:r>
          </a:p>
        </p:txBody>
      </p:sp>
      <p:sp>
        <p:nvSpPr>
          <p:cNvPr id="11" name="TextBox 10"/>
          <p:cNvSpPr txBox="1"/>
          <p:nvPr/>
        </p:nvSpPr>
        <p:spPr>
          <a:xfrm>
            <a:off x="4754880" y="1517904"/>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Drawing Alive / Colouring 3D Alive: Rp105,900</a:t>
            </a:r>
          </a:p>
        </p:txBody>
      </p:sp>
      <p:sp>
        <p:nvSpPr>
          <p:cNvPr id="12" name="TextBox 11"/>
          <p:cNvSpPr txBox="1"/>
          <p:nvPr/>
        </p:nvSpPr>
        <p:spPr>
          <a:xfrm>
            <a:off x="6949440" y="1517904"/>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faber-castell.co.id/colouring3dalive</a:t>
            </a:r>
          </a:p>
        </p:txBody>
      </p:sp>
      <p:sp>
        <p:nvSpPr>
          <p:cNvPr id="13" name="Rectangle 12"/>
          <p:cNvSpPr/>
          <p:nvPr/>
        </p:nvSpPr>
        <p:spPr>
          <a:xfrm>
            <a:off x="731520" y="2103120"/>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139696"/>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Quiver</a:t>
            </a:r>
          </a:p>
        </p:txBody>
      </p:sp>
      <p:sp>
        <p:nvSpPr>
          <p:cNvPr id="15" name="TextBox 14"/>
          <p:cNvSpPr txBox="1"/>
          <p:nvPr/>
        </p:nvSpPr>
        <p:spPr>
          <a:xfrm>
            <a:off x="2194560" y="2139696"/>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Print, color, scan with the app; artwork animates in interactive 3D</a:t>
            </a:r>
          </a:p>
        </p:txBody>
      </p:sp>
      <p:sp>
        <p:nvSpPr>
          <p:cNvPr id="16" name="TextBox 15"/>
          <p:cNvSpPr txBox="1"/>
          <p:nvPr/>
        </p:nvSpPr>
        <p:spPr>
          <a:xfrm>
            <a:off x="4754880" y="2139696"/>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Free + premium packs; education subscriptions (10–500 seats); 26M+ downloads</a:t>
            </a:r>
          </a:p>
        </p:txBody>
      </p:sp>
      <p:sp>
        <p:nvSpPr>
          <p:cNvPr id="17" name="TextBox 16"/>
          <p:cNvSpPr txBox="1"/>
          <p:nvPr/>
        </p:nvSpPr>
        <p:spPr>
          <a:xfrm>
            <a:off x="6949440" y="2139696"/>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quivervision.com</a:t>
            </a:r>
          </a:p>
        </p:txBody>
      </p:sp>
      <p:sp>
        <p:nvSpPr>
          <p:cNvPr id="18" name="Rectangle 17"/>
          <p:cNvSpPr/>
          <p:nvPr/>
        </p:nvSpPr>
        <p:spPr>
          <a:xfrm>
            <a:off x="731520" y="2724912"/>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761488"/>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WAGZAK JUMP</a:t>
            </a:r>
          </a:p>
        </p:txBody>
      </p:sp>
      <p:sp>
        <p:nvSpPr>
          <p:cNvPr id="20" name="TextBox 19"/>
          <p:cNvSpPr txBox="1"/>
          <p:nvPr/>
        </p:nvSpPr>
        <p:spPr>
          <a:xfrm>
            <a:off x="2194560" y="2761488"/>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Mobile app; colored drawings come alive in 3D/AR lessons</a:t>
            </a:r>
          </a:p>
        </p:txBody>
      </p:sp>
      <p:sp>
        <p:nvSpPr>
          <p:cNvPr id="21" name="TextBox 20"/>
          <p:cNvSpPr txBox="1"/>
          <p:nvPr/>
        </p:nvSpPr>
        <p:spPr>
          <a:xfrm>
            <a:off x="4754880" y="2761488"/>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100+ lessons, 30 languages; US$9.99/yr household; school licenses</a:t>
            </a:r>
          </a:p>
        </p:txBody>
      </p:sp>
      <p:sp>
        <p:nvSpPr>
          <p:cNvPr id="22" name="TextBox 21"/>
          <p:cNvSpPr txBox="1"/>
          <p:nvPr/>
        </p:nvSpPr>
        <p:spPr>
          <a:xfrm>
            <a:off x="6949440" y="2761488"/>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circuscompany.com/wagzak-jump</a:t>
            </a:r>
          </a:p>
        </p:txBody>
      </p:sp>
      <p:sp>
        <p:nvSpPr>
          <p:cNvPr id="23" name="Rectangle 22"/>
          <p:cNvSpPr/>
          <p:nvPr/>
        </p:nvSpPr>
        <p:spPr>
          <a:xfrm>
            <a:off x="731520" y="3346704"/>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383280"/>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teamLab Sketch Aquarium</a:t>
            </a:r>
          </a:p>
        </p:txBody>
      </p:sp>
      <p:sp>
        <p:nvSpPr>
          <p:cNvPr id="25" name="TextBox 24"/>
          <p:cNvSpPr txBox="1"/>
          <p:nvPr/>
        </p:nvSpPr>
        <p:spPr>
          <a:xfrm>
            <a:off x="2194560" y="3383280"/>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Installation: color a sea creature, scan it, it swims in a shared aquarium</a:t>
            </a:r>
          </a:p>
        </p:txBody>
      </p:sp>
      <p:sp>
        <p:nvSpPr>
          <p:cNvPr id="26" name="TextBox 25"/>
          <p:cNvSpPr txBox="1"/>
          <p:nvPr/>
        </p:nvSpPr>
        <p:spPr>
          <a:xfrm>
            <a:off x="4754880" y="3383280"/>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Venue / museum visit (e.g. ArtScience Museum, Singapore)</a:t>
            </a:r>
          </a:p>
        </p:txBody>
      </p:sp>
      <p:sp>
        <p:nvSpPr>
          <p:cNvPr id="27" name="TextBox 26"/>
          <p:cNvSpPr txBox="1"/>
          <p:nvPr/>
        </p:nvSpPr>
        <p:spPr>
          <a:xfrm>
            <a:off x="6949440" y="3383280"/>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futurepark.team-lab.cn</a:t>
            </a:r>
          </a:p>
        </p:txBody>
      </p:sp>
      <p:sp>
        <p:nvSpPr>
          <p:cNvPr id="28" name="Rectangle 27"/>
          <p:cNvSpPr/>
          <p:nvPr/>
        </p:nvSpPr>
        <p:spPr>
          <a:xfrm>
            <a:off x="731520" y="3968496"/>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005072"/>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Osmo Monster</a:t>
            </a:r>
          </a:p>
        </p:txBody>
      </p:sp>
      <p:sp>
        <p:nvSpPr>
          <p:cNvPr id="30" name="TextBox 29"/>
          <p:cNvSpPr txBox="1"/>
          <p:nvPr/>
        </p:nvSpPr>
        <p:spPr>
          <a:xfrm>
            <a:off x="2194560" y="4005072"/>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Drawings join an animated character’s world via iPad + Osmo base</a:t>
            </a:r>
          </a:p>
        </p:txBody>
      </p:sp>
      <p:sp>
        <p:nvSpPr>
          <p:cNvPr id="31" name="TextBox 30"/>
          <p:cNvSpPr txBox="1"/>
          <p:nvPr/>
        </p:nvSpPr>
        <p:spPr>
          <a:xfrm>
            <a:off x="4754880" y="4005072"/>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Hardware kit + iPad required</a:t>
            </a:r>
          </a:p>
        </p:txBody>
      </p:sp>
      <p:sp>
        <p:nvSpPr>
          <p:cNvPr id="32" name="TextBox 31"/>
          <p:cNvSpPr txBox="1"/>
          <p:nvPr/>
        </p:nvSpPr>
        <p:spPr>
          <a:xfrm>
            <a:off x="6949440" y="4005072"/>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playosmo.com</a:t>
            </a:r>
          </a:p>
        </p:txBody>
      </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172033"/>
      </a:dk1>
      <a:lt1>
        <a:srgbClr val="8B5CF6"/>
      </a:lt1>
      <a:dk2>
        <a:srgbClr val="D9DEEA"/>
      </a:dk2>
      <a:lt2>
        <a:srgbClr val="D9DEEA"/>
      </a:lt2>
      <a:accent1>
        <a:srgbClr val="A78BFA"/>
      </a:accent1>
      <a:accent2>
        <a:srgbClr val="8B5CF6"/>
      </a:accent2>
      <a:accent3>
        <a:srgbClr val="C4B5FD"/>
      </a:accent3>
      <a:accent4>
        <a:srgbClr val="D9DEEA"/>
      </a:accent4>
      <a:accent5>
        <a:srgbClr val="C4B5FD"/>
      </a:accent5>
      <a:accent6>
        <a:srgbClr val="D9DEEA"/>
      </a:accent6>
      <a:hlink>
        <a:srgbClr val="2563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reesia Pitch Deck by Slidesgo">
  <a:themeElements>
    <a:clrScheme name="Simple Light">
      <a:dk1>
        <a:srgbClr val="172033"/>
      </a:dk1>
      <a:lt1>
        <a:srgbClr val="8B5CF6"/>
      </a:lt1>
      <a:dk2>
        <a:srgbClr val="D9DEEA"/>
      </a:dk2>
      <a:lt2>
        <a:srgbClr val="D9DEEA"/>
      </a:lt2>
      <a:accent1>
        <a:srgbClr val="A78BFA"/>
      </a:accent1>
      <a:accent2>
        <a:srgbClr val="8B5CF6"/>
      </a:accent2>
      <a:accent3>
        <a:srgbClr val="C4B5FD"/>
      </a:accent3>
      <a:accent4>
        <a:srgbClr val="D9DEEA"/>
      </a:accent4>
      <a:accent5>
        <a:srgbClr val="C4B5FD"/>
      </a:accent5>
      <a:accent6>
        <a:srgbClr val="D9DEEA"/>
      </a:accent6>
      <a:hlink>
        <a:srgbClr val="2563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